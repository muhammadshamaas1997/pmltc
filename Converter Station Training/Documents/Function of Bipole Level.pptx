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ableStyles" Target="tableStyles.xml" /><Relationship Id="rId5" Type="http://schemas.openxmlformats.org/officeDocument/2006/relationships/theme" Target="theme/theme1.xml" /><Relationship Id="rId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87F70-3ABE-D241-AA46-E5BDC77F1B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B59DDA-03A6-9F49-9814-8889119D32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9A45B3-0AF5-2945-AB66-94A6B485CA52}"/>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7E67CDD3-7299-3C4C-A1CD-34E851296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E3AD5-0485-3447-B732-6BE6432FF1EB}"/>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1292310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397B-D5ED-9042-9A14-5DFE36ADF4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AA824-EFBB-AE48-B398-92AD92380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BB73E-FDC7-234C-8B20-CF54114503D2}"/>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88CC123F-A21F-154F-B268-D4644B7DC7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6D033-5531-E949-9EAB-7C3F0CDC4E94}"/>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791943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38D2F-7007-1F46-AA9B-090E696FA3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8E5C7D-064C-0B46-A41E-E2322EAE65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E840F-1E67-AB46-B619-E4BFDA820D35}"/>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07F7AFFE-D86F-8F42-BBE6-73DD8DDDB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618A7E-3620-344D-98AC-28D21FB4E7AE}"/>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667270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930EF-308A-E347-8551-5EF2BD504A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BA9EF8-9BEC-DF42-88EF-7692F283F8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D2D462-545A-CF46-95A9-173CBC8EA8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3F1B23-F7CB-334B-9465-D707AFA9D76D}"/>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6" name="Footer Placeholder 5">
            <a:extLst>
              <a:ext uri="{FF2B5EF4-FFF2-40B4-BE49-F238E27FC236}">
                <a16:creationId xmlns:a16="http://schemas.microsoft.com/office/drawing/2014/main" id="{D818C8FF-E596-6941-A4AC-DD4BF9866E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D8E58-5A63-ED49-8E4F-86CFFD0E9736}"/>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74899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B6878-F7FF-114B-BB5A-31A1DD8808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DEBA4E-623B-814A-BFDC-54EFB1223D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8470A-1DB9-B343-8B9A-F91AA92D2F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E6FDF0-4ED9-4A42-8053-2D29A921E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F47D5B-5033-844C-BD4E-A77513C55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586FB4-CE2F-0343-821D-A2B0E974499D}"/>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8" name="Footer Placeholder 7">
            <a:extLst>
              <a:ext uri="{FF2B5EF4-FFF2-40B4-BE49-F238E27FC236}">
                <a16:creationId xmlns:a16="http://schemas.microsoft.com/office/drawing/2014/main" id="{F3A1C8B3-75B1-FA4D-BBCD-87CB36E0B9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CF6364-1A53-2F4B-9468-D600B70A856C}"/>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2315465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61450-6A95-D446-AEC6-A4CDB825A1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F5B94B-7658-FF4D-BDB4-D551727D0DF3}"/>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4" name="Footer Placeholder 3">
            <a:extLst>
              <a:ext uri="{FF2B5EF4-FFF2-40B4-BE49-F238E27FC236}">
                <a16:creationId xmlns:a16="http://schemas.microsoft.com/office/drawing/2014/main" id="{1E495EA0-317C-C04F-8558-2B51446587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796F57-814C-F548-B1FA-2628F8AC86F3}"/>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149679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9B6919-E3C7-2B40-98CA-8584936C6A21}"/>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3" name="Footer Placeholder 2">
            <a:extLst>
              <a:ext uri="{FF2B5EF4-FFF2-40B4-BE49-F238E27FC236}">
                <a16:creationId xmlns:a16="http://schemas.microsoft.com/office/drawing/2014/main" id="{0E763765-F3B0-554C-9A12-F1558362BB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6DA017-5398-BE48-B47A-49BBED237831}"/>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48302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E5D0-FF91-E541-9014-11D7F7998B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F4E7B-939A-F547-A89D-F1D1EFAB9B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10C8B6-DDB4-394F-A3F7-4545DAFFC3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6C6C9-B558-354A-8514-EEE9E917939C}"/>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6" name="Footer Placeholder 5">
            <a:extLst>
              <a:ext uri="{FF2B5EF4-FFF2-40B4-BE49-F238E27FC236}">
                <a16:creationId xmlns:a16="http://schemas.microsoft.com/office/drawing/2014/main" id="{D9FABBC6-C8C6-F14B-8AF3-89FB6D930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BB7CA-BB3E-1740-819E-3F97E0B4111C}"/>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320941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97A8-B6D3-C545-B1F8-EC1EE99261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2CDE30-1310-3A40-9102-80CB517AC3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ABB10E-D71D-9449-B717-EB215064D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B3AB7-C58D-2347-9502-BC249DF9E295}"/>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6" name="Footer Placeholder 5">
            <a:extLst>
              <a:ext uri="{FF2B5EF4-FFF2-40B4-BE49-F238E27FC236}">
                <a16:creationId xmlns:a16="http://schemas.microsoft.com/office/drawing/2014/main" id="{2D29FFBF-8CFD-4046-A8CF-20B3AFD557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A6220B-7DEF-0C44-A644-07140509AF3B}"/>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4196059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3DD4-EDEC-B94A-AAE2-08FB765643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313A60-7D6C-3A4C-8309-79C2600761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A799B4-7339-EA4A-BFE5-F5FC9903254F}"/>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80E42FFE-7200-4B4F-B0E0-9CBE99E4A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F8F650-2E94-584E-A65B-EEBCF6F6E0FF}"/>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212257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8B82B-870F-354E-83A8-509729C8E9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416D55-0CA2-504C-B1E4-3399BAFAAA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3B95B-5247-9647-849A-18EDE5D20BA8}"/>
              </a:ext>
            </a:extLst>
          </p:cNvPr>
          <p:cNvSpPr>
            <a:spLocks noGrp="1"/>
          </p:cNvSpPr>
          <p:nvPr>
            <p:ph type="dt" sz="half" idx="10"/>
          </p:nvPr>
        </p:nvSpPr>
        <p:spPr/>
        <p:txBody>
          <a:body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D982530E-CC20-834F-B91A-D1900545E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74EF55-1DAC-4742-93FC-C2F4D9451CC3}"/>
              </a:ext>
            </a:extLst>
          </p:cNvPr>
          <p:cNvSpPr>
            <a:spLocks noGrp="1"/>
          </p:cNvSpPr>
          <p:nvPr>
            <p:ph type="sldNum" sz="quarter" idx="12"/>
          </p:nvPr>
        </p:nvSpPr>
        <p:spPr/>
        <p:txBody>
          <a:bodyPr/>
          <a:lstStyle/>
          <a:p>
            <a:fld id="{8DB424FC-6743-BC41-8ECB-FE0EA1F184A2}" type="slidenum">
              <a:rPr lang="en-US" smtClean="0"/>
              <a:t>‹#›</a:t>
            </a:fld>
            <a:endParaRPr lang="en-US"/>
          </a:p>
        </p:txBody>
      </p:sp>
    </p:spTree>
    <p:extLst>
      <p:ext uri="{BB962C8B-B14F-4D97-AF65-F5344CB8AC3E}">
        <p14:creationId xmlns:p14="http://schemas.microsoft.com/office/powerpoint/2010/main" val="738744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9745C-6F05-C14B-BE98-A5B7824CCB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66DDFE-AC53-7848-8402-9103D97225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15EDA-B72B-4F40-8247-EC96705CB6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7EC5DC-6207-654E-91F6-EFFC42203CB6}" type="datetimeFigureOut">
              <a:rPr lang="en-US" smtClean="0"/>
              <a:t>1/28/2021</a:t>
            </a:fld>
            <a:endParaRPr lang="en-US"/>
          </a:p>
        </p:txBody>
      </p:sp>
      <p:sp>
        <p:nvSpPr>
          <p:cNvPr id="5" name="Footer Placeholder 4">
            <a:extLst>
              <a:ext uri="{FF2B5EF4-FFF2-40B4-BE49-F238E27FC236}">
                <a16:creationId xmlns:a16="http://schemas.microsoft.com/office/drawing/2014/main" id="{98C33F9C-8186-6945-8769-8EF3A39F2C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EEAD66-8015-3442-899B-F65E1624D1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B424FC-6743-BC41-8ECB-FE0EA1F184A2}" type="slidenum">
              <a:rPr lang="en-US" smtClean="0"/>
              <a:t>‹#›</a:t>
            </a:fld>
            <a:endParaRPr lang="en-US"/>
          </a:p>
        </p:txBody>
      </p:sp>
    </p:spTree>
    <p:extLst>
      <p:ext uri="{BB962C8B-B14F-4D97-AF65-F5344CB8AC3E}">
        <p14:creationId xmlns:p14="http://schemas.microsoft.com/office/powerpoint/2010/main" val="376919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74260-6038-1347-BC02-9E8133CCD229}"/>
              </a:ext>
            </a:extLst>
          </p:cNvPr>
          <p:cNvSpPr>
            <a:spLocks noGrp="1"/>
          </p:cNvSpPr>
          <p:nvPr>
            <p:ph type="title"/>
          </p:nvPr>
        </p:nvSpPr>
        <p:spPr/>
        <p:txBody>
          <a:bodyPr/>
          <a:lstStyle/>
          <a:p>
            <a:r>
              <a:rPr lang="en-US"/>
              <a:t>Function of Bipole Level</a:t>
            </a:r>
          </a:p>
        </p:txBody>
      </p:sp>
      <p:sp>
        <p:nvSpPr>
          <p:cNvPr id="3" name="Subtitle 2">
            <a:extLst>
              <a:ext uri="{FF2B5EF4-FFF2-40B4-BE49-F238E27FC236}">
                <a16:creationId xmlns:a16="http://schemas.microsoft.com/office/drawing/2014/main" id="{A1E7A6D7-E976-D045-8BF3-04AF0B213DB9}"/>
              </a:ext>
            </a:extLst>
          </p:cNvPr>
          <p:cNvSpPr>
            <a:spLocks noGrp="1"/>
          </p:cNvSpPr>
          <p:nvPr>
            <p:ph idx="1"/>
          </p:nvPr>
        </p:nvSpPr>
        <p:spPr/>
        <p:txBody>
          <a:bodyPr/>
          <a:lstStyle/>
          <a:p>
            <a:r>
              <a:rPr lang="en-US"/>
              <a:t>The functions of the Bipole Level are implemented in the DC Station Control host to provide pole DC power orders to the pole control hosts of both poles.</a:t>
            </a:r>
          </a:p>
          <a:p>
            <a:r>
              <a:rPr lang="en-US"/>
              <a:t>DC power orders are distributed to the pole control hosts of each pole according to the Bipole DC power orders issued by the HMI system, additional control, current balance control of double poles, emergency pole-pole power transfer and other factors. </a:t>
            </a:r>
          </a:p>
          <a:p>
            <a:r>
              <a:rPr lang="en-US"/>
              <a:t>The DC station control host is also responsible for relevant sequence controls, Reactive power control and AC bus voltage control of the whole system. </a:t>
            </a:r>
          </a:p>
        </p:txBody>
      </p:sp>
    </p:spTree>
    <p:extLst>
      <p:ext uri="{BB962C8B-B14F-4D97-AF65-F5344CB8AC3E}">
        <p14:creationId xmlns:p14="http://schemas.microsoft.com/office/powerpoint/2010/main" val="1740777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Function of Bipole Level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of Bipole Level</dc:title>
  <dc:creator>Muhammad Shamaas</dc:creator>
  <cp:lastModifiedBy>Muhammad Shamaas</cp:lastModifiedBy>
  <cp:revision>2</cp:revision>
  <dcterms:created xsi:type="dcterms:W3CDTF">2021-01-28T15:17:32Z</dcterms:created>
  <dcterms:modified xsi:type="dcterms:W3CDTF">2021-01-28T15:29:10Z</dcterms:modified>
</cp:coreProperties>
</file>