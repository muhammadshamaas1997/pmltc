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Override1.xml" ContentType="application/vnd.openxmlformats-officedocument.themeOverride+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51" r:id="rId1"/>
  </p:sldMasterIdLst>
  <p:notesMasterIdLst>
    <p:notesMasterId r:id="rId61"/>
  </p:notesMasterIdLst>
  <p:handoutMasterIdLst>
    <p:handoutMasterId r:id="rId62"/>
  </p:handoutMasterIdLst>
  <p:sldIdLst>
    <p:sldId id="408" r:id="rId2"/>
    <p:sldId id="554" r:id="rId3"/>
    <p:sldId id="621" r:id="rId4"/>
    <p:sldId id="622" r:id="rId5"/>
    <p:sldId id="623" r:id="rId6"/>
    <p:sldId id="624" r:id="rId7"/>
    <p:sldId id="562" r:id="rId8"/>
    <p:sldId id="564" r:id="rId9"/>
    <p:sldId id="565" r:id="rId10"/>
    <p:sldId id="630" r:id="rId11"/>
    <p:sldId id="626" r:id="rId12"/>
    <p:sldId id="627" r:id="rId13"/>
    <p:sldId id="567" r:id="rId14"/>
    <p:sldId id="633" r:id="rId15"/>
    <p:sldId id="632" r:id="rId16"/>
    <p:sldId id="640" r:id="rId17"/>
    <p:sldId id="641" r:id="rId18"/>
    <p:sldId id="572" r:id="rId19"/>
    <p:sldId id="573" r:id="rId20"/>
    <p:sldId id="574" r:id="rId21"/>
    <p:sldId id="575" r:id="rId22"/>
    <p:sldId id="663" r:id="rId23"/>
    <p:sldId id="643" r:id="rId24"/>
    <p:sldId id="645" r:id="rId25"/>
    <p:sldId id="666" r:id="rId26"/>
    <p:sldId id="648" r:id="rId27"/>
    <p:sldId id="650" r:id="rId28"/>
    <p:sldId id="664" r:id="rId29"/>
    <p:sldId id="651" r:id="rId30"/>
    <p:sldId id="652" r:id="rId31"/>
    <p:sldId id="667" r:id="rId32"/>
    <p:sldId id="668" r:id="rId33"/>
    <p:sldId id="669" r:id="rId34"/>
    <p:sldId id="670" r:id="rId35"/>
    <p:sldId id="671" r:id="rId36"/>
    <p:sldId id="672" r:id="rId37"/>
    <p:sldId id="673" r:id="rId38"/>
    <p:sldId id="688" r:id="rId39"/>
    <p:sldId id="689" r:id="rId40"/>
    <p:sldId id="690" r:id="rId41"/>
    <p:sldId id="580" r:id="rId42"/>
    <p:sldId id="653" r:id="rId43"/>
    <p:sldId id="612" r:id="rId44"/>
    <p:sldId id="613" r:id="rId45"/>
    <p:sldId id="614" r:id="rId46"/>
    <p:sldId id="678" r:id="rId47"/>
    <p:sldId id="655" r:id="rId48"/>
    <p:sldId id="656" r:id="rId49"/>
    <p:sldId id="657" r:id="rId50"/>
    <p:sldId id="658" r:id="rId51"/>
    <p:sldId id="659" r:id="rId52"/>
    <p:sldId id="598" r:id="rId53"/>
    <p:sldId id="599" r:id="rId54"/>
    <p:sldId id="600" r:id="rId55"/>
    <p:sldId id="601" r:id="rId56"/>
    <p:sldId id="683" r:id="rId57"/>
    <p:sldId id="684" r:id="rId58"/>
    <p:sldId id="685" r:id="rId59"/>
    <p:sldId id="687" r:id="rId60"/>
  </p:sldIdLst>
  <p:sldSz cx="9144000" cy="6858000" type="screen4x3"/>
  <p:notesSz cx="6794500" cy="9918700"/>
  <p:defaultTextStyle>
    <a:defPPr>
      <a:defRPr lang="en-GB"/>
    </a:defPPr>
    <a:lvl1pPr algn="l" rtl="0" fontAlgn="base">
      <a:spcBef>
        <a:spcPct val="0"/>
      </a:spcBef>
      <a:spcAft>
        <a:spcPct val="0"/>
      </a:spcAft>
      <a:defRPr kern="1200">
        <a:solidFill>
          <a:schemeClr val="bg2"/>
        </a:solidFill>
        <a:latin typeface="Arial" panose="020B0604020202020204" pitchFamily="34" charset="0"/>
        <a:ea typeface="+mn-ea"/>
        <a:cs typeface="+mn-cs"/>
      </a:defRPr>
    </a:lvl1pPr>
    <a:lvl2pPr marL="457200" algn="l" rtl="0" fontAlgn="base">
      <a:spcBef>
        <a:spcPct val="0"/>
      </a:spcBef>
      <a:spcAft>
        <a:spcPct val="0"/>
      </a:spcAft>
      <a:defRPr kern="1200">
        <a:solidFill>
          <a:schemeClr val="bg2"/>
        </a:solidFill>
        <a:latin typeface="Arial" panose="020B0604020202020204" pitchFamily="34" charset="0"/>
        <a:ea typeface="+mn-ea"/>
        <a:cs typeface="+mn-cs"/>
      </a:defRPr>
    </a:lvl2pPr>
    <a:lvl3pPr marL="914400" algn="l" rtl="0" fontAlgn="base">
      <a:spcBef>
        <a:spcPct val="0"/>
      </a:spcBef>
      <a:spcAft>
        <a:spcPct val="0"/>
      </a:spcAft>
      <a:defRPr kern="1200">
        <a:solidFill>
          <a:schemeClr val="bg2"/>
        </a:solidFill>
        <a:latin typeface="Arial" panose="020B0604020202020204" pitchFamily="34" charset="0"/>
        <a:ea typeface="+mn-ea"/>
        <a:cs typeface="+mn-cs"/>
      </a:defRPr>
    </a:lvl3pPr>
    <a:lvl4pPr marL="1371600" algn="l" rtl="0" fontAlgn="base">
      <a:spcBef>
        <a:spcPct val="0"/>
      </a:spcBef>
      <a:spcAft>
        <a:spcPct val="0"/>
      </a:spcAft>
      <a:defRPr kern="1200">
        <a:solidFill>
          <a:schemeClr val="bg2"/>
        </a:solidFill>
        <a:latin typeface="Arial" panose="020B0604020202020204" pitchFamily="34" charset="0"/>
        <a:ea typeface="+mn-ea"/>
        <a:cs typeface="+mn-cs"/>
      </a:defRPr>
    </a:lvl4pPr>
    <a:lvl5pPr marL="1828800" algn="l" rtl="0" fontAlgn="base">
      <a:spcBef>
        <a:spcPct val="0"/>
      </a:spcBef>
      <a:spcAft>
        <a:spcPct val="0"/>
      </a:spcAft>
      <a:defRPr kern="1200">
        <a:solidFill>
          <a:schemeClr val="bg2"/>
        </a:solidFill>
        <a:latin typeface="Arial" panose="020B0604020202020204" pitchFamily="34" charset="0"/>
        <a:ea typeface="+mn-ea"/>
        <a:cs typeface="+mn-cs"/>
      </a:defRPr>
    </a:lvl5pPr>
    <a:lvl6pPr marL="2286000" algn="l" defTabSz="914400" rtl="0" eaLnBrk="1" latinLnBrk="0" hangingPunct="1">
      <a:defRPr kern="1200">
        <a:solidFill>
          <a:schemeClr val="bg2"/>
        </a:solidFill>
        <a:latin typeface="Arial" panose="020B0604020202020204" pitchFamily="34" charset="0"/>
        <a:ea typeface="+mn-ea"/>
        <a:cs typeface="+mn-cs"/>
      </a:defRPr>
    </a:lvl6pPr>
    <a:lvl7pPr marL="2743200" algn="l" defTabSz="914400" rtl="0" eaLnBrk="1" latinLnBrk="0" hangingPunct="1">
      <a:defRPr kern="1200">
        <a:solidFill>
          <a:schemeClr val="bg2"/>
        </a:solidFill>
        <a:latin typeface="Arial" panose="020B0604020202020204" pitchFamily="34" charset="0"/>
        <a:ea typeface="+mn-ea"/>
        <a:cs typeface="+mn-cs"/>
      </a:defRPr>
    </a:lvl7pPr>
    <a:lvl8pPr marL="3200400" algn="l" defTabSz="914400" rtl="0" eaLnBrk="1" latinLnBrk="0" hangingPunct="1">
      <a:defRPr kern="1200">
        <a:solidFill>
          <a:schemeClr val="bg2"/>
        </a:solidFill>
        <a:latin typeface="Arial" panose="020B0604020202020204" pitchFamily="34" charset="0"/>
        <a:ea typeface="+mn-ea"/>
        <a:cs typeface="+mn-cs"/>
      </a:defRPr>
    </a:lvl8pPr>
    <a:lvl9pPr marL="3657600" algn="l" defTabSz="914400" rtl="0" eaLnBrk="1" latinLnBrk="0" hangingPunct="1">
      <a:defRPr kern="1200">
        <a:solidFill>
          <a:schemeClr val="bg2"/>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913" userDrawn="1">
          <p15:clr>
            <a:srgbClr val="A4A3A4"/>
          </p15:clr>
        </p15:guide>
        <p15:guide id="2" orient="horz" pos="3840">
          <p15:clr>
            <a:srgbClr val="A4A3A4"/>
          </p15:clr>
        </p15:guide>
        <p15:guide id="3" orient="horz" pos="2727" userDrawn="1">
          <p15:clr>
            <a:srgbClr val="A4A3A4"/>
          </p15:clr>
        </p15:guide>
        <p15:guide id="4" orient="horz" pos="624">
          <p15:clr>
            <a:srgbClr val="A4A3A4"/>
          </p15:clr>
        </p15:guide>
        <p15:guide id="5" pos="340" userDrawn="1">
          <p15:clr>
            <a:srgbClr val="A4A3A4"/>
          </p15:clr>
        </p15:guide>
        <p15:guide id="6" pos="2925" userDrawn="1">
          <p15:clr>
            <a:srgbClr val="A4A3A4"/>
          </p15:clr>
        </p15:guide>
        <p15:guide id="7" pos="5556" userDrawn="1">
          <p15:clr>
            <a:srgbClr val="A4A3A4"/>
          </p15:clr>
        </p15:guide>
      </p15:sldGuideLst>
    </p:ext>
    <p:ext uri="{2D200454-40CA-4A62-9FC3-DE9A4176ACB9}">
      <p15:notesGuideLst xmlns:p15="http://schemas.microsoft.com/office/powerpoint/2012/main">
        <p15:guide id="1" orient="horz" pos="3123">
          <p15:clr>
            <a:srgbClr val="A4A3A4"/>
          </p15:clr>
        </p15:guide>
        <p15:guide id="2" pos="214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00"/>
    <a:srgbClr val="FBFDFF"/>
    <a:srgbClr val="FFFFFF"/>
    <a:srgbClr val="000099"/>
    <a:srgbClr val="FFCC00"/>
    <a:srgbClr val="CC3300"/>
    <a:srgbClr val="0033CC"/>
    <a:srgbClr val="00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591" autoAdjust="0"/>
    <p:restoredTop sz="97164" autoAdjust="0"/>
  </p:normalViewPr>
  <p:slideViewPr>
    <p:cSldViewPr showGuides="1">
      <p:cViewPr varScale="1">
        <p:scale>
          <a:sx n="86" d="100"/>
          <a:sy n="86" d="100"/>
        </p:scale>
        <p:origin x="1493" y="58"/>
      </p:cViewPr>
      <p:guideLst>
        <p:guide orient="horz" pos="913"/>
        <p:guide orient="horz" pos="3840"/>
        <p:guide orient="horz" pos="2727"/>
        <p:guide orient="horz" pos="624"/>
        <p:guide pos="340"/>
        <p:guide pos="2925"/>
        <p:guide pos="5556"/>
      </p:guideLst>
    </p:cSldViewPr>
  </p:slideViewPr>
  <p:outlineViewPr>
    <p:cViewPr>
      <p:scale>
        <a:sx n="33" d="100"/>
        <a:sy n="33" d="100"/>
      </p:scale>
      <p:origin x="0" y="0"/>
    </p:cViewPr>
    <p:sldLst>
      <p:sld r:id="rId1" collapse="1"/>
    </p:sldLst>
  </p:outlineViewPr>
  <p:notesTextViewPr>
    <p:cViewPr>
      <p:scale>
        <a:sx n="100" d="100"/>
        <a:sy n="100" d="100"/>
      </p:scale>
      <p:origin x="0" y="0"/>
    </p:cViewPr>
  </p:notesTextViewPr>
  <p:sorterViewPr>
    <p:cViewPr>
      <p:scale>
        <a:sx n="66" d="100"/>
        <a:sy n="66" d="100"/>
      </p:scale>
      <p:origin x="0" y="0"/>
    </p:cViewPr>
  </p:sorterViewPr>
  <p:notesViewPr>
    <p:cSldViewPr showGuides="1">
      <p:cViewPr>
        <p:scale>
          <a:sx n="100" d="100"/>
          <a:sy n="100" d="100"/>
        </p:scale>
        <p:origin x="-1656" y="360"/>
      </p:cViewPr>
      <p:guideLst>
        <p:guide orient="horz" pos="3123"/>
        <p:guide pos="2140"/>
      </p:guideLst>
    </p:cSldViewPr>
  </p:notesViewPr>
  <p:gridSpacing cx="36004" cy="36004"/>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s>
</file>

<file path=ppt/_rels/viewProps.xml.rels><?xml version="1.0" encoding="UTF-8" standalone="yes"?>
<Relationships xmlns="http://schemas.openxmlformats.org/package/2006/relationships"><Relationship Id="rId1" Type="http://schemas.openxmlformats.org/officeDocument/2006/relationships/slide" Target="slides/slide49.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image" Target="../media/image9.wmf"/><Relationship Id="rId1" Type="http://schemas.openxmlformats.org/officeDocument/2006/relationships/image" Target="../media/image8.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2.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image" Target="../media/image17.wmf"/><Relationship Id="rId1" Type="http://schemas.openxmlformats.org/officeDocument/2006/relationships/image" Target="../media/image16.wmf"/><Relationship Id="rId4" Type="http://schemas.openxmlformats.org/officeDocument/2006/relationships/image" Target="../media/image19.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5.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6.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27.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28.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29.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30.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7026" name="Rectangle 2"/>
          <p:cNvSpPr>
            <a:spLocks noGrp="1" noChangeArrowheads="1"/>
          </p:cNvSpPr>
          <p:nvPr>
            <p:ph type="hdr" sz="quarter"/>
          </p:nvPr>
        </p:nvSpPr>
        <p:spPr bwMode="auto">
          <a:xfrm>
            <a:off x="0" y="0"/>
            <a:ext cx="2976563"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338" tIns="46169" rIns="92338" bIns="46169" numCol="1" anchor="t" anchorCtr="0" compatLnSpc="1">
            <a:prstTxWarp prst="textNoShape">
              <a:avLst/>
            </a:prstTxWarp>
          </a:bodyPr>
          <a:lstStyle>
            <a:lvl1pPr defTabSz="922338" eaLnBrk="0" hangingPunct="0">
              <a:defRPr sz="1200">
                <a:solidFill>
                  <a:schemeClr val="tx1"/>
                </a:solidFill>
                <a:latin typeface="FuturaA Md BT" pitchFamily="34" charset="0"/>
              </a:defRPr>
            </a:lvl1pPr>
          </a:lstStyle>
          <a:p>
            <a:endParaRPr lang="de-DE" altLang="en-US"/>
          </a:p>
        </p:txBody>
      </p:sp>
      <p:sp>
        <p:nvSpPr>
          <p:cNvPr id="257027" name="Rectangle 3"/>
          <p:cNvSpPr>
            <a:spLocks noGrp="1" noChangeArrowheads="1"/>
          </p:cNvSpPr>
          <p:nvPr>
            <p:ph type="dt" sz="quarter" idx="1"/>
          </p:nvPr>
        </p:nvSpPr>
        <p:spPr bwMode="auto">
          <a:xfrm>
            <a:off x="3817938" y="0"/>
            <a:ext cx="2976562"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338" tIns="46169" rIns="92338" bIns="46169" numCol="1" anchor="t" anchorCtr="0" compatLnSpc="1">
            <a:prstTxWarp prst="textNoShape">
              <a:avLst/>
            </a:prstTxWarp>
          </a:bodyPr>
          <a:lstStyle>
            <a:lvl1pPr algn="r" defTabSz="922338" eaLnBrk="0" hangingPunct="0">
              <a:defRPr sz="1200">
                <a:solidFill>
                  <a:schemeClr val="tx1"/>
                </a:solidFill>
                <a:latin typeface="FuturaA Md BT" pitchFamily="34" charset="0"/>
              </a:defRPr>
            </a:lvl1pPr>
          </a:lstStyle>
          <a:p>
            <a:endParaRPr lang="de-DE" altLang="en-US"/>
          </a:p>
        </p:txBody>
      </p:sp>
      <p:sp>
        <p:nvSpPr>
          <p:cNvPr id="257028" name="Rectangle 4"/>
          <p:cNvSpPr>
            <a:spLocks noGrp="1" noChangeArrowheads="1"/>
          </p:cNvSpPr>
          <p:nvPr>
            <p:ph type="ftr" sz="quarter" idx="2"/>
          </p:nvPr>
        </p:nvSpPr>
        <p:spPr bwMode="auto">
          <a:xfrm>
            <a:off x="0" y="9432925"/>
            <a:ext cx="2976563" cy="45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338" tIns="46169" rIns="92338" bIns="46169" numCol="1" anchor="b" anchorCtr="0" compatLnSpc="1">
            <a:prstTxWarp prst="textNoShape">
              <a:avLst/>
            </a:prstTxWarp>
          </a:bodyPr>
          <a:lstStyle>
            <a:lvl1pPr defTabSz="922338" eaLnBrk="0" hangingPunct="0">
              <a:defRPr sz="1200">
                <a:solidFill>
                  <a:schemeClr val="tx1"/>
                </a:solidFill>
                <a:latin typeface="FuturaA Md BT" pitchFamily="34" charset="0"/>
              </a:defRPr>
            </a:lvl1pPr>
          </a:lstStyle>
          <a:p>
            <a:endParaRPr lang="de-DE" altLang="en-US"/>
          </a:p>
        </p:txBody>
      </p:sp>
      <p:sp>
        <p:nvSpPr>
          <p:cNvPr id="257029" name="Rectangle 5"/>
          <p:cNvSpPr>
            <a:spLocks noGrp="1" noChangeArrowheads="1"/>
          </p:cNvSpPr>
          <p:nvPr>
            <p:ph type="sldNum" sz="quarter" idx="3"/>
          </p:nvPr>
        </p:nvSpPr>
        <p:spPr bwMode="auto">
          <a:xfrm>
            <a:off x="3817938" y="9432925"/>
            <a:ext cx="2976562" cy="45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338" tIns="46169" rIns="92338" bIns="46169" numCol="1" anchor="b" anchorCtr="0" compatLnSpc="1">
            <a:prstTxWarp prst="textNoShape">
              <a:avLst/>
            </a:prstTxWarp>
          </a:bodyPr>
          <a:lstStyle>
            <a:lvl1pPr algn="r" defTabSz="922338" eaLnBrk="0" hangingPunct="0">
              <a:defRPr sz="1200">
                <a:solidFill>
                  <a:schemeClr val="tx1"/>
                </a:solidFill>
                <a:latin typeface="FuturaA Md BT" pitchFamily="34" charset="0"/>
              </a:defRPr>
            </a:lvl1pPr>
          </a:lstStyle>
          <a:p>
            <a:fld id="{71269D18-4C38-4038-829D-5E9357143A3A}" type="slidenum">
              <a:rPr lang="de-DE" altLang="en-US"/>
              <a:pPr/>
              <a:t>‹#›</a:t>
            </a:fld>
            <a:endParaRPr lang="de-DE"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8" name="Rectangle 2"/>
          <p:cNvSpPr>
            <a:spLocks noGrp="1" noChangeArrowheads="1"/>
          </p:cNvSpPr>
          <p:nvPr>
            <p:ph type="hdr" sz="quarter"/>
          </p:nvPr>
        </p:nvSpPr>
        <p:spPr bwMode="auto">
          <a:xfrm>
            <a:off x="0" y="0"/>
            <a:ext cx="2954338"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32" tIns="46565" rIns="93132" bIns="46565" numCol="1" anchor="t" anchorCtr="0" compatLnSpc="1">
            <a:prstTxWarp prst="textNoShape">
              <a:avLst/>
            </a:prstTxWarp>
          </a:bodyPr>
          <a:lstStyle>
            <a:lvl1pPr defTabSz="931863" eaLnBrk="0" hangingPunct="0">
              <a:defRPr sz="1200">
                <a:solidFill>
                  <a:schemeClr val="tx1"/>
                </a:solidFill>
                <a:latin typeface="FuturaA Md BT" pitchFamily="34" charset="0"/>
              </a:defRPr>
            </a:lvl1pPr>
          </a:lstStyle>
          <a:p>
            <a:endParaRPr lang="de-DE" altLang="en-US"/>
          </a:p>
        </p:txBody>
      </p:sp>
      <p:sp>
        <p:nvSpPr>
          <p:cNvPr id="9219" name="Rectangle 3"/>
          <p:cNvSpPr>
            <a:spLocks noGrp="1" noChangeArrowheads="1"/>
          </p:cNvSpPr>
          <p:nvPr>
            <p:ph type="dt" idx="1"/>
          </p:nvPr>
        </p:nvSpPr>
        <p:spPr bwMode="auto">
          <a:xfrm>
            <a:off x="3884613" y="0"/>
            <a:ext cx="2876550"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32" tIns="46565" rIns="93132" bIns="46565" numCol="1" anchor="t" anchorCtr="0" compatLnSpc="1">
            <a:prstTxWarp prst="textNoShape">
              <a:avLst/>
            </a:prstTxWarp>
          </a:bodyPr>
          <a:lstStyle>
            <a:lvl1pPr algn="r" defTabSz="931863" eaLnBrk="0" hangingPunct="0">
              <a:defRPr sz="1200">
                <a:solidFill>
                  <a:schemeClr val="tx1"/>
                </a:solidFill>
                <a:latin typeface="FuturaA Md BT" pitchFamily="34" charset="0"/>
              </a:defRPr>
            </a:lvl1pPr>
          </a:lstStyle>
          <a:p>
            <a:endParaRPr lang="de-DE" altLang="en-US"/>
          </a:p>
        </p:txBody>
      </p:sp>
      <p:sp>
        <p:nvSpPr>
          <p:cNvPr id="9220" name="Rectangle 4"/>
          <p:cNvSpPr>
            <a:spLocks noGrp="1" noRot="1" noChangeAspect="1" noChangeArrowheads="1" noTextEdit="1"/>
          </p:cNvSpPr>
          <p:nvPr>
            <p:ph type="sldImg" idx="2"/>
          </p:nvPr>
        </p:nvSpPr>
        <p:spPr bwMode="auto">
          <a:xfrm>
            <a:off x="957263" y="768350"/>
            <a:ext cx="4922837" cy="3692525"/>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9221" name="Rectangle 5"/>
          <p:cNvSpPr>
            <a:spLocks noGrp="1" noChangeArrowheads="1"/>
          </p:cNvSpPr>
          <p:nvPr>
            <p:ph type="body" sz="quarter" idx="3"/>
          </p:nvPr>
        </p:nvSpPr>
        <p:spPr bwMode="auto">
          <a:xfrm>
            <a:off x="933450" y="4687888"/>
            <a:ext cx="4970463" cy="4459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32" tIns="46565" rIns="93132" bIns="46565" numCol="1" anchor="t" anchorCtr="0" compatLnSpc="1">
            <a:prstTxWarp prst="textNoShape">
              <a:avLst/>
            </a:prstTxWarp>
          </a:bodyPr>
          <a:lstStyle/>
          <a:p>
            <a:pPr lvl="0"/>
            <a:r>
              <a:rPr lang="de-DE" altLang="en-US"/>
              <a:t>Klicken Sie, um die Formate des Vorlagentextes zu bearbeiten</a:t>
            </a:r>
          </a:p>
          <a:p>
            <a:pPr lvl="1"/>
            <a:r>
              <a:rPr lang="de-DE" altLang="en-US"/>
              <a:t>Zweite Ebene</a:t>
            </a:r>
          </a:p>
          <a:p>
            <a:pPr lvl="2"/>
            <a:r>
              <a:rPr lang="de-DE" altLang="en-US"/>
              <a:t>Dritte Ebene</a:t>
            </a:r>
          </a:p>
          <a:p>
            <a:pPr lvl="3"/>
            <a:r>
              <a:rPr lang="de-DE" altLang="en-US"/>
              <a:t>Vierte Ebene</a:t>
            </a:r>
          </a:p>
          <a:p>
            <a:pPr lvl="4"/>
            <a:r>
              <a:rPr lang="de-DE" altLang="en-US"/>
              <a:t>Fünfte Ebene</a:t>
            </a:r>
          </a:p>
        </p:txBody>
      </p:sp>
      <p:sp>
        <p:nvSpPr>
          <p:cNvPr id="9222" name="Rectangle 6"/>
          <p:cNvSpPr>
            <a:spLocks noGrp="1" noChangeArrowheads="1"/>
          </p:cNvSpPr>
          <p:nvPr>
            <p:ph type="ftr" sz="quarter" idx="4"/>
          </p:nvPr>
        </p:nvSpPr>
        <p:spPr bwMode="auto">
          <a:xfrm>
            <a:off x="0" y="9453563"/>
            <a:ext cx="2954338"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32" tIns="46565" rIns="93132" bIns="46565" numCol="1" anchor="b" anchorCtr="0" compatLnSpc="1">
            <a:prstTxWarp prst="textNoShape">
              <a:avLst/>
            </a:prstTxWarp>
          </a:bodyPr>
          <a:lstStyle>
            <a:lvl1pPr defTabSz="931863" eaLnBrk="0" hangingPunct="0">
              <a:defRPr sz="1200">
                <a:solidFill>
                  <a:schemeClr val="tx1"/>
                </a:solidFill>
                <a:latin typeface="FuturaA Md BT" pitchFamily="34" charset="0"/>
              </a:defRPr>
            </a:lvl1pPr>
          </a:lstStyle>
          <a:p>
            <a:endParaRPr lang="de-DE" altLang="en-US"/>
          </a:p>
        </p:txBody>
      </p:sp>
      <p:sp>
        <p:nvSpPr>
          <p:cNvPr id="9223" name="Rectangle 7"/>
          <p:cNvSpPr>
            <a:spLocks noGrp="1" noChangeArrowheads="1"/>
          </p:cNvSpPr>
          <p:nvPr>
            <p:ph type="sldNum" sz="quarter" idx="5"/>
          </p:nvPr>
        </p:nvSpPr>
        <p:spPr bwMode="auto">
          <a:xfrm>
            <a:off x="3884613" y="9453563"/>
            <a:ext cx="2876550"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32" tIns="46565" rIns="93132" bIns="46565" numCol="1" anchor="b" anchorCtr="0" compatLnSpc="1">
            <a:prstTxWarp prst="textNoShape">
              <a:avLst/>
            </a:prstTxWarp>
          </a:bodyPr>
          <a:lstStyle>
            <a:lvl1pPr algn="r" defTabSz="931863" eaLnBrk="0" hangingPunct="0">
              <a:defRPr sz="1200">
                <a:solidFill>
                  <a:schemeClr val="tx1"/>
                </a:solidFill>
                <a:latin typeface="FuturaA Md BT" pitchFamily="34" charset="0"/>
              </a:defRPr>
            </a:lvl1pPr>
          </a:lstStyle>
          <a:p>
            <a:fld id="{BD0B2027-7C49-4078-BB27-84A4FBCFFF66}" type="slidenum">
              <a:rPr lang="de-DE" altLang="en-US"/>
              <a:pPr/>
              <a:t>‹#›</a:t>
            </a:fld>
            <a:endParaRPr lang="de-DE"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slide" Target="../slides/slide11.xml"/><Relationship Id="rId2" Type="http://schemas.openxmlformats.org/officeDocument/2006/relationships/notesMaster" Target="../notesMasters/notesMaster1.xml"/><Relationship Id="rId1" Type="http://schemas.openxmlformats.org/officeDocument/2006/relationships/vmlDrawing" Target="../drawings/vmlDrawing2.vml"/><Relationship Id="rId5" Type="http://schemas.openxmlformats.org/officeDocument/2006/relationships/image" Target="../media/image11.wmf"/><Relationship Id="rId4" Type="http://schemas.openxmlformats.org/officeDocument/2006/relationships/oleObject" Target="../embeddings/oleObject4.bin"/></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4F4FD0C-C726-4884-877B-6E29DE044E7B}" type="slidenum">
              <a:rPr lang="de-DE" altLang="en-US"/>
              <a:pPr/>
              <a:t>1</a:t>
            </a:fld>
            <a:endParaRPr lang="de-DE" altLang="en-US"/>
          </a:p>
        </p:txBody>
      </p:sp>
      <p:sp>
        <p:nvSpPr>
          <p:cNvPr id="438274" name="Rectangle 2"/>
          <p:cNvSpPr>
            <a:spLocks noGrp="1" noRot="1" noChangeAspect="1" noChangeArrowheads="1" noTextEdit="1"/>
          </p:cNvSpPr>
          <p:nvPr>
            <p:ph type="sldImg"/>
          </p:nvPr>
        </p:nvSpPr>
        <p:spPr>
          <a:xfrm>
            <a:off x="622300" y="508000"/>
            <a:ext cx="5538788" cy="4154488"/>
          </a:xfrm>
          <a:ln/>
        </p:spPr>
      </p:sp>
      <p:sp>
        <p:nvSpPr>
          <p:cNvPr id="438276" name="Rectangle 4"/>
          <p:cNvSpPr>
            <a:spLocks noGrp="1" noChangeArrowheads="1"/>
          </p:cNvSpPr>
          <p:nvPr>
            <p:ph type="body" idx="1"/>
          </p:nvPr>
        </p:nvSpPr>
        <p:spPr/>
        <p:txBody>
          <a:bodyPr/>
          <a:lstStyle/>
          <a:p>
            <a:endParaRPr lang="en-US" altLang="zh-CN">
              <a:ea typeface="SimSun"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0962" name="Rectangle 2"/>
          <p:cNvSpPr>
            <a:spLocks noGrp="1" noRot="1" noChangeAspect="1" noChangeArrowheads="1" noTextEdit="1"/>
          </p:cNvSpPr>
          <p:nvPr>
            <p:ph type="sldImg"/>
          </p:nvPr>
        </p:nvSpPr>
        <p:spPr>
          <a:ln/>
        </p:spPr>
      </p:sp>
      <p:sp>
        <p:nvSpPr>
          <p:cNvPr id="680963" name="Rectangle 3"/>
          <p:cNvSpPr>
            <a:spLocks noGrp="1" noChangeArrowheads="1"/>
          </p:cNvSpPr>
          <p:nvPr>
            <p:ph type="body" idx="1"/>
          </p:nvPr>
        </p:nvSpPr>
        <p:spPr/>
        <p:txBody>
          <a:bodyPr/>
          <a:lstStyle/>
          <a:p>
            <a:endParaRPr lang="en-GB" altLang="en-US"/>
          </a:p>
        </p:txBody>
      </p:sp>
    </p:spTree>
    <p:extLst>
      <p:ext uri="{BB962C8B-B14F-4D97-AF65-F5344CB8AC3E}">
        <p14:creationId xmlns:p14="http://schemas.microsoft.com/office/powerpoint/2010/main" val="1608290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Rot="1" noChangeAspect="1" noChangeArrowheads="1" noTextEdit="1"/>
          </p:cNvSpPr>
          <p:nvPr>
            <p:ph type="sldImg"/>
          </p:nvPr>
        </p:nvSpPr>
        <p:spPr>
          <a:xfrm>
            <a:off x="552450" y="433388"/>
            <a:ext cx="4719638" cy="3540125"/>
          </a:xfrm>
          <a:ln/>
        </p:spPr>
      </p:sp>
      <p:sp>
        <p:nvSpPr>
          <p:cNvPr id="101379" name="Rectangle 3"/>
          <p:cNvSpPr>
            <a:spLocks noGrp="1" noChangeArrowheads="1"/>
          </p:cNvSpPr>
          <p:nvPr>
            <p:ph type="body" idx="1"/>
          </p:nvPr>
        </p:nvSpPr>
        <p:spPr>
          <a:xfrm>
            <a:off x="625475" y="4532313"/>
            <a:ext cx="4638675" cy="3271837"/>
          </a:xfrm>
        </p:spPr>
        <p:txBody>
          <a:bodyPr/>
          <a:lstStyle/>
          <a:p>
            <a:endParaRPr lang="de-DE"/>
          </a:p>
        </p:txBody>
      </p:sp>
    </p:spTree>
    <p:extLst>
      <p:ext uri="{BB962C8B-B14F-4D97-AF65-F5344CB8AC3E}">
        <p14:creationId xmlns:p14="http://schemas.microsoft.com/office/powerpoint/2010/main" val="24493652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Grp="1" noRot="1" noChangeAspect="1" noChangeArrowheads="1" noTextEdit="1"/>
          </p:cNvSpPr>
          <p:nvPr>
            <p:ph type="sldImg"/>
          </p:nvPr>
        </p:nvSpPr>
        <p:spPr>
          <a:xfrm>
            <a:off x="552450" y="433388"/>
            <a:ext cx="4719638" cy="3540125"/>
          </a:xfrm>
          <a:ln/>
        </p:spPr>
      </p:sp>
      <p:sp>
        <p:nvSpPr>
          <p:cNvPr id="105475" name="Rectangle 3"/>
          <p:cNvSpPr>
            <a:spLocks noGrp="1" noChangeArrowheads="1"/>
          </p:cNvSpPr>
          <p:nvPr>
            <p:ph type="body" idx="1"/>
          </p:nvPr>
        </p:nvSpPr>
        <p:spPr>
          <a:xfrm>
            <a:off x="623888" y="4532313"/>
            <a:ext cx="4640262" cy="3271837"/>
          </a:xfrm>
        </p:spPr>
        <p:txBody>
          <a:bodyPr/>
          <a:lstStyle/>
          <a:p>
            <a:endParaRPr lang="de-DE"/>
          </a:p>
        </p:txBody>
      </p:sp>
    </p:spTree>
    <p:extLst>
      <p:ext uri="{BB962C8B-B14F-4D97-AF65-F5344CB8AC3E}">
        <p14:creationId xmlns:p14="http://schemas.microsoft.com/office/powerpoint/2010/main" val="37486214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Grp="1" noRot="1" noChangeAspect="1" noChangeArrowheads="1" noTextEdit="1"/>
          </p:cNvSpPr>
          <p:nvPr>
            <p:ph type="sldImg"/>
          </p:nvPr>
        </p:nvSpPr>
        <p:spPr>
          <a:xfrm>
            <a:off x="552450" y="433388"/>
            <a:ext cx="4719638" cy="3540125"/>
          </a:xfrm>
          <a:ln/>
        </p:spPr>
      </p:sp>
      <p:sp>
        <p:nvSpPr>
          <p:cNvPr id="103427" name="Rectangle 3"/>
          <p:cNvSpPr>
            <a:spLocks noGrp="1" noChangeArrowheads="1"/>
          </p:cNvSpPr>
          <p:nvPr>
            <p:ph type="body" idx="1"/>
          </p:nvPr>
        </p:nvSpPr>
        <p:spPr>
          <a:xfrm>
            <a:off x="623888" y="4532313"/>
            <a:ext cx="4640262" cy="3271837"/>
          </a:xfrm>
        </p:spPr>
        <p:txBody>
          <a:bodyPr/>
          <a:lstStyle/>
          <a:p>
            <a:endParaRPr lang="de-DE"/>
          </a:p>
        </p:txBody>
      </p:sp>
    </p:spTree>
    <p:extLst>
      <p:ext uri="{BB962C8B-B14F-4D97-AF65-F5344CB8AC3E}">
        <p14:creationId xmlns:p14="http://schemas.microsoft.com/office/powerpoint/2010/main" val="42860887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Grp="1" noRot="1" noChangeAspect="1" noChangeArrowheads="1" noTextEdit="1"/>
          </p:cNvSpPr>
          <p:nvPr>
            <p:ph type="sldImg"/>
          </p:nvPr>
        </p:nvSpPr>
        <p:spPr>
          <a:xfrm>
            <a:off x="552450" y="433388"/>
            <a:ext cx="4719638" cy="3540125"/>
          </a:xfrm>
          <a:ln/>
        </p:spPr>
      </p:sp>
      <p:sp>
        <p:nvSpPr>
          <p:cNvPr id="107523" name="Rectangle 3"/>
          <p:cNvSpPr>
            <a:spLocks noGrp="1" noChangeArrowheads="1"/>
          </p:cNvSpPr>
          <p:nvPr>
            <p:ph type="body" idx="1"/>
          </p:nvPr>
        </p:nvSpPr>
        <p:spPr>
          <a:xfrm>
            <a:off x="625475" y="4532313"/>
            <a:ext cx="4638675" cy="3271837"/>
          </a:xfrm>
        </p:spPr>
        <p:txBody>
          <a:bodyPr/>
          <a:lstStyle/>
          <a:p>
            <a:endParaRPr lang="de-DE"/>
          </a:p>
        </p:txBody>
      </p:sp>
    </p:spTree>
    <p:extLst>
      <p:ext uri="{BB962C8B-B14F-4D97-AF65-F5344CB8AC3E}">
        <p14:creationId xmlns:p14="http://schemas.microsoft.com/office/powerpoint/2010/main" val="41772755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9938" name="Rectangle 2"/>
          <p:cNvSpPr>
            <a:spLocks noGrp="1" noRot="1" noChangeAspect="1" noChangeArrowheads="1" noTextEdit="1"/>
          </p:cNvSpPr>
          <p:nvPr>
            <p:ph type="sldImg"/>
          </p:nvPr>
        </p:nvSpPr>
        <p:spPr>
          <a:ln/>
        </p:spPr>
      </p:sp>
      <p:sp>
        <p:nvSpPr>
          <p:cNvPr id="679939" name="Rectangle 3"/>
          <p:cNvSpPr>
            <a:spLocks noGrp="1" noChangeArrowheads="1"/>
          </p:cNvSpPr>
          <p:nvPr>
            <p:ph type="body" idx="1"/>
          </p:nvPr>
        </p:nvSpPr>
        <p:spPr/>
        <p:txBody>
          <a:bodyPr/>
          <a:lstStyle/>
          <a:p>
            <a:endParaRPr lang="en-GB" altLang="en-US"/>
          </a:p>
        </p:txBody>
      </p:sp>
    </p:spTree>
    <p:extLst>
      <p:ext uri="{BB962C8B-B14F-4D97-AF65-F5344CB8AC3E}">
        <p14:creationId xmlns:p14="http://schemas.microsoft.com/office/powerpoint/2010/main" val="28777273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5298" name="Rectangle 2"/>
          <p:cNvSpPr>
            <a:spLocks noGrp="1" noRot="1" noChangeAspect="1" noChangeArrowheads="1" noTextEdit="1"/>
          </p:cNvSpPr>
          <p:nvPr>
            <p:ph type="sldImg"/>
          </p:nvPr>
        </p:nvSpPr>
        <p:spPr>
          <a:ln/>
        </p:spPr>
      </p:sp>
      <p:sp>
        <p:nvSpPr>
          <p:cNvPr id="695299" name="Rectangle 3"/>
          <p:cNvSpPr>
            <a:spLocks noGrp="1" noChangeArrowheads="1"/>
          </p:cNvSpPr>
          <p:nvPr>
            <p:ph type="body" idx="1"/>
          </p:nvPr>
        </p:nvSpPr>
        <p:spPr/>
        <p:txBody>
          <a:bodyPr/>
          <a:lstStyle/>
          <a:p>
            <a:endParaRPr lang="en-GB" altLang="en-US"/>
          </a:p>
        </p:txBody>
      </p:sp>
    </p:spTree>
    <p:extLst>
      <p:ext uri="{BB962C8B-B14F-4D97-AF65-F5344CB8AC3E}">
        <p14:creationId xmlns:p14="http://schemas.microsoft.com/office/powerpoint/2010/main" val="9665917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7346" name="Rectangle 2"/>
          <p:cNvSpPr>
            <a:spLocks noGrp="1" noRot="1" noChangeAspect="1" noChangeArrowheads="1" noTextEdit="1"/>
          </p:cNvSpPr>
          <p:nvPr>
            <p:ph type="sldImg"/>
          </p:nvPr>
        </p:nvSpPr>
        <p:spPr>
          <a:ln/>
        </p:spPr>
      </p:sp>
      <p:sp>
        <p:nvSpPr>
          <p:cNvPr id="697347" name="Rectangle 3"/>
          <p:cNvSpPr>
            <a:spLocks noGrp="1" noChangeArrowheads="1"/>
          </p:cNvSpPr>
          <p:nvPr>
            <p:ph type="body" idx="1"/>
          </p:nvPr>
        </p:nvSpPr>
        <p:spPr/>
        <p:txBody>
          <a:bodyPr/>
          <a:lstStyle/>
          <a:p>
            <a:endParaRPr lang="en-GB" altLang="en-US"/>
          </a:p>
        </p:txBody>
      </p:sp>
    </p:spTree>
    <p:extLst>
      <p:ext uri="{BB962C8B-B14F-4D97-AF65-F5344CB8AC3E}">
        <p14:creationId xmlns:p14="http://schemas.microsoft.com/office/powerpoint/2010/main" val="22613910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9938" name="Rectangle 2"/>
          <p:cNvSpPr>
            <a:spLocks noGrp="1" noRot="1" noChangeAspect="1" noChangeArrowheads="1" noTextEdit="1"/>
          </p:cNvSpPr>
          <p:nvPr>
            <p:ph type="sldImg"/>
          </p:nvPr>
        </p:nvSpPr>
        <p:spPr>
          <a:ln/>
        </p:spPr>
      </p:sp>
      <p:sp>
        <p:nvSpPr>
          <p:cNvPr id="679939" name="Rectangle 3"/>
          <p:cNvSpPr>
            <a:spLocks noGrp="1" noChangeArrowheads="1"/>
          </p:cNvSpPr>
          <p:nvPr>
            <p:ph type="body" idx="1"/>
          </p:nvPr>
        </p:nvSpPr>
        <p:spPr/>
        <p:txBody>
          <a:bodyPr/>
          <a:lstStyle/>
          <a:p>
            <a:endParaRPr lang="en-GB" altLang="en-US"/>
          </a:p>
        </p:txBody>
      </p:sp>
    </p:spTree>
    <p:extLst>
      <p:ext uri="{BB962C8B-B14F-4D97-AF65-F5344CB8AC3E}">
        <p14:creationId xmlns:p14="http://schemas.microsoft.com/office/powerpoint/2010/main" val="14611845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7"/>
          <p:cNvSpPr>
            <a:spLocks noGrp="1" noChangeArrowheads="1"/>
          </p:cNvSpPr>
          <p:nvPr>
            <p:ph type="sldNum" sz="quarter" idx="5"/>
          </p:nvPr>
        </p:nvSpPr>
        <p:spPr>
          <a:ln/>
        </p:spPr>
        <p:txBody>
          <a:bodyPr/>
          <a:lstStyle/>
          <a:p>
            <a:fld id="{A1BDFAF3-FDFD-4291-8FAD-DD47A1669B25}" type="slidenum">
              <a:rPr lang="de-DE" altLang="en-US"/>
              <a:pPr/>
              <a:t>11</a:t>
            </a:fld>
            <a:endParaRPr lang="de-DE" altLang="en-US"/>
          </a:p>
        </p:txBody>
      </p:sp>
      <p:sp>
        <p:nvSpPr>
          <p:cNvPr id="717826" name="Rectangle 2"/>
          <p:cNvSpPr>
            <a:spLocks noGrp="1" noRot="1" noChangeAspect="1" noChangeArrowheads="1" noTextEdit="1"/>
          </p:cNvSpPr>
          <p:nvPr>
            <p:ph type="sldImg"/>
          </p:nvPr>
        </p:nvSpPr>
        <p:spPr>
          <a:ln/>
        </p:spPr>
      </p:sp>
      <p:sp>
        <p:nvSpPr>
          <p:cNvPr id="717827" name="Rectangle 3"/>
          <p:cNvSpPr>
            <a:spLocks noGrp="1" noChangeArrowheads="1"/>
          </p:cNvSpPr>
          <p:nvPr>
            <p:ph type="body" idx="1"/>
          </p:nvPr>
        </p:nvSpPr>
        <p:spPr/>
        <p:txBody>
          <a:bodyPr/>
          <a:lstStyle/>
          <a:p>
            <a:r>
              <a:rPr lang="en-GB" altLang="zh-CN">
                <a:ea typeface="SimSun" panose="02010600030101010101" pitchFamily="2" charset="-122"/>
              </a:rPr>
              <a:t>If the fault is a single end fed fault, the primary current should be greater than 0.2pu (Is1 default setting) for the differential protection to operate.  Therefore, </a:t>
            </a:r>
          </a:p>
        </p:txBody>
      </p:sp>
      <p:sp>
        <p:nvSpPr>
          <p:cNvPr id="717829" name="Rectangle 5"/>
          <p:cNvSpPr>
            <a:spLocks noChangeArrowheads="1"/>
          </p:cNvSpPr>
          <p:nvPr/>
        </p:nvSpPr>
        <p:spPr bwMode="auto">
          <a:xfrm>
            <a:off x="0" y="0"/>
            <a:ext cx="67945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aphicFrame>
        <p:nvGraphicFramePr>
          <p:cNvPr id="717828" name="Object 4"/>
          <p:cNvGraphicFramePr>
            <a:graphicFrameLocks noChangeAspect="1"/>
          </p:cNvGraphicFramePr>
          <p:nvPr/>
        </p:nvGraphicFramePr>
        <p:xfrm>
          <a:off x="1884363" y="5175250"/>
          <a:ext cx="866775" cy="447675"/>
        </p:xfrm>
        <a:graphic>
          <a:graphicData uri="http://schemas.openxmlformats.org/presentationml/2006/ole">
            <mc:AlternateContent xmlns:mc="http://schemas.openxmlformats.org/markup-compatibility/2006">
              <mc:Choice xmlns:v="urn:schemas-microsoft-com:vml" Requires="v">
                <p:oleObj spid="_x0000_s824398" name="Equation" r:id="rId4" imgW="863225" imgH="444307" progId="Equation.3">
                  <p:embed/>
                </p:oleObj>
              </mc:Choice>
              <mc:Fallback>
                <p:oleObj name="Equation" r:id="rId4" imgW="863225" imgH="444307" progId="Equation.3">
                  <p:embed/>
                  <p:pic>
                    <p:nvPicPr>
                      <p:cNvPr id="717828"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84363" y="5175250"/>
                        <a:ext cx="866775" cy="4476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4093663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9394" name="Rectangle 2"/>
          <p:cNvSpPr>
            <a:spLocks noGrp="1" noRot="1" noChangeAspect="1" noChangeArrowheads="1" noTextEdit="1"/>
          </p:cNvSpPr>
          <p:nvPr>
            <p:ph type="sldImg"/>
          </p:nvPr>
        </p:nvSpPr>
        <p:spPr>
          <a:ln/>
        </p:spPr>
      </p:sp>
      <p:sp>
        <p:nvSpPr>
          <p:cNvPr id="699395" name="Rectangle 3"/>
          <p:cNvSpPr>
            <a:spLocks noGrp="1" noChangeArrowheads="1"/>
          </p:cNvSpPr>
          <p:nvPr>
            <p:ph type="body" idx="1"/>
          </p:nvPr>
        </p:nvSpPr>
        <p:spPr/>
        <p:txBody>
          <a:bodyPr/>
          <a:lstStyle/>
          <a:p>
            <a:endParaRPr lang="en-GB" altLang="en-US"/>
          </a:p>
        </p:txBody>
      </p:sp>
    </p:spTree>
    <p:extLst>
      <p:ext uri="{BB962C8B-B14F-4D97-AF65-F5344CB8AC3E}">
        <p14:creationId xmlns:p14="http://schemas.microsoft.com/office/powerpoint/2010/main" val="15972085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1442" name="Rectangle 2"/>
          <p:cNvSpPr>
            <a:spLocks noGrp="1" noRot="1" noChangeAspect="1" noChangeArrowheads="1" noTextEdit="1"/>
          </p:cNvSpPr>
          <p:nvPr>
            <p:ph type="sldImg"/>
          </p:nvPr>
        </p:nvSpPr>
        <p:spPr>
          <a:ln/>
        </p:spPr>
      </p:sp>
      <p:sp>
        <p:nvSpPr>
          <p:cNvPr id="701443" name="Rectangle 3"/>
          <p:cNvSpPr>
            <a:spLocks noGrp="1" noChangeArrowheads="1"/>
          </p:cNvSpPr>
          <p:nvPr>
            <p:ph type="body" idx="1"/>
          </p:nvPr>
        </p:nvSpPr>
        <p:spPr/>
        <p:txBody>
          <a:bodyPr/>
          <a:lstStyle/>
          <a:p>
            <a:endParaRPr lang="en-GB" altLang="en-US"/>
          </a:p>
        </p:txBody>
      </p:sp>
    </p:spTree>
    <p:extLst>
      <p:ext uri="{BB962C8B-B14F-4D97-AF65-F5344CB8AC3E}">
        <p14:creationId xmlns:p14="http://schemas.microsoft.com/office/powerpoint/2010/main" val="79304079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8E4DE15-8F84-48A0-A6DA-419F758CDF27}" type="slidenum">
              <a:rPr lang="de-DE" altLang="en-US"/>
              <a:pPr/>
              <a:t>14</a:t>
            </a:fld>
            <a:endParaRPr lang="de-DE" altLang="en-US"/>
          </a:p>
        </p:txBody>
      </p:sp>
      <p:sp>
        <p:nvSpPr>
          <p:cNvPr id="560130" name="Rectangle 2"/>
          <p:cNvSpPr>
            <a:spLocks noGrp="1" noRot="1" noChangeAspect="1" noChangeArrowheads="1" noTextEdit="1"/>
          </p:cNvSpPr>
          <p:nvPr>
            <p:ph type="sldImg"/>
          </p:nvPr>
        </p:nvSpPr>
        <p:spPr>
          <a:xfrm>
            <a:off x="622300" y="508000"/>
            <a:ext cx="5537200" cy="4152900"/>
          </a:xfrm>
          <a:ln/>
        </p:spPr>
      </p:sp>
      <p:sp>
        <p:nvSpPr>
          <p:cNvPr id="560131" name="Rectangle 3"/>
          <p:cNvSpPr>
            <a:spLocks noGrp="1" noChangeArrowheads="1"/>
          </p:cNvSpPr>
          <p:nvPr>
            <p:ph type="body" idx="1"/>
          </p:nvPr>
        </p:nvSpPr>
        <p:spPr>
          <a:xfrm>
            <a:off x="727075" y="5316538"/>
            <a:ext cx="5399088" cy="3840162"/>
          </a:xfrm>
        </p:spPr>
        <p:txBody>
          <a:bodyPr lIns="88152" tIns="44076" rIns="88152" bIns="44076"/>
          <a:lstStyle/>
          <a:p>
            <a:endParaRPr lang="fr-FR" altLang="en-US"/>
          </a:p>
        </p:txBody>
      </p:sp>
    </p:spTree>
    <p:extLst>
      <p:ext uri="{BB962C8B-B14F-4D97-AF65-F5344CB8AC3E}">
        <p14:creationId xmlns:p14="http://schemas.microsoft.com/office/powerpoint/2010/main" val="293251045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DB8F881-3E0A-431A-98FC-D537D867F228}" type="slidenum">
              <a:rPr lang="de-DE" altLang="en-US"/>
              <a:pPr/>
              <a:t>15</a:t>
            </a:fld>
            <a:endParaRPr lang="de-DE" altLang="en-US"/>
          </a:p>
        </p:txBody>
      </p:sp>
      <p:sp>
        <p:nvSpPr>
          <p:cNvPr id="126978" name="Rectangle 2"/>
          <p:cNvSpPr>
            <a:spLocks noGrp="1" noRot="1" noChangeAspect="1" noChangeArrowheads="1" noTextEdit="1"/>
          </p:cNvSpPr>
          <p:nvPr>
            <p:ph type="sldImg"/>
          </p:nvPr>
        </p:nvSpPr>
        <p:spPr>
          <a:xfrm>
            <a:off x="949325" y="765175"/>
            <a:ext cx="4894263" cy="3670300"/>
          </a:xfrm>
          <a:ln/>
        </p:spPr>
      </p:sp>
      <p:sp>
        <p:nvSpPr>
          <p:cNvPr id="126980" name="Rectangle 4"/>
          <p:cNvSpPr>
            <a:spLocks noGrp="1" noChangeArrowheads="1"/>
          </p:cNvSpPr>
          <p:nvPr>
            <p:ph type="body" idx="1"/>
          </p:nvPr>
        </p:nvSpPr>
        <p:spPr/>
        <p:txBody>
          <a:bodyPr/>
          <a:lstStyle/>
          <a:p>
            <a:endParaRPr lang="en-US" altLang="zh-CN">
              <a:ea typeface="SimSun" panose="02010600030101010101" pitchFamily="2" charset="-122"/>
            </a:endParaRPr>
          </a:p>
        </p:txBody>
      </p:sp>
    </p:spTree>
    <p:extLst>
      <p:ext uri="{BB962C8B-B14F-4D97-AF65-F5344CB8AC3E}">
        <p14:creationId xmlns:p14="http://schemas.microsoft.com/office/powerpoint/2010/main" val="422268326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5C858C6-0920-4023-91A7-43C8003F7EDE}" type="slidenum">
              <a:rPr lang="de-DE" altLang="en-US"/>
              <a:pPr/>
              <a:t>16</a:t>
            </a:fld>
            <a:endParaRPr lang="de-DE" altLang="en-US"/>
          </a:p>
        </p:txBody>
      </p:sp>
      <p:sp>
        <p:nvSpPr>
          <p:cNvPr id="818178" name="Rectangle 2"/>
          <p:cNvSpPr>
            <a:spLocks noGrp="1" noRot="1" noChangeAspect="1" noChangeArrowheads="1" noTextEdit="1"/>
          </p:cNvSpPr>
          <p:nvPr>
            <p:ph type="sldImg"/>
          </p:nvPr>
        </p:nvSpPr>
        <p:spPr>
          <a:xfrm>
            <a:off x="927100" y="750888"/>
            <a:ext cx="4940300" cy="3705225"/>
          </a:xfrm>
          <a:ln/>
        </p:spPr>
      </p:sp>
      <p:sp>
        <p:nvSpPr>
          <p:cNvPr id="818179" name="Rectangle 3"/>
          <p:cNvSpPr>
            <a:spLocks noGrp="1" noChangeArrowheads="1"/>
          </p:cNvSpPr>
          <p:nvPr>
            <p:ph type="body" idx="1"/>
          </p:nvPr>
        </p:nvSpPr>
        <p:spPr>
          <a:xfrm>
            <a:off x="906463" y="4711700"/>
            <a:ext cx="4979987" cy="4176713"/>
          </a:xfrm>
        </p:spPr>
        <p:txBody>
          <a:bodyPr/>
          <a:lstStyle/>
          <a:p>
            <a:r>
              <a:rPr lang="en-GB" altLang="zh-CN">
                <a:ea typeface="SimSun" panose="02010600030101010101" pitchFamily="2" charset="-122"/>
              </a:rPr>
              <a:t>           </a:t>
            </a:r>
          </a:p>
          <a:p>
            <a:endParaRPr lang="en-GB" altLang="zh-CN">
              <a:ea typeface="SimSun" panose="02010600030101010101" pitchFamily="2" charset="-122"/>
            </a:endParaRPr>
          </a:p>
          <a:p>
            <a:r>
              <a:rPr lang="en-GB" altLang="zh-CN">
                <a:ea typeface="SimSun" panose="02010600030101010101" pitchFamily="2" charset="-122"/>
              </a:rPr>
              <a:t>              Scaling factor = neutral CTR/ Line CTR</a:t>
            </a:r>
          </a:p>
          <a:p>
            <a:endParaRPr lang="en-GB" altLang="zh-CN">
              <a:ea typeface="SimSun" panose="02010600030101010101" pitchFamily="2" charset="-122"/>
            </a:endParaRPr>
          </a:p>
          <a:p>
            <a:r>
              <a:rPr lang="en-GB" altLang="zh-CN">
                <a:ea typeface="SimSun" panose="02010600030101010101" pitchFamily="2" charset="-122"/>
              </a:rPr>
              <a:t>	Qn:  What relay is this based on ? </a:t>
            </a:r>
          </a:p>
        </p:txBody>
      </p:sp>
    </p:spTree>
    <p:extLst>
      <p:ext uri="{BB962C8B-B14F-4D97-AF65-F5344CB8AC3E}">
        <p14:creationId xmlns:p14="http://schemas.microsoft.com/office/powerpoint/2010/main" val="46618258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9938" name="Rectangle 2"/>
          <p:cNvSpPr>
            <a:spLocks noGrp="1" noRot="1" noChangeAspect="1" noChangeArrowheads="1" noTextEdit="1"/>
          </p:cNvSpPr>
          <p:nvPr>
            <p:ph type="sldImg"/>
          </p:nvPr>
        </p:nvSpPr>
        <p:spPr>
          <a:ln/>
        </p:spPr>
      </p:sp>
      <p:sp>
        <p:nvSpPr>
          <p:cNvPr id="679939" name="Rectangle 3"/>
          <p:cNvSpPr>
            <a:spLocks noGrp="1" noChangeArrowheads="1"/>
          </p:cNvSpPr>
          <p:nvPr>
            <p:ph type="body" idx="1"/>
          </p:nvPr>
        </p:nvSpPr>
        <p:spPr/>
        <p:txBody>
          <a:bodyPr/>
          <a:lstStyle/>
          <a:p>
            <a:endParaRPr lang="en-GB" altLang="en-US"/>
          </a:p>
        </p:txBody>
      </p:sp>
    </p:spTree>
    <p:extLst>
      <p:ext uri="{BB962C8B-B14F-4D97-AF65-F5344CB8AC3E}">
        <p14:creationId xmlns:p14="http://schemas.microsoft.com/office/powerpoint/2010/main" val="158660723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1682" name="Rectangle 2"/>
          <p:cNvSpPr>
            <a:spLocks noGrp="1" noRot="1" noChangeAspect="1" noChangeArrowheads="1" noTextEdit="1"/>
          </p:cNvSpPr>
          <p:nvPr>
            <p:ph type="sldImg"/>
          </p:nvPr>
        </p:nvSpPr>
        <p:spPr>
          <a:ln/>
        </p:spPr>
      </p:sp>
      <p:sp>
        <p:nvSpPr>
          <p:cNvPr id="711683" name="Rectangle 3"/>
          <p:cNvSpPr>
            <a:spLocks noGrp="1" noChangeArrowheads="1"/>
          </p:cNvSpPr>
          <p:nvPr>
            <p:ph type="body" idx="1"/>
          </p:nvPr>
        </p:nvSpPr>
        <p:spPr/>
        <p:txBody>
          <a:bodyPr/>
          <a:lstStyle/>
          <a:p>
            <a:endParaRPr lang="en-GB" altLang="en-US"/>
          </a:p>
        </p:txBody>
      </p:sp>
    </p:spTree>
    <p:extLst>
      <p:ext uri="{BB962C8B-B14F-4D97-AF65-F5344CB8AC3E}">
        <p14:creationId xmlns:p14="http://schemas.microsoft.com/office/powerpoint/2010/main" val="246354749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3730" name="Rectangle 2"/>
          <p:cNvSpPr>
            <a:spLocks noGrp="1" noRot="1" noChangeAspect="1" noChangeArrowheads="1" noTextEdit="1"/>
          </p:cNvSpPr>
          <p:nvPr>
            <p:ph type="sldImg"/>
          </p:nvPr>
        </p:nvSpPr>
        <p:spPr>
          <a:ln/>
        </p:spPr>
      </p:sp>
      <p:sp>
        <p:nvSpPr>
          <p:cNvPr id="713731" name="Rectangle 3"/>
          <p:cNvSpPr>
            <a:spLocks noGrp="1" noChangeArrowheads="1"/>
          </p:cNvSpPr>
          <p:nvPr>
            <p:ph type="body" idx="1"/>
          </p:nvPr>
        </p:nvSpPr>
        <p:spPr/>
        <p:txBody>
          <a:bodyPr/>
          <a:lstStyle/>
          <a:p>
            <a:endParaRPr lang="en-GB" altLang="en-US"/>
          </a:p>
        </p:txBody>
      </p:sp>
    </p:spTree>
    <p:extLst>
      <p:ext uri="{BB962C8B-B14F-4D97-AF65-F5344CB8AC3E}">
        <p14:creationId xmlns:p14="http://schemas.microsoft.com/office/powerpoint/2010/main" val="289113480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8066" name="Rectangle 2"/>
          <p:cNvSpPr>
            <a:spLocks noGrp="1" noRot="1" noChangeAspect="1" noChangeArrowheads="1" noTextEdit="1"/>
          </p:cNvSpPr>
          <p:nvPr>
            <p:ph type="sldImg"/>
          </p:nvPr>
        </p:nvSpPr>
        <p:spPr>
          <a:ln/>
        </p:spPr>
      </p:sp>
      <p:sp>
        <p:nvSpPr>
          <p:cNvPr id="728067" name="Rectangle 3"/>
          <p:cNvSpPr>
            <a:spLocks noGrp="1" noChangeArrowheads="1"/>
          </p:cNvSpPr>
          <p:nvPr>
            <p:ph type="body" idx="1"/>
          </p:nvPr>
        </p:nvSpPr>
        <p:spPr/>
        <p:txBody>
          <a:bodyPr/>
          <a:lstStyle/>
          <a:p>
            <a:endParaRPr lang="en-GB" altLang="en-US"/>
          </a:p>
        </p:txBody>
      </p:sp>
    </p:spTree>
    <p:extLst>
      <p:ext uri="{BB962C8B-B14F-4D97-AF65-F5344CB8AC3E}">
        <p14:creationId xmlns:p14="http://schemas.microsoft.com/office/powerpoint/2010/main" val="136345280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5778" name="Rectangle 2"/>
          <p:cNvSpPr>
            <a:spLocks noGrp="1" noRot="1" noChangeAspect="1" noChangeArrowheads="1" noTextEdit="1"/>
          </p:cNvSpPr>
          <p:nvPr>
            <p:ph type="sldImg"/>
          </p:nvPr>
        </p:nvSpPr>
        <p:spPr>
          <a:ln/>
        </p:spPr>
      </p:sp>
      <p:sp>
        <p:nvSpPr>
          <p:cNvPr id="715779" name="Rectangle 3"/>
          <p:cNvSpPr>
            <a:spLocks noGrp="1" noChangeArrowheads="1"/>
          </p:cNvSpPr>
          <p:nvPr>
            <p:ph type="body" idx="1"/>
          </p:nvPr>
        </p:nvSpPr>
        <p:spPr/>
        <p:txBody>
          <a:bodyPr/>
          <a:lstStyle/>
          <a:p>
            <a:endParaRPr lang="en-GB" altLang="en-US"/>
          </a:p>
        </p:txBody>
      </p:sp>
    </p:spTree>
    <p:extLst>
      <p:ext uri="{BB962C8B-B14F-4D97-AF65-F5344CB8AC3E}">
        <p14:creationId xmlns:p14="http://schemas.microsoft.com/office/powerpoint/2010/main" val="112274879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826" name="Rectangle 2"/>
          <p:cNvSpPr>
            <a:spLocks noGrp="1" noRot="1" noChangeAspect="1" noChangeArrowheads="1" noTextEdit="1"/>
          </p:cNvSpPr>
          <p:nvPr>
            <p:ph type="sldImg"/>
          </p:nvPr>
        </p:nvSpPr>
        <p:spPr>
          <a:ln/>
        </p:spPr>
      </p:sp>
      <p:sp>
        <p:nvSpPr>
          <p:cNvPr id="717827" name="Rectangle 3"/>
          <p:cNvSpPr>
            <a:spLocks noGrp="1" noChangeArrowheads="1"/>
          </p:cNvSpPr>
          <p:nvPr>
            <p:ph type="body" idx="1"/>
          </p:nvPr>
        </p:nvSpPr>
        <p:spPr/>
        <p:txBody>
          <a:bodyPr/>
          <a:lstStyle/>
          <a:p>
            <a:endParaRPr lang="en-GB" altLang="en-US"/>
          </a:p>
        </p:txBody>
      </p:sp>
    </p:spTree>
    <p:extLst>
      <p:ext uri="{BB962C8B-B14F-4D97-AF65-F5344CB8AC3E}">
        <p14:creationId xmlns:p14="http://schemas.microsoft.com/office/powerpoint/2010/main" val="335276703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7D7559C-7E14-465F-AA41-5A12992E99D0}" type="slidenum">
              <a:rPr lang="de-DE" altLang="en-US"/>
              <a:pPr/>
              <a:t>23</a:t>
            </a:fld>
            <a:endParaRPr lang="de-DE" altLang="en-US"/>
          </a:p>
        </p:txBody>
      </p:sp>
      <p:sp>
        <p:nvSpPr>
          <p:cNvPr id="536578" name="Rectangle 2"/>
          <p:cNvSpPr>
            <a:spLocks noGrp="1" noRot="1" noChangeAspect="1" noChangeArrowheads="1" noTextEdit="1"/>
          </p:cNvSpPr>
          <p:nvPr>
            <p:ph type="sldImg"/>
          </p:nvPr>
        </p:nvSpPr>
        <p:spPr>
          <a:ln/>
        </p:spPr>
      </p:sp>
      <p:sp>
        <p:nvSpPr>
          <p:cNvPr id="536580" name="Rectangle 4"/>
          <p:cNvSpPr>
            <a:spLocks noGrp="1" noChangeArrowheads="1"/>
          </p:cNvSpPr>
          <p:nvPr>
            <p:ph type="body" idx="1"/>
          </p:nvPr>
        </p:nvSpPr>
        <p:spPr/>
        <p:txBody>
          <a:bodyPr/>
          <a:lstStyle/>
          <a:p>
            <a:endParaRPr lang="en-US" altLang="zh-CN">
              <a:ea typeface="SimSun" panose="02010600030101010101" pitchFamily="2" charset="-122"/>
            </a:endParaRPr>
          </a:p>
        </p:txBody>
      </p:sp>
    </p:spTree>
    <p:extLst>
      <p:ext uri="{BB962C8B-B14F-4D97-AF65-F5344CB8AC3E}">
        <p14:creationId xmlns:p14="http://schemas.microsoft.com/office/powerpoint/2010/main" val="311197976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2A4A5AE-D5AC-4130-A039-6C3CDAAB13DD}" type="slidenum">
              <a:rPr lang="de-DE" altLang="en-US"/>
              <a:pPr/>
              <a:t>24</a:t>
            </a:fld>
            <a:endParaRPr lang="de-DE" altLang="en-US"/>
          </a:p>
        </p:txBody>
      </p:sp>
      <p:sp>
        <p:nvSpPr>
          <p:cNvPr id="546818" name="Rectangle 2"/>
          <p:cNvSpPr>
            <a:spLocks noGrp="1" noRot="1" noChangeAspect="1" noChangeArrowheads="1" noTextEdit="1"/>
          </p:cNvSpPr>
          <p:nvPr>
            <p:ph type="sldImg"/>
          </p:nvPr>
        </p:nvSpPr>
        <p:spPr>
          <a:xfrm>
            <a:off x="622300" y="508000"/>
            <a:ext cx="5537200" cy="4152900"/>
          </a:xfrm>
          <a:ln/>
        </p:spPr>
      </p:sp>
      <p:sp>
        <p:nvSpPr>
          <p:cNvPr id="546820" name="Rectangle 4"/>
          <p:cNvSpPr>
            <a:spLocks noGrp="1" noChangeArrowheads="1"/>
          </p:cNvSpPr>
          <p:nvPr>
            <p:ph type="body" idx="1"/>
          </p:nvPr>
        </p:nvSpPr>
        <p:spPr/>
        <p:txBody>
          <a:bodyPr/>
          <a:lstStyle/>
          <a:p>
            <a:endParaRPr lang="en-US" altLang="zh-CN">
              <a:ea typeface="SimSun" panose="02010600030101010101" pitchFamily="2" charset="-122"/>
            </a:endParaRPr>
          </a:p>
        </p:txBody>
      </p:sp>
    </p:spTree>
    <p:extLst>
      <p:ext uri="{BB962C8B-B14F-4D97-AF65-F5344CB8AC3E}">
        <p14:creationId xmlns:p14="http://schemas.microsoft.com/office/powerpoint/2010/main" val="328556314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0354" name="Rectangle 2"/>
          <p:cNvSpPr>
            <a:spLocks noGrp="1" noRot="1" noChangeAspect="1" noChangeArrowheads="1" noTextEdit="1"/>
          </p:cNvSpPr>
          <p:nvPr>
            <p:ph type="sldImg"/>
          </p:nvPr>
        </p:nvSpPr>
        <p:spPr>
          <a:ln/>
        </p:spPr>
      </p:sp>
      <p:sp>
        <p:nvSpPr>
          <p:cNvPr id="740355" name="Rectangle 3"/>
          <p:cNvSpPr>
            <a:spLocks noGrp="1" noChangeArrowheads="1"/>
          </p:cNvSpPr>
          <p:nvPr>
            <p:ph type="body" idx="1"/>
          </p:nvPr>
        </p:nvSpPr>
        <p:spPr/>
        <p:txBody>
          <a:bodyPr/>
          <a:lstStyle/>
          <a:p>
            <a:endParaRPr lang="en-GB" altLang="en-US"/>
          </a:p>
        </p:txBody>
      </p:sp>
    </p:spTree>
    <p:extLst>
      <p:ext uri="{BB962C8B-B14F-4D97-AF65-F5344CB8AC3E}">
        <p14:creationId xmlns:p14="http://schemas.microsoft.com/office/powerpoint/2010/main" val="74251881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F8A0CC6-C121-4D67-958C-7C35CC29C392}" type="slidenum">
              <a:rPr lang="de-DE" altLang="en-US"/>
              <a:pPr/>
              <a:t>26</a:t>
            </a:fld>
            <a:endParaRPr lang="de-DE" altLang="en-US"/>
          </a:p>
        </p:txBody>
      </p:sp>
      <p:sp>
        <p:nvSpPr>
          <p:cNvPr id="648194" name="Rectangle 2"/>
          <p:cNvSpPr>
            <a:spLocks noGrp="1" noRot="1" noChangeAspect="1" noChangeArrowheads="1" noTextEdit="1"/>
          </p:cNvSpPr>
          <p:nvPr>
            <p:ph type="sldImg"/>
          </p:nvPr>
        </p:nvSpPr>
        <p:spPr>
          <a:ln/>
        </p:spPr>
      </p:sp>
      <p:sp>
        <p:nvSpPr>
          <p:cNvPr id="648195" name="Rectangle 3"/>
          <p:cNvSpPr>
            <a:spLocks noGrp="1" noChangeArrowheads="1"/>
          </p:cNvSpPr>
          <p:nvPr>
            <p:ph type="body" idx="1"/>
          </p:nvPr>
        </p:nvSpPr>
        <p:spPr/>
        <p:txBody>
          <a:bodyPr/>
          <a:lstStyle/>
          <a:p>
            <a:r>
              <a:rPr lang="en-GB" altLang="zh-CN">
                <a:ea typeface="SimSun" panose="02010600030101010101" pitchFamily="2" charset="-122"/>
              </a:rPr>
              <a:t>Drop off means to assign cero to the second harmonic blocking DDB signals.</a:t>
            </a:r>
          </a:p>
        </p:txBody>
      </p:sp>
    </p:spTree>
    <p:extLst>
      <p:ext uri="{BB962C8B-B14F-4D97-AF65-F5344CB8AC3E}">
        <p14:creationId xmlns:p14="http://schemas.microsoft.com/office/powerpoint/2010/main" val="364969604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4D8BAF5-527B-4539-8FB3-B8EA72990EA5}" type="slidenum">
              <a:rPr lang="de-DE" altLang="en-US"/>
              <a:pPr/>
              <a:t>27</a:t>
            </a:fld>
            <a:endParaRPr lang="de-DE" altLang="en-US"/>
          </a:p>
        </p:txBody>
      </p:sp>
      <p:sp>
        <p:nvSpPr>
          <p:cNvPr id="729090" name="Rectangle 2"/>
          <p:cNvSpPr>
            <a:spLocks noGrp="1" noRot="1" noChangeAspect="1" noChangeArrowheads="1" noTextEdit="1"/>
          </p:cNvSpPr>
          <p:nvPr>
            <p:ph type="sldImg"/>
          </p:nvPr>
        </p:nvSpPr>
        <p:spPr>
          <a:ln/>
        </p:spPr>
      </p:sp>
      <p:sp>
        <p:nvSpPr>
          <p:cNvPr id="729091" name="Rectangle 3"/>
          <p:cNvSpPr>
            <a:spLocks noGrp="1" noChangeArrowheads="1"/>
          </p:cNvSpPr>
          <p:nvPr>
            <p:ph type="body" idx="1"/>
          </p:nvPr>
        </p:nvSpPr>
        <p:spPr/>
        <p:txBody>
          <a:bodyPr/>
          <a:lstStyle/>
          <a:p>
            <a:endParaRPr lang="en-US" altLang="zh-CN">
              <a:ea typeface="SimSun" panose="02010600030101010101" pitchFamily="2" charset="-122"/>
            </a:endParaRPr>
          </a:p>
        </p:txBody>
      </p:sp>
    </p:spTree>
    <p:extLst>
      <p:ext uri="{BB962C8B-B14F-4D97-AF65-F5344CB8AC3E}">
        <p14:creationId xmlns:p14="http://schemas.microsoft.com/office/powerpoint/2010/main" val="229172181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9874" name="Rectangle 2"/>
          <p:cNvSpPr>
            <a:spLocks noGrp="1" noRot="1" noChangeAspect="1" noChangeArrowheads="1" noTextEdit="1"/>
          </p:cNvSpPr>
          <p:nvPr>
            <p:ph type="sldImg"/>
          </p:nvPr>
        </p:nvSpPr>
        <p:spPr>
          <a:ln/>
        </p:spPr>
      </p:sp>
      <p:sp>
        <p:nvSpPr>
          <p:cNvPr id="719875" name="Rectangle 3"/>
          <p:cNvSpPr>
            <a:spLocks noGrp="1" noChangeArrowheads="1"/>
          </p:cNvSpPr>
          <p:nvPr>
            <p:ph type="body" idx="1"/>
          </p:nvPr>
        </p:nvSpPr>
        <p:spPr/>
        <p:txBody>
          <a:bodyPr/>
          <a:lstStyle/>
          <a:p>
            <a:endParaRPr lang="en-GB" altLang="en-US"/>
          </a:p>
        </p:txBody>
      </p:sp>
    </p:spTree>
    <p:extLst>
      <p:ext uri="{BB962C8B-B14F-4D97-AF65-F5344CB8AC3E}">
        <p14:creationId xmlns:p14="http://schemas.microsoft.com/office/powerpoint/2010/main" val="357992514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2817F3A-D8B4-40E7-B3A7-F93BE31502CD}" type="slidenum">
              <a:rPr lang="de-DE" altLang="en-US"/>
              <a:pPr/>
              <a:t>29</a:t>
            </a:fld>
            <a:endParaRPr lang="de-DE" altLang="en-US"/>
          </a:p>
        </p:txBody>
      </p:sp>
      <p:sp>
        <p:nvSpPr>
          <p:cNvPr id="538626" name="Rectangle 2"/>
          <p:cNvSpPr>
            <a:spLocks noGrp="1" noRot="1" noChangeAspect="1" noChangeArrowheads="1" noTextEdit="1"/>
          </p:cNvSpPr>
          <p:nvPr>
            <p:ph type="sldImg"/>
          </p:nvPr>
        </p:nvSpPr>
        <p:spPr>
          <a:xfrm>
            <a:off x="958850" y="768350"/>
            <a:ext cx="4919663" cy="3689350"/>
          </a:xfrm>
          <a:ln/>
        </p:spPr>
      </p:sp>
      <p:sp>
        <p:nvSpPr>
          <p:cNvPr id="538629" name="Rectangle 5"/>
          <p:cNvSpPr>
            <a:spLocks noChangeArrowheads="1"/>
          </p:cNvSpPr>
          <p:nvPr/>
        </p:nvSpPr>
        <p:spPr bwMode="auto">
          <a:xfrm>
            <a:off x="0" y="0"/>
            <a:ext cx="67945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Tree>
    <p:extLst>
      <p:ext uri="{BB962C8B-B14F-4D97-AF65-F5344CB8AC3E}">
        <p14:creationId xmlns:p14="http://schemas.microsoft.com/office/powerpoint/2010/main" val="125544147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0F9BC35-F046-434B-AA0C-FEB7C373132B}" type="slidenum">
              <a:rPr lang="de-DE" altLang="en-US"/>
              <a:pPr/>
              <a:t>30</a:t>
            </a:fld>
            <a:endParaRPr lang="de-DE" altLang="en-US"/>
          </a:p>
        </p:txBody>
      </p:sp>
      <p:sp>
        <p:nvSpPr>
          <p:cNvPr id="540674" name="Rectangle 2"/>
          <p:cNvSpPr>
            <a:spLocks noGrp="1" noRot="1" noChangeAspect="1" noChangeArrowheads="1" noTextEdit="1"/>
          </p:cNvSpPr>
          <p:nvPr>
            <p:ph type="sldImg"/>
          </p:nvPr>
        </p:nvSpPr>
        <p:spPr>
          <a:xfrm>
            <a:off x="949325" y="765175"/>
            <a:ext cx="4894263" cy="3670300"/>
          </a:xfrm>
          <a:ln/>
        </p:spPr>
      </p:sp>
      <p:sp>
        <p:nvSpPr>
          <p:cNvPr id="540676" name="Rectangle 4"/>
          <p:cNvSpPr>
            <a:spLocks noGrp="1" noChangeArrowheads="1"/>
          </p:cNvSpPr>
          <p:nvPr>
            <p:ph type="body" idx="1"/>
          </p:nvPr>
        </p:nvSpPr>
        <p:spPr/>
        <p:txBody>
          <a:bodyPr/>
          <a:lstStyle/>
          <a:p>
            <a:endParaRPr lang="en-US" altLang="zh-CN">
              <a:ea typeface="SimSun" panose="02010600030101010101" pitchFamily="2" charset="-122"/>
            </a:endParaRPr>
          </a:p>
        </p:txBody>
      </p:sp>
    </p:spTree>
    <p:extLst>
      <p:ext uri="{BB962C8B-B14F-4D97-AF65-F5344CB8AC3E}">
        <p14:creationId xmlns:p14="http://schemas.microsoft.com/office/powerpoint/2010/main" val="392479441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2034" name="Rectangle 2"/>
          <p:cNvSpPr>
            <a:spLocks noGrp="1" noRot="1" noChangeAspect="1" noChangeArrowheads="1" noTextEdit="1"/>
          </p:cNvSpPr>
          <p:nvPr>
            <p:ph type="sldImg"/>
          </p:nvPr>
        </p:nvSpPr>
        <p:spPr>
          <a:xfrm>
            <a:off x="1001713" y="776288"/>
            <a:ext cx="5095875" cy="3822700"/>
          </a:xfrm>
          <a:ln w="12700" cap="flat">
            <a:solidFill>
              <a:schemeClr val="tx1"/>
            </a:solidFill>
          </a:ln>
          <a:extLst>
            <a:ext uri="{909E8E84-426E-40DD-AFC4-6F175D3DCCD1}">
              <a14:hiddenFill xmlns:a14="http://schemas.microsoft.com/office/drawing/2010/main">
                <a:noFill/>
              </a14:hiddenFill>
            </a:ext>
          </a:extLst>
        </p:spPr>
      </p:sp>
      <p:sp>
        <p:nvSpPr>
          <p:cNvPr id="812035" name="Rectangle 3"/>
          <p:cNvSpPr>
            <a:spLocks noGrp="1" noChangeArrowheads="1"/>
          </p:cNvSpPr>
          <p:nvPr>
            <p:ph type="body" idx="1"/>
          </p:nvPr>
        </p:nvSpPr>
        <p:spPr>
          <a:xfrm>
            <a:off x="946150" y="4867275"/>
            <a:ext cx="5203825" cy="4030663"/>
          </a:xfrm>
          <a:ln/>
          <a:extLst>
            <a:ext uri="{91240B29-F687-4F45-9708-019B960494DF}">
              <a14:hiddenLine xmlns:a14="http://schemas.microsoft.com/office/drawing/2010/main" w="12700">
                <a:solidFill>
                  <a:schemeClr val="tx1"/>
                </a:solidFill>
                <a:miter lim="800000"/>
                <a:headEnd/>
                <a:tailEnd/>
              </a14:hiddenLine>
            </a:ext>
          </a:extLst>
        </p:spPr>
        <p:txBody>
          <a:bodyPr lIns="98769" tIns="48548" rIns="98769" bIns="48548"/>
          <a:lstStyle/>
          <a:p>
            <a:pPr>
              <a:lnSpc>
                <a:spcPct val="87000"/>
              </a:lnSpc>
            </a:pPr>
            <a:endParaRPr lang="en-US" altLang="en-US"/>
          </a:p>
        </p:txBody>
      </p:sp>
    </p:spTree>
    <p:extLst>
      <p:ext uri="{BB962C8B-B14F-4D97-AF65-F5344CB8AC3E}">
        <p14:creationId xmlns:p14="http://schemas.microsoft.com/office/powerpoint/2010/main" val="20819484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4082" name="Rectangle 2"/>
          <p:cNvSpPr>
            <a:spLocks noGrp="1" noRot="1" noChangeAspect="1" noChangeArrowheads="1" noTextEdit="1"/>
          </p:cNvSpPr>
          <p:nvPr>
            <p:ph type="sldImg"/>
          </p:nvPr>
        </p:nvSpPr>
        <p:spPr>
          <a:xfrm>
            <a:off x="1001713" y="776288"/>
            <a:ext cx="5095875" cy="3822700"/>
          </a:xfrm>
          <a:ln w="12700" cap="flat">
            <a:solidFill>
              <a:schemeClr val="tx1"/>
            </a:solidFill>
          </a:ln>
          <a:extLst>
            <a:ext uri="{909E8E84-426E-40DD-AFC4-6F175D3DCCD1}">
              <a14:hiddenFill xmlns:a14="http://schemas.microsoft.com/office/drawing/2010/main">
                <a:noFill/>
              </a14:hiddenFill>
            </a:ext>
          </a:extLst>
        </p:spPr>
      </p:sp>
      <p:sp>
        <p:nvSpPr>
          <p:cNvPr id="814083" name="Rectangle 3"/>
          <p:cNvSpPr>
            <a:spLocks noGrp="1" noChangeArrowheads="1"/>
          </p:cNvSpPr>
          <p:nvPr>
            <p:ph type="body" idx="1"/>
          </p:nvPr>
        </p:nvSpPr>
        <p:spPr>
          <a:xfrm>
            <a:off x="946150" y="4867275"/>
            <a:ext cx="5203825" cy="4030663"/>
          </a:xfrm>
          <a:ln/>
          <a:extLst>
            <a:ext uri="{91240B29-F687-4F45-9708-019B960494DF}">
              <a14:hiddenLine xmlns:a14="http://schemas.microsoft.com/office/drawing/2010/main" w="12700">
                <a:solidFill>
                  <a:schemeClr val="tx1"/>
                </a:solidFill>
                <a:miter lim="800000"/>
                <a:headEnd/>
                <a:tailEnd/>
              </a14:hiddenLine>
            </a:ext>
          </a:extLst>
        </p:spPr>
        <p:txBody>
          <a:bodyPr lIns="98769" tIns="48548" rIns="98769" bIns="48548"/>
          <a:lstStyle/>
          <a:p>
            <a:pPr>
              <a:lnSpc>
                <a:spcPct val="87000"/>
              </a:lnSpc>
            </a:pPr>
            <a:endParaRPr lang="en-US" altLang="en-US"/>
          </a:p>
        </p:txBody>
      </p:sp>
    </p:spTree>
    <p:extLst>
      <p:ext uri="{BB962C8B-B14F-4D97-AF65-F5344CB8AC3E}">
        <p14:creationId xmlns:p14="http://schemas.microsoft.com/office/powerpoint/2010/main" val="185851033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6130" name="Rectangle 2"/>
          <p:cNvSpPr>
            <a:spLocks noGrp="1" noRot="1" noChangeAspect="1" noChangeArrowheads="1" noTextEdit="1"/>
          </p:cNvSpPr>
          <p:nvPr>
            <p:ph type="sldImg"/>
          </p:nvPr>
        </p:nvSpPr>
        <p:spPr>
          <a:xfrm>
            <a:off x="1001713" y="776288"/>
            <a:ext cx="5095875" cy="3822700"/>
          </a:xfrm>
          <a:ln w="12700" cap="flat">
            <a:solidFill>
              <a:schemeClr val="tx1"/>
            </a:solidFill>
          </a:ln>
          <a:extLst>
            <a:ext uri="{909E8E84-426E-40DD-AFC4-6F175D3DCCD1}">
              <a14:hiddenFill xmlns:a14="http://schemas.microsoft.com/office/drawing/2010/main">
                <a:noFill/>
              </a14:hiddenFill>
            </a:ext>
          </a:extLst>
        </p:spPr>
      </p:sp>
      <p:sp>
        <p:nvSpPr>
          <p:cNvPr id="816131" name="Rectangle 3"/>
          <p:cNvSpPr>
            <a:spLocks noGrp="1" noChangeArrowheads="1"/>
          </p:cNvSpPr>
          <p:nvPr>
            <p:ph type="body" idx="1"/>
          </p:nvPr>
        </p:nvSpPr>
        <p:spPr>
          <a:xfrm>
            <a:off x="946150" y="4867275"/>
            <a:ext cx="5203825" cy="4030663"/>
          </a:xfrm>
          <a:ln/>
          <a:extLst>
            <a:ext uri="{91240B29-F687-4F45-9708-019B960494DF}">
              <a14:hiddenLine xmlns:a14="http://schemas.microsoft.com/office/drawing/2010/main" w="12700">
                <a:solidFill>
                  <a:schemeClr val="tx1"/>
                </a:solidFill>
                <a:miter lim="800000"/>
                <a:headEnd/>
                <a:tailEnd/>
              </a14:hiddenLine>
            </a:ext>
          </a:extLst>
        </p:spPr>
        <p:txBody>
          <a:bodyPr lIns="98769" tIns="48548" rIns="98769" bIns="48548"/>
          <a:lstStyle/>
          <a:p>
            <a:pPr>
              <a:lnSpc>
                <a:spcPct val="87000"/>
              </a:lnSpc>
            </a:pPr>
            <a:endParaRPr lang="en-US" altLang="en-US"/>
          </a:p>
        </p:txBody>
      </p:sp>
    </p:spTree>
    <p:extLst>
      <p:ext uri="{BB962C8B-B14F-4D97-AF65-F5344CB8AC3E}">
        <p14:creationId xmlns:p14="http://schemas.microsoft.com/office/powerpoint/2010/main" val="187610466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8178" name="Rectangle 2"/>
          <p:cNvSpPr>
            <a:spLocks noGrp="1" noRot="1" noChangeAspect="1" noChangeArrowheads="1" noTextEdit="1"/>
          </p:cNvSpPr>
          <p:nvPr>
            <p:ph type="sldImg"/>
          </p:nvPr>
        </p:nvSpPr>
        <p:spPr>
          <a:xfrm>
            <a:off x="1001713" y="776288"/>
            <a:ext cx="5095875" cy="3822700"/>
          </a:xfrm>
          <a:ln w="12700" cap="flat">
            <a:solidFill>
              <a:schemeClr val="tx1"/>
            </a:solidFill>
          </a:ln>
          <a:extLst>
            <a:ext uri="{909E8E84-426E-40DD-AFC4-6F175D3DCCD1}">
              <a14:hiddenFill xmlns:a14="http://schemas.microsoft.com/office/drawing/2010/main">
                <a:noFill/>
              </a14:hiddenFill>
            </a:ext>
          </a:extLst>
        </p:spPr>
      </p:sp>
      <p:sp>
        <p:nvSpPr>
          <p:cNvPr id="818179" name="Rectangle 3"/>
          <p:cNvSpPr>
            <a:spLocks noGrp="1" noChangeArrowheads="1"/>
          </p:cNvSpPr>
          <p:nvPr>
            <p:ph type="body" idx="1"/>
          </p:nvPr>
        </p:nvSpPr>
        <p:spPr>
          <a:xfrm>
            <a:off x="946150" y="4867275"/>
            <a:ext cx="5203825" cy="4030663"/>
          </a:xfrm>
          <a:ln/>
          <a:extLst>
            <a:ext uri="{91240B29-F687-4F45-9708-019B960494DF}">
              <a14:hiddenLine xmlns:a14="http://schemas.microsoft.com/office/drawing/2010/main" w="12700">
                <a:solidFill>
                  <a:schemeClr val="tx1"/>
                </a:solidFill>
                <a:miter lim="800000"/>
                <a:headEnd/>
                <a:tailEnd/>
              </a14:hiddenLine>
            </a:ext>
          </a:extLst>
        </p:spPr>
        <p:txBody>
          <a:bodyPr lIns="98769" tIns="48548" rIns="98769" bIns="48548"/>
          <a:lstStyle/>
          <a:p>
            <a:pPr>
              <a:lnSpc>
                <a:spcPct val="87000"/>
              </a:lnSpc>
            </a:pPr>
            <a:endParaRPr lang="en-US" altLang="en-US"/>
          </a:p>
        </p:txBody>
      </p:sp>
    </p:spTree>
    <p:extLst>
      <p:ext uri="{BB962C8B-B14F-4D97-AF65-F5344CB8AC3E}">
        <p14:creationId xmlns:p14="http://schemas.microsoft.com/office/powerpoint/2010/main" val="310208678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0226" name="Rectangle 2"/>
          <p:cNvSpPr>
            <a:spLocks noGrp="1" noRot="1" noChangeAspect="1" noChangeArrowheads="1" noTextEdit="1"/>
          </p:cNvSpPr>
          <p:nvPr>
            <p:ph type="sldImg"/>
          </p:nvPr>
        </p:nvSpPr>
        <p:spPr>
          <a:xfrm>
            <a:off x="1001713" y="776288"/>
            <a:ext cx="5095875" cy="3822700"/>
          </a:xfrm>
          <a:ln w="12700" cap="flat">
            <a:solidFill>
              <a:schemeClr val="tx1"/>
            </a:solidFill>
          </a:ln>
          <a:extLst>
            <a:ext uri="{909E8E84-426E-40DD-AFC4-6F175D3DCCD1}">
              <a14:hiddenFill xmlns:a14="http://schemas.microsoft.com/office/drawing/2010/main">
                <a:noFill/>
              </a14:hiddenFill>
            </a:ext>
          </a:extLst>
        </p:spPr>
      </p:sp>
      <p:sp>
        <p:nvSpPr>
          <p:cNvPr id="820227" name="Rectangle 3"/>
          <p:cNvSpPr>
            <a:spLocks noGrp="1" noChangeArrowheads="1"/>
          </p:cNvSpPr>
          <p:nvPr>
            <p:ph type="body" idx="1"/>
          </p:nvPr>
        </p:nvSpPr>
        <p:spPr>
          <a:xfrm>
            <a:off x="946150" y="4867275"/>
            <a:ext cx="5203825" cy="4030663"/>
          </a:xfrm>
          <a:ln/>
          <a:extLst>
            <a:ext uri="{91240B29-F687-4F45-9708-019B960494DF}">
              <a14:hiddenLine xmlns:a14="http://schemas.microsoft.com/office/drawing/2010/main" w="12700">
                <a:solidFill>
                  <a:schemeClr val="tx1"/>
                </a:solidFill>
                <a:miter lim="800000"/>
                <a:headEnd/>
                <a:tailEnd/>
              </a14:hiddenLine>
            </a:ext>
          </a:extLst>
        </p:spPr>
        <p:txBody>
          <a:bodyPr lIns="98769" tIns="48548" rIns="98769" bIns="48548"/>
          <a:lstStyle/>
          <a:p>
            <a:pPr>
              <a:lnSpc>
                <a:spcPct val="87000"/>
              </a:lnSpc>
            </a:pPr>
            <a:endParaRPr lang="en-US" altLang="en-US"/>
          </a:p>
        </p:txBody>
      </p:sp>
    </p:spTree>
    <p:extLst>
      <p:ext uri="{BB962C8B-B14F-4D97-AF65-F5344CB8AC3E}">
        <p14:creationId xmlns:p14="http://schemas.microsoft.com/office/powerpoint/2010/main" val="73271174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2274" name="Rectangle 2"/>
          <p:cNvSpPr>
            <a:spLocks noGrp="1" noRot="1" noChangeAspect="1" noChangeArrowheads="1" noTextEdit="1"/>
          </p:cNvSpPr>
          <p:nvPr>
            <p:ph type="sldImg"/>
          </p:nvPr>
        </p:nvSpPr>
        <p:spPr>
          <a:xfrm>
            <a:off x="1001713" y="776288"/>
            <a:ext cx="5095875" cy="3822700"/>
          </a:xfrm>
          <a:ln w="12700" cap="flat">
            <a:solidFill>
              <a:schemeClr val="tx1"/>
            </a:solidFill>
          </a:ln>
          <a:extLst>
            <a:ext uri="{909E8E84-426E-40DD-AFC4-6F175D3DCCD1}">
              <a14:hiddenFill xmlns:a14="http://schemas.microsoft.com/office/drawing/2010/main">
                <a:noFill/>
              </a14:hiddenFill>
            </a:ext>
          </a:extLst>
        </p:spPr>
      </p:sp>
      <p:sp>
        <p:nvSpPr>
          <p:cNvPr id="822275" name="Rectangle 3"/>
          <p:cNvSpPr>
            <a:spLocks noGrp="1" noChangeArrowheads="1"/>
          </p:cNvSpPr>
          <p:nvPr>
            <p:ph type="body" idx="1"/>
          </p:nvPr>
        </p:nvSpPr>
        <p:spPr>
          <a:xfrm>
            <a:off x="946150" y="4867275"/>
            <a:ext cx="5203825" cy="4030663"/>
          </a:xfrm>
          <a:ln/>
          <a:extLst>
            <a:ext uri="{91240B29-F687-4F45-9708-019B960494DF}">
              <a14:hiddenLine xmlns:a14="http://schemas.microsoft.com/office/drawing/2010/main" w="12700">
                <a:solidFill>
                  <a:schemeClr val="tx1"/>
                </a:solidFill>
                <a:miter lim="800000"/>
                <a:headEnd/>
                <a:tailEnd/>
              </a14:hiddenLine>
            </a:ext>
          </a:extLst>
        </p:spPr>
        <p:txBody>
          <a:bodyPr lIns="98769" tIns="48548" rIns="98769" bIns="48548"/>
          <a:lstStyle/>
          <a:p>
            <a:pPr>
              <a:lnSpc>
                <a:spcPct val="87000"/>
              </a:lnSpc>
            </a:pPr>
            <a:endParaRPr lang="en-US" altLang="en-US"/>
          </a:p>
        </p:txBody>
      </p:sp>
    </p:spTree>
    <p:extLst>
      <p:ext uri="{BB962C8B-B14F-4D97-AF65-F5344CB8AC3E}">
        <p14:creationId xmlns:p14="http://schemas.microsoft.com/office/powerpoint/2010/main" val="60613946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9986" name="Rectangle 2"/>
          <p:cNvSpPr>
            <a:spLocks noGrp="1" noRot="1" noChangeAspect="1" noChangeArrowheads="1" noTextEdit="1"/>
          </p:cNvSpPr>
          <p:nvPr>
            <p:ph type="sldImg"/>
          </p:nvPr>
        </p:nvSpPr>
        <p:spPr>
          <a:xfrm>
            <a:off x="1001713" y="776288"/>
            <a:ext cx="5095875" cy="3822700"/>
          </a:xfrm>
          <a:ln w="12700" cap="flat">
            <a:solidFill>
              <a:schemeClr val="tx1"/>
            </a:solidFill>
          </a:ln>
          <a:extLst>
            <a:ext uri="{909E8E84-426E-40DD-AFC4-6F175D3DCCD1}">
              <a14:hiddenFill xmlns:a14="http://schemas.microsoft.com/office/drawing/2010/main">
                <a:noFill/>
              </a14:hiddenFill>
            </a:ext>
          </a:extLst>
        </p:spPr>
      </p:sp>
      <p:sp>
        <p:nvSpPr>
          <p:cNvPr id="809987" name="Rectangle 3"/>
          <p:cNvSpPr>
            <a:spLocks noGrp="1" noChangeArrowheads="1"/>
          </p:cNvSpPr>
          <p:nvPr>
            <p:ph type="body" idx="1"/>
          </p:nvPr>
        </p:nvSpPr>
        <p:spPr>
          <a:xfrm>
            <a:off x="946150" y="4867275"/>
            <a:ext cx="5203825" cy="4030663"/>
          </a:xfrm>
          <a:ln/>
          <a:extLst>
            <a:ext uri="{91240B29-F687-4F45-9708-019B960494DF}">
              <a14:hiddenLine xmlns:a14="http://schemas.microsoft.com/office/drawing/2010/main" w="12700">
                <a:solidFill>
                  <a:schemeClr val="tx1"/>
                </a:solidFill>
                <a:miter lim="800000"/>
                <a:headEnd/>
                <a:tailEnd/>
              </a14:hiddenLine>
            </a:ext>
          </a:extLst>
        </p:spPr>
        <p:txBody>
          <a:bodyPr lIns="98769" tIns="48548" rIns="98769" bIns="48548"/>
          <a:lstStyle/>
          <a:p>
            <a:pPr>
              <a:lnSpc>
                <a:spcPct val="87000"/>
              </a:lnSpc>
            </a:pPr>
            <a:endParaRPr lang="en-US" altLang="en-US"/>
          </a:p>
        </p:txBody>
      </p:sp>
    </p:spTree>
    <p:extLst>
      <p:ext uri="{BB962C8B-B14F-4D97-AF65-F5344CB8AC3E}">
        <p14:creationId xmlns:p14="http://schemas.microsoft.com/office/powerpoint/2010/main" val="271860897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9986" name="Rectangle 2"/>
          <p:cNvSpPr>
            <a:spLocks noGrp="1" noRot="1" noChangeAspect="1" noChangeArrowheads="1" noTextEdit="1"/>
          </p:cNvSpPr>
          <p:nvPr>
            <p:ph type="sldImg"/>
          </p:nvPr>
        </p:nvSpPr>
        <p:spPr>
          <a:xfrm>
            <a:off x="1001713" y="776288"/>
            <a:ext cx="5095875" cy="3822700"/>
          </a:xfrm>
          <a:ln w="12700" cap="flat">
            <a:solidFill>
              <a:schemeClr val="tx1"/>
            </a:solidFill>
          </a:ln>
          <a:extLst>
            <a:ext uri="{909E8E84-426E-40DD-AFC4-6F175D3DCCD1}">
              <a14:hiddenFill xmlns:a14="http://schemas.microsoft.com/office/drawing/2010/main">
                <a:noFill/>
              </a14:hiddenFill>
            </a:ext>
          </a:extLst>
        </p:spPr>
      </p:sp>
      <p:sp>
        <p:nvSpPr>
          <p:cNvPr id="809987" name="Rectangle 3"/>
          <p:cNvSpPr>
            <a:spLocks noGrp="1" noChangeArrowheads="1"/>
          </p:cNvSpPr>
          <p:nvPr>
            <p:ph type="body" idx="1"/>
          </p:nvPr>
        </p:nvSpPr>
        <p:spPr>
          <a:xfrm>
            <a:off x="946150" y="4867275"/>
            <a:ext cx="5203825" cy="4030663"/>
          </a:xfrm>
          <a:ln/>
          <a:extLst>
            <a:ext uri="{91240B29-F687-4F45-9708-019B960494DF}">
              <a14:hiddenLine xmlns:a14="http://schemas.microsoft.com/office/drawing/2010/main" w="12700">
                <a:solidFill>
                  <a:schemeClr val="tx1"/>
                </a:solidFill>
                <a:miter lim="800000"/>
                <a:headEnd/>
                <a:tailEnd/>
              </a14:hiddenLine>
            </a:ext>
          </a:extLst>
        </p:spPr>
        <p:txBody>
          <a:bodyPr lIns="98769" tIns="48548" rIns="98769" bIns="48548"/>
          <a:lstStyle/>
          <a:p>
            <a:pPr>
              <a:lnSpc>
                <a:spcPct val="87000"/>
              </a:lnSpc>
            </a:pPr>
            <a:endParaRPr lang="en-US" altLang="en-US"/>
          </a:p>
        </p:txBody>
      </p:sp>
    </p:spTree>
    <p:extLst>
      <p:ext uri="{BB962C8B-B14F-4D97-AF65-F5344CB8AC3E}">
        <p14:creationId xmlns:p14="http://schemas.microsoft.com/office/powerpoint/2010/main" val="243523710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9986" name="Rectangle 2"/>
          <p:cNvSpPr>
            <a:spLocks noGrp="1" noRot="1" noChangeAspect="1" noChangeArrowheads="1" noTextEdit="1"/>
          </p:cNvSpPr>
          <p:nvPr>
            <p:ph type="sldImg"/>
          </p:nvPr>
        </p:nvSpPr>
        <p:spPr>
          <a:xfrm>
            <a:off x="1001713" y="776288"/>
            <a:ext cx="5095875" cy="3822700"/>
          </a:xfrm>
          <a:ln w="12700" cap="flat">
            <a:solidFill>
              <a:schemeClr val="tx1"/>
            </a:solidFill>
          </a:ln>
          <a:extLst>
            <a:ext uri="{909E8E84-426E-40DD-AFC4-6F175D3DCCD1}">
              <a14:hiddenFill xmlns:a14="http://schemas.microsoft.com/office/drawing/2010/main">
                <a:noFill/>
              </a14:hiddenFill>
            </a:ext>
          </a:extLst>
        </p:spPr>
      </p:sp>
      <p:sp>
        <p:nvSpPr>
          <p:cNvPr id="809987" name="Rectangle 3"/>
          <p:cNvSpPr>
            <a:spLocks noGrp="1" noChangeArrowheads="1"/>
          </p:cNvSpPr>
          <p:nvPr>
            <p:ph type="body" idx="1"/>
          </p:nvPr>
        </p:nvSpPr>
        <p:spPr>
          <a:xfrm>
            <a:off x="946150" y="4867275"/>
            <a:ext cx="5203825" cy="4030663"/>
          </a:xfrm>
          <a:ln/>
          <a:extLst>
            <a:ext uri="{91240B29-F687-4F45-9708-019B960494DF}">
              <a14:hiddenLine xmlns:a14="http://schemas.microsoft.com/office/drawing/2010/main" w="12700">
                <a:solidFill>
                  <a:schemeClr val="tx1"/>
                </a:solidFill>
                <a:miter lim="800000"/>
                <a:headEnd/>
                <a:tailEnd/>
              </a14:hiddenLine>
            </a:ext>
          </a:extLst>
        </p:spPr>
        <p:txBody>
          <a:bodyPr lIns="98769" tIns="48548" rIns="98769" bIns="48548"/>
          <a:lstStyle/>
          <a:p>
            <a:pPr>
              <a:lnSpc>
                <a:spcPct val="87000"/>
              </a:lnSpc>
            </a:pPr>
            <a:endParaRPr lang="en-US" altLang="en-US"/>
          </a:p>
        </p:txBody>
      </p:sp>
    </p:spTree>
    <p:extLst>
      <p:ext uri="{BB962C8B-B14F-4D97-AF65-F5344CB8AC3E}">
        <p14:creationId xmlns:p14="http://schemas.microsoft.com/office/powerpoint/2010/main" val="31512527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9986" name="Rectangle 2"/>
          <p:cNvSpPr>
            <a:spLocks noGrp="1" noRot="1" noChangeAspect="1" noChangeArrowheads="1" noTextEdit="1"/>
          </p:cNvSpPr>
          <p:nvPr>
            <p:ph type="sldImg"/>
          </p:nvPr>
        </p:nvSpPr>
        <p:spPr>
          <a:xfrm>
            <a:off x="1001713" y="776288"/>
            <a:ext cx="5095875" cy="3822700"/>
          </a:xfrm>
          <a:ln w="12700" cap="flat">
            <a:solidFill>
              <a:schemeClr val="tx1"/>
            </a:solidFill>
          </a:ln>
          <a:extLst>
            <a:ext uri="{909E8E84-426E-40DD-AFC4-6F175D3DCCD1}">
              <a14:hiddenFill xmlns:a14="http://schemas.microsoft.com/office/drawing/2010/main">
                <a:noFill/>
              </a14:hiddenFill>
            </a:ext>
          </a:extLst>
        </p:spPr>
      </p:sp>
      <p:sp>
        <p:nvSpPr>
          <p:cNvPr id="809987" name="Rectangle 3"/>
          <p:cNvSpPr>
            <a:spLocks noGrp="1" noChangeArrowheads="1"/>
          </p:cNvSpPr>
          <p:nvPr>
            <p:ph type="body" idx="1"/>
          </p:nvPr>
        </p:nvSpPr>
        <p:spPr>
          <a:xfrm>
            <a:off x="946150" y="4867275"/>
            <a:ext cx="5203825" cy="4030663"/>
          </a:xfrm>
          <a:ln/>
          <a:extLst>
            <a:ext uri="{91240B29-F687-4F45-9708-019B960494DF}">
              <a14:hiddenLine xmlns:a14="http://schemas.microsoft.com/office/drawing/2010/main" w="12700">
                <a:solidFill>
                  <a:schemeClr val="tx1"/>
                </a:solidFill>
                <a:miter lim="800000"/>
                <a:headEnd/>
                <a:tailEnd/>
              </a14:hiddenLine>
            </a:ext>
          </a:extLst>
        </p:spPr>
        <p:txBody>
          <a:bodyPr lIns="98769" tIns="48548" rIns="98769" bIns="48548"/>
          <a:lstStyle/>
          <a:p>
            <a:pPr>
              <a:lnSpc>
                <a:spcPct val="87000"/>
              </a:lnSpc>
            </a:pPr>
            <a:endParaRPr lang="en-US" altLang="en-US"/>
          </a:p>
        </p:txBody>
      </p:sp>
    </p:spTree>
    <p:extLst>
      <p:ext uri="{BB962C8B-B14F-4D97-AF65-F5344CB8AC3E}">
        <p14:creationId xmlns:p14="http://schemas.microsoft.com/office/powerpoint/2010/main" val="352408188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6018" name="Rectangle 2"/>
          <p:cNvSpPr>
            <a:spLocks noGrp="1" noRot="1" noChangeAspect="1" noChangeArrowheads="1" noTextEdit="1"/>
          </p:cNvSpPr>
          <p:nvPr>
            <p:ph type="sldImg"/>
          </p:nvPr>
        </p:nvSpPr>
        <p:spPr>
          <a:ln/>
        </p:spPr>
      </p:sp>
      <p:sp>
        <p:nvSpPr>
          <p:cNvPr id="726019" name="Rectangle 3"/>
          <p:cNvSpPr>
            <a:spLocks noGrp="1" noChangeArrowheads="1"/>
          </p:cNvSpPr>
          <p:nvPr>
            <p:ph type="body" idx="1"/>
          </p:nvPr>
        </p:nvSpPr>
        <p:spPr/>
        <p:txBody>
          <a:bodyPr/>
          <a:lstStyle/>
          <a:p>
            <a:endParaRPr lang="en-GB" altLang="en-US"/>
          </a:p>
        </p:txBody>
      </p:sp>
    </p:spTree>
    <p:extLst>
      <p:ext uri="{BB962C8B-B14F-4D97-AF65-F5344CB8AC3E}">
        <p14:creationId xmlns:p14="http://schemas.microsoft.com/office/powerpoint/2010/main" val="372863186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791F2FC-37E9-4263-94E6-B5F3CC91CB0E}" type="slidenum">
              <a:rPr lang="de-DE" altLang="en-US"/>
              <a:pPr/>
              <a:t>42</a:t>
            </a:fld>
            <a:endParaRPr lang="de-DE" altLang="en-US"/>
          </a:p>
        </p:txBody>
      </p:sp>
      <p:sp>
        <p:nvSpPr>
          <p:cNvPr id="544770" name="Rectangle 2"/>
          <p:cNvSpPr>
            <a:spLocks noGrp="1" noRot="1" noChangeAspect="1" noChangeArrowheads="1" noTextEdit="1"/>
          </p:cNvSpPr>
          <p:nvPr>
            <p:ph type="sldImg"/>
          </p:nvPr>
        </p:nvSpPr>
        <p:spPr>
          <a:xfrm>
            <a:off x="1085850" y="869950"/>
            <a:ext cx="4622800" cy="3467100"/>
          </a:xfrm>
          <a:ln/>
        </p:spPr>
      </p:sp>
      <p:sp>
        <p:nvSpPr>
          <p:cNvPr id="544771" name="Rectangle 3"/>
          <p:cNvSpPr>
            <a:spLocks noGrp="1" noChangeArrowheads="1"/>
          </p:cNvSpPr>
          <p:nvPr>
            <p:ph type="body" idx="1"/>
          </p:nvPr>
        </p:nvSpPr>
        <p:spPr>
          <a:xfrm>
            <a:off x="906463" y="4713288"/>
            <a:ext cx="4979987" cy="4178300"/>
          </a:xfrm>
        </p:spPr>
        <p:txBody>
          <a:bodyPr/>
          <a:lstStyle/>
          <a:p>
            <a:endParaRPr lang="en-US" altLang="zh-CN">
              <a:ea typeface="SimSun" panose="02010600030101010101" pitchFamily="2" charset="-122"/>
            </a:endParaRPr>
          </a:p>
        </p:txBody>
      </p:sp>
    </p:spTree>
    <p:extLst>
      <p:ext uri="{BB962C8B-B14F-4D97-AF65-F5344CB8AC3E}">
        <p14:creationId xmlns:p14="http://schemas.microsoft.com/office/powerpoint/2010/main" val="93345412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5890" name="Rectangle 2"/>
          <p:cNvSpPr>
            <a:spLocks noGrp="1" noRot="1" noChangeAspect="1" noChangeArrowheads="1" noTextEdit="1"/>
          </p:cNvSpPr>
          <p:nvPr>
            <p:ph type="sldImg"/>
          </p:nvPr>
        </p:nvSpPr>
        <p:spPr>
          <a:ln/>
        </p:spPr>
      </p:sp>
      <p:sp>
        <p:nvSpPr>
          <p:cNvPr id="805891" name="Rectangle 3"/>
          <p:cNvSpPr>
            <a:spLocks noGrp="1" noChangeArrowheads="1"/>
          </p:cNvSpPr>
          <p:nvPr>
            <p:ph type="body" idx="1"/>
          </p:nvPr>
        </p:nvSpPr>
        <p:spPr/>
        <p:txBody>
          <a:bodyPr/>
          <a:lstStyle/>
          <a:p>
            <a:endParaRPr lang="en-GB" altLang="en-US"/>
          </a:p>
        </p:txBody>
      </p:sp>
    </p:spTree>
    <p:extLst>
      <p:ext uri="{BB962C8B-B14F-4D97-AF65-F5344CB8AC3E}">
        <p14:creationId xmlns:p14="http://schemas.microsoft.com/office/powerpoint/2010/main" val="106115250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5346" name="Rectangle 2"/>
          <p:cNvSpPr>
            <a:spLocks noGrp="1" noRot="1" noChangeAspect="1" noChangeArrowheads="1" noTextEdit="1"/>
          </p:cNvSpPr>
          <p:nvPr>
            <p:ph type="sldImg"/>
          </p:nvPr>
        </p:nvSpPr>
        <p:spPr>
          <a:xfrm>
            <a:off x="1001713" y="774700"/>
            <a:ext cx="5099050" cy="3824288"/>
          </a:xfrm>
          <a:ln w="12700" cap="flat">
            <a:solidFill>
              <a:schemeClr val="tx1"/>
            </a:solidFill>
          </a:ln>
          <a:extLst>
            <a:ext uri="{909E8E84-426E-40DD-AFC4-6F175D3DCCD1}">
              <a14:hiddenFill xmlns:a14="http://schemas.microsoft.com/office/drawing/2010/main">
                <a:noFill/>
              </a14:hiddenFill>
            </a:ext>
          </a:extLst>
        </p:spPr>
      </p:sp>
      <p:sp>
        <p:nvSpPr>
          <p:cNvPr id="825347" name="Rectangle 3"/>
          <p:cNvSpPr>
            <a:spLocks noGrp="1" noChangeArrowheads="1"/>
          </p:cNvSpPr>
          <p:nvPr>
            <p:ph type="body" idx="1"/>
          </p:nvPr>
        </p:nvSpPr>
        <p:spPr>
          <a:xfrm>
            <a:off x="947738" y="4868863"/>
            <a:ext cx="5202237" cy="4029075"/>
          </a:xfrm>
          <a:ln/>
          <a:extLst>
            <a:ext uri="{91240B29-F687-4F45-9708-019B960494DF}">
              <a14:hiddenLine xmlns:a14="http://schemas.microsoft.com/office/drawing/2010/main" w="12700">
                <a:solidFill>
                  <a:schemeClr val="tx1"/>
                </a:solidFill>
                <a:miter lim="800000"/>
                <a:headEnd/>
                <a:tailEnd/>
              </a14:hiddenLine>
            </a:ext>
          </a:extLst>
        </p:spPr>
        <p:txBody>
          <a:bodyPr lIns="104279" tIns="51256" rIns="104279" bIns="51256"/>
          <a:lstStyle/>
          <a:p>
            <a:pPr>
              <a:lnSpc>
                <a:spcPct val="87000"/>
              </a:lnSpc>
            </a:pPr>
            <a:endParaRPr lang="en-US" altLang="en-US"/>
          </a:p>
        </p:txBody>
      </p:sp>
    </p:spTree>
    <p:extLst>
      <p:ext uri="{BB962C8B-B14F-4D97-AF65-F5344CB8AC3E}">
        <p14:creationId xmlns:p14="http://schemas.microsoft.com/office/powerpoint/2010/main" val="392038727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0466" name="Rectangle 2"/>
          <p:cNvSpPr>
            <a:spLocks noGrp="1" noRot="1" noChangeAspect="1" noChangeArrowheads="1" noTextEdit="1"/>
          </p:cNvSpPr>
          <p:nvPr>
            <p:ph type="sldImg"/>
          </p:nvPr>
        </p:nvSpPr>
        <p:spPr>
          <a:xfrm>
            <a:off x="1001713" y="774700"/>
            <a:ext cx="5099050" cy="3824288"/>
          </a:xfrm>
          <a:ln w="12700" cap="flat">
            <a:solidFill>
              <a:schemeClr val="tx1"/>
            </a:solidFill>
          </a:ln>
          <a:extLst>
            <a:ext uri="{909E8E84-426E-40DD-AFC4-6F175D3DCCD1}">
              <a14:hiddenFill xmlns:a14="http://schemas.microsoft.com/office/drawing/2010/main">
                <a:noFill/>
              </a14:hiddenFill>
            </a:ext>
          </a:extLst>
        </p:spPr>
      </p:sp>
      <p:sp>
        <p:nvSpPr>
          <p:cNvPr id="830467" name="Rectangle 3"/>
          <p:cNvSpPr>
            <a:spLocks noGrp="1" noChangeArrowheads="1"/>
          </p:cNvSpPr>
          <p:nvPr>
            <p:ph type="body" idx="1"/>
          </p:nvPr>
        </p:nvSpPr>
        <p:spPr>
          <a:xfrm>
            <a:off x="947738" y="4868863"/>
            <a:ext cx="5202237" cy="4029075"/>
          </a:xfrm>
          <a:ln/>
          <a:extLst>
            <a:ext uri="{91240B29-F687-4F45-9708-019B960494DF}">
              <a14:hiddenLine xmlns:a14="http://schemas.microsoft.com/office/drawing/2010/main" w="12700">
                <a:solidFill>
                  <a:schemeClr val="tx1"/>
                </a:solidFill>
                <a:miter lim="800000"/>
                <a:headEnd/>
                <a:tailEnd/>
              </a14:hiddenLine>
            </a:ext>
          </a:extLst>
        </p:spPr>
        <p:txBody>
          <a:bodyPr lIns="104279" tIns="51256" rIns="104279" bIns="51256"/>
          <a:lstStyle/>
          <a:p>
            <a:pPr>
              <a:lnSpc>
                <a:spcPct val="87000"/>
              </a:lnSpc>
            </a:pPr>
            <a:endParaRPr lang="en-US" altLang="en-US"/>
          </a:p>
        </p:txBody>
      </p:sp>
    </p:spTree>
    <p:extLst>
      <p:ext uri="{BB962C8B-B14F-4D97-AF65-F5344CB8AC3E}">
        <p14:creationId xmlns:p14="http://schemas.microsoft.com/office/powerpoint/2010/main" val="125124816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C6E3895-32FB-410F-B0A1-161285B918BE}" type="slidenum">
              <a:rPr lang="de-DE" altLang="en-US"/>
              <a:pPr/>
              <a:t>46</a:t>
            </a:fld>
            <a:endParaRPr lang="de-DE" altLang="en-US"/>
          </a:p>
        </p:txBody>
      </p:sp>
      <p:sp>
        <p:nvSpPr>
          <p:cNvPr id="671746" name="Rectangle 2"/>
          <p:cNvSpPr>
            <a:spLocks noGrp="1" noRot="1" noChangeAspect="1" noChangeArrowheads="1" noTextEdit="1"/>
          </p:cNvSpPr>
          <p:nvPr>
            <p:ph type="sldImg"/>
          </p:nvPr>
        </p:nvSpPr>
        <p:spPr>
          <a:ln/>
        </p:spPr>
      </p:sp>
      <p:sp>
        <p:nvSpPr>
          <p:cNvPr id="671748" name="Rectangle 4"/>
          <p:cNvSpPr>
            <a:spLocks noGrp="1" noChangeArrowheads="1"/>
          </p:cNvSpPr>
          <p:nvPr>
            <p:ph type="body" idx="1"/>
          </p:nvPr>
        </p:nvSpPr>
        <p:spPr/>
        <p:txBody>
          <a:bodyPr/>
          <a:lstStyle/>
          <a:p>
            <a:endParaRPr lang="en-US" altLang="zh-CN">
              <a:ea typeface="SimSun" panose="02010600030101010101" pitchFamily="2" charset="-122"/>
            </a:endParaRPr>
          </a:p>
        </p:txBody>
      </p:sp>
    </p:spTree>
    <p:extLst>
      <p:ext uri="{BB962C8B-B14F-4D97-AF65-F5344CB8AC3E}">
        <p14:creationId xmlns:p14="http://schemas.microsoft.com/office/powerpoint/2010/main" val="392399820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949C029-9368-444D-B0E5-0D24ED141C47}" type="slidenum">
              <a:rPr lang="de-DE" altLang="en-US"/>
              <a:pPr/>
              <a:t>47</a:t>
            </a:fld>
            <a:endParaRPr lang="de-DE" altLang="en-US"/>
          </a:p>
        </p:txBody>
      </p:sp>
      <p:sp>
        <p:nvSpPr>
          <p:cNvPr id="575490" name="Rectangle 2"/>
          <p:cNvSpPr>
            <a:spLocks noGrp="1" noRot="1" noChangeAspect="1" noChangeArrowheads="1" noTextEdit="1"/>
          </p:cNvSpPr>
          <p:nvPr>
            <p:ph type="sldImg"/>
          </p:nvPr>
        </p:nvSpPr>
        <p:spPr>
          <a:xfrm>
            <a:off x="622300" y="508000"/>
            <a:ext cx="5537200" cy="4152900"/>
          </a:xfrm>
          <a:ln/>
        </p:spPr>
      </p:sp>
      <p:sp>
        <p:nvSpPr>
          <p:cNvPr id="575491" name="Rectangle 3"/>
          <p:cNvSpPr>
            <a:spLocks noGrp="1" noChangeArrowheads="1"/>
          </p:cNvSpPr>
          <p:nvPr>
            <p:ph type="body" idx="1"/>
          </p:nvPr>
        </p:nvSpPr>
        <p:spPr>
          <a:xfrm>
            <a:off x="727075" y="5316538"/>
            <a:ext cx="5399088" cy="3840162"/>
          </a:xfrm>
        </p:spPr>
        <p:txBody>
          <a:bodyPr lIns="88152" tIns="44076" rIns="88152" bIns="44076"/>
          <a:lstStyle/>
          <a:p>
            <a:endParaRPr lang="fr-FR" altLang="en-US"/>
          </a:p>
        </p:txBody>
      </p:sp>
    </p:spTree>
    <p:extLst>
      <p:ext uri="{BB962C8B-B14F-4D97-AF65-F5344CB8AC3E}">
        <p14:creationId xmlns:p14="http://schemas.microsoft.com/office/powerpoint/2010/main" val="113113291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E35A4B7-983C-4EDB-A3AF-7A6441B735EA}" type="slidenum">
              <a:rPr lang="de-DE" altLang="en-US"/>
              <a:pPr/>
              <a:t>48</a:t>
            </a:fld>
            <a:endParaRPr lang="de-DE" altLang="en-US"/>
          </a:p>
        </p:txBody>
      </p:sp>
      <p:sp>
        <p:nvSpPr>
          <p:cNvPr id="814082" name="Rectangle 2"/>
          <p:cNvSpPr>
            <a:spLocks noGrp="1" noRot="1" noChangeAspect="1" noChangeArrowheads="1" noTextEdit="1"/>
          </p:cNvSpPr>
          <p:nvPr>
            <p:ph type="sldImg"/>
          </p:nvPr>
        </p:nvSpPr>
        <p:spPr>
          <a:xfrm>
            <a:off x="622300" y="508000"/>
            <a:ext cx="5537200" cy="4152900"/>
          </a:xfrm>
          <a:ln/>
        </p:spPr>
      </p:sp>
      <p:sp>
        <p:nvSpPr>
          <p:cNvPr id="814083" name="Rectangle 3"/>
          <p:cNvSpPr>
            <a:spLocks noGrp="1" noChangeArrowheads="1"/>
          </p:cNvSpPr>
          <p:nvPr>
            <p:ph type="body" idx="1"/>
          </p:nvPr>
        </p:nvSpPr>
        <p:spPr/>
        <p:txBody>
          <a:bodyPr/>
          <a:lstStyle/>
          <a:p>
            <a:endParaRPr lang="en-GB" altLang="zh-CN">
              <a:ea typeface="SimSun" panose="02010600030101010101" pitchFamily="2" charset="-122"/>
            </a:endParaRPr>
          </a:p>
          <a:p>
            <a:r>
              <a:rPr lang="en-GB" altLang="zh-CN">
                <a:ea typeface="SimSun" panose="02010600030101010101" pitchFamily="2" charset="-122"/>
              </a:rPr>
              <a:t>   Question :  What ‘CT Problems’ are identified ? Short Circuit ? Open circuit ? </a:t>
            </a:r>
          </a:p>
          <a:p>
            <a:endParaRPr lang="en-GB" altLang="zh-CN">
              <a:ea typeface="SimSun" panose="02010600030101010101" pitchFamily="2" charset="-122"/>
            </a:endParaRPr>
          </a:p>
          <a:p>
            <a:r>
              <a:rPr lang="en-GB" altLang="zh-CN">
                <a:ea typeface="SimSun" panose="02010600030101010101" pitchFamily="2" charset="-122"/>
              </a:rPr>
              <a:t>   Slide 25 :  What’s the condition on the inputs to the AND gates ?  </a:t>
            </a:r>
          </a:p>
        </p:txBody>
      </p:sp>
    </p:spTree>
    <p:extLst>
      <p:ext uri="{BB962C8B-B14F-4D97-AF65-F5344CB8AC3E}">
        <p14:creationId xmlns:p14="http://schemas.microsoft.com/office/powerpoint/2010/main" val="235944130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01AD302-55AA-43D6-BA4D-1C4D7082EA98}" type="slidenum">
              <a:rPr lang="de-DE" altLang="en-US"/>
              <a:pPr/>
              <a:t>49</a:t>
            </a:fld>
            <a:endParaRPr lang="de-DE" altLang="en-US"/>
          </a:p>
        </p:txBody>
      </p:sp>
      <p:sp>
        <p:nvSpPr>
          <p:cNvPr id="816130" name="Rectangle 2"/>
          <p:cNvSpPr>
            <a:spLocks noGrp="1" noRot="1" noChangeAspect="1" noChangeArrowheads="1" noTextEdit="1"/>
          </p:cNvSpPr>
          <p:nvPr>
            <p:ph type="sldImg"/>
          </p:nvPr>
        </p:nvSpPr>
        <p:spPr>
          <a:ln/>
        </p:spPr>
      </p:sp>
      <p:sp>
        <p:nvSpPr>
          <p:cNvPr id="816131" name="Rectangle 3"/>
          <p:cNvSpPr>
            <a:spLocks noGrp="1" noChangeArrowheads="1"/>
          </p:cNvSpPr>
          <p:nvPr>
            <p:ph type="body" idx="1"/>
          </p:nvPr>
        </p:nvSpPr>
        <p:spPr/>
        <p:txBody>
          <a:bodyPr/>
          <a:lstStyle/>
          <a:p>
            <a:endParaRPr lang="en-GB" altLang="zh-CN">
              <a:ea typeface="SimSun" panose="02010600030101010101" pitchFamily="2" charset="-122"/>
            </a:endParaRPr>
          </a:p>
          <a:p>
            <a:endParaRPr lang="en-GB" altLang="zh-CN">
              <a:ea typeface="SimSun" panose="02010600030101010101" pitchFamily="2" charset="-122"/>
            </a:endParaRPr>
          </a:p>
          <a:p>
            <a:r>
              <a:rPr lang="en-GB" altLang="zh-CN">
                <a:ea typeface="SimSun" panose="02010600030101010101" pitchFamily="2" charset="-122"/>
              </a:rPr>
              <a:t>   Question :  The Appln Notes mention ‘long time delay’ to detect CT failure !!</a:t>
            </a:r>
          </a:p>
          <a:p>
            <a:endParaRPr lang="en-GB" altLang="zh-CN">
              <a:ea typeface="SimSun" panose="02010600030101010101" pitchFamily="2" charset="-122"/>
            </a:endParaRPr>
          </a:p>
          <a:p>
            <a:r>
              <a:rPr lang="en-GB" altLang="zh-CN">
                <a:ea typeface="SimSun" panose="02010600030101010101" pitchFamily="2" charset="-122"/>
              </a:rPr>
              <a:t>   Question :  </a:t>
            </a:r>
          </a:p>
        </p:txBody>
      </p:sp>
    </p:spTree>
    <p:extLst>
      <p:ext uri="{BB962C8B-B14F-4D97-AF65-F5344CB8AC3E}">
        <p14:creationId xmlns:p14="http://schemas.microsoft.com/office/powerpoint/2010/main" val="307463586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DBBC090-4A9E-4859-876A-C9F0E329151B}" type="slidenum">
              <a:rPr lang="de-DE" altLang="en-US"/>
              <a:pPr/>
              <a:t>50</a:t>
            </a:fld>
            <a:endParaRPr lang="de-DE" altLang="en-US"/>
          </a:p>
        </p:txBody>
      </p:sp>
      <p:sp>
        <p:nvSpPr>
          <p:cNvPr id="579586" name="Rectangle 2"/>
          <p:cNvSpPr>
            <a:spLocks noGrp="1" noRot="1" noChangeAspect="1" noChangeArrowheads="1" noTextEdit="1"/>
          </p:cNvSpPr>
          <p:nvPr>
            <p:ph type="sldImg"/>
          </p:nvPr>
        </p:nvSpPr>
        <p:spPr>
          <a:xfrm>
            <a:off x="622300" y="508000"/>
            <a:ext cx="5537200" cy="4152900"/>
          </a:xfrm>
          <a:ln/>
        </p:spPr>
      </p:sp>
      <p:sp>
        <p:nvSpPr>
          <p:cNvPr id="579588" name="Rectangle 4"/>
          <p:cNvSpPr>
            <a:spLocks noGrp="1" noChangeArrowheads="1"/>
          </p:cNvSpPr>
          <p:nvPr>
            <p:ph type="body" idx="1"/>
          </p:nvPr>
        </p:nvSpPr>
        <p:spPr/>
        <p:txBody>
          <a:bodyPr/>
          <a:lstStyle/>
          <a:p>
            <a:pPr>
              <a:lnSpc>
                <a:spcPct val="90000"/>
              </a:lnSpc>
            </a:pPr>
            <a:r>
              <a:rPr lang="en-GB" altLang="zh-CN">
                <a:ea typeface="SimSun" panose="02010600030101010101" pitchFamily="2" charset="-122"/>
              </a:rPr>
              <a:t>The positive sequence current in at least two current inputs exceeds CTS I1 setting.  CTS I1 setting should be below the minimum load current of the protected object.  Therefore, 10% of the rated current might be used.</a:t>
            </a:r>
          </a:p>
          <a:p>
            <a:pPr>
              <a:lnSpc>
                <a:spcPct val="90000"/>
              </a:lnSpc>
            </a:pPr>
            <a:r>
              <a:rPr lang="en-GB" altLang="zh-CN">
                <a:ea typeface="SimSun" panose="02010600030101010101" pitchFamily="2" charset="-122"/>
              </a:rPr>
              <a:t>The high set ratio of negative to positive sequence current, CTS I2/I1&gt;2, should be set below the ratio of negative sequence to positive sequence current for the minimum unbalanced fault current.  A typical setting of 40% is might be used.   </a:t>
            </a:r>
          </a:p>
          <a:p>
            <a:pPr>
              <a:lnSpc>
                <a:spcPct val="90000"/>
              </a:lnSpc>
            </a:pPr>
            <a:r>
              <a:rPr lang="en-GB" altLang="zh-CN">
                <a:ea typeface="SimSun" panose="02010600030101010101" pitchFamily="2" charset="-122"/>
              </a:rPr>
              <a:t>The low set ratio of negative to positive sequence current, CTS I2/I1&gt; 1, should be set above the maximum load unbalance.  In practice, the levels of standing negative phase sequence current present on the system govern this minimum setting. This can be determined from a system study, or by making use of the relay measurement facilities at the commissioning stage. If the latter method is adopted, it is important to take the measurements during maximum system load conditions, to ensure that all single-phase loads are accounted for.  A 20% setting might be used.</a:t>
            </a:r>
          </a:p>
          <a:p>
            <a:pPr>
              <a:lnSpc>
                <a:spcPct val="90000"/>
              </a:lnSpc>
            </a:pPr>
            <a:r>
              <a:rPr lang="en-GB" altLang="zh-CN">
                <a:ea typeface="SimSun" panose="02010600030101010101" pitchFamily="2" charset="-122"/>
              </a:rPr>
              <a:t>If the following information is recorded by the relay during commissioning:</a:t>
            </a:r>
          </a:p>
          <a:p>
            <a:pPr>
              <a:lnSpc>
                <a:spcPct val="90000"/>
              </a:lnSpc>
            </a:pPr>
            <a:r>
              <a:rPr lang="en-GB" altLang="zh-CN">
                <a:ea typeface="SimSun" panose="02010600030101010101" pitchFamily="2" charset="-122"/>
              </a:rPr>
              <a:t>Ifull load = 500A</a:t>
            </a:r>
          </a:p>
          <a:p>
            <a:pPr>
              <a:lnSpc>
                <a:spcPct val="90000"/>
              </a:lnSpc>
            </a:pPr>
            <a:r>
              <a:rPr lang="en-GB" altLang="zh-CN">
                <a:ea typeface="SimSun" panose="02010600030101010101" pitchFamily="2" charset="-122"/>
              </a:rPr>
              <a:t>I2 = 50A</a:t>
            </a:r>
          </a:p>
          <a:p>
            <a:pPr>
              <a:lnSpc>
                <a:spcPct val="90000"/>
              </a:lnSpc>
            </a:pPr>
            <a:r>
              <a:rPr lang="en-GB" altLang="zh-CN">
                <a:ea typeface="SimSun" panose="02010600030101010101" pitchFamily="2" charset="-122"/>
              </a:rPr>
              <a:t>Therefore I2/I1 ratio is given by I2/I1 = 50/500 = 0.1</a:t>
            </a:r>
          </a:p>
          <a:p>
            <a:pPr>
              <a:lnSpc>
                <a:spcPct val="90000"/>
              </a:lnSpc>
            </a:pPr>
            <a:r>
              <a:rPr lang="en-GB" altLang="zh-CN">
                <a:ea typeface="SimSun" panose="02010600030101010101" pitchFamily="2" charset="-122"/>
              </a:rPr>
              <a:t>To allow for tolerances and load variations a setting of 20% of this value may be typical.  Therefore set CTS I2/I1&gt;1 = 20%.</a:t>
            </a:r>
          </a:p>
          <a:p>
            <a:pPr>
              <a:lnSpc>
                <a:spcPct val="90000"/>
              </a:lnSpc>
            </a:pPr>
            <a:r>
              <a:rPr lang="en-GB" altLang="zh-CN">
                <a:ea typeface="SimSun" panose="02010600030101010101" pitchFamily="2" charset="-122"/>
              </a:rPr>
              <a:t>Since sensitive settings have been employed a long time delay is necessary to ensure a true CT failure. A 60 second time delay setting may be typical.</a:t>
            </a:r>
          </a:p>
        </p:txBody>
      </p:sp>
    </p:spTree>
    <p:extLst>
      <p:ext uri="{BB962C8B-B14F-4D97-AF65-F5344CB8AC3E}">
        <p14:creationId xmlns:p14="http://schemas.microsoft.com/office/powerpoint/2010/main" val="395746866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DF04D1F-9F28-4EC4-A0BF-38D867F3493F}" type="slidenum">
              <a:rPr lang="de-DE" altLang="en-US"/>
              <a:pPr/>
              <a:t>51</a:t>
            </a:fld>
            <a:endParaRPr lang="de-DE" altLang="en-US"/>
          </a:p>
        </p:txBody>
      </p:sp>
      <p:sp>
        <p:nvSpPr>
          <p:cNvPr id="581634" name="Rectangle 2"/>
          <p:cNvSpPr>
            <a:spLocks noGrp="1" noRot="1" noChangeAspect="1" noChangeArrowheads="1" noTextEdit="1"/>
          </p:cNvSpPr>
          <p:nvPr>
            <p:ph type="sldImg"/>
          </p:nvPr>
        </p:nvSpPr>
        <p:spPr>
          <a:xfrm>
            <a:off x="622300" y="508000"/>
            <a:ext cx="5537200" cy="4152900"/>
          </a:xfrm>
          <a:ln/>
        </p:spPr>
      </p:sp>
      <p:sp>
        <p:nvSpPr>
          <p:cNvPr id="581636" name="Rectangle 4"/>
          <p:cNvSpPr>
            <a:spLocks noGrp="1" noChangeArrowheads="1"/>
          </p:cNvSpPr>
          <p:nvPr>
            <p:ph type="body" idx="1"/>
          </p:nvPr>
        </p:nvSpPr>
        <p:spPr/>
        <p:txBody>
          <a:bodyPr/>
          <a:lstStyle/>
          <a:p>
            <a:endParaRPr lang="en-US" altLang="zh-CN">
              <a:ea typeface="SimSun" panose="02010600030101010101" pitchFamily="2" charset="-122"/>
            </a:endParaRPr>
          </a:p>
        </p:txBody>
      </p:sp>
    </p:spTree>
    <p:extLst>
      <p:ext uri="{BB962C8B-B14F-4D97-AF65-F5344CB8AC3E}">
        <p14:creationId xmlns:p14="http://schemas.microsoft.com/office/powerpoint/2010/main" val="191586118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4930" name="Rectangle 2"/>
          <p:cNvSpPr>
            <a:spLocks noGrp="1" noRot="1" noChangeAspect="1" noChangeArrowheads="1" noTextEdit="1"/>
          </p:cNvSpPr>
          <p:nvPr>
            <p:ph type="sldImg"/>
          </p:nvPr>
        </p:nvSpPr>
        <p:spPr>
          <a:ln/>
        </p:spPr>
      </p:sp>
      <p:sp>
        <p:nvSpPr>
          <p:cNvPr id="764931" name="Rectangle 3"/>
          <p:cNvSpPr>
            <a:spLocks noGrp="1" noChangeArrowheads="1"/>
          </p:cNvSpPr>
          <p:nvPr>
            <p:ph type="body" idx="1"/>
          </p:nvPr>
        </p:nvSpPr>
        <p:spPr/>
        <p:txBody>
          <a:bodyPr/>
          <a:lstStyle/>
          <a:p>
            <a:endParaRPr lang="en-GB" altLang="en-US"/>
          </a:p>
        </p:txBody>
      </p:sp>
    </p:spTree>
    <p:extLst>
      <p:ext uri="{BB962C8B-B14F-4D97-AF65-F5344CB8AC3E}">
        <p14:creationId xmlns:p14="http://schemas.microsoft.com/office/powerpoint/2010/main" val="14331363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6978" name="Rectangle 2"/>
          <p:cNvSpPr>
            <a:spLocks noGrp="1" noRot="1" noChangeAspect="1" noChangeArrowheads="1" noTextEdit="1"/>
          </p:cNvSpPr>
          <p:nvPr>
            <p:ph type="sldImg"/>
          </p:nvPr>
        </p:nvSpPr>
        <p:spPr>
          <a:ln/>
        </p:spPr>
      </p:sp>
      <p:sp>
        <p:nvSpPr>
          <p:cNvPr id="766979" name="Rectangle 3"/>
          <p:cNvSpPr>
            <a:spLocks noGrp="1" noChangeArrowheads="1"/>
          </p:cNvSpPr>
          <p:nvPr>
            <p:ph type="body" idx="1"/>
          </p:nvPr>
        </p:nvSpPr>
        <p:spPr/>
        <p:txBody>
          <a:bodyPr/>
          <a:lstStyle/>
          <a:p>
            <a:endParaRPr lang="en-GB" altLang="en-US"/>
          </a:p>
        </p:txBody>
      </p:sp>
    </p:spTree>
    <p:extLst>
      <p:ext uri="{BB962C8B-B14F-4D97-AF65-F5344CB8AC3E}">
        <p14:creationId xmlns:p14="http://schemas.microsoft.com/office/powerpoint/2010/main" val="264301079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9026" name="Rectangle 2"/>
          <p:cNvSpPr>
            <a:spLocks noGrp="1" noRot="1" noChangeAspect="1" noChangeArrowheads="1" noTextEdit="1"/>
          </p:cNvSpPr>
          <p:nvPr>
            <p:ph type="sldImg"/>
          </p:nvPr>
        </p:nvSpPr>
        <p:spPr>
          <a:ln/>
        </p:spPr>
      </p:sp>
      <p:sp>
        <p:nvSpPr>
          <p:cNvPr id="769027" name="Rectangle 3"/>
          <p:cNvSpPr>
            <a:spLocks noGrp="1" noChangeArrowheads="1"/>
          </p:cNvSpPr>
          <p:nvPr>
            <p:ph type="body" idx="1"/>
          </p:nvPr>
        </p:nvSpPr>
        <p:spPr/>
        <p:txBody>
          <a:bodyPr/>
          <a:lstStyle/>
          <a:p>
            <a:endParaRPr lang="en-GB" altLang="en-US"/>
          </a:p>
        </p:txBody>
      </p:sp>
    </p:spTree>
    <p:extLst>
      <p:ext uri="{BB962C8B-B14F-4D97-AF65-F5344CB8AC3E}">
        <p14:creationId xmlns:p14="http://schemas.microsoft.com/office/powerpoint/2010/main" val="363575686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1074" name="Rectangle 2"/>
          <p:cNvSpPr>
            <a:spLocks noGrp="1" noRot="1" noChangeAspect="1" noChangeArrowheads="1" noTextEdit="1"/>
          </p:cNvSpPr>
          <p:nvPr>
            <p:ph type="sldImg"/>
          </p:nvPr>
        </p:nvSpPr>
        <p:spPr>
          <a:ln/>
        </p:spPr>
      </p:sp>
      <p:sp>
        <p:nvSpPr>
          <p:cNvPr id="771075" name="Rectangle 3"/>
          <p:cNvSpPr>
            <a:spLocks noGrp="1" noChangeArrowheads="1"/>
          </p:cNvSpPr>
          <p:nvPr>
            <p:ph type="body" idx="1"/>
          </p:nvPr>
        </p:nvSpPr>
        <p:spPr/>
        <p:txBody>
          <a:bodyPr/>
          <a:lstStyle/>
          <a:p>
            <a:endParaRPr lang="en-GB" altLang="en-US"/>
          </a:p>
        </p:txBody>
      </p:sp>
    </p:spTree>
    <p:extLst>
      <p:ext uri="{BB962C8B-B14F-4D97-AF65-F5344CB8AC3E}">
        <p14:creationId xmlns:p14="http://schemas.microsoft.com/office/powerpoint/2010/main" val="84204257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7A666A3-C3DF-4EDA-ADF7-C1FD7A63A915}" type="slidenum">
              <a:rPr lang="de-DE" altLang="en-US"/>
              <a:pPr/>
              <a:t>56</a:t>
            </a:fld>
            <a:endParaRPr lang="de-DE" altLang="en-US"/>
          </a:p>
        </p:txBody>
      </p:sp>
      <p:sp>
        <p:nvSpPr>
          <p:cNvPr id="827394" name="Rectangle 2"/>
          <p:cNvSpPr>
            <a:spLocks noGrp="1" noRot="1" noChangeAspect="1" noChangeArrowheads="1" noTextEdit="1"/>
          </p:cNvSpPr>
          <p:nvPr>
            <p:ph type="sldImg"/>
          </p:nvPr>
        </p:nvSpPr>
        <p:spPr>
          <a:xfrm>
            <a:off x="1085850" y="869950"/>
            <a:ext cx="4622800" cy="3467100"/>
          </a:xfrm>
          <a:ln/>
        </p:spPr>
      </p:sp>
      <p:sp>
        <p:nvSpPr>
          <p:cNvPr id="827395" name="Rectangle 3"/>
          <p:cNvSpPr>
            <a:spLocks noGrp="1" noChangeArrowheads="1"/>
          </p:cNvSpPr>
          <p:nvPr>
            <p:ph type="body" idx="1"/>
          </p:nvPr>
        </p:nvSpPr>
        <p:spPr/>
        <p:txBody>
          <a:bodyPr/>
          <a:lstStyle/>
          <a:p>
            <a:endParaRPr lang="en-US" altLang="zh-CN">
              <a:ea typeface="SimSun" panose="02010600030101010101" pitchFamily="2" charset="-122"/>
            </a:endParaRPr>
          </a:p>
        </p:txBody>
      </p:sp>
    </p:spTree>
    <p:extLst>
      <p:ext uri="{BB962C8B-B14F-4D97-AF65-F5344CB8AC3E}">
        <p14:creationId xmlns:p14="http://schemas.microsoft.com/office/powerpoint/2010/main" val="282859730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E3F805A-70D3-4AA4-B70A-01AF91216C63}" type="slidenum">
              <a:rPr lang="de-DE" altLang="en-US"/>
              <a:pPr/>
              <a:t>57</a:t>
            </a:fld>
            <a:endParaRPr lang="de-DE" altLang="en-US"/>
          </a:p>
        </p:txBody>
      </p:sp>
      <p:sp>
        <p:nvSpPr>
          <p:cNvPr id="612354" name="Rectangle 2"/>
          <p:cNvSpPr>
            <a:spLocks noGrp="1" noRot="1" noChangeAspect="1" noChangeArrowheads="1" noTextEdit="1"/>
          </p:cNvSpPr>
          <p:nvPr>
            <p:ph type="sldImg"/>
          </p:nvPr>
        </p:nvSpPr>
        <p:spPr>
          <a:xfrm>
            <a:off x="1085850" y="869950"/>
            <a:ext cx="4622800" cy="3467100"/>
          </a:xfrm>
          <a:ln/>
        </p:spPr>
      </p:sp>
      <p:sp>
        <p:nvSpPr>
          <p:cNvPr id="612356" name="Rectangle 4"/>
          <p:cNvSpPr>
            <a:spLocks noGrp="1" noChangeArrowheads="1"/>
          </p:cNvSpPr>
          <p:nvPr>
            <p:ph type="body" idx="1"/>
          </p:nvPr>
        </p:nvSpPr>
        <p:spPr/>
        <p:txBody>
          <a:bodyPr/>
          <a:lstStyle/>
          <a:p>
            <a:endParaRPr lang="en-US" altLang="zh-CN">
              <a:ea typeface="SimSun" panose="02010600030101010101" pitchFamily="2" charset="-122"/>
            </a:endParaRPr>
          </a:p>
        </p:txBody>
      </p:sp>
    </p:spTree>
    <p:extLst>
      <p:ext uri="{BB962C8B-B14F-4D97-AF65-F5344CB8AC3E}">
        <p14:creationId xmlns:p14="http://schemas.microsoft.com/office/powerpoint/2010/main" val="277449925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339657A-2E6E-4FD0-B867-65DB48132006}" type="slidenum">
              <a:rPr lang="de-DE" altLang="en-US"/>
              <a:pPr/>
              <a:t>58</a:t>
            </a:fld>
            <a:endParaRPr lang="de-DE" altLang="en-US"/>
          </a:p>
        </p:txBody>
      </p:sp>
      <p:sp>
        <p:nvSpPr>
          <p:cNvPr id="829442" name="Rectangle 2"/>
          <p:cNvSpPr>
            <a:spLocks noGrp="1" noRot="1" noChangeAspect="1" noChangeArrowheads="1" noTextEdit="1"/>
          </p:cNvSpPr>
          <p:nvPr>
            <p:ph type="sldImg"/>
          </p:nvPr>
        </p:nvSpPr>
        <p:spPr>
          <a:xfrm>
            <a:off x="1085850" y="869950"/>
            <a:ext cx="4622800" cy="3467100"/>
          </a:xfrm>
          <a:ln/>
        </p:spPr>
      </p:sp>
      <p:sp>
        <p:nvSpPr>
          <p:cNvPr id="829443" name="Rectangle 3"/>
          <p:cNvSpPr>
            <a:spLocks noGrp="1" noChangeArrowheads="1"/>
          </p:cNvSpPr>
          <p:nvPr>
            <p:ph type="body" idx="1"/>
          </p:nvPr>
        </p:nvSpPr>
        <p:spPr/>
        <p:txBody>
          <a:bodyPr/>
          <a:lstStyle/>
          <a:p>
            <a:endParaRPr lang="en-US" altLang="zh-CN">
              <a:ea typeface="SimSun" panose="02010600030101010101" pitchFamily="2" charset="-122"/>
            </a:endParaRPr>
          </a:p>
        </p:txBody>
      </p:sp>
    </p:spTree>
    <p:extLst>
      <p:ext uri="{BB962C8B-B14F-4D97-AF65-F5344CB8AC3E}">
        <p14:creationId xmlns:p14="http://schemas.microsoft.com/office/powerpoint/2010/main" val="378423642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24322" name="Rectangle 2"/>
          <p:cNvSpPr>
            <a:spLocks noGrp="1" noChangeArrowheads="1"/>
          </p:cNvSpPr>
          <p:nvPr>
            <p:ph type="ctrTitle"/>
          </p:nvPr>
        </p:nvSpPr>
        <p:spPr>
          <a:xfrm>
            <a:off x="431800" y="77788"/>
            <a:ext cx="8280400" cy="1550987"/>
          </a:xfrm>
        </p:spPr>
        <p:txBody>
          <a:bodyPr/>
          <a:lstStyle>
            <a:lvl1pPr>
              <a:defRPr sz="4800"/>
            </a:lvl1pPr>
          </a:lstStyle>
          <a:p>
            <a:pPr lvl="0"/>
            <a:r>
              <a:rPr lang="en-GB" altLang="zh-CN" noProof="0"/>
              <a:t>title</a:t>
            </a:r>
          </a:p>
        </p:txBody>
      </p:sp>
      <p:sp>
        <p:nvSpPr>
          <p:cNvPr id="824323" name="Rectangle 3"/>
          <p:cNvSpPr>
            <a:spLocks noGrp="1" noChangeArrowheads="1"/>
          </p:cNvSpPr>
          <p:nvPr>
            <p:ph type="subTitle" idx="1"/>
          </p:nvPr>
        </p:nvSpPr>
        <p:spPr>
          <a:xfrm>
            <a:off x="431800" y="1773238"/>
            <a:ext cx="4968875" cy="1655762"/>
          </a:xfrm>
          <a:extLst>
            <a:ext uri="{91240B29-F687-4F45-9708-019B960494DF}">
              <a14:hiddenLine xmlns:a14="http://schemas.microsoft.com/office/drawing/2010/main" w="9525">
                <a:solidFill>
                  <a:schemeClr val="tx1"/>
                </a:solidFill>
                <a:miter lim="800000"/>
                <a:headEnd/>
                <a:tailEnd/>
              </a14:hiddenLine>
            </a:ext>
          </a:extLst>
        </p:spPr>
        <p:txBody>
          <a:bodyPr tIns="45720" rIns="54000" bIns="45720"/>
          <a:lstStyle>
            <a:lvl1pPr marL="0" indent="0">
              <a:buFont typeface="Arial" panose="020B0604020202020204" pitchFamily="34" charset="0"/>
              <a:buNone/>
              <a:defRPr>
                <a:solidFill>
                  <a:schemeClr val="tx1"/>
                </a:solidFill>
              </a:defRPr>
            </a:lvl1pPr>
          </a:lstStyle>
          <a:p>
            <a:pPr lvl="0"/>
            <a:r>
              <a:rPr lang="en-GB" altLang="zh-CN" noProof="0"/>
              <a:t>sub-title</a:t>
            </a:r>
          </a:p>
        </p:txBody>
      </p:sp>
      <p:sp>
        <p:nvSpPr>
          <p:cNvPr id="824324" name="Rectangle 4"/>
          <p:cNvSpPr>
            <a:spLocks noGrp="1" noChangeArrowheads="1"/>
          </p:cNvSpPr>
          <p:nvPr>
            <p:ph type="ftr" sz="quarter" idx="3"/>
          </p:nvPr>
        </p:nvSpPr>
        <p:spPr bwMode="auto">
          <a:xfrm>
            <a:off x="6372225" y="5229225"/>
            <a:ext cx="2270125" cy="1368425"/>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9600">
                <a:solidFill>
                  <a:schemeClr val="tx1"/>
                </a:solidFill>
              </a:defRPr>
            </a:lvl1pPr>
          </a:lstStyle>
          <a:p>
            <a:endParaRPr lang="fr-FR" altLang="en-US"/>
          </a:p>
        </p:txBody>
      </p:sp>
      <p:pic>
        <p:nvPicPr>
          <p:cNvPr id="824325" name="Picture 5" descr="Logo SE A4 Blan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227763" y="5734050"/>
            <a:ext cx="2576512" cy="941388"/>
          </a:xfrm>
          <a:prstGeom prst="rect">
            <a:avLst/>
          </a:prstGeom>
          <a:noFill/>
          <a:extLst>
            <a:ext uri="{909E8E84-426E-40DD-AFC4-6F175D3DCCD1}">
              <a14:hiddenFill xmlns:a14="http://schemas.microsoft.com/office/drawing/2010/main">
                <a:solidFill>
                  <a:srgbClr val="FFFFFF"/>
                </a:solidFill>
              </a14:hiddenFill>
            </a:ext>
          </a:extLst>
        </p:spPr>
      </p:pic>
    </p:spTree>
  </p:cSld>
  <p:clrMapOvr>
    <a:overrideClrMapping bg1="dk2" tx1="lt1" bg2="dk1" tx2="lt2" accent1="accent1" accent2="accent2" accent3="accent3" accent4="accent4" accent5="accent5" accent6="accent6" hlink="hlink" folHlink="folHlink"/>
  </p:clrMapOvr>
  <p:transition spd="med">
    <p:wipe dir="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8222535"/>
      </p:ext>
    </p:extLst>
  </p:cSld>
  <p:clrMapOvr>
    <a:masterClrMapping/>
  </p:clrMapOvr>
  <p:transition spd="med">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Edit Master text styles</a:t>
            </a:r>
          </a:p>
        </p:txBody>
      </p:sp>
    </p:spTree>
    <p:extLst>
      <p:ext uri="{BB962C8B-B14F-4D97-AF65-F5344CB8AC3E}">
        <p14:creationId xmlns:p14="http://schemas.microsoft.com/office/powerpoint/2010/main" val="4232696827"/>
      </p:ext>
    </p:extLst>
  </p:cSld>
  <p:clrMapOvr>
    <a:masterClrMapping/>
  </p:clrMapOvr>
  <p:transition spd="med">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31800" y="1773238"/>
            <a:ext cx="4064000" cy="452596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773238"/>
            <a:ext cx="4064000" cy="452596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02571654"/>
      </p:ext>
    </p:extLst>
  </p:cSld>
  <p:clrMapOvr>
    <a:masterClrMapping/>
  </p:clrMapOvr>
  <p:transition spd="med">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65050409"/>
      </p:ext>
    </p:extLst>
  </p:cSld>
  <p:clrMapOvr>
    <a:masterClrMapping/>
  </p:clrMapOvr>
  <p:transition spd="med">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096793938"/>
      </p:ext>
    </p:extLst>
  </p:cSld>
  <p:clrMapOvr>
    <a:masterClrMapping/>
  </p:clrMapOvr>
  <p:transition spd="med">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210993764"/>
      </p:ext>
    </p:extLst>
  </p:cSld>
  <p:clrMapOvr>
    <a:masterClrMapping/>
  </p:clrMapOvr>
  <p:transition spd="med">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4230828246"/>
      </p:ext>
    </p:extLst>
  </p:cSld>
  <p:clrMapOvr>
    <a:masterClrMapping/>
  </p:clrMapOvr>
  <p:transition spd="med">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1313766090"/>
      </p:ext>
    </p:extLst>
  </p:cSld>
  <p:clrMapOvr>
    <a:masterClrMapping/>
  </p:clrMapOvr>
  <p:transition spd="med">
    <p:wipe dir="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3687401"/>
      </p:ext>
    </p:extLst>
  </p:cSld>
  <p:clrMapOvr>
    <a:masterClrMapping/>
  </p:clrMapOvr>
  <p:transition spd="med">
    <p:wipe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42100" y="77788"/>
            <a:ext cx="2070100" cy="622141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31800" y="77788"/>
            <a:ext cx="6057900" cy="6221412"/>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36942231"/>
      </p:ext>
    </p:extLst>
  </p:cSld>
  <p:clrMapOvr>
    <a:masterClrMapping/>
  </p:clrMapOvr>
  <p:transition spd="med">
    <p:wipe dir="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31800" y="77788"/>
            <a:ext cx="8280400" cy="1150937"/>
          </a:xfrm>
        </p:spPr>
        <p:txBody>
          <a:bodyPr/>
          <a:lstStyle/>
          <a:p>
            <a:r>
              <a:rPr lang="en-US"/>
              <a:t>Click to edit Master title style</a:t>
            </a:r>
          </a:p>
        </p:txBody>
      </p:sp>
      <p:sp>
        <p:nvSpPr>
          <p:cNvPr id="3" name="Text Placeholder 2"/>
          <p:cNvSpPr>
            <a:spLocks noGrp="1"/>
          </p:cNvSpPr>
          <p:nvPr>
            <p:ph type="body" sz="half" idx="1"/>
          </p:nvPr>
        </p:nvSpPr>
        <p:spPr>
          <a:xfrm>
            <a:off x="431800" y="1773238"/>
            <a:ext cx="4064000" cy="452596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773238"/>
            <a:ext cx="4064000" cy="452596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21838318"/>
      </p:ext>
    </p:extLst>
  </p:cSld>
  <p:clrMapOvr>
    <a:masterClrMapping/>
  </p:clrMapOvr>
  <p:transition spd="med">
    <p:wipe dir="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431800" y="77788"/>
            <a:ext cx="8280400" cy="622141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72305823"/>
      </p:ext>
    </p:extLst>
  </p:cSld>
  <p:clrMapOvr>
    <a:masterClrMapping/>
  </p:clrMapOvr>
  <p:transition spd="med">
    <p:wipe dir="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31800" y="77788"/>
            <a:ext cx="8280400" cy="1150937"/>
          </a:xfrm>
        </p:spPr>
        <p:txBody>
          <a:bodyPr/>
          <a:lstStyle/>
          <a:p>
            <a:r>
              <a:rPr lang="en-US"/>
              <a:t>Click to edit Master title style</a:t>
            </a:r>
          </a:p>
        </p:txBody>
      </p:sp>
      <p:sp>
        <p:nvSpPr>
          <p:cNvPr id="3" name="Table Placeholder 2"/>
          <p:cNvSpPr>
            <a:spLocks noGrp="1"/>
          </p:cNvSpPr>
          <p:nvPr>
            <p:ph type="tbl" idx="1"/>
          </p:nvPr>
        </p:nvSpPr>
        <p:spPr>
          <a:xfrm>
            <a:off x="431800" y="1773238"/>
            <a:ext cx="8280400" cy="4525962"/>
          </a:xfrm>
        </p:spPr>
        <p:txBody>
          <a:bodyPr/>
          <a:lstStyle/>
          <a:p>
            <a:endParaRPr lang="en-US"/>
          </a:p>
        </p:txBody>
      </p:sp>
    </p:spTree>
    <p:extLst>
      <p:ext uri="{BB962C8B-B14F-4D97-AF65-F5344CB8AC3E}">
        <p14:creationId xmlns:p14="http://schemas.microsoft.com/office/powerpoint/2010/main" val="3759459482"/>
      </p:ext>
    </p:extLst>
  </p:cSld>
  <p:clrMapOvr>
    <a:masterClrMapping/>
  </p:clrMapOvr>
  <p:transition spd="med">
    <p:wipe dir="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fourObj" preserve="1">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431800" y="77788"/>
            <a:ext cx="8280400" cy="1150937"/>
          </a:xfrm>
        </p:spPr>
        <p:txBody>
          <a:bodyPr/>
          <a:lstStyle/>
          <a:p>
            <a:r>
              <a:rPr lang="en-US"/>
              <a:t>Click to edit Master title style</a:t>
            </a:r>
          </a:p>
        </p:txBody>
      </p:sp>
      <p:sp>
        <p:nvSpPr>
          <p:cNvPr id="3" name="Content Placeholder 2"/>
          <p:cNvSpPr>
            <a:spLocks noGrp="1"/>
          </p:cNvSpPr>
          <p:nvPr>
            <p:ph sz="quarter" idx="1"/>
          </p:nvPr>
        </p:nvSpPr>
        <p:spPr>
          <a:xfrm>
            <a:off x="431800" y="1773238"/>
            <a:ext cx="4064000" cy="218598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773238"/>
            <a:ext cx="4064000" cy="218598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31800" y="4111625"/>
            <a:ext cx="4064000" cy="21875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4648200" y="4111625"/>
            <a:ext cx="4064000" cy="21875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11225440"/>
      </p:ext>
    </p:extLst>
  </p:cSld>
  <p:clrMapOvr>
    <a:masterClrMapping/>
  </p:clrMapOvr>
  <p:transition spd="med">
    <p:wipe dir="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823298" name="Rectangle 2"/>
          <p:cNvSpPr>
            <a:spLocks noChangeArrowheads="1"/>
          </p:cNvSpPr>
          <p:nvPr/>
        </p:nvSpPr>
        <p:spPr bwMode="auto">
          <a:xfrm>
            <a:off x="468313" y="6577013"/>
            <a:ext cx="822325" cy="122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defTabSz="661988" eaLnBrk="0" hangingPunct="0">
              <a:defRPr sz="2400">
                <a:solidFill>
                  <a:schemeClr val="tx1"/>
                </a:solidFill>
                <a:latin typeface="Times New Roman" panose="02020603050405020304" pitchFamily="18" charset="0"/>
              </a:defRPr>
            </a:lvl1pPr>
            <a:lvl2pPr marL="495300" defTabSz="661988" eaLnBrk="0" hangingPunct="0">
              <a:defRPr sz="2400">
                <a:solidFill>
                  <a:schemeClr val="tx1"/>
                </a:solidFill>
                <a:latin typeface="Times New Roman" panose="02020603050405020304" pitchFamily="18" charset="0"/>
              </a:defRPr>
            </a:lvl2pPr>
            <a:lvl3pPr marL="992188" defTabSz="661988" eaLnBrk="0" hangingPunct="0">
              <a:defRPr sz="2400">
                <a:solidFill>
                  <a:schemeClr val="tx1"/>
                </a:solidFill>
                <a:latin typeface="Times New Roman" panose="02020603050405020304" pitchFamily="18" charset="0"/>
              </a:defRPr>
            </a:lvl3pPr>
            <a:lvl4pPr marL="1487488" defTabSz="661988" eaLnBrk="0" hangingPunct="0">
              <a:defRPr sz="2400">
                <a:solidFill>
                  <a:schemeClr val="tx1"/>
                </a:solidFill>
                <a:latin typeface="Times New Roman" panose="02020603050405020304" pitchFamily="18" charset="0"/>
              </a:defRPr>
            </a:lvl4pPr>
            <a:lvl5pPr marL="1984375" defTabSz="661988" eaLnBrk="0" hangingPunct="0">
              <a:defRPr sz="2400">
                <a:solidFill>
                  <a:schemeClr val="tx1"/>
                </a:solidFill>
                <a:latin typeface="Times New Roman" panose="02020603050405020304" pitchFamily="18" charset="0"/>
              </a:defRPr>
            </a:lvl5pPr>
            <a:lvl6pPr marL="2441575" defTabSz="661988" eaLnBrk="0" fontAlgn="base" hangingPunct="0">
              <a:spcBef>
                <a:spcPct val="0"/>
              </a:spcBef>
              <a:spcAft>
                <a:spcPct val="0"/>
              </a:spcAft>
              <a:defRPr sz="2400">
                <a:solidFill>
                  <a:schemeClr val="tx1"/>
                </a:solidFill>
                <a:latin typeface="Times New Roman" panose="02020603050405020304" pitchFamily="18" charset="0"/>
              </a:defRPr>
            </a:lvl6pPr>
            <a:lvl7pPr marL="2898775" defTabSz="661988" eaLnBrk="0" fontAlgn="base" hangingPunct="0">
              <a:spcBef>
                <a:spcPct val="0"/>
              </a:spcBef>
              <a:spcAft>
                <a:spcPct val="0"/>
              </a:spcAft>
              <a:defRPr sz="2400">
                <a:solidFill>
                  <a:schemeClr val="tx1"/>
                </a:solidFill>
                <a:latin typeface="Times New Roman" panose="02020603050405020304" pitchFamily="18" charset="0"/>
              </a:defRPr>
            </a:lvl7pPr>
            <a:lvl8pPr marL="3355975" defTabSz="661988" eaLnBrk="0" fontAlgn="base" hangingPunct="0">
              <a:spcBef>
                <a:spcPct val="0"/>
              </a:spcBef>
              <a:spcAft>
                <a:spcPct val="0"/>
              </a:spcAft>
              <a:defRPr sz="2400">
                <a:solidFill>
                  <a:schemeClr val="tx1"/>
                </a:solidFill>
                <a:latin typeface="Times New Roman" panose="02020603050405020304" pitchFamily="18" charset="0"/>
              </a:defRPr>
            </a:lvl8pPr>
            <a:lvl9pPr marL="3813175" defTabSz="661988"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zh-CN" sz="800">
                <a:solidFill>
                  <a:schemeClr val="bg2"/>
                </a:solidFill>
                <a:latin typeface="Arial" panose="020B0604020202020204" pitchFamily="34" charset="0"/>
                <a:ea typeface="SimSun" panose="02010600030101010101" pitchFamily="2" charset="-122"/>
              </a:rPr>
              <a:t>Schneider Electric</a:t>
            </a:r>
          </a:p>
        </p:txBody>
      </p:sp>
      <p:sp>
        <p:nvSpPr>
          <p:cNvPr id="823299" name="Rectangle 3"/>
          <p:cNvSpPr>
            <a:spLocks noChangeArrowheads="1"/>
          </p:cNvSpPr>
          <p:nvPr/>
        </p:nvSpPr>
        <p:spPr bwMode="auto">
          <a:xfrm>
            <a:off x="8604250" y="6599238"/>
            <a:ext cx="288925" cy="69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defTabSz="661988" eaLnBrk="0" hangingPunct="0">
              <a:defRPr sz="2400">
                <a:solidFill>
                  <a:schemeClr val="tx1"/>
                </a:solidFill>
                <a:latin typeface="Times New Roman" panose="02020603050405020304" pitchFamily="18" charset="0"/>
              </a:defRPr>
            </a:lvl1pPr>
            <a:lvl2pPr marL="495300" defTabSz="661988" eaLnBrk="0" hangingPunct="0">
              <a:defRPr sz="2400">
                <a:solidFill>
                  <a:schemeClr val="tx1"/>
                </a:solidFill>
                <a:latin typeface="Times New Roman" panose="02020603050405020304" pitchFamily="18" charset="0"/>
              </a:defRPr>
            </a:lvl2pPr>
            <a:lvl3pPr marL="992188" defTabSz="661988" eaLnBrk="0" hangingPunct="0">
              <a:defRPr sz="2400">
                <a:solidFill>
                  <a:schemeClr val="tx1"/>
                </a:solidFill>
                <a:latin typeface="Times New Roman" panose="02020603050405020304" pitchFamily="18" charset="0"/>
              </a:defRPr>
            </a:lvl3pPr>
            <a:lvl4pPr marL="1487488" defTabSz="661988" eaLnBrk="0" hangingPunct="0">
              <a:defRPr sz="2400">
                <a:solidFill>
                  <a:schemeClr val="tx1"/>
                </a:solidFill>
                <a:latin typeface="Times New Roman" panose="02020603050405020304" pitchFamily="18" charset="0"/>
              </a:defRPr>
            </a:lvl4pPr>
            <a:lvl5pPr marL="1984375" defTabSz="661988" eaLnBrk="0" hangingPunct="0">
              <a:defRPr sz="2400">
                <a:solidFill>
                  <a:schemeClr val="tx1"/>
                </a:solidFill>
                <a:latin typeface="Times New Roman" panose="02020603050405020304" pitchFamily="18" charset="0"/>
              </a:defRPr>
            </a:lvl5pPr>
            <a:lvl6pPr marL="2441575" defTabSz="661988" eaLnBrk="0" fontAlgn="base" hangingPunct="0">
              <a:spcBef>
                <a:spcPct val="0"/>
              </a:spcBef>
              <a:spcAft>
                <a:spcPct val="0"/>
              </a:spcAft>
              <a:defRPr sz="2400">
                <a:solidFill>
                  <a:schemeClr val="tx1"/>
                </a:solidFill>
                <a:latin typeface="Times New Roman" panose="02020603050405020304" pitchFamily="18" charset="0"/>
              </a:defRPr>
            </a:lvl6pPr>
            <a:lvl7pPr marL="2898775" defTabSz="661988" eaLnBrk="0" fontAlgn="base" hangingPunct="0">
              <a:spcBef>
                <a:spcPct val="0"/>
              </a:spcBef>
              <a:spcAft>
                <a:spcPct val="0"/>
              </a:spcAft>
              <a:defRPr sz="2400">
                <a:solidFill>
                  <a:schemeClr val="tx1"/>
                </a:solidFill>
                <a:latin typeface="Times New Roman" panose="02020603050405020304" pitchFamily="18" charset="0"/>
              </a:defRPr>
            </a:lvl7pPr>
            <a:lvl8pPr marL="3355975" defTabSz="661988" eaLnBrk="0" fontAlgn="base" hangingPunct="0">
              <a:spcBef>
                <a:spcPct val="0"/>
              </a:spcBef>
              <a:spcAft>
                <a:spcPct val="0"/>
              </a:spcAft>
              <a:defRPr sz="2400">
                <a:solidFill>
                  <a:schemeClr val="tx1"/>
                </a:solidFill>
                <a:latin typeface="Times New Roman" panose="02020603050405020304" pitchFamily="18" charset="0"/>
              </a:defRPr>
            </a:lvl8pPr>
            <a:lvl9pPr marL="3813175" defTabSz="661988" eaLnBrk="0" fontAlgn="base" hangingPunct="0">
              <a:spcBef>
                <a:spcPct val="0"/>
              </a:spcBef>
              <a:spcAft>
                <a:spcPct val="0"/>
              </a:spcAft>
              <a:defRPr sz="2400">
                <a:solidFill>
                  <a:schemeClr val="tx1"/>
                </a:solidFill>
                <a:latin typeface="Times New Roman" panose="02020603050405020304" pitchFamily="18" charset="0"/>
              </a:defRPr>
            </a:lvl9pPr>
          </a:lstStyle>
          <a:p>
            <a:fld id="{BD916F3D-6566-476A-A91B-926E44DB182C}" type="slidenum">
              <a:rPr lang="fr-FR" altLang="en-US" sz="800">
                <a:solidFill>
                  <a:schemeClr val="bg2"/>
                </a:solidFill>
                <a:latin typeface="Arial" panose="020B0604020202020204" pitchFamily="34" charset="0"/>
              </a:rPr>
              <a:pPr/>
              <a:t>‹#›</a:t>
            </a:fld>
            <a:endParaRPr lang="fr-FR" altLang="en-US" sz="800">
              <a:solidFill>
                <a:schemeClr val="bg2"/>
              </a:solidFill>
              <a:latin typeface="Arial" panose="020B0604020202020204" pitchFamily="34" charset="0"/>
            </a:endParaRPr>
          </a:p>
        </p:txBody>
      </p:sp>
      <p:sp>
        <p:nvSpPr>
          <p:cNvPr id="823300" name="Rectangle 4"/>
          <p:cNvSpPr>
            <a:spLocks noGrp="1" noChangeArrowheads="1"/>
          </p:cNvSpPr>
          <p:nvPr>
            <p:ph type="body" idx="1"/>
          </p:nvPr>
        </p:nvSpPr>
        <p:spPr bwMode="auto">
          <a:xfrm>
            <a:off x="431800" y="1773238"/>
            <a:ext cx="8280400" cy="4525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D1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18000" bIns="10800" numCol="1" anchor="t" anchorCtr="0" compatLnSpc="1">
            <a:prstTxWarp prst="textNoShape">
              <a:avLst/>
            </a:prstTxWarp>
          </a:bodyPr>
          <a:lstStyle/>
          <a:p>
            <a:pPr lvl="0"/>
            <a:r>
              <a:rPr lang="en-GB" altLang="zh-CN"/>
              <a:t>First level</a:t>
            </a:r>
          </a:p>
          <a:p>
            <a:pPr lvl="1"/>
            <a:r>
              <a:rPr lang="en-GB" altLang="zh-CN"/>
              <a:t>Second level</a:t>
            </a:r>
          </a:p>
          <a:p>
            <a:pPr lvl="2"/>
            <a:r>
              <a:rPr lang="en-GB" altLang="zh-CN"/>
              <a:t>Third level</a:t>
            </a:r>
          </a:p>
        </p:txBody>
      </p:sp>
      <p:sp>
        <p:nvSpPr>
          <p:cNvPr id="823301" name="Rectangle 5"/>
          <p:cNvSpPr>
            <a:spLocks noGrp="1" noChangeArrowheads="1"/>
          </p:cNvSpPr>
          <p:nvPr>
            <p:ph type="title"/>
          </p:nvPr>
        </p:nvSpPr>
        <p:spPr bwMode="auto">
          <a:xfrm>
            <a:off x="431800" y="77788"/>
            <a:ext cx="8280400" cy="1150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0800" rIns="0" bIns="10800" numCol="1" anchor="ctr" anchorCtr="0" compatLnSpc="1">
            <a:prstTxWarp prst="textNoShape">
              <a:avLst/>
            </a:prstTxWarp>
          </a:bodyPr>
          <a:lstStyle/>
          <a:p>
            <a:pPr lvl="0"/>
            <a:r>
              <a:rPr lang="en-GB" altLang="zh-CN"/>
              <a:t>Title</a:t>
            </a:r>
          </a:p>
        </p:txBody>
      </p:sp>
      <p:sp>
        <p:nvSpPr>
          <p:cNvPr id="823302" name="Rectangle 6"/>
          <p:cNvSpPr>
            <a:spLocks noChangeArrowheads="1"/>
          </p:cNvSpPr>
          <p:nvPr/>
        </p:nvSpPr>
        <p:spPr bwMode="auto">
          <a:xfrm>
            <a:off x="1325563" y="6577013"/>
            <a:ext cx="1652587" cy="122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defTabSz="661988" eaLnBrk="0" hangingPunct="0">
              <a:defRPr sz="2400">
                <a:solidFill>
                  <a:schemeClr val="tx1"/>
                </a:solidFill>
                <a:latin typeface="Times New Roman" panose="02020603050405020304" pitchFamily="18" charset="0"/>
              </a:defRPr>
            </a:lvl1pPr>
            <a:lvl2pPr marL="495300" defTabSz="661988" eaLnBrk="0" hangingPunct="0">
              <a:defRPr sz="2400">
                <a:solidFill>
                  <a:schemeClr val="tx1"/>
                </a:solidFill>
                <a:latin typeface="Times New Roman" panose="02020603050405020304" pitchFamily="18" charset="0"/>
              </a:defRPr>
            </a:lvl2pPr>
            <a:lvl3pPr marL="992188" defTabSz="661988" eaLnBrk="0" hangingPunct="0">
              <a:defRPr sz="2400">
                <a:solidFill>
                  <a:schemeClr val="tx1"/>
                </a:solidFill>
                <a:latin typeface="Times New Roman" panose="02020603050405020304" pitchFamily="18" charset="0"/>
              </a:defRPr>
            </a:lvl3pPr>
            <a:lvl4pPr marL="1487488" defTabSz="661988" eaLnBrk="0" hangingPunct="0">
              <a:defRPr sz="2400">
                <a:solidFill>
                  <a:schemeClr val="tx1"/>
                </a:solidFill>
                <a:latin typeface="Times New Roman" panose="02020603050405020304" pitchFamily="18" charset="0"/>
              </a:defRPr>
            </a:lvl4pPr>
            <a:lvl5pPr marL="1984375" defTabSz="661988" eaLnBrk="0" hangingPunct="0">
              <a:defRPr sz="2400">
                <a:solidFill>
                  <a:schemeClr val="tx1"/>
                </a:solidFill>
                <a:latin typeface="Times New Roman" panose="02020603050405020304" pitchFamily="18" charset="0"/>
              </a:defRPr>
            </a:lvl5pPr>
            <a:lvl6pPr marL="2441575" defTabSz="661988" eaLnBrk="0" fontAlgn="base" hangingPunct="0">
              <a:spcBef>
                <a:spcPct val="0"/>
              </a:spcBef>
              <a:spcAft>
                <a:spcPct val="0"/>
              </a:spcAft>
              <a:defRPr sz="2400">
                <a:solidFill>
                  <a:schemeClr val="tx1"/>
                </a:solidFill>
                <a:latin typeface="Times New Roman" panose="02020603050405020304" pitchFamily="18" charset="0"/>
              </a:defRPr>
            </a:lvl6pPr>
            <a:lvl7pPr marL="2898775" defTabSz="661988" eaLnBrk="0" fontAlgn="base" hangingPunct="0">
              <a:spcBef>
                <a:spcPct val="0"/>
              </a:spcBef>
              <a:spcAft>
                <a:spcPct val="0"/>
              </a:spcAft>
              <a:defRPr sz="2400">
                <a:solidFill>
                  <a:schemeClr val="tx1"/>
                </a:solidFill>
                <a:latin typeface="Times New Roman" panose="02020603050405020304" pitchFamily="18" charset="0"/>
              </a:defRPr>
            </a:lvl7pPr>
            <a:lvl8pPr marL="3355975" defTabSz="661988" eaLnBrk="0" fontAlgn="base" hangingPunct="0">
              <a:spcBef>
                <a:spcPct val="0"/>
              </a:spcBef>
              <a:spcAft>
                <a:spcPct val="0"/>
              </a:spcAft>
              <a:defRPr sz="2400">
                <a:solidFill>
                  <a:schemeClr val="tx1"/>
                </a:solidFill>
                <a:latin typeface="Times New Roman" panose="02020603050405020304" pitchFamily="18" charset="0"/>
              </a:defRPr>
            </a:lvl8pPr>
            <a:lvl9pPr marL="3813175" defTabSz="661988"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zh-CN" sz="800">
                <a:solidFill>
                  <a:schemeClr val="bg2"/>
                </a:solidFill>
                <a:latin typeface="Arial" panose="020B0604020202020204" pitchFamily="34" charset="0"/>
                <a:ea typeface="SimSun" panose="02010600030101010101" pitchFamily="2" charset="-122"/>
              </a:rPr>
              <a:t>- Energy Automation - Name – Date </a:t>
            </a:r>
          </a:p>
        </p:txBody>
      </p:sp>
    </p:spTree>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 id="2147483665" r:id="rId14"/>
    <p:sldLayoutId id="2147483666" r:id="rId15"/>
  </p:sldLayoutIdLst>
  <p:transition spd="med">
    <p:wipe dir="r"/>
  </p:transition>
  <p:txStyles>
    <p:titleStyle>
      <a:lvl1pPr algn="l" rtl="0" fontAlgn="base">
        <a:spcBef>
          <a:spcPct val="0"/>
        </a:spcBef>
        <a:spcAft>
          <a:spcPct val="0"/>
        </a:spcAft>
        <a:defRPr sz="3600" kern="1200">
          <a:solidFill>
            <a:schemeClr val="accent1"/>
          </a:solidFill>
          <a:latin typeface="+mj-lt"/>
          <a:ea typeface="+mj-ea"/>
          <a:cs typeface="+mj-cs"/>
        </a:defRPr>
      </a:lvl1pPr>
      <a:lvl2pPr algn="l" rtl="0" fontAlgn="base">
        <a:spcBef>
          <a:spcPct val="0"/>
        </a:spcBef>
        <a:spcAft>
          <a:spcPct val="0"/>
        </a:spcAft>
        <a:defRPr sz="3600">
          <a:solidFill>
            <a:schemeClr val="accent1"/>
          </a:solidFill>
          <a:latin typeface="Arial" panose="020B0604020202020204" pitchFamily="34" charset="0"/>
        </a:defRPr>
      </a:lvl2pPr>
      <a:lvl3pPr algn="l" rtl="0" fontAlgn="base">
        <a:spcBef>
          <a:spcPct val="0"/>
        </a:spcBef>
        <a:spcAft>
          <a:spcPct val="0"/>
        </a:spcAft>
        <a:defRPr sz="3600">
          <a:solidFill>
            <a:schemeClr val="accent1"/>
          </a:solidFill>
          <a:latin typeface="Arial" panose="020B0604020202020204" pitchFamily="34" charset="0"/>
        </a:defRPr>
      </a:lvl3pPr>
      <a:lvl4pPr algn="l" rtl="0" fontAlgn="base">
        <a:spcBef>
          <a:spcPct val="0"/>
        </a:spcBef>
        <a:spcAft>
          <a:spcPct val="0"/>
        </a:spcAft>
        <a:defRPr sz="3600">
          <a:solidFill>
            <a:schemeClr val="accent1"/>
          </a:solidFill>
          <a:latin typeface="Arial" panose="020B0604020202020204" pitchFamily="34" charset="0"/>
        </a:defRPr>
      </a:lvl4pPr>
      <a:lvl5pPr algn="l" rtl="0" fontAlgn="base">
        <a:spcBef>
          <a:spcPct val="0"/>
        </a:spcBef>
        <a:spcAft>
          <a:spcPct val="0"/>
        </a:spcAft>
        <a:defRPr sz="3600">
          <a:solidFill>
            <a:schemeClr val="accent1"/>
          </a:solidFill>
          <a:latin typeface="Arial" panose="020B0604020202020204" pitchFamily="34" charset="0"/>
        </a:defRPr>
      </a:lvl5pPr>
      <a:lvl6pPr marL="457200" algn="l" rtl="0" fontAlgn="base">
        <a:spcBef>
          <a:spcPct val="0"/>
        </a:spcBef>
        <a:spcAft>
          <a:spcPct val="0"/>
        </a:spcAft>
        <a:defRPr sz="3600">
          <a:solidFill>
            <a:schemeClr val="accent1"/>
          </a:solidFill>
          <a:latin typeface="Arial" panose="020B0604020202020204" pitchFamily="34" charset="0"/>
        </a:defRPr>
      </a:lvl6pPr>
      <a:lvl7pPr marL="914400" algn="l" rtl="0" fontAlgn="base">
        <a:spcBef>
          <a:spcPct val="0"/>
        </a:spcBef>
        <a:spcAft>
          <a:spcPct val="0"/>
        </a:spcAft>
        <a:defRPr sz="3600">
          <a:solidFill>
            <a:schemeClr val="accent1"/>
          </a:solidFill>
          <a:latin typeface="Arial" panose="020B0604020202020204" pitchFamily="34" charset="0"/>
        </a:defRPr>
      </a:lvl7pPr>
      <a:lvl8pPr marL="1371600" algn="l" rtl="0" fontAlgn="base">
        <a:spcBef>
          <a:spcPct val="0"/>
        </a:spcBef>
        <a:spcAft>
          <a:spcPct val="0"/>
        </a:spcAft>
        <a:defRPr sz="3600">
          <a:solidFill>
            <a:schemeClr val="accent1"/>
          </a:solidFill>
          <a:latin typeface="Arial" panose="020B0604020202020204" pitchFamily="34" charset="0"/>
        </a:defRPr>
      </a:lvl8pPr>
      <a:lvl9pPr marL="1828800" algn="l" rtl="0" fontAlgn="base">
        <a:spcBef>
          <a:spcPct val="0"/>
        </a:spcBef>
        <a:spcAft>
          <a:spcPct val="0"/>
        </a:spcAft>
        <a:defRPr sz="3600">
          <a:solidFill>
            <a:schemeClr val="accent1"/>
          </a:solidFill>
          <a:latin typeface="Arial" panose="020B0604020202020204" pitchFamily="34" charset="0"/>
        </a:defRPr>
      </a:lvl9pPr>
    </p:titleStyle>
    <p:bodyStyle>
      <a:lvl1pPr marL="180975" indent="-180975" algn="l" rtl="0" fontAlgn="base">
        <a:spcBef>
          <a:spcPct val="20000"/>
        </a:spcBef>
        <a:spcAft>
          <a:spcPct val="0"/>
        </a:spcAft>
        <a:buClr>
          <a:schemeClr val="accent1"/>
        </a:buClr>
        <a:buFont typeface="Arial" panose="020B0604020202020204" pitchFamily="34" charset="0"/>
        <a:buChar char="●"/>
        <a:defRPr sz="2000" kern="1200">
          <a:solidFill>
            <a:schemeClr val="accent1"/>
          </a:solidFill>
          <a:latin typeface="+mn-lt"/>
          <a:ea typeface="+mn-ea"/>
          <a:cs typeface="+mn-cs"/>
        </a:defRPr>
      </a:lvl1pPr>
      <a:lvl2pPr marL="541338" indent="-180975" algn="l" rtl="0" fontAlgn="base">
        <a:spcBef>
          <a:spcPct val="20000"/>
        </a:spcBef>
        <a:spcAft>
          <a:spcPct val="0"/>
        </a:spcAft>
        <a:buClr>
          <a:schemeClr val="bg2"/>
        </a:buClr>
        <a:buFont typeface="Arial" panose="020B0604020202020204" pitchFamily="34" charset="0"/>
        <a:buChar char="●"/>
        <a:defRPr kern="1200">
          <a:solidFill>
            <a:schemeClr val="bg2"/>
          </a:solidFill>
          <a:latin typeface="+mn-lt"/>
          <a:ea typeface="+mn-ea"/>
          <a:cs typeface="+mn-cs"/>
        </a:defRPr>
      </a:lvl2pPr>
      <a:lvl3pPr marL="901700" indent="-84138" algn="l" rtl="0" fontAlgn="base">
        <a:spcBef>
          <a:spcPct val="20000"/>
        </a:spcBef>
        <a:spcAft>
          <a:spcPct val="0"/>
        </a:spcAft>
        <a:buClr>
          <a:schemeClr val="bg2"/>
        </a:buClr>
        <a:buFont typeface="Arial" panose="020B0604020202020204" pitchFamily="34" charset="0"/>
        <a:buChar char="●"/>
        <a:defRPr kern="1200">
          <a:solidFill>
            <a:schemeClr val="bg2"/>
          </a:solidFill>
          <a:latin typeface="+mn-lt"/>
          <a:ea typeface="+mn-ea"/>
          <a:cs typeface="+mn-cs"/>
        </a:defRPr>
      </a:lvl3pPr>
      <a:lvl4pPr marL="1751013" indent="-228600" algn="l" rtl="0" fontAlgn="base">
        <a:spcBef>
          <a:spcPct val="20000"/>
        </a:spcBef>
        <a:spcAft>
          <a:spcPct val="0"/>
        </a:spcAft>
        <a:buChar char="–"/>
        <a:defRPr sz="2000" kern="1200">
          <a:solidFill>
            <a:schemeClr val="tx1"/>
          </a:solidFill>
          <a:latin typeface="+mn-lt"/>
          <a:ea typeface="+mn-ea"/>
          <a:cs typeface="+mn-cs"/>
        </a:defRPr>
      </a:lvl4pPr>
      <a:lvl5pPr marL="21590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notesSlide" Target="../notesSlides/notesSlide11.xml"/><Relationship Id="rId7" Type="http://schemas.openxmlformats.org/officeDocument/2006/relationships/image" Target="../media/image9.wmf"/><Relationship Id="rId2" Type="http://schemas.openxmlformats.org/officeDocument/2006/relationships/slideLayout" Target="../slideLayouts/slideLayout4.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image" Target="../media/image8.emf"/><Relationship Id="rId4" Type="http://schemas.openxmlformats.org/officeDocument/2006/relationships/oleObject" Target="../embeddings/oleObject1.bin"/><Relationship Id="rId9" Type="http://schemas.openxmlformats.org/officeDocument/2006/relationships/image" Target="../media/image10.wmf"/></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6.xml"/><Relationship Id="rId1" Type="http://schemas.openxmlformats.org/officeDocument/2006/relationships/vmlDrawing" Target="../drawings/vmlDrawing3.vml"/><Relationship Id="rId5" Type="http://schemas.openxmlformats.org/officeDocument/2006/relationships/image" Target="../media/image12.emf"/><Relationship Id="rId4" Type="http://schemas.openxmlformats.org/officeDocument/2006/relationships/oleObject" Target="../embeddings/oleObject5.bin"/></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7" Type="http://schemas.openxmlformats.org/officeDocument/2006/relationships/image" Target="../media/image15.png"/><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image" Target="../media/image14.png"/><Relationship Id="rId5" Type="http://schemas.openxmlformats.org/officeDocument/2006/relationships/image" Target="../media/image13.emf"/><Relationship Id="rId4" Type="http://schemas.openxmlformats.org/officeDocument/2006/relationships/oleObject" Target="../embeddings/oleObject6.bin"/></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8" Type="http://schemas.openxmlformats.org/officeDocument/2006/relationships/oleObject" Target="../embeddings/oleObject9.bin"/><Relationship Id="rId3" Type="http://schemas.openxmlformats.org/officeDocument/2006/relationships/notesSlide" Target="../notesSlides/notesSlide23.xml"/><Relationship Id="rId7" Type="http://schemas.openxmlformats.org/officeDocument/2006/relationships/image" Target="../media/image17.wmf"/><Relationship Id="rId2" Type="http://schemas.openxmlformats.org/officeDocument/2006/relationships/slideLayout" Target="../slideLayouts/slideLayout6.xml"/><Relationship Id="rId1" Type="http://schemas.openxmlformats.org/officeDocument/2006/relationships/vmlDrawing" Target="../drawings/vmlDrawing5.vml"/><Relationship Id="rId6" Type="http://schemas.openxmlformats.org/officeDocument/2006/relationships/oleObject" Target="../embeddings/oleObject8.bin"/><Relationship Id="rId11" Type="http://schemas.openxmlformats.org/officeDocument/2006/relationships/image" Target="../media/image19.emf"/><Relationship Id="rId5" Type="http://schemas.openxmlformats.org/officeDocument/2006/relationships/image" Target="../media/image16.wmf"/><Relationship Id="rId10" Type="http://schemas.openxmlformats.org/officeDocument/2006/relationships/oleObject" Target="../embeddings/oleObject10.bin"/><Relationship Id="rId4" Type="http://schemas.openxmlformats.org/officeDocument/2006/relationships/oleObject" Target="../embeddings/oleObject7.bin"/><Relationship Id="rId9" Type="http://schemas.openxmlformats.org/officeDocument/2006/relationships/image" Target="../media/image18.wmf"/></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vmlDrawing" Target="../drawings/vmlDrawing6.vml"/><Relationship Id="rId5" Type="http://schemas.openxmlformats.org/officeDocument/2006/relationships/image" Target="../media/image20.emf"/><Relationship Id="rId4" Type="http://schemas.openxmlformats.org/officeDocument/2006/relationships/oleObject" Target="../embeddings/oleObject11.bin"/></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vmlDrawing" Target="../drawings/vmlDrawing7.vml"/><Relationship Id="rId5" Type="http://schemas.openxmlformats.org/officeDocument/2006/relationships/image" Target="../media/image21.emf"/><Relationship Id="rId4" Type="http://schemas.openxmlformats.org/officeDocument/2006/relationships/oleObject" Target="../embeddings/oleObject12.bin"/></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2.xml"/><Relationship Id="rId1" Type="http://schemas.openxmlformats.org/officeDocument/2006/relationships/vmlDrawing" Target="../drawings/vmlDrawing8.vml"/><Relationship Id="rId6" Type="http://schemas.openxmlformats.org/officeDocument/2006/relationships/image" Target="../media/image23.png"/><Relationship Id="rId5" Type="http://schemas.openxmlformats.org/officeDocument/2006/relationships/image" Target="../media/image22.wmf"/><Relationship Id="rId4" Type="http://schemas.openxmlformats.org/officeDocument/2006/relationships/oleObject" Target="../embeddings/oleObject13.bin"/></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8.xml"/><Relationship Id="rId1" Type="http://schemas.openxmlformats.org/officeDocument/2006/relationships/slideLayout" Target="../slideLayouts/slideLayout2.xml"/><Relationship Id="rId5" Type="http://schemas.openxmlformats.org/officeDocument/2006/relationships/image" Target="../media/image36.png"/><Relationship Id="rId4" Type="http://schemas.openxmlformats.org/officeDocument/2006/relationships/image" Target="../media/image35.png"/></Relationships>
</file>

<file path=ppt/slides/_rels/slide3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9.xml"/><Relationship Id="rId1" Type="http://schemas.openxmlformats.org/officeDocument/2006/relationships/slideLayout" Target="../slideLayouts/slideLayout2.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4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13.xml"/><Relationship Id="rId1" Type="http://schemas.openxmlformats.org/officeDocument/2006/relationships/vmlDrawing" Target="../drawings/vmlDrawing9.vml"/><Relationship Id="rId5" Type="http://schemas.openxmlformats.org/officeDocument/2006/relationships/image" Target="../media/image25.emf"/><Relationship Id="rId4" Type="http://schemas.openxmlformats.org/officeDocument/2006/relationships/oleObject" Target="../embeddings/oleObject14.bin"/></Relationships>
</file>

<file path=ppt/slides/_rels/slide4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2.xml"/><Relationship Id="rId1" Type="http://schemas.openxmlformats.org/officeDocument/2006/relationships/vmlDrawing" Target="../drawings/vmlDrawing10.vml"/><Relationship Id="rId5" Type="http://schemas.openxmlformats.org/officeDocument/2006/relationships/image" Target="../media/image26.emf"/><Relationship Id="rId4" Type="http://schemas.openxmlformats.org/officeDocument/2006/relationships/oleObject" Target="../embeddings/oleObject15.bin"/></Relationships>
</file>

<file path=ppt/slides/_rels/slide4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12.xml"/><Relationship Id="rId1" Type="http://schemas.openxmlformats.org/officeDocument/2006/relationships/vmlDrawing" Target="../drawings/vmlDrawing11.vml"/><Relationship Id="rId5" Type="http://schemas.openxmlformats.org/officeDocument/2006/relationships/image" Target="../media/image27.emf"/><Relationship Id="rId4" Type="http://schemas.openxmlformats.org/officeDocument/2006/relationships/oleObject" Target="../embeddings/oleObject16.bin"/></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12.xml"/><Relationship Id="rId1" Type="http://schemas.openxmlformats.org/officeDocument/2006/relationships/vmlDrawing" Target="../drawings/vmlDrawing12.vml"/><Relationship Id="rId5" Type="http://schemas.openxmlformats.org/officeDocument/2006/relationships/image" Target="../media/image28.emf"/><Relationship Id="rId4" Type="http://schemas.openxmlformats.org/officeDocument/2006/relationships/oleObject" Target="../embeddings/oleObject17.bin"/></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2.xml"/><Relationship Id="rId1" Type="http://schemas.openxmlformats.org/officeDocument/2006/relationships/vmlDrawing" Target="../drawings/vmlDrawing13.vml"/><Relationship Id="rId5" Type="http://schemas.openxmlformats.org/officeDocument/2006/relationships/image" Target="../media/image29.emf"/><Relationship Id="rId4" Type="http://schemas.openxmlformats.org/officeDocument/2006/relationships/oleObject" Target="../embeddings/oleObject18.bin"/></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2.xml"/><Relationship Id="rId1" Type="http://schemas.openxmlformats.org/officeDocument/2006/relationships/vmlDrawing" Target="../drawings/vmlDrawing14.vml"/><Relationship Id="rId5" Type="http://schemas.openxmlformats.org/officeDocument/2006/relationships/image" Target="../media/image30.emf"/><Relationship Id="rId4" Type="http://schemas.openxmlformats.org/officeDocument/2006/relationships/oleObject" Target="../embeddings/oleObject19.bin"/></Relationships>
</file>

<file path=ppt/slides/_rels/slide5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7250" name="Rectangle 2"/>
          <p:cNvSpPr>
            <a:spLocks noGrp="1" noChangeArrowheads="1"/>
          </p:cNvSpPr>
          <p:nvPr>
            <p:ph type="ctrTitle"/>
          </p:nvPr>
        </p:nvSpPr>
        <p:spPr>
          <a:xfrm>
            <a:off x="1331640" y="1340768"/>
            <a:ext cx="6588398" cy="1062707"/>
          </a:xfrm>
        </p:spPr>
        <p:txBody>
          <a:bodyPr/>
          <a:lstStyle/>
          <a:p>
            <a:r>
              <a:rPr lang="fr-FR" altLang="en-US" dirty="0"/>
              <a:t>Transformer Protection, </a:t>
            </a:r>
            <a:endParaRPr lang="en-GB" altLang="zh-CN" dirty="0">
              <a:ea typeface="SimSun" panose="02010600030101010101" pitchFamily="2" charset="-122"/>
            </a:endParaRPr>
          </a:p>
        </p:txBody>
      </p:sp>
      <p:sp>
        <p:nvSpPr>
          <p:cNvPr id="2" name="Subtitle 1">
            <a:extLst>
              <a:ext uri="{FF2B5EF4-FFF2-40B4-BE49-F238E27FC236}">
                <a16:creationId xmlns:a16="http://schemas.microsoft.com/office/drawing/2014/main" id="{DCC621BA-E81A-45E1-93DE-E4E65F6EEE2E}"/>
              </a:ext>
            </a:extLst>
          </p:cNvPr>
          <p:cNvSpPr>
            <a:spLocks noGrp="1"/>
          </p:cNvSpPr>
          <p:nvPr>
            <p:ph type="subTitle" idx="1"/>
          </p:nvPr>
        </p:nvSpPr>
        <p:spPr/>
        <p:txBody>
          <a:bodyPr/>
          <a:lstStyle/>
          <a:p>
            <a:endParaRPr lang="en-US"/>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7433" name="Rectangle 25"/>
          <p:cNvSpPr>
            <a:spLocks noGrp="1" noChangeArrowheads="1"/>
          </p:cNvSpPr>
          <p:nvPr>
            <p:ph type="title"/>
          </p:nvPr>
        </p:nvSpPr>
        <p:spPr/>
        <p:txBody>
          <a:bodyPr/>
          <a:lstStyle/>
          <a:p>
            <a:r>
              <a:rPr lang="fr-FR" altLang="en-US" sz="3200" dirty="0"/>
              <a:t>Transformer </a:t>
            </a:r>
            <a:r>
              <a:rPr lang="fr-FR" altLang="en-US" sz="3200" dirty="0" err="1"/>
              <a:t>Fault</a:t>
            </a:r>
            <a:r>
              <a:rPr lang="fr-FR" altLang="en-US" sz="3200" dirty="0"/>
              <a:t> </a:t>
            </a:r>
            <a:r>
              <a:rPr lang="fr-FR" altLang="en-US" sz="3200" dirty="0" err="1"/>
              <a:t>Categories</a:t>
            </a:r>
            <a:endParaRPr lang="fr-FR" altLang="en-US" sz="3200" dirty="0"/>
          </a:p>
        </p:txBody>
      </p:sp>
      <p:sp>
        <p:nvSpPr>
          <p:cNvPr id="657459" name="Rectangle 51"/>
          <p:cNvSpPr>
            <a:spLocks noChangeArrowheads="1"/>
          </p:cNvSpPr>
          <p:nvPr/>
        </p:nvSpPr>
        <p:spPr bwMode="auto">
          <a:xfrm>
            <a:off x="1511660" y="1988840"/>
            <a:ext cx="6935787" cy="26566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marL="457200" indent="-457200" algn="l">
              <a:lnSpc>
                <a:spcPct val="100000"/>
              </a:lnSpc>
              <a:spcBef>
                <a:spcPct val="65000"/>
              </a:spcBef>
              <a:buClrTx/>
              <a:buSzTx/>
              <a:buFontTx/>
              <a:buAutoNum type="arabicPeriod"/>
            </a:pPr>
            <a:r>
              <a:rPr lang="en-GB" altLang="en-US" sz="2400" i="0" dirty="0"/>
              <a:t>Winding and terminal faults</a:t>
            </a:r>
          </a:p>
          <a:p>
            <a:pPr algn="l">
              <a:lnSpc>
                <a:spcPct val="100000"/>
              </a:lnSpc>
              <a:spcBef>
                <a:spcPct val="65000"/>
              </a:spcBef>
              <a:buClrTx/>
              <a:buSzTx/>
              <a:buFontTx/>
              <a:buNone/>
            </a:pPr>
            <a:r>
              <a:rPr lang="en-GB" altLang="en-US" sz="2400" i="0" dirty="0"/>
              <a:t>2.  Sustained or un-cleared external faults</a:t>
            </a:r>
          </a:p>
          <a:p>
            <a:pPr algn="l">
              <a:lnSpc>
                <a:spcPct val="100000"/>
              </a:lnSpc>
              <a:spcBef>
                <a:spcPct val="65000"/>
              </a:spcBef>
              <a:buClrTx/>
              <a:buSzTx/>
              <a:buFontTx/>
              <a:buNone/>
            </a:pPr>
            <a:r>
              <a:rPr lang="en-GB" altLang="en-US" sz="2400" i="0" dirty="0"/>
              <a:t>3.  Abnormal operating conditions such as 	overload, overvoltage and over fluxing</a:t>
            </a:r>
          </a:p>
          <a:p>
            <a:pPr algn="l">
              <a:lnSpc>
                <a:spcPct val="100000"/>
              </a:lnSpc>
              <a:spcBef>
                <a:spcPct val="65000"/>
              </a:spcBef>
              <a:buClrTx/>
              <a:buSzTx/>
              <a:buFontTx/>
              <a:buNone/>
            </a:pPr>
            <a:r>
              <a:rPr lang="en-GB" altLang="en-US" sz="2400" i="0" dirty="0"/>
              <a:t>4.  Core faults</a:t>
            </a:r>
          </a:p>
        </p:txBody>
      </p:sp>
    </p:spTree>
    <p:extLst>
      <p:ext uri="{BB962C8B-B14F-4D97-AF65-F5344CB8AC3E}">
        <p14:creationId xmlns:p14="http://schemas.microsoft.com/office/powerpoint/2010/main" val="121912273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57459">
                                            <p:txEl>
                                              <p:pRg st="0" end="0"/>
                                            </p:txEl>
                                          </p:spTgt>
                                        </p:tgtEl>
                                        <p:attrNameLst>
                                          <p:attrName>style.visibility</p:attrName>
                                        </p:attrNameLst>
                                      </p:cBhvr>
                                      <p:to>
                                        <p:strVal val="visible"/>
                                      </p:to>
                                    </p:set>
                                    <p:animEffect transition="in" filter="blinds(horizontal)">
                                      <p:cBhvr>
                                        <p:cTn id="7" dur="500"/>
                                        <p:tgtEl>
                                          <p:spTgt spid="65745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657459">
                                            <p:txEl>
                                              <p:pRg st="1" end="1"/>
                                            </p:txEl>
                                          </p:spTgt>
                                        </p:tgtEl>
                                        <p:attrNameLst>
                                          <p:attrName>style.visibility</p:attrName>
                                        </p:attrNameLst>
                                      </p:cBhvr>
                                      <p:to>
                                        <p:strVal val="visible"/>
                                      </p:to>
                                    </p:set>
                                    <p:animEffect transition="in" filter="blinds(horizontal)">
                                      <p:cBhvr>
                                        <p:cTn id="12" dur="500"/>
                                        <p:tgtEl>
                                          <p:spTgt spid="65745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657459">
                                            <p:txEl>
                                              <p:pRg st="2" end="2"/>
                                            </p:txEl>
                                          </p:spTgt>
                                        </p:tgtEl>
                                        <p:attrNameLst>
                                          <p:attrName>style.visibility</p:attrName>
                                        </p:attrNameLst>
                                      </p:cBhvr>
                                      <p:to>
                                        <p:strVal val="visible"/>
                                      </p:to>
                                    </p:set>
                                    <p:animEffect transition="in" filter="blinds(horizontal)">
                                      <p:cBhvr>
                                        <p:cTn id="17" dur="500"/>
                                        <p:tgtEl>
                                          <p:spTgt spid="65745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657459">
                                            <p:txEl>
                                              <p:pRg st="3" end="3"/>
                                            </p:txEl>
                                          </p:spTgt>
                                        </p:tgtEl>
                                        <p:attrNameLst>
                                          <p:attrName>style.visibility</p:attrName>
                                        </p:attrNameLst>
                                      </p:cBhvr>
                                      <p:to>
                                        <p:strVal val="visible"/>
                                      </p:to>
                                    </p:set>
                                    <p:animEffect transition="in" filter="blinds(horizontal)">
                                      <p:cBhvr>
                                        <p:cTn id="22" dur="500"/>
                                        <p:tgtEl>
                                          <p:spTgt spid="65745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title"/>
          </p:nvPr>
        </p:nvSpPr>
        <p:spPr>
          <a:xfrm>
            <a:off x="431800" y="77789"/>
            <a:ext cx="8280400" cy="578904"/>
          </a:xfrm>
        </p:spPr>
        <p:txBody>
          <a:bodyPr/>
          <a:lstStyle/>
          <a:p>
            <a:r>
              <a:rPr lang="de-DE" dirty="0"/>
              <a:t>Transformer fault</a:t>
            </a:r>
            <a:endParaRPr lang="fr-FR" dirty="0"/>
          </a:p>
        </p:txBody>
      </p:sp>
      <p:pic>
        <p:nvPicPr>
          <p:cNvPr id="100356" name="Picture 4" descr="Öl-Transformator b"/>
          <p:cNvPicPr>
            <a:picLocks noChangeAspect="1" noChangeArrowheads="1"/>
          </p:cNvPicPr>
          <p:nvPr/>
        </p:nvPicPr>
        <p:blipFill>
          <a:blip r:embed="rId3" cstate="print"/>
          <a:srcRect/>
          <a:stretch>
            <a:fillRect/>
          </a:stretch>
        </p:blipFill>
        <p:spPr bwMode="auto">
          <a:xfrm>
            <a:off x="533400" y="1592796"/>
            <a:ext cx="3435350" cy="4254500"/>
          </a:xfrm>
          <a:prstGeom prst="rect">
            <a:avLst/>
          </a:prstGeom>
          <a:noFill/>
        </p:spPr>
      </p:pic>
      <p:sp>
        <p:nvSpPr>
          <p:cNvPr id="100357" name="Text Box 5" descr="Pergament"/>
          <p:cNvSpPr txBox="1">
            <a:spLocks noChangeArrowheads="1"/>
          </p:cNvSpPr>
          <p:nvPr/>
        </p:nvSpPr>
        <p:spPr bwMode="auto">
          <a:xfrm>
            <a:off x="4021877" y="1736812"/>
            <a:ext cx="4822130" cy="3541712"/>
          </a:xfrm>
          <a:prstGeom prst="rect">
            <a:avLst/>
          </a:prstGeom>
          <a:noFill/>
          <a:ln w="9525">
            <a:noFill/>
            <a:miter lim="800000"/>
            <a:headEnd type="none" w="sm" len="sm"/>
            <a:tailEnd type="none" w="sm" len="sm"/>
          </a:ln>
          <a:effectLst/>
        </p:spPr>
        <p:txBody>
          <a:bodyPr lIns="270000" tIns="180000" rIns="0"/>
          <a:lstStyle/>
          <a:p>
            <a:pPr eaLnBrk="0" hangingPunct="0">
              <a:spcBef>
                <a:spcPct val="50000"/>
              </a:spcBef>
              <a:buClr>
                <a:schemeClr val="accent1"/>
              </a:buClr>
              <a:buFont typeface="Arial" charset="0"/>
              <a:buChar char="●"/>
              <a:tabLst>
                <a:tab pos="381000" algn="l"/>
                <a:tab pos="762000" algn="l"/>
                <a:tab pos="2381250" algn="l"/>
                <a:tab pos="3048000" algn="l"/>
              </a:tabLst>
            </a:pPr>
            <a:r>
              <a:rPr lang="en-US" sz="1600" dirty="0">
                <a:sym typeface="Wingdings" pitchFamily="2" charset="2"/>
              </a:rPr>
              <a:t>	Electrical Loading</a:t>
            </a:r>
          </a:p>
          <a:p>
            <a:pPr eaLnBrk="0" hangingPunct="0">
              <a:spcBef>
                <a:spcPct val="50000"/>
              </a:spcBef>
              <a:buClr>
                <a:schemeClr val="accent1"/>
              </a:buClr>
              <a:buFont typeface="Arial" charset="0"/>
              <a:buNone/>
              <a:tabLst>
                <a:tab pos="381000" algn="l"/>
                <a:tab pos="762000" algn="l"/>
                <a:tab pos="2381250" algn="l"/>
                <a:tab pos="3048000" algn="l"/>
              </a:tabLst>
            </a:pPr>
            <a:r>
              <a:rPr lang="en-US" sz="1600" dirty="0">
                <a:sym typeface="Wingdings" pitchFamily="2" charset="2"/>
              </a:rPr>
              <a:t>	</a:t>
            </a:r>
            <a:r>
              <a:rPr lang="en-US" sz="1600" dirty="0">
                <a:solidFill>
                  <a:schemeClr val="accent1"/>
                </a:solidFill>
                <a:cs typeface="Arial" charset="0"/>
                <a:sym typeface="Wingdings" pitchFamily="2" charset="2"/>
              </a:rPr>
              <a:t>–</a:t>
            </a:r>
            <a:r>
              <a:rPr lang="en-US" sz="1600" dirty="0">
                <a:sym typeface="Wingdings" pitchFamily="2" charset="2"/>
              </a:rPr>
              <a:t>	Over voltages</a:t>
            </a:r>
          </a:p>
          <a:p>
            <a:pPr eaLnBrk="0" hangingPunct="0">
              <a:spcBef>
                <a:spcPct val="50000"/>
              </a:spcBef>
              <a:buClr>
                <a:schemeClr val="accent1"/>
              </a:buClr>
              <a:buFont typeface="Arial" charset="0"/>
              <a:buChar char="●"/>
              <a:tabLst>
                <a:tab pos="381000" algn="l"/>
                <a:tab pos="762000" algn="l"/>
                <a:tab pos="2381250" algn="l"/>
                <a:tab pos="3048000" algn="l"/>
              </a:tabLst>
            </a:pPr>
            <a:endParaRPr lang="en-US" sz="1600" dirty="0">
              <a:sym typeface="Wingdings" pitchFamily="2" charset="2"/>
            </a:endParaRPr>
          </a:p>
          <a:p>
            <a:pPr eaLnBrk="0" hangingPunct="0">
              <a:spcBef>
                <a:spcPct val="50000"/>
              </a:spcBef>
              <a:buClr>
                <a:schemeClr val="accent1"/>
              </a:buClr>
              <a:buFont typeface="Arial" charset="0"/>
              <a:buChar char="●"/>
              <a:tabLst>
                <a:tab pos="381000" algn="l"/>
                <a:tab pos="762000" algn="l"/>
                <a:tab pos="2381250" algn="l"/>
                <a:tab pos="3048000" algn="l"/>
              </a:tabLst>
            </a:pPr>
            <a:r>
              <a:rPr lang="en-US" sz="1600" dirty="0">
                <a:sym typeface="Wingdings" pitchFamily="2" charset="2"/>
              </a:rPr>
              <a:t>	Thermal Loading</a:t>
            </a:r>
          </a:p>
          <a:p>
            <a:pPr eaLnBrk="0" hangingPunct="0">
              <a:spcBef>
                <a:spcPct val="50000"/>
              </a:spcBef>
              <a:buClr>
                <a:schemeClr val="accent1"/>
              </a:buClr>
              <a:buFont typeface="Arial" charset="0"/>
              <a:buNone/>
              <a:tabLst>
                <a:tab pos="381000" algn="l"/>
                <a:tab pos="762000" algn="l"/>
                <a:tab pos="2381250" algn="l"/>
                <a:tab pos="3048000" algn="l"/>
              </a:tabLst>
            </a:pPr>
            <a:r>
              <a:rPr lang="en-US" sz="1600" dirty="0">
                <a:sym typeface="Wingdings" pitchFamily="2" charset="2"/>
              </a:rPr>
              <a:t>	</a:t>
            </a:r>
            <a:r>
              <a:rPr lang="en-US" sz="1600" dirty="0">
                <a:solidFill>
                  <a:schemeClr val="accent1"/>
                </a:solidFill>
                <a:cs typeface="Arial" charset="0"/>
                <a:sym typeface="Wingdings" pitchFamily="2" charset="2"/>
              </a:rPr>
              <a:t>–</a:t>
            </a:r>
            <a:r>
              <a:rPr lang="en-US" sz="1600" dirty="0">
                <a:sym typeface="Wingdings" pitchFamily="2" charset="2"/>
              </a:rPr>
              <a:t>	Aging of the Insulation</a:t>
            </a:r>
          </a:p>
          <a:p>
            <a:pPr eaLnBrk="0" hangingPunct="0">
              <a:spcBef>
                <a:spcPct val="50000"/>
              </a:spcBef>
              <a:buClr>
                <a:schemeClr val="accent1"/>
              </a:buClr>
              <a:buFont typeface="Arial" charset="0"/>
              <a:buChar char="●"/>
              <a:tabLst>
                <a:tab pos="381000" algn="l"/>
                <a:tab pos="762000" algn="l"/>
                <a:tab pos="2381250" algn="l"/>
                <a:tab pos="3048000" algn="l"/>
              </a:tabLst>
            </a:pPr>
            <a:endParaRPr lang="en-US" sz="1600" dirty="0">
              <a:sym typeface="Wingdings" pitchFamily="2" charset="2"/>
            </a:endParaRPr>
          </a:p>
          <a:p>
            <a:pPr eaLnBrk="0" hangingPunct="0">
              <a:spcBef>
                <a:spcPct val="50000"/>
              </a:spcBef>
              <a:buClr>
                <a:schemeClr val="accent1"/>
              </a:buClr>
              <a:buFont typeface="Arial" charset="0"/>
              <a:buChar char="●"/>
              <a:tabLst>
                <a:tab pos="381000" algn="l"/>
                <a:tab pos="762000" algn="l"/>
                <a:tab pos="2381250" algn="l"/>
                <a:tab pos="3048000" algn="l"/>
              </a:tabLst>
            </a:pPr>
            <a:r>
              <a:rPr lang="en-US" sz="1600" dirty="0">
                <a:sym typeface="Wingdings" pitchFamily="2" charset="2"/>
              </a:rPr>
              <a:t>	Mechanical Load</a:t>
            </a:r>
          </a:p>
          <a:p>
            <a:pPr eaLnBrk="0" hangingPunct="0">
              <a:spcBef>
                <a:spcPct val="50000"/>
              </a:spcBef>
              <a:buClr>
                <a:schemeClr val="accent1"/>
              </a:buClr>
              <a:buFont typeface="Arial" charset="0"/>
              <a:buNone/>
              <a:tabLst>
                <a:tab pos="381000" algn="l"/>
                <a:tab pos="762000" algn="l"/>
                <a:tab pos="2381250" algn="l"/>
                <a:tab pos="3048000" algn="l"/>
              </a:tabLst>
            </a:pPr>
            <a:r>
              <a:rPr lang="en-US" sz="1600" dirty="0">
                <a:sym typeface="Wingdings" pitchFamily="2" charset="2"/>
              </a:rPr>
              <a:t>	</a:t>
            </a:r>
            <a:r>
              <a:rPr lang="en-US" sz="1600" dirty="0">
                <a:solidFill>
                  <a:schemeClr val="accent1"/>
                </a:solidFill>
                <a:cs typeface="Arial" charset="0"/>
                <a:sym typeface="Wingdings" pitchFamily="2" charset="2"/>
              </a:rPr>
              <a:t>–</a:t>
            </a:r>
            <a:r>
              <a:rPr lang="en-US" sz="1600" dirty="0">
                <a:sym typeface="Wingdings" pitchFamily="2" charset="2"/>
              </a:rPr>
              <a:t>	Breaks near by the Terminals</a:t>
            </a:r>
          </a:p>
          <a:p>
            <a:pPr eaLnBrk="0" hangingPunct="0">
              <a:spcBef>
                <a:spcPct val="50000"/>
              </a:spcBef>
              <a:buClr>
                <a:schemeClr val="accent1"/>
              </a:buClr>
              <a:buFont typeface="Arial" charset="0"/>
              <a:buNone/>
              <a:tabLst>
                <a:tab pos="381000" algn="l"/>
                <a:tab pos="762000" algn="l"/>
                <a:tab pos="2381250" algn="l"/>
                <a:tab pos="3048000" algn="l"/>
              </a:tabLst>
            </a:pPr>
            <a:r>
              <a:rPr lang="en-US" sz="1600" dirty="0">
                <a:sym typeface="Wingdings" pitchFamily="2" charset="2"/>
              </a:rPr>
              <a:t>	</a:t>
            </a:r>
            <a:r>
              <a:rPr lang="en-US" sz="1600" dirty="0">
                <a:solidFill>
                  <a:schemeClr val="accent1"/>
                </a:solidFill>
                <a:cs typeface="Arial" charset="0"/>
                <a:sym typeface="Wingdings" pitchFamily="2" charset="2"/>
              </a:rPr>
              <a:t>–</a:t>
            </a:r>
            <a:r>
              <a:rPr lang="en-US" sz="1600" dirty="0">
                <a:sym typeface="Wingdings" pitchFamily="2" charset="2"/>
              </a:rPr>
              <a:t>	Breaks near by the On Load Tap changer</a:t>
            </a:r>
            <a:endParaRPr lang="de-DE" sz="1600" dirty="0">
              <a:sym typeface="Wingdings" pitchFamily="2" charset="2"/>
            </a:endParaRPr>
          </a:p>
        </p:txBody>
      </p:sp>
    </p:spTree>
    <p:extLst>
      <p:ext uri="{BB962C8B-B14F-4D97-AF65-F5344CB8AC3E}">
        <p14:creationId xmlns:p14="http://schemas.microsoft.com/office/powerpoint/2010/main" val="237974534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noChangeArrowheads="1"/>
          </p:cNvSpPr>
          <p:nvPr>
            <p:ph type="title"/>
          </p:nvPr>
        </p:nvSpPr>
        <p:spPr>
          <a:xfrm>
            <a:off x="431800" y="77788"/>
            <a:ext cx="8280400" cy="578903"/>
          </a:xfrm>
        </p:spPr>
        <p:txBody>
          <a:bodyPr/>
          <a:lstStyle/>
          <a:p>
            <a:r>
              <a:rPr lang="de-DE" sz="3200" dirty="0"/>
              <a:t>Transformer fault</a:t>
            </a:r>
            <a:endParaRPr lang="fr-FR" sz="2400" dirty="0"/>
          </a:p>
        </p:txBody>
      </p:sp>
      <p:sp>
        <p:nvSpPr>
          <p:cNvPr id="104451" name="Text Box 3"/>
          <p:cNvSpPr txBox="1">
            <a:spLocks noChangeArrowheads="1"/>
          </p:cNvSpPr>
          <p:nvPr/>
        </p:nvSpPr>
        <p:spPr bwMode="auto">
          <a:xfrm>
            <a:off x="490146" y="831850"/>
            <a:ext cx="8207375" cy="396875"/>
          </a:xfrm>
          <a:prstGeom prst="rect">
            <a:avLst/>
          </a:prstGeom>
          <a:noFill/>
          <a:ln w="9525" algn="ctr">
            <a:noFill/>
            <a:miter lim="800000"/>
            <a:headEnd/>
            <a:tailEnd/>
          </a:ln>
          <a:effectLst/>
        </p:spPr>
        <p:txBody>
          <a:bodyPr lIns="0" rIns="0">
            <a:spAutoFit/>
          </a:bodyPr>
          <a:lstStyle/>
          <a:p>
            <a:pPr eaLnBrk="0" hangingPunct="0">
              <a:spcBef>
                <a:spcPct val="50000"/>
              </a:spcBef>
            </a:pPr>
            <a:r>
              <a:rPr lang="de-DE" sz="2000" b="1" dirty="0"/>
              <a:t>Explosion at Load Tap Changer </a:t>
            </a:r>
            <a:endParaRPr lang="en-GB" sz="2000" b="1" dirty="0"/>
          </a:p>
        </p:txBody>
      </p:sp>
      <p:pic>
        <p:nvPicPr>
          <p:cNvPr id="104452" name="Picture 4" descr="IMG_0303"/>
          <p:cNvPicPr>
            <a:picLocks noChangeAspect="1" noChangeArrowheads="1"/>
          </p:cNvPicPr>
          <p:nvPr/>
        </p:nvPicPr>
        <p:blipFill>
          <a:blip r:embed="rId3" cstate="print"/>
          <a:srcRect/>
          <a:stretch>
            <a:fillRect/>
          </a:stretch>
        </p:blipFill>
        <p:spPr bwMode="auto">
          <a:xfrm>
            <a:off x="2147888" y="1627188"/>
            <a:ext cx="6527800" cy="4897437"/>
          </a:xfrm>
          <a:prstGeom prst="rect">
            <a:avLst/>
          </a:prstGeom>
          <a:noFill/>
          <a:ln w="9525">
            <a:noFill/>
            <a:miter lim="800000"/>
            <a:headEnd/>
            <a:tailEnd/>
          </a:ln>
        </p:spPr>
      </p:pic>
      <p:pic>
        <p:nvPicPr>
          <p:cNvPr id="104453" name="Picture 5" descr="IMG_0293"/>
          <p:cNvPicPr>
            <a:picLocks noChangeAspect="1" noChangeArrowheads="1"/>
          </p:cNvPicPr>
          <p:nvPr/>
        </p:nvPicPr>
        <p:blipFill>
          <a:blip r:embed="rId4" cstate="print"/>
          <a:srcRect/>
          <a:stretch>
            <a:fillRect/>
          </a:stretch>
        </p:blipFill>
        <p:spPr bwMode="auto">
          <a:xfrm>
            <a:off x="468313" y="1628775"/>
            <a:ext cx="3455987" cy="2592388"/>
          </a:xfrm>
          <a:prstGeom prst="rect">
            <a:avLst/>
          </a:prstGeom>
          <a:noFill/>
          <a:effectLst>
            <a:outerShdw dist="107763" dir="2700000" algn="ctr" rotWithShape="0">
              <a:schemeClr val="bg1"/>
            </a:outerShdw>
          </a:effectLst>
        </p:spPr>
      </p:pic>
    </p:spTree>
    <p:extLst>
      <p:ext uri="{BB962C8B-B14F-4D97-AF65-F5344CB8AC3E}">
        <p14:creationId xmlns:p14="http://schemas.microsoft.com/office/powerpoint/2010/main" val="308684679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3" name="Text Box 3"/>
          <p:cNvSpPr txBox="1">
            <a:spLocks noChangeArrowheads="1"/>
          </p:cNvSpPr>
          <p:nvPr/>
        </p:nvSpPr>
        <p:spPr bwMode="auto">
          <a:xfrm>
            <a:off x="431800" y="975691"/>
            <a:ext cx="8207375" cy="396875"/>
          </a:xfrm>
          <a:prstGeom prst="rect">
            <a:avLst/>
          </a:prstGeom>
          <a:noFill/>
          <a:ln w="9525" algn="ctr">
            <a:noFill/>
            <a:miter lim="800000"/>
            <a:headEnd/>
            <a:tailEnd/>
          </a:ln>
          <a:effectLst/>
        </p:spPr>
        <p:txBody>
          <a:bodyPr lIns="0" rIns="0">
            <a:spAutoFit/>
          </a:bodyPr>
          <a:lstStyle/>
          <a:p>
            <a:pPr eaLnBrk="0" hangingPunct="0">
              <a:spcBef>
                <a:spcPct val="50000"/>
              </a:spcBef>
            </a:pPr>
            <a:r>
              <a:rPr lang="en-US" sz="2000" b="1" dirty="0"/>
              <a:t>Mechanical Break near by the Terminals</a:t>
            </a:r>
            <a:endParaRPr lang="en-GB" sz="2000" b="1" dirty="0"/>
          </a:p>
        </p:txBody>
      </p:sp>
      <p:pic>
        <p:nvPicPr>
          <p:cNvPr id="102404" name="Picture 4" descr="Stromausfall-Niederrad-c"/>
          <p:cNvPicPr>
            <a:picLocks noChangeAspect="1" noChangeArrowheads="1"/>
          </p:cNvPicPr>
          <p:nvPr/>
        </p:nvPicPr>
        <p:blipFill>
          <a:blip r:embed="rId3" cstate="print"/>
          <a:srcRect/>
          <a:stretch>
            <a:fillRect/>
          </a:stretch>
        </p:blipFill>
        <p:spPr bwMode="auto">
          <a:xfrm>
            <a:off x="2117725" y="1489807"/>
            <a:ext cx="5046563" cy="5023706"/>
          </a:xfrm>
          <a:prstGeom prst="rect">
            <a:avLst/>
          </a:prstGeom>
          <a:noFill/>
        </p:spPr>
      </p:pic>
      <p:sp>
        <p:nvSpPr>
          <p:cNvPr id="6" name="Rectangle 2"/>
          <p:cNvSpPr>
            <a:spLocks noGrp="1" noChangeArrowheads="1"/>
          </p:cNvSpPr>
          <p:nvPr>
            <p:ph type="title"/>
          </p:nvPr>
        </p:nvSpPr>
        <p:spPr>
          <a:xfrm>
            <a:off x="431800" y="77789"/>
            <a:ext cx="8280400" cy="506896"/>
          </a:xfrm>
        </p:spPr>
        <p:txBody>
          <a:bodyPr/>
          <a:lstStyle/>
          <a:p>
            <a:r>
              <a:rPr lang="de-DE" sz="3200" dirty="0"/>
              <a:t>Transformer fault</a:t>
            </a:r>
            <a:endParaRPr lang="fr-FR" sz="2400" dirty="0"/>
          </a:p>
        </p:txBody>
      </p:sp>
    </p:spTree>
    <p:extLst>
      <p:ext uri="{BB962C8B-B14F-4D97-AF65-F5344CB8AC3E}">
        <p14:creationId xmlns:p14="http://schemas.microsoft.com/office/powerpoint/2010/main" val="135761182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ChangeArrowheads="1"/>
          </p:cNvSpPr>
          <p:nvPr>
            <p:ph type="title"/>
          </p:nvPr>
        </p:nvSpPr>
        <p:spPr>
          <a:xfrm>
            <a:off x="522288" y="92871"/>
            <a:ext cx="8280400" cy="707838"/>
          </a:xfrm>
        </p:spPr>
        <p:txBody>
          <a:bodyPr/>
          <a:lstStyle/>
          <a:p>
            <a:r>
              <a:rPr lang="de-DE" sz="3200" dirty="0"/>
              <a:t>Transformer fault types</a:t>
            </a:r>
            <a:endParaRPr lang="fr-FR" sz="2400" dirty="0"/>
          </a:p>
        </p:txBody>
      </p:sp>
      <p:pic>
        <p:nvPicPr>
          <p:cNvPr id="106500" name="Picture 4" descr="Fehlerarten"/>
          <p:cNvPicPr>
            <a:picLocks noChangeAspect="1" noChangeArrowheads="1"/>
          </p:cNvPicPr>
          <p:nvPr/>
        </p:nvPicPr>
        <p:blipFill>
          <a:blip r:embed="rId3" cstate="print"/>
          <a:srcRect/>
          <a:stretch>
            <a:fillRect/>
          </a:stretch>
        </p:blipFill>
        <p:spPr bwMode="auto">
          <a:xfrm>
            <a:off x="3984872" y="800709"/>
            <a:ext cx="4962525" cy="3803650"/>
          </a:xfrm>
          <a:prstGeom prst="rect">
            <a:avLst/>
          </a:prstGeom>
          <a:noFill/>
        </p:spPr>
      </p:pic>
      <p:sp>
        <p:nvSpPr>
          <p:cNvPr id="106501" name="Text Box 5" descr="Pergament"/>
          <p:cNvSpPr txBox="1">
            <a:spLocks noChangeArrowheads="1"/>
          </p:cNvSpPr>
          <p:nvPr/>
        </p:nvSpPr>
        <p:spPr bwMode="auto">
          <a:xfrm>
            <a:off x="446335" y="1292672"/>
            <a:ext cx="3538537" cy="4414837"/>
          </a:xfrm>
          <a:prstGeom prst="rect">
            <a:avLst/>
          </a:prstGeom>
          <a:noFill/>
          <a:ln w="9525">
            <a:noFill/>
            <a:miter lim="800000"/>
            <a:headEnd type="none" w="sm" len="sm"/>
            <a:tailEnd type="none" w="sm" len="sm"/>
          </a:ln>
          <a:effectLst/>
        </p:spPr>
        <p:txBody>
          <a:bodyPr lIns="270000" tIns="180000" rIns="0"/>
          <a:lstStyle/>
          <a:p>
            <a:pPr eaLnBrk="0" hangingPunct="0">
              <a:spcBef>
                <a:spcPct val="50000"/>
              </a:spcBef>
              <a:buClr>
                <a:schemeClr val="tx2"/>
              </a:buClr>
              <a:buSzPct val="80000"/>
              <a:buFont typeface="Wingdings" pitchFamily="2" charset="2"/>
              <a:buNone/>
              <a:tabLst>
                <a:tab pos="381000" algn="l"/>
                <a:tab pos="762000" algn="l"/>
                <a:tab pos="2381250" algn="l"/>
                <a:tab pos="3048000" algn="l"/>
              </a:tabLst>
            </a:pPr>
            <a:r>
              <a:rPr lang="en-US" sz="1600" dirty="0">
                <a:solidFill>
                  <a:schemeClr val="accent1"/>
                </a:solidFill>
                <a:sym typeface="Wingdings" pitchFamily="2" charset="2"/>
              </a:rPr>
              <a:t>Internal electrical faults:</a:t>
            </a:r>
          </a:p>
          <a:p>
            <a:pPr eaLnBrk="0" hangingPunct="0">
              <a:spcBef>
                <a:spcPct val="50000"/>
              </a:spcBef>
              <a:buClr>
                <a:schemeClr val="tx2"/>
              </a:buClr>
              <a:buSzPct val="80000"/>
              <a:buFont typeface="Wingdings" pitchFamily="2" charset="2"/>
              <a:buNone/>
              <a:tabLst>
                <a:tab pos="381000" algn="l"/>
                <a:tab pos="762000" algn="l"/>
                <a:tab pos="2381250" algn="l"/>
                <a:tab pos="3048000" algn="l"/>
              </a:tabLst>
            </a:pPr>
            <a:r>
              <a:rPr lang="en-US" sz="1600" b="1" dirty="0">
                <a:solidFill>
                  <a:schemeClr val="accent1"/>
                </a:solidFill>
                <a:sym typeface="Wingdings" pitchFamily="2" charset="2"/>
              </a:rPr>
              <a:t></a:t>
            </a:r>
            <a:r>
              <a:rPr lang="en-US" sz="1600" dirty="0">
                <a:sym typeface="Wingdings" pitchFamily="2" charset="2"/>
              </a:rPr>
              <a:t>	Phase to earth fault and </a:t>
            </a:r>
          </a:p>
          <a:p>
            <a:pPr eaLnBrk="0" hangingPunct="0">
              <a:spcBef>
                <a:spcPct val="50000"/>
              </a:spcBef>
              <a:buClr>
                <a:schemeClr val="tx2"/>
              </a:buClr>
              <a:buSzPct val="80000"/>
              <a:buFont typeface="Wingdings" pitchFamily="2" charset="2"/>
              <a:buNone/>
              <a:tabLst>
                <a:tab pos="381000" algn="l"/>
                <a:tab pos="762000" algn="l"/>
                <a:tab pos="2381250" algn="l"/>
                <a:tab pos="3048000" algn="l"/>
              </a:tabLst>
            </a:pPr>
            <a:r>
              <a:rPr lang="en-US" sz="1600" dirty="0">
                <a:sym typeface="Wingdings" pitchFamily="2" charset="2"/>
              </a:rPr>
              <a:t>       accordingly </a:t>
            </a:r>
            <a:r>
              <a:rPr lang="de-DE" sz="1600" dirty="0">
                <a:sym typeface="Wingdings" pitchFamily="2" charset="2"/>
              </a:rPr>
              <a:t>earth faults</a:t>
            </a:r>
            <a:endParaRPr lang="en-US" sz="1600" dirty="0">
              <a:sym typeface="Wingdings" pitchFamily="2" charset="2"/>
            </a:endParaRPr>
          </a:p>
          <a:p>
            <a:pPr eaLnBrk="0" hangingPunct="0">
              <a:spcBef>
                <a:spcPct val="50000"/>
              </a:spcBef>
              <a:buClr>
                <a:schemeClr val="tx2"/>
              </a:buClr>
              <a:buSzPct val="80000"/>
              <a:buFont typeface="Wingdings" pitchFamily="2" charset="2"/>
              <a:buNone/>
              <a:tabLst>
                <a:tab pos="381000" algn="l"/>
                <a:tab pos="762000" algn="l"/>
                <a:tab pos="2381250" algn="l"/>
                <a:tab pos="3048000" algn="l"/>
              </a:tabLst>
            </a:pPr>
            <a:r>
              <a:rPr lang="en-US" sz="1600" b="1" dirty="0">
                <a:solidFill>
                  <a:schemeClr val="accent1"/>
                </a:solidFill>
                <a:sym typeface="Wingdings" pitchFamily="2" charset="2"/>
              </a:rPr>
              <a:t></a:t>
            </a:r>
            <a:r>
              <a:rPr lang="en-US" sz="1600" dirty="0">
                <a:sym typeface="Wingdings" pitchFamily="2" charset="2"/>
              </a:rPr>
              <a:t>	Turn to turn faults</a:t>
            </a:r>
          </a:p>
          <a:p>
            <a:pPr eaLnBrk="0" hangingPunct="0">
              <a:spcBef>
                <a:spcPct val="50000"/>
              </a:spcBef>
              <a:buClr>
                <a:schemeClr val="tx2"/>
              </a:buClr>
              <a:buSzPct val="80000"/>
              <a:buFont typeface="Wingdings" pitchFamily="2" charset="2"/>
              <a:buNone/>
              <a:tabLst>
                <a:tab pos="381000" algn="l"/>
                <a:tab pos="762000" algn="l"/>
                <a:tab pos="2381250" algn="l"/>
                <a:tab pos="3048000" algn="l"/>
              </a:tabLst>
            </a:pPr>
            <a:r>
              <a:rPr lang="en-US" sz="1600" b="1" dirty="0">
                <a:solidFill>
                  <a:schemeClr val="accent1"/>
                </a:solidFill>
                <a:sym typeface="Wingdings" pitchFamily="2" charset="2"/>
              </a:rPr>
              <a:t></a:t>
            </a:r>
            <a:r>
              <a:rPr lang="en-US" sz="1600" dirty="0">
                <a:sym typeface="Wingdings" pitchFamily="2" charset="2"/>
              </a:rPr>
              <a:t>	Short Circuits between </a:t>
            </a:r>
            <a:r>
              <a:rPr lang="de-DE" sz="1600" dirty="0">
                <a:sym typeface="Wingdings" pitchFamily="2" charset="2"/>
              </a:rPr>
              <a:t>phases</a:t>
            </a:r>
            <a:endParaRPr lang="en-US" sz="1600" dirty="0">
              <a:sym typeface="Wingdings" pitchFamily="2" charset="2"/>
            </a:endParaRPr>
          </a:p>
          <a:p>
            <a:pPr eaLnBrk="0" hangingPunct="0">
              <a:spcBef>
                <a:spcPct val="50000"/>
              </a:spcBef>
              <a:buClr>
                <a:schemeClr val="tx2"/>
              </a:buClr>
              <a:buSzPct val="80000"/>
              <a:buFont typeface="Wingdings" pitchFamily="2" charset="2"/>
              <a:buNone/>
              <a:tabLst>
                <a:tab pos="381000" algn="l"/>
                <a:tab pos="762000" algn="l"/>
                <a:tab pos="2381250" algn="l"/>
                <a:tab pos="3048000" algn="l"/>
              </a:tabLst>
            </a:pPr>
            <a:br>
              <a:rPr lang="en-US" sz="1600" dirty="0">
                <a:solidFill>
                  <a:schemeClr val="accent1"/>
                </a:solidFill>
                <a:sym typeface="Wingdings" pitchFamily="2" charset="2"/>
              </a:rPr>
            </a:br>
            <a:r>
              <a:rPr lang="en-US" sz="1600" dirty="0">
                <a:solidFill>
                  <a:schemeClr val="accent1"/>
                </a:solidFill>
                <a:sym typeface="Wingdings" pitchFamily="2" charset="2"/>
              </a:rPr>
              <a:t>External electrical faults:</a:t>
            </a:r>
          </a:p>
          <a:p>
            <a:pPr eaLnBrk="0" hangingPunct="0">
              <a:spcBef>
                <a:spcPct val="50000"/>
              </a:spcBef>
              <a:buClr>
                <a:schemeClr val="tx2"/>
              </a:buClr>
              <a:buSzPct val="80000"/>
              <a:buFont typeface="Wingdings" pitchFamily="2" charset="2"/>
              <a:buNone/>
              <a:tabLst>
                <a:tab pos="381000" algn="l"/>
                <a:tab pos="762000" algn="l"/>
                <a:tab pos="2381250" algn="l"/>
                <a:tab pos="3048000" algn="l"/>
              </a:tabLst>
            </a:pPr>
            <a:r>
              <a:rPr lang="en-US" sz="1600" b="1" dirty="0">
                <a:solidFill>
                  <a:schemeClr val="accent1"/>
                </a:solidFill>
                <a:sym typeface="Wingdings" pitchFamily="2" charset="2"/>
              </a:rPr>
              <a:t></a:t>
            </a:r>
            <a:r>
              <a:rPr lang="en-US" sz="1600" dirty="0">
                <a:sym typeface="Wingdings" pitchFamily="2" charset="2"/>
              </a:rPr>
              <a:t>	Phase to earth fault and </a:t>
            </a:r>
          </a:p>
          <a:p>
            <a:pPr eaLnBrk="0" hangingPunct="0">
              <a:spcBef>
                <a:spcPct val="50000"/>
              </a:spcBef>
              <a:buClr>
                <a:schemeClr val="tx2"/>
              </a:buClr>
              <a:buSzPct val="80000"/>
              <a:buFont typeface="Wingdings" pitchFamily="2" charset="2"/>
              <a:buNone/>
              <a:tabLst>
                <a:tab pos="381000" algn="l"/>
                <a:tab pos="762000" algn="l"/>
                <a:tab pos="2381250" algn="l"/>
                <a:tab pos="3048000" algn="l"/>
              </a:tabLst>
            </a:pPr>
            <a:r>
              <a:rPr lang="en-US" sz="1600" dirty="0">
                <a:sym typeface="Wingdings" pitchFamily="2" charset="2"/>
              </a:rPr>
              <a:t>       accordingly earth faults</a:t>
            </a:r>
          </a:p>
          <a:p>
            <a:pPr eaLnBrk="0" hangingPunct="0">
              <a:spcBef>
                <a:spcPct val="50000"/>
              </a:spcBef>
              <a:buClr>
                <a:schemeClr val="tx2"/>
              </a:buClr>
              <a:buSzPct val="80000"/>
              <a:buFont typeface="Wingdings" pitchFamily="2" charset="2"/>
              <a:buNone/>
              <a:tabLst>
                <a:tab pos="381000" algn="l"/>
                <a:tab pos="762000" algn="l"/>
                <a:tab pos="2381250" algn="l"/>
                <a:tab pos="3048000" algn="l"/>
              </a:tabLst>
            </a:pPr>
            <a:r>
              <a:rPr lang="en-US" sz="1600" b="1" dirty="0">
                <a:solidFill>
                  <a:schemeClr val="accent1"/>
                </a:solidFill>
                <a:sym typeface="Wingdings" pitchFamily="2" charset="2"/>
              </a:rPr>
              <a:t></a:t>
            </a:r>
            <a:r>
              <a:rPr lang="en-US" sz="1600" dirty="0">
                <a:sym typeface="Wingdings" pitchFamily="2" charset="2"/>
              </a:rPr>
              <a:t>	Short Circuits between phases</a:t>
            </a:r>
          </a:p>
          <a:p>
            <a:pPr eaLnBrk="0" hangingPunct="0">
              <a:spcBef>
                <a:spcPct val="50000"/>
              </a:spcBef>
              <a:buClr>
                <a:schemeClr val="tx2"/>
              </a:buClr>
              <a:buSzPct val="80000"/>
              <a:buFont typeface="Wingdings" pitchFamily="2" charset="2"/>
              <a:buNone/>
              <a:tabLst>
                <a:tab pos="381000" algn="l"/>
                <a:tab pos="762000" algn="l"/>
                <a:tab pos="2381250" algn="l"/>
                <a:tab pos="3048000" algn="l"/>
              </a:tabLst>
            </a:pPr>
            <a:endParaRPr lang="en-US" sz="1600" dirty="0">
              <a:sym typeface="Wingdings" pitchFamily="2" charset="2"/>
            </a:endParaRPr>
          </a:p>
        </p:txBody>
      </p:sp>
      <p:sp>
        <p:nvSpPr>
          <p:cNvPr id="106502" name="Text Box 6" descr="Pergament"/>
          <p:cNvSpPr txBox="1">
            <a:spLocks noChangeArrowheads="1"/>
          </p:cNvSpPr>
          <p:nvPr/>
        </p:nvSpPr>
        <p:spPr bwMode="auto">
          <a:xfrm>
            <a:off x="4446712" y="4604359"/>
            <a:ext cx="4392488" cy="1087255"/>
          </a:xfrm>
          <a:prstGeom prst="rect">
            <a:avLst/>
          </a:prstGeom>
          <a:noFill/>
          <a:ln w="9525">
            <a:noFill/>
            <a:miter lim="800000"/>
            <a:headEnd type="none" w="sm" len="sm"/>
            <a:tailEnd type="none" w="sm" len="sm"/>
          </a:ln>
          <a:effectLst/>
        </p:spPr>
        <p:txBody>
          <a:bodyPr lIns="270000" tIns="180000" rIns="0"/>
          <a:lstStyle/>
          <a:p>
            <a:pPr eaLnBrk="0" hangingPunct="0">
              <a:spcBef>
                <a:spcPct val="50000"/>
              </a:spcBef>
              <a:buClr>
                <a:schemeClr val="tx2"/>
              </a:buClr>
              <a:buSzPct val="80000"/>
              <a:buFont typeface="Wingdings" pitchFamily="2" charset="2"/>
              <a:buNone/>
              <a:tabLst>
                <a:tab pos="381000" algn="l"/>
                <a:tab pos="762000" algn="l"/>
                <a:tab pos="2381250" algn="l"/>
                <a:tab pos="3048000" algn="l"/>
              </a:tabLst>
            </a:pPr>
            <a:r>
              <a:rPr lang="en-US" sz="1600" dirty="0">
                <a:solidFill>
                  <a:schemeClr val="accent1"/>
                </a:solidFill>
                <a:sym typeface="Wingdings" pitchFamily="2" charset="2"/>
              </a:rPr>
              <a:t>Non electrical faults:</a:t>
            </a:r>
          </a:p>
          <a:p>
            <a:pPr eaLnBrk="0" hangingPunct="0">
              <a:spcBef>
                <a:spcPct val="50000"/>
              </a:spcBef>
              <a:buClr>
                <a:schemeClr val="accent1"/>
              </a:buClr>
              <a:buFont typeface="Arial" charset="0"/>
              <a:buChar char="●"/>
              <a:tabLst>
                <a:tab pos="381000" algn="l"/>
                <a:tab pos="762000" algn="l"/>
                <a:tab pos="2381250" algn="l"/>
                <a:tab pos="3048000" algn="l"/>
              </a:tabLst>
            </a:pPr>
            <a:r>
              <a:rPr lang="en-US" sz="1600" dirty="0">
                <a:sym typeface="Wingdings" pitchFamily="2" charset="2"/>
              </a:rPr>
              <a:t>	Loss of the Oil Supply</a:t>
            </a:r>
          </a:p>
          <a:p>
            <a:pPr eaLnBrk="0" hangingPunct="0">
              <a:spcBef>
                <a:spcPct val="50000"/>
              </a:spcBef>
              <a:buClr>
                <a:schemeClr val="accent1"/>
              </a:buClr>
              <a:buFont typeface="Arial" charset="0"/>
              <a:buChar char="●"/>
              <a:tabLst>
                <a:tab pos="381000" algn="l"/>
                <a:tab pos="762000" algn="l"/>
                <a:tab pos="2381250" algn="l"/>
                <a:tab pos="3048000" algn="l"/>
              </a:tabLst>
            </a:pPr>
            <a:r>
              <a:rPr lang="en-US" sz="1600" dirty="0">
                <a:sym typeface="Wingdings" pitchFamily="2" charset="2"/>
              </a:rPr>
              <a:t>	Loss of the Cooling</a:t>
            </a:r>
          </a:p>
        </p:txBody>
      </p:sp>
    </p:spTree>
    <p:extLst>
      <p:ext uri="{BB962C8B-B14F-4D97-AF65-F5344CB8AC3E}">
        <p14:creationId xmlns:p14="http://schemas.microsoft.com/office/powerpoint/2010/main" val="64700076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06500"/>
                                        </p:tgtEl>
                                        <p:attrNameLst>
                                          <p:attrName>style.visibility</p:attrName>
                                        </p:attrNameLst>
                                      </p:cBhvr>
                                      <p:to>
                                        <p:strVal val="visible"/>
                                      </p:to>
                                    </p:set>
                                    <p:animEffect transition="in" filter="blinds(horizontal)">
                                      <p:cBhvr>
                                        <p:cTn id="7" dur="500"/>
                                        <p:tgtEl>
                                          <p:spTgt spid="10650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06501">
                                            <p:txEl>
                                              <p:pRg st="0" end="0"/>
                                            </p:txEl>
                                          </p:spTgt>
                                        </p:tgtEl>
                                        <p:attrNameLst>
                                          <p:attrName>style.visibility</p:attrName>
                                        </p:attrNameLst>
                                      </p:cBhvr>
                                      <p:to>
                                        <p:strVal val="visible"/>
                                      </p:to>
                                    </p:set>
                                    <p:animEffect transition="in" filter="blinds(horizontal)">
                                      <p:cBhvr>
                                        <p:cTn id="12" dur="500"/>
                                        <p:tgtEl>
                                          <p:spTgt spid="106501">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06501">
                                            <p:txEl>
                                              <p:pRg st="1" end="1"/>
                                            </p:txEl>
                                          </p:spTgt>
                                        </p:tgtEl>
                                        <p:attrNameLst>
                                          <p:attrName>style.visibility</p:attrName>
                                        </p:attrNameLst>
                                      </p:cBhvr>
                                      <p:to>
                                        <p:strVal val="visible"/>
                                      </p:to>
                                    </p:set>
                                    <p:animEffect transition="in" filter="blinds(horizontal)">
                                      <p:cBhvr>
                                        <p:cTn id="17" dur="500"/>
                                        <p:tgtEl>
                                          <p:spTgt spid="106501">
                                            <p:txEl>
                                              <p:pRg st="1" end="1"/>
                                            </p:txEl>
                                          </p:spTgt>
                                        </p:tgtEl>
                                      </p:cBhvr>
                                    </p:animEffect>
                                  </p:childTnLst>
                                </p:cTn>
                              </p:par>
                              <p:par>
                                <p:cTn id="18" presetID="3" presetClass="entr" presetSubtype="10" fill="hold" nodeType="withEffect">
                                  <p:stCondLst>
                                    <p:cond delay="0"/>
                                  </p:stCondLst>
                                  <p:childTnLst>
                                    <p:set>
                                      <p:cBhvr>
                                        <p:cTn id="19" dur="1" fill="hold">
                                          <p:stCondLst>
                                            <p:cond delay="0"/>
                                          </p:stCondLst>
                                        </p:cTn>
                                        <p:tgtEl>
                                          <p:spTgt spid="106501">
                                            <p:txEl>
                                              <p:pRg st="2" end="2"/>
                                            </p:txEl>
                                          </p:spTgt>
                                        </p:tgtEl>
                                        <p:attrNameLst>
                                          <p:attrName>style.visibility</p:attrName>
                                        </p:attrNameLst>
                                      </p:cBhvr>
                                      <p:to>
                                        <p:strVal val="visible"/>
                                      </p:to>
                                    </p:set>
                                    <p:animEffect transition="in" filter="blinds(horizontal)">
                                      <p:cBhvr>
                                        <p:cTn id="20" dur="500"/>
                                        <p:tgtEl>
                                          <p:spTgt spid="106501">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nodeType="clickEffect">
                                  <p:stCondLst>
                                    <p:cond delay="0"/>
                                  </p:stCondLst>
                                  <p:childTnLst>
                                    <p:set>
                                      <p:cBhvr>
                                        <p:cTn id="24" dur="1" fill="hold">
                                          <p:stCondLst>
                                            <p:cond delay="0"/>
                                          </p:stCondLst>
                                        </p:cTn>
                                        <p:tgtEl>
                                          <p:spTgt spid="106501">
                                            <p:txEl>
                                              <p:pRg st="3" end="3"/>
                                            </p:txEl>
                                          </p:spTgt>
                                        </p:tgtEl>
                                        <p:attrNameLst>
                                          <p:attrName>style.visibility</p:attrName>
                                        </p:attrNameLst>
                                      </p:cBhvr>
                                      <p:to>
                                        <p:strVal val="visible"/>
                                      </p:to>
                                    </p:set>
                                    <p:animEffect transition="in" filter="blinds(horizontal)">
                                      <p:cBhvr>
                                        <p:cTn id="25" dur="500"/>
                                        <p:tgtEl>
                                          <p:spTgt spid="106501">
                                            <p:txEl>
                                              <p:pRg st="3" end="3"/>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nodeType="clickEffect">
                                  <p:stCondLst>
                                    <p:cond delay="0"/>
                                  </p:stCondLst>
                                  <p:childTnLst>
                                    <p:set>
                                      <p:cBhvr>
                                        <p:cTn id="29" dur="1" fill="hold">
                                          <p:stCondLst>
                                            <p:cond delay="0"/>
                                          </p:stCondLst>
                                        </p:cTn>
                                        <p:tgtEl>
                                          <p:spTgt spid="106501">
                                            <p:txEl>
                                              <p:pRg st="4" end="4"/>
                                            </p:txEl>
                                          </p:spTgt>
                                        </p:tgtEl>
                                        <p:attrNameLst>
                                          <p:attrName>style.visibility</p:attrName>
                                        </p:attrNameLst>
                                      </p:cBhvr>
                                      <p:to>
                                        <p:strVal val="visible"/>
                                      </p:to>
                                    </p:set>
                                    <p:animEffect transition="in" filter="blinds(horizontal)">
                                      <p:cBhvr>
                                        <p:cTn id="30" dur="500"/>
                                        <p:tgtEl>
                                          <p:spTgt spid="106501">
                                            <p:txEl>
                                              <p:pRg st="4" end="4"/>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nodeType="clickEffect">
                                  <p:stCondLst>
                                    <p:cond delay="0"/>
                                  </p:stCondLst>
                                  <p:childTnLst>
                                    <p:set>
                                      <p:cBhvr>
                                        <p:cTn id="34" dur="1" fill="hold">
                                          <p:stCondLst>
                                            <p:cond delay="0"/>
                                          </p:stCondLst>
                                        </p:cTn>
                                        <p:tgtEl>
                                          <p:spTgt spid="106501">
                                            <p:txEl>
                                              <p:pRg st="5" end="5"/>
                                            </p:txEl>
                                          </p:spTgt>
                                        </p:tgtEl>
                                        <p:attrNameLst>
                                          <p:attrName>style.visibility</p:attrName>
                                        </p:attrNameLst>
                                      </p:cBhvr>
                                      <p:to>
                                        <p:strVal val="visible"/>
                                      </p:to>
                                    </p:set>
                                    <p:animEffect transition="in" filter="blinds(horizontal)">
                                      <p:cBhvr>
                                        <p:cTn id="35" dur="500"/>
                                        <p:tgtEl>
                                          <p:spTgt spid="106501">
                                            <p:txEl>
                                              <p:pRg st="5" end="5"/>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nodeType="clickEffect">
                                  <p:stCondLst>
                                    <p:cond delay="0"/>
                                  </p:stCondLst>
                                  <p:childTnLst>
                                    <p:set>
                                      <p:cBhvr>
                                        <p:cTn id="39" dur="1" fill="hold">
                                          <p:stCondLst>
                                            <p:cond delay="0"/>
                                          </p:stCondLst>
                                        </p:cTn>
                                        <p:tgtEl>
                                          <p:spTgt spid="106501">
                                            <p:txEl>
                                              <p:pRg st="6" end="6"/>
                                            </p:txEl>
                                          </p:spTgt>
                                        </p:tgtEl>
                                        <p:attrNameLst>
                                          <p:attrName>style.visibility</p:attrName>
                                        </p:attrNameLst>
                                      </p:cBhvr>
                                      <p:to>
                                        <p:strVal val="visible"/>
                                      </p:to>
                                    </p:set>
                                    <p:animEffect transition="in" filter="blinds(horizontal)">
                                      <p:cBhvr>
                                        <p:cTn id="40" dur="500"/>
                                        <p:tgtEl>
                                          <p:spTgt spid="106501">
                                            <p:txEl>
                                              <p:pRg st="6" end="6"/>
                                            </p:txEl>
                                          </p:spTgt>
                                        </p:tgtEl>
                                      </p:cBhvr>
                                    </p:animEffect>
                                  </p:childTnLst>
                                </p:cTn>
                              </p:par>
                              <p:par>
                                <p:cTn id="41" presetID="3" presetClass="entr" presetSubtype="10" fill="hold" nodeType="withEffect">
                                  <p:stCondLst>
                                    <p:cond delay="0"/>
                                  </p:stCondLst>
                                  <p:childTnLst>
                                    <p:set>
                                      <p:cBhvr>
                                        <p:cTn id="42" dur="1" fill="hold">
                                          <p:stCondLst>
                                            <p:cond delay="0"/>
                                          </p:stCondLst>
                                        </p:cTn>
                                        <p:tgtEl>
                                          <p:spTgt spid="106501">
                                            <p:txEl>
                                              <p:pRg st="7" end="7"/>
                                            </p:txEl>
                                          </p:spTgt>
                                        </p:tgtEl>
                                        <p:attrNameLst>
                                          <p:attrName>style.visibility</p:attrName>
                                        </p:attrNameLst>
                                      </p:cBhvr>
                                      <p:to>
                                        <p:strVal val="visible"/>
                                      </p:to>
                                    </p:set>
                                    <p:animEffect transition="in" filter="blinds(horizontal)">
                                      <p:cBhvr>
                                        <p:cTn id="43" dur="500"/>
                                        <p:tgtEl>
                                          <p:spTgt spid="106501">
                                            <p:txEl>
                                              <p:pRg st="7" end="7"/>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nodeType="clickEffect">
                                  <p:stCondLst>
                                    <p:cond delay="0"/>
                                  </p:stCondLst>
                                  <p:childTnLst>
                                    <p:set>
                                      <p:cBhvr>
                                        <p:cTn id="47" dur="1" fill="hold">
                                          <p:stCondLst>
                                            <p:cond delay="0"/>
                                          </p:stCondLst>
                                        </p:cTn>
                                        <p:tgtEl>
                                          <p:spTgt spid="106501">
                                            <p:txEl>
                                              <p:pRg st="8" end="8"/>
                                            </p:txEl>
                                          </p:spTgt>
                                        </p:tgtEl>
                                        <p:attrNameLst>
                                          <p:attrName>style.visibility</p:attrName>
                                        </p:attrNameLst>
                                      </p:cBhvr>
                                      <p:to>
                                        <p:strVal val="visible"/>
                                      </p:to>
                                    </p:set>
                                    <p:animEffect transition="in" filter="blinds(horizontal)">
                                      <p:cBhvr>
                                        <p:cTn id="48" dur="500"/>
                                        <p:tgtEl>
                                          <p:spTgt spid="106501">
                                            <p:txEl>
                                              <p:pRg st="8" end="8"/>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3" presetClass="entr" presetSubtype="10" fill="hold" grpId="0" nodeType="clickEffect">
                                  <p:stCondLst>
                                    <p:cond delay="0"/>
                                  </p:stCondLst>
                                  <p:childTnLst>
                                    <p:set>
                                      <p:cBhvr>
                                        <p:cTn id="52" dur="1" fill="hold">
                                          <p:stCondLst>
                                            <p:cond delay="0"/>
                                          </p:stCondLst>
                                        </p:cTn>
                                        <p:tgtEl>
                                          <p:spTgt spid="106502"/>
                                        </p:tgtEl>
                                        <p:attrNameLst>
                                          <p:attrName>style.visibility</p:attrName>
                                        </p:attrNameLst>
                                      </p:cBhvr>
                                      <p:to>
                                        <p:strVal val="visible"/>
                                      </p:to>
                                    </p:set>
                                    <p:animEffect transition="in" filter="blinds(horizontal)">
                                      <p:cBhvr>
                                        <p:cTn id="53" dur="500"/>
                                        <p:tgtEl>
                                          <p:spTgt spid="1065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50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73794" name="Picture 2" descr="logo AREVA blanc copie - copie"/>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575" y="47625"/>
            <a:ext cx="685800" cy="412750"/>
          </a:xfrm>
          <a:prstGeom prst="rect">
            <a:avLst/>
          </a:prstGeom>
          <a:noFill/>
          <a:extLst>
            <a:ext uri="{909E8E84-426E-40DD-AFC4-6F175D3DCCD1}">
              <a14:hiddenFill xmlns:a14="http://schemas.microsoft.com/office/drawing/2010/main">
                <a:solidFill>
                  <a:srgbClr val="FFFFFF"/>
                </a:solidFill>
              </a14:hiddenFill>
            </a:ext>
          </a:extLst>
        </p:spPr>
      </p:pic>
      <p:sp>
        <p:nvSpPr>
          <p:cNvPr id="673796" name="Rectangle 4"/>
          <p:cNvSpPr>
            <a:spLocks noGrp="1" noChangeArrowheads="1"/>
          </p:cNvSpPr>
          <p:nvPr>
            <p:ph type="title"/>
          </p:nvPr>
        </p:nvSpPr>
        <p:spPr>
          <a:xfrm>
            <a:off x="685800" y="2743200"/>
            <a:ext cx="7772400" cy="838200"/>
          </a:xfrm>
        </p:spPr>
        <p:txBody>
          <a:bodyPr/>
          <a:lstStyle/>
          <a:p>
            <a:r>
              <a:rPr lang="en-GB" altLang="en-US" sz="3300"/>
              <a:t>Overcurrent &amp; Earthfault Protection</a:t>
            </a:r>
          </a:p>
        </p:txBody>
      </p:sp>
    </p:spTree>
    <p:extLst>
      <p:ext uri="{BB962C8B-B14F-4D97-AF65-F5344CB8AC3E}">
        <p14:creationId xmlns:p14="http://schemas.microsoft.com/office/powerpoint/2010/main" val="162874708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4274" name="Rectangle 1026"/>
          <p:cNvSpPr>
            <a:spLocks noGrp="1" noChangeArrowheads="1"/>
          </p:cNvSpPr>
          <p:nvPr>
            <p:ph type="title"/>
          </p:nvPr>
        </p:nvSpPr>
        <p:spPr>
          <a:xfrm>
            <a:off x="431800" y="77789"/>
            <a:ext cx="8280400" cy="686916"/>
          </a:xfrm>
        </p:spPr>
        <p:txBody>
          <a:bodyPr/>
          <a:lstStyle/>
          <a:p>
            <a:r>
              <a:rPr lang="fr-FR" altLang="en-US" sz="3200" dirty="0"/>
              <a:t>Transformer </a:t>
            </a:r>
            <a:r>
              <a:rPr lang="fr-FR" altLang="en-US" sz="3200" dirty="0" err="1"/>
              <a:t>Overcurrent</a:t>
            </a:r>
            <a:r>
              <a:rPr lang="fr-FR" altLang="en-US" sz="3200" dirty="0"/>
              <a:t> Protection</a:t>
            </a:r>
          </a:p>
        </p:txBody>
      </p:sp>
      <p:sp>
        <p:nvSpPr>
          <p:cNvPr id="694277" name="Rectangle 1029"/>
          <p:cNvSpPr>
            <a:spLocks noGrp="1" noChangeArrowheads="1"/>
          </p:cNvSpPr>
          <p:nvPr>
            <p:ph type="body" idx="1"/>
          </p:nvPr>
        </p:nvSpPr>
        <p:spPr>
          <a:xfrm>
            <a:off x="1259632" y="1520788"/>
            <a:ext cx="7229475" cy="3527425"/>
          </a:xfrm>
          <a:noFill/>
          <a:ln/>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Lst>
        </p:spPr>
        <p:txBody>
          <a:bodyPr lIns="90488" tIns="44450" rIns="90488" bIns="44450"/>
          <a:lstStyle/>
          <a:p>
            <a:pPr marL="476250" indent="-476250">
              <a:spcBef>
                <a:spcPct val="60000"/>
              </a:spcBef>
              <a:buFont typeface="Wingdings 3" panose="05040102010807070707" pitchFamily="18" charset="2"/>
              <a:buNone/>
            </a:pPr>
            <a:r>
              <a:rPr lang="en-GB" altLang="en-US" dirty="0">
                <a:solidFill>
                  <a:schemeClr val="tx2"/>
                </a:solidFill>
              </a:rPr>
              <a:t>Requirements</a:t>
            </a:r>
          </a:p>
          <a:p>
            <a:pPr marL="1143000" lvl="1" indent="-476250">
              <a:spcBef>
                <a:spcPct val="60000"/>
              </a:spcBef>
              <a:buClr>
                <a:schemeClr val="tx2"/>
              </a:buClr>
              <a:buFont typeface="Wingdings 3" panose="05040102010807070707" pitchFamily="18" charset="2"/>
              <a:buChar char="u"/>
            </a:pPr>
            <a:r>
              <a:rPr lang="en-GB" altLang="en-US" sz="2000" dirty="0"/>
              <a:t>Fast operation for primary short circuits</a:t>
            </a:r>
          </a:p>
          <a:p>
            <a:pPr marL="1143000" lvl="1" indent="-476250">
              <a:spcBef>
                <a:spcPct val="60000"/>
              </a:spcBef>
              <a:buClr>
                <a:schemeClr val="tx2"/>
              </a:buClr>
              <a:buFont typeface="Wingdings 3" panose="05040102010807070707" pitchFamily="18" charset="2"/>
              <a:buChar char="u"/>
            </a:pPr>
            <a:r>
              <a:rPr lang="en-GB" altLang="en-US" sz="2000" dirty="0"/>
              <a:t>Discrimination with downstream protections</a:t>
            </a:r>
          </a:p>
          <a:p>
            <a:pPr marL="1143000" lvl="1" indent="-476250">
              <a:spcBef>
                <a:spcPct val="60000"/>
              </a:spcBef>
              <a:buClr>
                <a:schemeClr val="tx2"/>
              </a:buClr>
              <a:buFont typeface="Wingdings 3" panose="05040102010807070707" pitchFamily="18" charset="2"/>
              <a:buChar char="u"/>
            </a:pPr>
            <a:r>
              <a:rPr lang="en-GB" altLang="en-US" sz="2000" dirty="0"/>
              <a:t>Operation within transformer withstand</a:t>
            </a:r>
          </a:p>
          <a:p>
            <a:pPr marL="1143000" lvl="1" indent="-476250">
              <a:spcBef>
                <a:spcPct val="60000"/>
              </a:spcBef>
              <a:buClr>
                <a:schemeClr val="tx2"/>
              </a:buClr>
              <a:buFont typeface="Wingdings 3" panose="05040102010807070707" pitchFamily="18" charset="2"/>
              <a:buChar char="u"/>
            </a:pPr>
            <a:r>
              <a:rPr lang="en-GB" altLang="en-US" sz="2000" dirty="0"/>
              <a:t>Non-operation for short or long term overloads</a:t>
            </a:r>
          </a:p>
          <a:p>
            <a:pPr marL="1143000" lvl="1" indent="-476250">
              <a:spcBef>
                <a:spcPct val="60000"/>
              </a:spcBef>
              <a:buClr>
                <a:schemeClr val="tx2"/>
              </a:buClr>
              <a:buFont typeface="Wingdings 3" panose="05040102010807070707" pitchFamily="18" charset="2"/>
              <a:buChar char="u"/>
            </a:pPr>
            <a:r>
              <a:rPr lang="en-GB" altLang="en-US" sz="2000" dirty="0"/>
              <a:t>Non-operation for magnetising inrush</a:t>
            </a:r>
          </a:p>
        </p:txBody>
      </p:sp>
    </p:spTree>
    <p:extLst>
      <p:ext uri="{BB962C8B-B14F-4D97-AF65-F5344CB8AC3E}">
        <p14:creationId xmlns:p14="http://schemas.microsoft.com/office/powerpoint/2010/main" val="10169245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94277">
                                            <p:txEl>
                                              <p:pRg st="0" end="0"/>
                                            </p:txEl>
                                          </p:spTgt>
                                        </p:tgtEl>
                                        <p:attrNameLst>
                                          <p:attrName>style.visibility</p:attrName>
                                        </p:attrNameLst>
                                      </p:cBhvr>
                                      <p:to>
                                        <p:strVal val="visible"/>
                                      </p:to>
                                    </p:set>
                                    <p:animEffect transition="in" filter="blinds(horizontal)">
                                      <p:cBhvr>
                                        <p:cTn id="7" dur="500"/>
                                        <p:tgtEl>
                                          <p:spTgt spid="69427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94277">
                                            <p:txEl>
                                              <p:pRg st="1" end="1"/>
                                            </p:txEl>
                                          </p:spTgt>
                                        </p:tgtEl>
                                        <p:attrNameLst>
                                          <p:attrName>style.visibility</p:attrName>
                                        </p:attrNameLst>
                                      </p:cBhvr>
                                      <p:to>
                                        <p:strVal val="visible"/>
                                      </p:to>
                                    </p:set>
                                    <p:animEffect transition="in" filter="blinds(horizontal)">
                                      <p:cBhvr>
                                        <p:cTn id="12" dur="500"/>
                                        <p:tgtEl>
                                          <p:spTgt spid="69427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694277">
                                            <p:txEl>
                                              <p:pRg st="2" end="2"/>
                                            </p:txEl>
                                          </p:spTgt>
                                        </p:tgtEl>
                                        <p:attrNameLst>
                                          <p:attrName>style.visibility</p:attrName>
                                        </p:attrNameLst>
                                      </p:cBhvr>
                                      <p:to>
                                        <p:strVal val="visible"/>
                                      </p:to>
                                    </p:set>
                                    <p:animEffect transition="in" filter="blinds(horizontal)">
                                      <p:cBhvr>
                                        <p:cTn id="17" dur="500"/>
                                        <p:tgtEl>
                                          <p:spTgt spid="69427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694277">
                                            <p:txEl>
                                              <p:pRg st="3" end="3"/>
                                            </p:txEl>
                                          </p:spTgt>
                                        </p:tgtEl>
                                        <p:attrNameLst>
                                          <p:attrName>style.visibility</p:attrName>
                                        </p:attrNameLst>
                                      </p:cBhvr>
                                      <p:to>
                                        <p:strVal val="visible"/>
                                      </p:to>
                                    </p:set>
                                    <p:animEffect transition="in" filter="blinds(horizontal)">
                                      <p:cBhvr>
                                        <p:cTn id="22" dur="500"/>
                                        <p:tgtEl>
                                          <p:spTgt spid="69427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694277">
                                            <p:txEl>
                                              <p:pRg st="4" end="4"/>
                                            </p:txEl>
                                          </p:spTgt>
                                        </p:tgtEl>
                                        <p:attrNameLst>
                                          <p:attrName>style.visibility</p:attrName>
                                        </p:attrNameLst>
                                      </p:cBhvr>
                                      <p:to>
                                        <p:strVal val="visible"/>
                                      </p:to>
                                    </p:set>
                                    <p:animEffect transition="in" filter="blinds(horizontal)">
                                      <p:cBhvr>
                                        <p:cTn id="27" dur="500"/>
                                        <p:tgtEl>
                                          <p:spTgt spid="69427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694277">
                                            <p:txEl>
                                              <p:pRg st="5" end="5"/>
                                            </p:txEl>
                                          </p:spTgt>
                                        </p:tgtEl>
                                        <p:attrNameLst>
                                          <p:attrName>style.visibility</p:attrName>
                                        </p:attrNameLst>
                                      </p:cBhvr>
                                      <p:to>
                                        <p:strVal val="visible"/>
                                      </p:to>
                                    </p:set>
                                    <p:animEffect transition="in" filter="blinds(horizontal)">
                                      <p:cBhvr>
                                        <p:cTn id="32" dur="500"/>
                                        <p:tgtEl>
                                          <p:spTgt spid="69427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4277"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22" name="Rectangle 2"/>
          <p:cNvSpPr>
            <a:spLocks noGrp="1" noChangeArrowheads="1"/>
          </p:cNvSpPr>
          <p:nvPr>
            <p:ph type="title"/>
          </p:nvPr>
        </p:nvSpPr>
        <p:spPr>
          <a:xfrm>
            <a:off x="431800" y="77789"/>
            <a:ext cx="8280400" cy="1030630"/>
          </a:xfrm>
        </p:spPr>
        <p:txBody>
          <a:bodyPr/>
          <a:lstStyle/>
          <a:p>
            <a:r>
              <a:rPr lang="fr-FR" altLang="en-US" sz="3200" dirty="0"/>
              <a:t>Use of </a:t>
            </a:r>
            <a:r>
              <a:rPr lang="fr-FR" altLang="en-US" sz="3200" dirty="0" err="1"/>
              <a:t>Overcurrent</a:t>
            </a:r>
            <a:r>
              <a:rPr lang="fr-FR" altLang="en-US" sz="3200" dirty="0"/>
              <a:t> Protection</a:t>
            </a:r>
          </a:p>
        </p:txBody>
      </p:sp>
      <p:grpSp>
        <p:nvGrpSpPr>
          <p:cNvPr id="2" name="Group 1"/>
          <p:cNvGrpSpPr/>
          <p:nvPr/>
        </p:nvGrpSpPr>
        <p:grpSpPr>
          <a:xfrm>
            <a:off x="7086600" y="2609850"/>
            <a:ext cx="1852613" cy="1962150"/>
            <a:chOff x="7086600" y="2609850"/>
            <a:chExt cx="1852613" cy="1962150"/>
          </a:xfrm>
        </p:grpSpPr>
        <p:sp>
          <p:nvSpPr>
            <p:cNvPr id="696325" name="Rectangle 5"/>
            <p:cNvSpPr>
              <a:spLocks noChangeArrowheads="1"/>
            </p:cNvSpPr>
            <p:nvPr/>
          </p:nvSpPr>
          <p:spPr bwMode="auto">
            <a:xfrm>
              <a:off x="7186613" y="2609850"/>
              <a:ext cx="1752600" cy="1828800"/>
            </a:xfrm>
            <a:prstGeom prst="rect">
              <a:avLst/>
            </a:prstGeom>
            <a:gradFill rotWithShape="0">
              <a:gsLst>
                <a:gs pos="0">
                  <a:srgbClr val="A2C1FE"/>
                </a:gs>
                <a:gs pos="50000">
                  <a:srgbClr val="A2C1FE">
                    <a:gamma/>
                    <a:tint val="0"/>
                    <a:invGamma/>
                  </a:srgbClr>
                </a:gs>
                <a:gs pos="100000">
                  <a:srgbClr val="A2C1FE"/>
                </a:gs>
              </a:gsLst>
              <a:lin ang="2700000" scaled="1"/>
            </a:gra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96394" name="Line 74"/>
            <p:cNvSpPr>
              <a:spLocks noChangeShapeType="1"/>
            </p:cNvSpPr>
            <p:nvPr/>
          </p:nvSpPr>
          <p:spPr bwMode="auto">
            <a:xfrm>
              <a:off x="7205663" y="2628900"/>
              <a:ext cx="0" cy="192405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96395" name="Line 75"/>
            <p:cNvSpPr>
              <a:spLocks noChangeShapeType="1"/>
            </p:cNvSpPr>
            <p:nvPr/>
          </p:nvSpPr>
          <p:spPr bwMode="auto">
            <a:xfrm>
              <a:off x="7086600" y="4443413"/>
              <a:ext cx="1806575"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96396" name="Line 76"/>
            <p:cNvSpPr>
              <a:spLocks noChangeShapeType="1"/>
            </p:cNvSpPr>
            <p:nvPr/>
          </p:nvSpPr>
          <p:spPr bwMode="auto">
            <a:xfrm>
              <a:off x="8231188" y="4476750"/>
              <a:ext cx="0" cy="9525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96397" name="Line 77"/>
            <p:cNvSpPr>
              <a:spLocks noChangeShapeType="1"/>
            </p:cNvSpPr>
            <p:nvPr/>
          </p:nvSpPr>
          <p:spPr bwMode="auto">
            <a:xfrm>
              <a:off x="8686800" y="4476750"/>
              <a:ext cx="0" cy="9525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96398" name="Freeform 78"/>
            <p:cNvSpPr>
              <a:spLocks/>
            </p:cNvSpPr>
            <p:nvPr/>
          </p:nvSpPr>
          <p:spPr bwMode="auto">
            <a:xfrm>
              <a:off x="7451725" y="3089275"/>
              <a:ext cx="1249363" cy="1223963"/>
            </a:xfrm>
            <a:custGeom>
              <a:avLst/>
              <a:gdLst>
                <a:gd name="T0" fmla="*/ 0 w 787"/>
                <a:gd name="T1" fmla="*/ 0 h 771"/>
                <a:gd name="T2" fmla="*/ 21 w 787"/>
                <a:gd name="T3" fmla="*/ 68 h 771"/>
                <a:gd name="T4" fmla="*/ 41 w 787"/>
                <a:gd name="T5" fmla="*/ 118 h 771"/>
                <a:gd name="T6" fmla="*/ 81 w 787"/>
                <a:gd name="T7" fmla="*/ 170 h 771"/>
                <a:gd name="T8" fmla="*/ 126 w 787"/>
                <a:gd name="T9" fmla="*/ 223 h 771"/>
                <a:gd name="T10" fmla="*/ 175 w 787"/>
                <a:gd name="T11" fmla="*/ 272 h 771"/>
                <a:gd name="T12" fmla="*/ 219 w 787"/>
                <a:gd name="T13" fmla="*/ 309 h 771"/>
                <a:gd name="T14" fmla="*/ 262 w 787"/>
                <a:gd name="T15" fmla="*/ 341 h 771"/>
                <a:gd name="T16" fmla="*/ 332 w 787"/>
                <a:gd name="T17" fmla="*/ 380 h 771"/>
                <a:gd name="T18" fmla="*/ 410 w 787"/>
                <a:gd name="T19" fmla="*/ 411 h 771"/>
                <a:gd name="T20" fmla="*/ 492 w 787"/>
                <a:gd name="T21" fmla="*/ 429 h 771"/>
                <a:gd name="T22" fmla="*/ 492 w 787"/>
                <a:gd name="T23" fmla="*/ 770 h 771"/>
                <a:gd name="T24" fmla="*/ 786 w 787"/>
                <a:gd name="T25" fmla="*/ 770 h 7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7" h="771">
                  <a:moveTo>
                    <a:pt x="0" y="0"/>
                  </a:moveTo>
                  <a:lnTo>
                    <a:pt x="21" y="68"/>
                  </a:lnTo>
                  <a:lnTo>
                    <a:pt x="41" y="118"/>
                  </a:lnTo>
                  <a:lnTo>
                    <a:pt x="81" y="170"/>
                  </a:lnTo>
                  <a:lnTo>
                    <a:pt x="126" y="223"/>
                  </a:lnTo>
                  <a:lnTo>
                    <a:pt x="175" y="272"/>
                  </a:lnTo>
                  <a:lnTo>
                    <a:pt x="219" y="309"/>
                  </a:lnTo>
                  <a:lnTo>
                    <a:pt x="262" y="341"/>
                  </a:lnTo>
                  <a:lnTo>
                    <a:pt x="332" y="380"/>
                  </a:lnTo>
                  <a:lnTo>
                    <a:pt x="410" y="411"/>
                  </a:lnTo>
                  <a:lnTo>
                    <a:pt x="492" y="429"/>
                  </a:lnTo>
                  <a:lnTo>
                    <a:pt x="492" y="770"/>
                  </a:lnTo>
                  <a:lnTo>
                    <a:pt x="786" y="770"/>
                  </a:lnTo>
                </a:path>
              </a:pathLst>
            </a:custGeom>
            <a:noFill/>
            <a:ln w="50800" cap="rnd" cmpd="sng">
              <a:solidFill>
                <a:srgbClr val="0099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96399" name="Freeform 79"/>
            <p:cNvSpPr>
              <a:spLocks/>
            </p:cNvSpPr>
            <p:nvPr/>
          </p:nvSpPr>
          <p:spPr bwMode="auto">
            <a:xfrm>
              <a:off x="7650163" y="2943225"/>
              <a:ext cx="1238250" cy="654050"/>
            </a:xfrm>
            <a:custGeom>
              <a:avLst/>
              <a:gdLst>
                <a:gd name="T0" fmla="*/ 0 w 780"/>
                <a:gd name="T1" fmla="*/ 0 h 412"/>
                <a:gd name="T2" fmla="*/ 36 w 780"/>
                <a:gd name="T3" fmla="*/ 66 h 412"/>
                <a:gd name="T4" fmla="*/ 73 w 780"/>
                <a:gd name="T5" fmla="*/ 120 h 412"/>
                <a:gd name="T6" fmla="*/ 115 w 780"/>
                <a:gd name="T7" fmla="*/ 171 h 412"/>
                <a:gd name="T8" fmla="*/ 163 w 780"/>
                <a:gd name="T9" fmla="*/ 220 h 412"/>
                <a:gd name="T10" fmla="*/ 220 w 780"/>
                <a:gd name="T11" fmla="*/ 270 h 412"/>
                <a:gd name="T12" fmla="*/ 275 w 780"/>
                <a:gd name="T13" fmla="*/ 309 h 412"/>
                <a:gd name="T14" fmla="*/ 338 w 780"/>
                <a:gd name="T15" fmla="*/ 341 h 412"/>
                <a:gd name="T16" fmla="*/ 409 w 780"/>
                <a:gd name="T17" fmla="*/ 369 h 412"/>
                <a:gd name="T18" fmla="*/ 482 w 780"/>
                <a:gd name="T19" fmla="*/ 390 h 412"/>
                <a:gd name="T20" fmla="*/ 582 w 780"/>
                <a:gd name="T21" fmla="*/ 411 h 412"/>
                <a:gd name="T22" fmla="*/ 779 w 780"/>
                <a:gd name="T23" fmla="*/ 411 h 4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80" h="412">
                  <a:moveTo>
                    <a:pt x="0" y="0"/>
                  </a:moveTo>
                  <a:lnTo>
                    <a:pt x="36" y="66"/>
                  </a:lnTo>
                  <a:lnTo>
                    <a:pt x="73" y="120"/>
                  </a:lnTo>
                  <a:lnTo>
                    <a:pt x="115" y="171"/>
                  </a:lnTo>
                  <a:lnTo>
                    <a:pt x="163" y="220"/>
                  </a:lnTo>
                  <a:lnTo>
                    <a:pt x="220" y="270"/>
                  </a:lnTo>
                  <a:lnTo>
                    <a:pt x="275" y="309"/>
                  </a:lnTo>
                  <a:lnTo>
                    <a:pt x="338" y="341"/>
                  </a:lnTo>
                  <a:lnTo>
                    <a:pt x="409" y="369"/>
                  </a:lnTo>
                  <a:lnTo>
                    <a:pt x="482" y="390"/>
                  </a:lnTo>
                  <a:lnTo>
                    <a:pt x="582" y="411"/>
                  </a:lnTo>
                  <a:lnTo>
                    <a:pt x="779" y="411"/>
                  </a:lnTo>
                </a:path>
              </a:pathLst>
            </a:custGeom>
            <a:noFill/>
            <a:ln w="50800" cap="rnd" cmpd="sng">
              <a:solidFill>
                <a:srgbClr val="ED9507"/>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96400" name="Line 80"/>
            <p:cNvSpPr>
              <a:spLocks noChangeShapeType="1"/>
            </p:cNvSpPr>
            <p:nvPr/>
          </p:nvSpPr>
          <p:spPr bwMode="auto">
            <a:xfrm flipV="1">
              <a:off x="8221663" y="3649663"/>
              <a:ext cx="0" cy="87312"/>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96401" name="Line 81"/>
            <p:cNvSpPr>
              <a:spLocks noChangeShapeType="1"/>
            </p:cNvSpPr>
            <p:nvPr/>
          </p:nvSpPr>
          <p:spPr bwMode="auto">
            <a:xfrm flipV="1">
              <a:off x="8221663" y="3516313"/>
              <a:ext cx="0" cy="87312"/>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696326" name="Group 6"/>
          <p:cNvGrpSpPr>
            <a:grpSpLocks/>
          </p:cNvGrpSpPr>
          <p:nvPr/>
        </p:nvGrpSpPr>
        <p:grpSpPr bwMode="auto">
          <a:xfrm>
            <a:off x="4546600" y="2139950"/>
            <a:ext cx="800100" cy="120650"/>
            <a:chOff x="2780" y="1401"/>
            <a:chExt cx="461" cy="69"/>
          </a:xfrm>
        </p:grpSpPr>
        <p:grpSp>
          <p:nvGrpSpPr>
            <p:cNvPr id="696327" name="Group 7"/>
            <p:cNvGrpSpPr>
              <a:grpSpLocks/>
            </p:cNvGrpSpPr>
            <p:nvPr/>
          </p:nvGrpSpPr>
          <p:grpSpPr bwMode="auto">
            <a:xfrm>
              <a:off x="2898" y="1404"/>
              <a:ext cx="114" cy="66"/>
              <a:chOff x="2916" y="1401"/>
              <a:chExt cx="114" cy="66"/>
            </a:xfrm>
          </p:grpSpPr>
          <p:sp>
            <p:nvSpPr>
              <p:cNvPr id="696328" name="Arc 8"/>
              <p:cNvSpPr>
                <a:spLocks/>
              </p:cNvSpPr>
              <p:nvPr/>
            </p:nvSpPr>
            <p:spPr bwMode="auto">
              <a:xfrm>
                <a:off x="2916" y="1401"/>
                <a:ext cx="59" cy="66"/>
              </a:xfrm>
              <a:custGeom>
                <a:avLst/>
                <a:gdLst>
                  <a:gd name="G0" fmla="+- 21600 0 0"/>
                  <a:gd name="G1" fmla="+- 21597 0 0"/>
                  <a:gd name="G2" fmla="+- 21600 0 0"/>
                  <a:gd name="T0" fmla="*/ 0 w 21600"/>
                  <a:gd name="T1" fmla="*/ 21597 h 21597"/>
                  <a:gd name="T2" fmla="*/ 21234 w 21600"/>
                  <a:gd name="T3" fmla="*/ 0 h 21597"/>
                  <a:gd name="T4" fmla="*/ 21600 w 21600"/>
                  <a:gd name="T5" fmla="*/ 21597 h 21597"/>
                </a:gdLst>
                <a:ahLst/>
                <a:cxnLst>
                  <a:cxn ang="0">
                    <a:pos x="T0" y="T1"/>
                  </a:cxn>
                  <a:cxn ang="0">
                    <a:pos x="T2" y="T3"/>
                  </a:cxn>
                  <a:cxn ang="0">
                    <a:pos x="T4" y="T5"/>
                  </a:cxn>
                </a:cxnLst>
                <a:rect l="0" t="0" r="r" b="b"/>
                <a:pathLst>
                  <a:path w="21600" h="21597" fill="none" extrusionOk="0">
                    <a:moveTo>
                      <a:pt x="0" y="21597"/>
                    </a:moveTo>
                    <a:cubicBezTo>
                      <a:pt x="0" y="9810"/>
                      <a:pt x="9449" y="199"/>
                      <a:pt x="21234" y="0"/>
                    </a:cubicBezTo>
                  </a:path>
                  <a:path w="21600" h="21597" stroke="0" extrusionOk="0">
                    <a:moveTo>
                      <a:pt x="0" y="21597"/>
                    </a:moveTo>
                    <a:cubicBezTo>
                      <a:pt x="0" y="9810"/>
                      <a:pt x="9449" y="199"/>
                      <a:pt x="21234" y="0"/>
                    </a:cubicBezTo>
                    <a:lnTo>
                      <a:pt x="21600" y="21597"/>
                    </a:lnTo>
                    <a:close/>
                  </a:path>
                </a:pathLst>
              </a:custGeom>
              <a:noFill/>
              <a:ln w="50800" cap="rnd">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96329" name="Arc 9"/>
              <p:cNvSpPr>
                <a:spLocks/>
              </p:cNvSpPr>
              <p:nvPr/>
            </p:nvSpPr>
            <p:spPr bwMode="auto">
              <a:xfrm>
                <a:off x="2970" y="1401"/>
                <a:ext cx="60" cy="66"/>
              </a:xfrm>
              <a:custGeom>
                <a:avLst/>
                <a:gdLst>
                  <a:gd name="G0" fmla="+- 363 0 0"/>
                  <a:gd name="G1" fmla="+- 21600 0 0"/>
                  <a:gd name="G2" fmla="+- 21600 0 0"/>
                  <a:gd name="T0" fmla="*/ 0 w 21963"/>
                  <a:gd name="T1" fmla="*/ 3 h 21600"/>
                  <a:gd name="T2" fmla="*/ 21963 w 21963"/>
                  <a:gd name="T3" fmla="*/ 21600 h 21600"/>
                  <a:gd name="T4" fmla="*/ 363 w 21963"/>
                  <a:gd name="T5" fmla="*/ 21600 h 21600"/>
                </a:gdLst>
                <a:ahLst/>
                <a:cxnLst>
                  <a:cxn ang="0">
                    <a:pos x="T0" y="T1"/>
                  </a:cxn>
                  <a:cxn ang="0">
                    <a:pos x="T2" y="T3"/>
                  </a:cxn>
                  <a:cxn ang="0">
                    <a:pos x="T4" y="T5"/>
                  </a:cxn>
                </a:cxnLst>
                <a:rect l="0" t="0" r="r" b="b"/>
                <a:pathLst>
                  <a:path w="21963" h="21600" fill="none" extrusionOk="0">
                    <a:moveTo>
                      <a:pt x="0" y="3"/>
                    </a:moveTo>
                    <a:cubicBezTo>
                      <a:pt x="120" y="1"/>
                      <a:pt x="241" y="0"/>
                      <a:pt x="363" y="0"/>
                    </a:cubicBezTo>
                    <a:cubicBezTo>
                      <a:pt x="12292" y="0"/>
                      <a:pt x="21963" y="9670"/>
                      <a:pt x="21963" y="21600"/>
                    </a:cubicBezTo>
                  </a:path>
                  <a:path w="21963" h="21600" stroke="0" extrusionOk="0">
                    <a:moveTo>
                      <a:pt x="0" y="3"/>
                    </a:moveTo>
                    <a:cubicBezTo>
                      <a:pt x="120" y="1"/>
                      <a:pt x="241" y="0"/>
                      <a:pt x="363" y="0"/>
                    </a:cubicBezTo>
                    <a:cubicBezTo>
                      <a:pt x="12292" y="0"/>
                      <a:pt x="21963" y="9670"/>
                      <a:pt x="21963" y="21600"/>
                    </a:cubicBezTo>
                    <a:lnTo>
                      <a:pt x="363" y="21600"/>
                    </a:lnTo>
                    <a:close/>
                  </a:path>
                </a:pathLst>
              </a:custGeom>
              <a:noFill/>
              <a:ln w="50800" cap="rnd">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696330" name="Group 10"/>
            <p:cNvGrpSpPr>
              <a:grpSpLocks/>
            </p:cNvGrpSpPr>
            <p:nvPr/>
          </p:nvGrpSpPr>
          <p:grpSpPr bwMode="auto">
            <a:xfrm>
              <a:off x="2780" y="1401"/>
              <a:ext cx="114" cy="66"/>
              <a:chOff x="2780" y="1401"/>
              <a:chExt cx="114" cy="66"/>
            </a:xfrm>
          </p:grpSpPr>
          <p:sp>
            <p:nvSpPr>
              <p:cNvPr id="696331" name="Arc 11"/>
              <p:cNvSpPr>
                <a:spLocks/>
              </p:cNvSpPr>
              <p:nvPr/>
            </p:nvSpPr>
            <p:spPr bwMode="auto">
              <a:xfrm>
                <a:off x="2780" y="1401"/>
                <a:ext cx="60" cy="66"/>
              </a:xfrm>
              <a:custGeom>
                <a:avLst/>
                <a:gdLst>
                  <a:gd name="G0" fmla="+- 21600 0 0"/>
                  <a:gd name="G1" fmla="+- 21597 0 0"/>
                  <a:gd name="G2" fmla="+- 21600 0 0"/>
                  <a:gd name="T0" fmla="*/ 0 w 21600"/>
                  <a:gd name="T1" fmla="*/ 21597 h 21597"/>
                  <a:gd name="T2" fmla="*/ 21237 w 21600"/>
                  <a:gd name="T3" fmla="*/ 0 h 21597"/>
                  <a:gd name="T4" fmla="*/ 21600 w 21600"/>
                  <a:gd name="T5" fmla="*/ 21597 h 21597"/>
                </a:gdLst>
                <a:ahLst/>
                <a:cxnLst>
                  <a:cxn ang="0">
                    <a:pos x="T0" y="T1"/>
                  </a:cxn>
                  <a:cxn ang="0">
                    <a:pos x="T2" y="T3"/>
                  </a:cxn>
                  <a:cxn ang="0">
                    <a:pos x="T4" y="T5"/>
                  </a:cxn>
                </a:cxnLst>
                <a:rect l="0" t="0" r="r" b="b"/>
                <a:pathLst>
                  <a:path w="21600" h="21597" fill="none" extrusionOk="0">
                    <a:moveTo>
                      <a:pt x="0" y="21597"/>
                    </a:moveTo>
                    <a:cubicBezTo>
                      <a:pt x="0" y="9809"/>
                      <a:pt x="9450" y="198"/>
                      <a:pt x="21237" y="0"/>
                    </a:cubicBezTo>
                  </a:path>
                  <a:path w="21600" h="21597" stroke="0" extrusionOk="0">
                    <a:moveTo>
                      <a:pt x="0" y="21597"/>
                    </a:moveTo>
                    <a:cubicBezTo>
                      <a:pt x="0" y="9809"/>
                      <a:pt x="9450" y="198"/>
                      <a:pt x="21237" y="0"/>
                    </a:cubicBezTo>
                    <a:lnTo>
                      <a:pt x="21600" y="21597"/>
                    </a:lnTo>
                    <a:close/>
                  </a:path>
                </a:pathLst>
              </a:custGeom>
              <a:noFill/>
              <a:ln w="50800" cap="rnd">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96332" name="Arc 12"/>
              <p:cNvSpPr>
                <a:spLocks/>
              </p:cNvSpPr>
              <p:nvPr/>
            </p:nvSpPr>
            <p:spPr bwMode="auto">
              <a:xfrm>
                <a:off x="2834" y="1401"/>
                <a:ext cx="60" cy="66"/>
              </a:xfrm>
              <a:custGeom>
                <a:avLst/>
                <a:gdLst>
                  <a:gd name="G0" fmla="+- 363 0 0"/>
                  <a:gd name="G1" fmla="+- 21600 0 0"/>
                  <a:gd name="G2" fmla="+- 21600 0 0"/>
                  <a:gd name="T0" fmla="*/ 0 w 21963"/>
                  <a:gd name="T1" fmla="*/ 3 h 21600"/>
                  <a:gd name="T2" fmla="*/ 21963 w 21963"/>
                  <a:gd name="T3" fmla="*/ 21600 h 21600"/>
                  <a:gd name="T4" fmla="*/ 363 w 21963"/>
                  <a:gd name="T5" fmla="*/ 21600 h 21600"/>
                </a:gdLst>
                <a:ahLst/>
                <a:cxnLst>
                  <a:cxn ang="0">
                    <a:pos x="T0" y="T1"/>
                  </a:cxn>
                  <a:cxn ang="0">
                    <a:pos x="T2" y="T3"/>
                  </a:cxn>
                  <a:cxn ang="0">
                    <a:pos x="T4" y="T5"/>
                  </a:cxn>
                </a:cxnLst>
                <a:rect l="0" t="0" r="r" b="b"/>
                <a:pathLst>
                  <a:path w="21963" h="21600" fill="none" extrusionOk="0">
                    <a:moveTo>
                      <a:pt x="0" y="3"/>
                    </a:moveTo>
                    <a:cubicBezTo>
                      <a:pt x="120" y="1"/>
                      <a:pt x="241" y="0"/>
                      <a:pt x="363" y="0"/>
                    </a:cubicBezTo>
                    <a:cubicBezTo>
                      <a:pt x="12292" y="0"/>
                      <a:pt x="21963" y="9670"/>
                      <a:pt x="21963" y="21600"/>
                    </a:cubicBezTo>
                  </a:path>
                  <a:path w="21963" h="21600" stroke="0" extrusionOk="0">
                    <a:moveTo>
                      <a:pt x="0" y="3"/>
                    </a:moveTo>
                    <a:cubicBezTo>
                      <a:pt x="120" y="1"/>
                      <a:pt x="241" y="0"/>
                      <a:pt x="363" y="0"/>
                    </a:cubicBezTo>
                    <a:cubicBezTo>
                      <a:pt x="12292" y="0"/>
                      <a:pt x="21963" y="9670"/>
                      <a:pt x="21963" y="21600"/>
                    </a:cubicBezTo>
                    <a:lnTo>
                      <a:pt x="363" y="21600"/>
                    </a:lnTo>
                    <a:close/>
                  </a:path>
                </a:pathLst>
              </a:custGeom>
              <a:noFill/>
              <a:ln w="50800" cap="rnd">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696333" name="Group 13"/>
            <p:cNvGrpSpPr>
              <a:grpSpLocks/>
            </p:cNvGrpSpPr>
            <p:nvPr/>
          </p:nvGrpSpPr>
          <p:grpSpPr bwMode="auto">
            <a:xfrm>
              <a:off x="3126" y="1404"/>
              <a:ext cx="115" cy="66"/>
              <a:chOff x="3192" y="1401"/>
              <a:chExt cx="115" cy="66"/>
            </a:xfrm>
          </p:grpSpPr>
          <p:sp>
            <p:nvSpPr>
              <p:cNvPr id="696334" name="Arc 14"/>
              <p:cNvSpPr>
                <a:spLocks/>
              </p:cNvSpPr>
              <p:nvPr/>
            </p:nvSpPr>
            <p:spPr bwMode="auto">
              <a:xfrm>
                <a:off x="3192" y="1401"/>
                <a:ext cx="60" cy="66"/>
              </a:xfrm>
              <a:custGeom>
                <a:avLst/>
                <a:gdLst>
                  <a:gd name="G0" fmla="+- 21600 0 0"/>
                  <a:gd name="G1" fmla="+- 21597 0 0"/>
                  <a:gd name="G2" fmla="+- 21600 0 0"/>
                  <a:gd name="T0" fmla="*/ 0 w 21600"/>
                  <a:gd name="T1" fmla="*/ 21597 h 21597"/>
                  <a:gd name="T2" fmla="*/ 21237 w 21600"/>
                  <a:gd name="T3" fmla="*/ 0 h 21597"/>
                  <a:gd name="T4" fmla="*/ 21600 w 21600"/>
                  <a:gd name="T5" fmla="*/ 21597 h 21597"/>
                </a:gdLst>
                <a:ahLst/>
                <a:cxnLst>
                  <a:cxn ang="0">
                    <a:pos x="T0" y="T1"/>
                  </a:cxn>
                  <a:cxn ang="0">
                    <a:pos x="T2" y="T3"/>
                  </a:cxn>
                  <a:cxn ang="0">
                    <a:pos x="T4" y="T5"/>
                  </a:cxn>
                </a:cxnLst>
                <a:rect l="0" t="0" r="r" b="b"/>
                <a:pathLst>
                  <a:path w="21600" h="21597" fill="none" extrusionOk="0">
                    <a:moveTo>
                      <a:pt x="0" y="21597"/>
                    </a:moveTo>
                    <a:cubicBezTo>
                      <a:pt x="0" y="9809"/>
                      <a:pt x="9450" y="198"/>
                      <a:pt x="21237" y="0"/>
                    </a:cubicBezTo>
                  </a:path>
                  <a:path w="21600" h="21597" stroke="0" extrusionOk="0">
                    <a:moveTo>
                      <a:pt x="0" y="21597"/>
                    </a:moveTo>
                    <a:cubicBezTo>
                      <a:pt x="0" y="9809"/>
                      <a:pt x="9450" y="198"/>
                      <a:pt x="21237" y="0"/>
                    </a:cubicBezTo>
                    <a:lnTo>
                      <a:pt x="21600" y="21597"/>
                    </a:lnTo>
                    <a:close/>
                  </a:path>
                </a:pathLst>
              </a:custGeom>
              <a:noFill/>
              <a:ln w="50800" cap="rnd">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96335" name="Arc 15"/>
              <p:cNvSpPr>
                <a:spLocks/>
              </p:cNvSpPr>
              <p:nvPr/>
            </p:nvSpPr>
            <p:spPr bwMode="auto">
              <a:xfrm>
                <a:off x="3247" y="1401"/>
                <a:ext cx="60" cy="66"/>
              </a:xfrm>
              <a:custGeom>
                <a:avLst/>
                <a:gdLst>
                  <a:gd name="G0" fmla="+- 363 0 0"/>
                  <a:gd name="G1" fmla="+- 21600 0 0"/>
                  <a:gd name="G2" fmla="+- 21600 0 0"/>
                  <a:gd name="T0" fmla="*/ 0 w 21963"/>
                  <a:gd name="T1" fmla="*/ 3 h 21600"/>
                  <a:gd name="T2" fmla="*/ 21963 w 21963"/>
                  <a:gd name="T3" fmla="*/ 21600 h 21600"/>
                  <a:gd name="T4" fmla="*/ 363 w 21963"/>
                  <a:gd name="T5" fmla="*/ 21600 h 21600"/>
                </a:gdLst>
                <a:ahLst/>
                <a:cxnLst>
                  <a:cxn ang="0">
                    <a:pos x="T0" y="T1"/>
                  </a:cxn>
                  <a:cxn ang="0">
                    <a:pos x="T2" y="T3"/>
                  </a:cxn>
                  <a:cxn ang="0">
                    <a:pos x="T4" y="T5"/>
                  </a:cxn>
                </a:cxnLst>
                <a:rect l="0" t="0" r="r" b="b"/>
                <a:pathLst>
                  <a:path w="21963" h="21600" fill="none" extrusionOk="0">
                    <a:moveTo>
                      <a:pt x="0" y="3"/>
                    </a:moveTo>
                    <a:cubicBezTo>
                      <a:pt x="120" y="1"/>
                      <a:pt x="241" y="0"/>
                      <a:pt x="363" y="0"/>
                    </a:cubicBezTo>
                    <a:cubicBezTo>
                      <a:pt x="12292" y="0"/>
                      <a:pt x="21963" y="9670"/>
                      <a:pt x="21963" y="21600"/>
                    </a:cubicBezTo>
                  </a:path>
                  <a:path w="21963" h="21600" stroke="0" extrusionOk="0">
                    <a:moveTo>
                      <a:pt x="0" y="3"/>
                    </a:moveTo>
                    <a:cubicBezTo>
                      <a:pt x="120" y="1"/>
                      <a:pt x="241" y="0"/>
                      <a:pt x="363" y="0"/>
                    </a:cubicBezTo>
                    <a:cubicBezTo>
                      <a:pt x="12292" y="0"/>
                      <a:pt x="21963" y="9670"/>
                      <a:pt x="21963" y="21600"/>
                    </a:cubicBezTo>
                    <a:lnTo>
                      <a:pt x="363" y="21600"/>
                    </a:lnTo>
                    <a:close/>
                  </a:path>
                </a:pathLst>
              </a:custGeom>
              <a:noFill/>
              <a:ln w="50800" cap="rnd">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696336" name="Group 16"/>
            <p:cNvGrpSpPr>
              <a:grpSpLocks/>
            </p:cNvGrpSpPr>
            <p:nvPr/>
          </p:nvGrpSpPr>
          <p:grpSpPr bwMode="auto">
            <a:xfrm>
              <a:off x="3011" y="1401"/>
              <a:ext cx="115" cy="66"/>
              <a:chOff x="3056" y="1401"/>
              <a:chExt cx="115" cy="66"/>
            </a:xfrm>
          </p:grpSpPr>
          <p:sp>
            <p:nvSpPr>
              <p:cNvPr id="696337" name="Arc 17"/>
              <p:cNvSpPr>
                <a:spLocks/>
              </p:cNvSpPr>
              <p:nvPr/>
            </p:nvSpPr>
            <p:spPr bwMode="auto">
              <a:xfrm>
                <a:off x="3056" y="1401"/>
                <a:ext cx="60" cy="66"/>
              </a:xfrm>
              <a:custGeom>
                <a:avLst/>
                <a:gdLst>
                  <a:gd name="G0" fmla="+- 21600 0 0"/>
                  <a:gd name="G1" fmla="+- 21597 0 0"/>
                  <a:gd name="G2" fmla="+- 21600 0 0"/>
                  <a:gd name="T0" fmla="*/ 0 w 21600"/>
                  <a:gd name="T1" fmla="*/ 21597 h 21597"/>
                  <a:gd name="T2" fmla="*/ 21237 w 21600"/>
                  <a:gd name="T3" fmla="*/ 0 h 21597"/>
                  <a:gd name="T4" fmla="*/ 21600 w 21600"/>
                  <a:gd name="T5" fmla="*/ 21597 h 21597"/>
                </a:gdLst>
                <a:ahLst/>
                <a:cxnLst>
                  <a:cxn ang="0">
                    <a:pos x="T0" y="T1"/>
                  </a:cxn>
                  <a:cxn ang="0">
                    <a:pos x="T2" y="T3"/>
                  </a:cxn>
                  <a:cxn ang="0">
                    <a:pos x="T4" y="T5"/>
                  </a:cxn>
                </a:cxnLst>
                <a:rect l="0" t="0" r="r" b="b"/>
                <a:pathLst>
                  <a:path w="21600" h="21597" fill="none" extrusionOk="0">
                    <a:moveTo>
                      <a:pt x="0" y="21597"/>
                    </a:moveTo>
                    <a:cubicBezTo>
                      <a:pt x="0" y="9809"/>
                      <a:pt x="9450" y="198"/>
                      <a:pt x="21237" y="0"/>
                    </a:cubicBezTo>
                  </a:path>
                  <a:path w="21600" h="21597" stroke="0" extrusionOk="0">
                    <a:moveTo>
                      <a:pt x="0" y="21597"/>
                    </a:moveTo>
                    <a:cubicBezTo>
                      <a:pt x="0" y="9809"/>
                      <a:pt x="9450" y="198"/>
                      <a:pt x="21237" y="0"/>
                    </a:cubicBezTo>
                    <a:lnTo>
                      <a:pt x="21600" y="21597"/>
                    </a:lnTo>
                    <a:close/>
                  </a:path>
                </a:pathLst>
              </a:custGeom>
              <a:noFill/>
              <a:ln w="50800" cap="rnd">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96338" name="Arc 18"/>
              <p:cNvSpPr>
                <a:spLocks/>
              </p:cNvSpPr>
              <p:nvPr/>
            </p:nvSpPr>
            <p:spPr bwMode="auto">
              <a:xfrm>
                <a:off x="3110" y="1401"/>
                <a:ext cx="61" cy="66"/>
              </a:xfrm>
              <a:custGeom>
                <a:avLst/>
                <a:gdLst>
                  <a:gd name="G0" fmla="+- 360 0 0"/>
                  <a:gd name="G1" fmla="+- 21600 0 0"/>
                  <a:gd name="G2" fmla="+- 21600 0 0"/>
                  <a:gd name="T0" fmla="*/ 0 w 21960"/>
                  <a:gd name="T1" fmla="*/ 3 h 21600"/>
                  <a:gd name="T2" fmla="*/ 21960 w 21960"/>
                  <a:gd name="T3" fmla="*/ 21600 h 21600"/>
                  <a:gd name="T4" fmla="*/ 360 w 21960"/>
                  <a:gd name="T5" fmla="*/ 21600 h 21600"/>
                </a:gdLst>
                <a:ahLst/>
                <a:cxnLst>
                  <a:cxn ang="0">
                    <a:pos x="T0" y="T1"/>
                  </a:cxn>
                  <a:cxn ang="0">
                    <a:pos x="T2" y="T3"/>
                  </a:cxn>
                  <a:cxn ang="0">
                    <a:pos x="T4" y="T5"/>
                  </a:cxn>
                </a:cxnLst>
                <a:rect l="0" t="0" r="r" b="b"/>
                <a:pathLst>
                  <a:path w="21960" h="21600" fill="none" extrusionOk="0">
                    <a:moveTo>
                      <a:pt x="0" y="3"/>
                    </a:moveTo>
                    <a:cubicBezTo>
                      <a:pt x="119" y="1"/>
                      <a:pt x="239" y="0"/>
                      <a:pt x="360" y="0"/>
                    </a:cubicBezTo>
                    <a:cubicBezTo>
                      <a:pt x="12289" y="0"/>
                      <a:pt x="21960" y="9670"/>
                      <a:pt x="21960" y="21600"/>
                    </a:cubicBezTo>
                  </a:path>
                  <a:path w="21960" h="21600" stroke="0" extrusionOk="0">
                    <a:moveTo>
                      <a:pt x="0" y="3"/>
                    </a:moveTo>
                    <a:cubicBezTo>
                      <a:pt x="119" y="1"/>
                      <a:pt x="239" y="0"/>
                      <a:pt x="360" y="0"/>
                    </a:cubicBezTo>
                    <a:cubicBezTo>
                      <a:pt x="12289" y="0"/>
                      <a:pt x="21960" y="9670"/>
                      <a:pt x="21960" y="21600"/>
                    </a:cubicBezTo>
                    <a:lnTo>
                      <a:pt x="360" y="21600"/>
                    </a:lnTo>
                    <a:close/>
                  </a:path>
                </a:pathLst>
              </a:custGeom>
              <a:noFill/>
              <a:ln w="50800" cap="rnd">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grpSp>
        <p:nvGrpSpPr>
          <p:cNvPr id="696339" name="Group 19"/>
          <p:cNvGrpSpPr>
            <a:grpSpLocks/>
          </p:cNvGrpSpPr>
          <p:nvPr/>
        </p:nvGrpSpPr>
        <p:grpSpPr bwMode="auto">
          <a:xfrm>
            <a:off x="1849438" y="2162175"/>
            <a:ext cx="381000" cy="279400"/>
            <a:chOff x="980" y="1383"/>
            <a:chExt cx="254" cy="186"/>
          </a:xfrm>
        </p:grpSpPr>
        <p:grpSp>
          <p:nvGrpSpPr>
            <p:cNvPr id="696340" name="Group 20"/>
            <p:cNvGrpSpPr>
              <a:grpSpLocks/>
            </p:cNvGrpSpPr>
            <p:nvPr/>
          </p:nvGrpSpPr>
          <p:grpSpPr bwMode="auto">
            <a:xfrm>
              <a:off x="984" y="1383"/>
              <a:ext cx="248" cy="55"/>
              <a:chOff x="984" y="1383"/>
              <a:chExt cx="248" cy="55"/>
            </a:xfrm>
          </p:grpSpPr>
          <p:sp>
            <p:nvSpPr>
              <p:cNvPr id="696341" name="Arc 21"/>
              <p:cNvSpPr>
                <a:spLocks/>
              </p:cNvSpPr>
              <p:nvPr/>
            </p:nvSpPr>
            <p:spPr bwMode="auto">
              <a:xfrm>
                <a:off x="984" y="1384"/>
                <a:ext cx="66" cy="54"/>
              </a:xfrm>
              <a:custGeom>
                <a:avLst/>
                <a:gdLst>
                  <a:gd name="G0" fmla="+- 21596 0 0"/>
                  <a:gd name="G1" fmla="+- 21598 0 0"/>
                  <a:gd name="G2" fmla="+- 21600 0 0"/>
                  <a:gd name="T0" fmla="*/ 0 w 21596"/>
                  <a:gd name="T1" fmla="*/ 21205 h 21598"/>
                  <a:gd name="T2" fmla="*/ 21274 w 21596"/>
                  <a:gd name="T3" fmla="*/ 0 h 21598"/>
                  <a:gd name="T4" fmla="*/ 21596 w 21596"/>
                  <a:gd name="T5" fmla="*/ 21598 h 21598"/>
                </a:gdLst>
                <a:ahLst/>
                <a:cxnLst>
                  <a:cxn ang="0">
                    <a:pos x="T0" y="T1"/>
                  </a:cxn>
                  <a:cxn ang="0">
                    <a:pos x="T2" y="T3"/>
                  </a:cxn>
                  <a:cxn ang="0">
                    <a:pos x="T4" y="T5"/>
                  </a:cxn>
                </a:cxnLst>
                <a:rect l="0" t="0" r="r" b="b"/>
                <a:pathLst>
                  <a:path w="21596" h="21598" fill="none" extrusionOk="0">
                    <a:moveTo>
                      <a:pt x="-1" y="21204"/>
                    </a:moveTo>
                    <a:cubicBezTo>
                      <a:pt x="211" y="9555"/>
                      <a:pt x="9624" y="174"/>
                      <a:pt x="21274" y="0"/>
                    </a:cubicBezTo>
                  </a:path>
                  <a:path w="21596" h="21598" stroke="0" extrusionOk="0">
                    <a:moveTo>
                      <a:pt x="-1" y="21204"/>
                    </a:moveTo>
                    <a:cubicBezTo>
                      <a:pt x="211" y="9555"/>
                      <a:pt x="9624" y="174"/>
                      <a:pt x="21274" y="0"/>
                    </a:cubicBezTo>
                    <a:lnTo>
                      <a:pt x="21596" y="21598"/>
                    </a:lnTo>
                    <a:close/>
                  </a:path>
                </a:pathLst>
              </a:custGeom>
              <a:noFill/>
              <a:ln w="50800" cap="rnd">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96342" name="Arc 22"/>
              <p:cNvSpPr>
                <a:spLocks/>
              </p:cNvSpPr>
              <p:nvPr/>
            </p:nvSpPr>
            <p:spPr bwMode="auto">
              <a:xfrm>
                <a:off x="1034" y="1383"/>
                <a:ext cx="68" cy="55"/>
              </a:xfrm>
              <a:custGeom>
                <a:avLst/>
                <a:gdLst>
                  <a:gd name="G0" fmla="+- 317 0 0"/>
                  <a:gd name="G1" fmla="+- 21600 0 0"/>
                  <a:gd name="G2" fmla="+- 21600 0 0"/>
                  <a:gd name="T0" fmla="*/ 0 w 21913"/>
                  <a:gd name="T1" fmla="*/ 2 h 21600"/>
                  <a:gd name="T2" fmla="*/ 21913 w 21913"/>
                  <a:gd name="T3" fmla="*/ 21201 h 21600"/>
                  <a:gd name="T4" fmla="*/ 317 w 21913"/>
                  <a:gd name="T5" fmla="*/ 21600 h 21600"/>
                </a:gdLst>
                <a:ahLst/>
                <a:cxnLst>
                  <a:cxn ang="0">
                    <a:pos x="T0" y="T1"/>
                  </a:cxn>
                  <a:cxn ang="0">
                    <a:pos x="T2" y="T3"/>
                  </a:cxn>
                  <a:cxn ang="0">
                    <a:pos x="T4" y="T5"/>
                  </a:cxn>
                </a:cxnLst>
                <a:rect l="0" t="0" r="r" b="b"/>
                <a:pathLst>
                  <a:path w="21913" h="21600" fill="none" extrusionOk="0">
                    <a:moveTo>
                      <a:pt x="0" y="2"/>
                    </a:moveTo>
                    <a:cubicBezTo>
                      <a:pt x="105" y="0"/>
                      <a:pt x="211" y="0"/>
                      <a:pt x="317" y="0"/>
                    </a:cubicBezTo>
                    <a:cubicBezTo>
                      <a:pt x="12090" y="0"/>
                      <a:pt x="21695" y="9429"/>
                      <a:pt x="21913" y="21200"/>
                    </a:cubicBezTo>
                  </a:path>
                  <a:path w="21913" h="21600" stroke="0" extrusionOk="0">
                    <a:moveTo>
                      <a:pt x="0" y="2"/>
                    </a:moveTo>
                    <a:cubicBezTo>
                      <a:pt x="105" y="0"/>
                      <a:pt x="211" y="0"/>
                      <a:pt x="317" y="0"/>
                    </a:cubicBezTo>
                    <a:cubicBezTo>
                      <a:pt x="12090" y="0"/>
                      <a:pt x="21695" y="9429"/>
                      <a:pt x="21913" y="21200"/>
                    </a:cubicBezTo>
                    <a:lnTo>
                      <a:pt x="317" y="21600"/>
                    </a:lnTo>
                    <a:close/>
                  </a:path>
                </a:pathLst>
              </a:custGeom>
              <a:noFill/>
              <a:ln w="50800" cap="rnd">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96343" name="Arc 23"/>
              <p:cNvSpPr>
                <a:spLocks/>
              </p:cNvSpPr>
              <p:nvPr/>
            </p:nvSpPr>
            <p:spPr bwMode="auto">
              <a:xfrm>
                <a:off x="1113" y="1384"/>
                <a:ext cx="67" cy="54"/>
              </a:xfrm>
              <a:custGeom>
                <a:avLst/>
                <a:gdLst>
                  <a:gd name="G0" fmla="+- 21596 0 0"/>
                  <a:gd name="G1" fmla="+- 21598 0 0"/>
                  <a:gd name="G2" fmla="+- 21600 0 0"/>
                  <a:gd name="T0" fmla="*/ 0 w 21596"/>
                  <a:gd name="T1" fmla="*/ 21202 h 21598"/>
                  <a:gd name="T2" fmla="*/ 21277 w 21596"/>
                  <a:gd name="T3" fmla="*/ 0 h 21598"/>
                  <a:gd name="T4" fmla="*/ 21596 w 21596"/>
                  <a:gd name="T5" fmla="*/ 21598 h 21598"/>
                </a:gdLst>
                <a:ahLst/>
                <a:cxnLst>
                  <a:cxn ang="0">
                    <a:pos x="T0" y="T1"/>
                  </a:cxn>
                  <a:cxn ang="0">
                    <a:pos x="T2" y="T3"/>
                  </a:cxn>
                  <a:cxn ang="0">
                    <a:pos x="T4" y="T5"/>
                  </a:cxn>
                </a:cxnLst>
                <a:rect l="0" t="0" r="r" b="b"/>
                <a:pathLst>
                  <a:path w="21596" h="21598" fill="none" extrusionOk="0">
                    <a:moveTo>
                      <a:pt x="-1" y="21201"/>
                    </a:moveTo>
                    <a:cubicBezTo>
                      <a:pt x="213" y="9552"/>
                      <a:pt x="9627" y="172"/>
                      <a:pt x="21277" y="0"/>
                    </a:cubicBezTo>
                  </a:path>
                  <a:path w="21596" h="21598" stroke="0" extrusionOk="0">
                    <a:moveTo>
                      <a:pt x="-1" y="21201"/>
                    </a:moveTo>
                    <a:cubicBezTo>
                      <a:pt x="213" y="9552"/>
                      <a:pt x="9627" y="172"/>
                      <a:pt x="21277" y="0"/>
                    </a:cubicBezTo>
                    <a:lnTo>
                      <a:pt x="21596" y="21598"/>
                    </a:lnTo>
                    <a:close/>
                  </a:path>
                </a:pathLst>
              </a:custGeom>
              <a:noFill/>
              <a:ln w="50800" cap="rnd">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96344" name="Arc 24"/>
              <p:cNvSpPr>
                <a:spLocks/>
              </p:cNvSpPr>
              <p:nvPr/>
            </p:nvSpPr>
            <p:spPr bwMode="auto">
              <a:xfrm>
                <a:off x="1165" y="1383"/>
                <a:ext cx="67" cy="55"/>
              </a:xfrm>
              <a:custGeom>
                <a:avLst/>
                <a:gdLst>
                  <a:gd name="G0" fmla="+- 322 0 0"/>
                  <a:gd name="G1" fmla="+- 21600 0 0"/>
                  <a:gd name="G2" fmla="+- 21600 0 0"/>
                  <a:gd name="T0" fmla="*/ 0 w 21918"/>
                  <a:gd name="T1" fmla="*/ 2 h 21600"/>
                  <a:gd name="T2" fmla="*/ 21918 w 21918"/>
                  <a:gd name="T3" fmla="*/ 21201 h 21600"/>
                  <a:gd name="T4" fmla="*/ 322 w 21918"/>
                  <a:gd name="T5" fmla="*/ 21600 h 21600"/>
                </a:gdLst>
                <a:ahLst/>
                <a:cxnLst>
                  <a:cxn ang="0">
                    <a:pos x="T0" y="T1"/>
                  </a:cxn>
                  <a:cxn ang="0">
                    <a:pos x="T2" y="T3"/>
                  </a:cxn>
                  <a:cxn ang="0">
                    <a:pos x="T4" y="T5"/>
                  </a:cxn>
                </a:cxnLst>
                <a:rect l="0" t="0" r="r" b="b"/>
                <a:pathLst>
                  <a:path w="21918" h="21600" fill="none" extrusionOk="0">
                    <a:moveTo>
                      <a:pt x="0" y="2"/>
                    </a:moveTo>
                    <a:cubicBezTo>
                      <a:pt x="107" y="0"/>
                      <a:pt x="214" y="0"/>
                      <a:pt x="322" y="0"/>
                    </a:cubicBezTo>
                    <a:cubicBezTo>
                      <a:pt x="12095" y="0"/>
                      <a:pt x="21700" y="9429"/>
                      <a:pt x="21918" y="21200"/>
                    </a:cubicBezTo>
                  </a:path>
                  <a:path w="21918" h="21600" stroke="0" extrusionOk="0">
                    <a:moveTo>
                      <a:pt x="0" y="2"/>
                    </a:moveTo>
                    <a:cubicBezTo>
                      <a:pt x="107" y="0"/>
                      <a:pt x="214" y="0"/>
                      <a:pt x="322" y="0"/>
                    </a:cubicBezTo>
                    <a:cubicBezTo>
                      <a:pt x="12095" y="0"/>
                      <a:pt x="21700" y="9429"/>
                      <a:pt x="21918" y="21200"/>
                    </a:cubicBezTo>
                    <a:lnTo>
                      <a:pt x="322" y="21600"/>
                    </a:lnTo>
                    <a:close/>
                  </a:path>
                </a:pathLst>
              </a:custGeom>
              <a:noFill/>
              <a:ln w="50800" cap="rnd">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696345" name="Line 25"/>
            <p:cNvSpPr>
              <a:spLocks noChangeShapeType="1"/>
            </p:cNvSpPr>
            <p:nvPr/>
          </p:nvSpPr>
          <p:spPr bwMode="auto">
            <a:xfrm>
              <a:off x="1106" y="1452"/>
              <a:ext cx="0" cy="51"/>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96346" name="Line 26"/>
            <p:cNvSpPr>
              <a:spLocks noChangeShapeType="1"/>
            </p:cNvSpPr>
            <p:nvPr/>
          </p:nvSpPr>
          <p:spPr bwMode="auto">
            <a:xfrm>
              <a:off x="980" y="1452"/>
              <a:ext cx="0" cy="112"/>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96347" name="Line 27"/>
            <p:cNvSpPr>
              <a:spLocks noChangeShapeType="1"/>
            </p:cNvSpPr>
            <p:nvPr/>
          </p:nvSpPr>
          <p:spPr bwMode="auto">
            <a:xfrm>
              <a:off x="1234" y="1457"/>
              <a:ext cx="0" cy="112"/>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696348" name="Group 28"/>
          <p:cNvGrpSpPr>
            <a:grpSpLocks/>
          </p:cNvGrpSpPr>
          <p:nvPr/>
        </p:nvGrpSpPr>
        <p:grpSpPr bwMode="auto">
          <a:xfrm>
            <a:off x="1849438" y="2738438"/>
            <a:ext cx="381000" cy="277812"/>
            <a:chOff x="980" y="1767"/>
            <a:chExt cx="254" cy="185"/>
          </a:xfrm>
        </p:grpSpPr>
        <p:grpSp>
          <p:nvGrpSpPr>
            <p:cNvPr id="696349" name="Group 29"/>
            <p:cNvGrpSpPr>
              <a:grpSpLocks/>
            </p:cNvGrpSpPr>
            <p:nvPr/>
          </p:nvGrpSpPr>
          <p:grpSpPr bwMode="auto">
            <a:xfrm>
              <a:off x="984" y="1767"/>
              <a:ext cx="248" cy="55"/>
              <a:chOff x="984" y="1767"/>
              <a:chExt cx="248" cy="55"/>
            </a:xfrm>
          </p:grpSpPr>
          <p:sp>
            <p:nvSpPr>
              <p:cNvPr id="696350" name="Arc 30"/>
              <p:cNvSpPr>
                <a:spLocks/>
              </p:cNvSpPr>
              <p:nvPr/>
            </p:nvSpPr>
            <p:spPr bwMode="auto">
              <a:xfrm>
                <a:off x="984" y="1768"/>
                <a:ext cx="66" cy="54"/>
              </a:xfrm>
              <a:custGeom>
                <a:avLst/>
                <a:gdLst>
                  <a:gd name="G0" fmla="+- 21596 0 0"/>
                  <a:gd name="G1" fmla="+- 21598 0 0"/>
                  <a:gd name="G2" fmla="+- 21600 0 0"/>
                  <a:gd name="T0" fmla="*/ 0 w 21596"/>
                  <a:gd name="T1" fmla="*/ 21205 h 21598"/>
                  <a:gd name="T2" fmla="*/ 21274 w 21596"/>
                  <a:gd name="T3" fmla="*/ 0 h 21598"/>
                  <a:gd name="T4" fmla="*/ 21596 w 21596"/>
                  <a:gd name="T5" fmla="*/ 21598 h 21598"/>
                </a:gdLst>
                <a:ahLst/>
                <a:cxnLst>
                  <a:cxn ang="0">
                    <a:pos x="T0" y="T1"/>
                  </a:cxn>
                  <a:cxn ang="0">
                    <a:pos x="T2" y="T3"/>
                  </a:cxn>
                  <a:cxn ang="0">
                    <a:pos x="T4" y="T5"/>
                  </a:cxn>
                </a:cxnLst>
                <a:rect l="0" t="0" r="r" b="b"/>
                <a:pathLst>
                  <a:path w="21596" h="21598" fill="none" extrusionOk="0">
                    <a:moveTo>
                      <a:pt x="-1" y="21204"/>
                    </a:moveTo>
                    <a:cubicBezTo>
                      <a:pt x="211" y="9555"/>
                      <a:pt x="9624" y="174"/>
                      <a:pt x="21274" y="0"/>
                    </a:cubicBezTo>
                  </a:path>
                  <a:path w="21596" h="21598" stroke="0" extrusionOk="0">
                    <a:moveTo>
                      <a:pt x="-1" y="21204"/>
                    </a:moveTo>
                    <a:cubicBezTo>
                      <a:pt x="211" y="9555"/>
                      <a:pt x="9624" y="174"/>
                      <a:pt x="21274" y="0"/>
                    </a:cubicBezTo>
                    <a:lnTo>
                      <a:pt x="21596" y="21598"/>
                    </a:lnTo>
                    <a:close/>
                  </a:path>
                </a:pathLst>
              </a:custGeom>
              <a:noFill/>
              <a:ln w="50800" cap="rnd">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96351" name="Arc 31"/>
              <p:cNvSpPr>
                <a:spLocks/>
              </p:cNvSpPr>
              <p:nvPr/>
            </p:nvSpPr>
            <p:spPr bwMode="auto">
              <a:xfrm>
                <a:off x="1034" y="1767"/>
                <a:ext cx="68" cy="55"/>
              </a:xfrm>
              <a:custGeom>
                <a:avLst/>
                <a:gdLst>
                  <a:gd name="G0" fmla="+- 317 0 0"/>
                  <a:gd name="G1" fmla="+- 21600 0 0"/>
                  <a:gd name="G2" fmla="+- 21600 0 0"/>
                  <a:gd name="T0" fmla="*/ 0 w 21913"/>
                  <a:gd name="T1" fmla="*/ 2 h 21600"/>
                  <a:gd name="T2" fmla="*/ 21913 w 21913"/>
                  <a:gd name="T3" fmla="*/ 21201 h 21600"/>
                  <a:gd name="T4" fmla="*/ 317 w 21913"/>
                  <a:gd name="T5" fmla="*/ 21600 h 21600"/>
                </a:gdLst>
                <a:ahLst/>
                <a:cxnLst>
                  <a:cxn ang="0">
                    <a:pos x="T0" y="T1"/>
                  </a:cxn>
                  <a:cxn ang="0">
                    <a:pos x="T2" y="T3"/>
                  </a:cxn>
                  <a:cxn ang="0">
                    <a:pos x="T4" y="T5"/>
                  </a:cxn>
                </a:cxnLst>
                <a:rect l="0" t="0" r="r" b="b"/>
                <a:pathLst>
                  <a:path w="21913" h="21600" fill="none" extrusionOk="0">
                    <a:moveTo>
                      <a:pt x="0" y="2"/>
                    </a:moveTo>
                    <a:cubicBezTo>
                      <a:pt x="105" y="0"/>
                      <a:pt x="211" y="0"/>
                      <a:pt x="317" y="0"/>
                    </a:cubicBezTo>
                    <a:cubicBezTo>
                      <a:pt x="12090" y="0"/>
                      <a:pt x="21695" y="9429"/>
                      <a:pt x="21913" y="21200"/>
                    </a:cubicBezTo>
                  </a:path>
                  <a:path w="21913" h="21600" stroke="0" extrusionOk="0">
                    <a:moveTo>
                      <a:pt x="0" y="2"/>
                    </a:moveTo>
                    <a:cubicBezTo>
                      <a:pt x="105" y="0"/>
                      <a:pt x="211" y="0"/>
                      <a:pt x="317" y="0"/>
                    </a:cubicBezTo>
                    <a:cubicBezTo>
                      <a:pt x="12090" y="0"/>
                      <a:pt x="21695" y="9429"/>
                      <a:pt x="21913" y="21200"/>
                    </a:cubicBezTo>
                    <a:lnTo>
                      <a:pt x="317" y="21600"/>
                    </a:lnTo>
                    <a:close/>
                  </a:path>
                </a:pathLst>
              </a:custGeom>
              <a:noFill/>
              <a:ln w="50800" cap="rnd">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96352" name="Arc 32"/>
              <p:cNvSpPr>
                <a:spLocks/>
              </p:cNvSpPr>
              <p:nvPr/>
            </p:nvSpPr>
            <p:spPr bwMode="auto">
              <a:xfrm>
                <a:off x="1113" y="1768"/>
                <a:ext cx="67" cy="54"/>
              </a:xfrm>
              <a:custGeom>
                <a:avLst/>
                <a:gdLst>
                  <a:gd name="G0" fmla="+- 21596 0 0"/>
                  <a:gd name="G1" fmla="+- 21598 0 0"/>
                  <a:gd name="G2" fmla="+- 21600 0 0"/>
                  <a:gd name="T0" fmla="*/ 0 w 21596"/>
                  <a:gd name="T1" fmla="*/ 21202 h 21598"/>
                  <a:gd name="T2" fmla="*/ 21277 w 21596"/>
                  <a:gd name="T3" fmla="*/ 0 h 21598"/>
                  <a:gd name="T4" fmla="*/ 21596 w 21596"/>
                  <a:gd name="T5" fmla="*/ 21598 h 21598"/>
                </a:gdLst>
                <a:ahLst/>
                <a:cxnLst>
                  <a:cxn ang="0">
                    <a:pos x="T0" y="T1"/>
                  </a:cxn>
                  <a:cxn ang="0">
                    <a:pos x="T2" y="T3"/>
                  </a:cxn>
                  <a:cxn ang="0">
                    <a:pos x="T4" y="T5"/>
                  </a:cxn>
                </a:cxnLst>
                <a:rect l="0" t="0" r="r" b="b"/>
                <a:pathLst>
                  <a:path w="21596" h="21598" fill="none" extrusionOk="0">
                    <a:moveTo>
                      <a:pt x="-1" y="21201"/>
                    </a:moveTo>
                    <a:cubicBezTo>
                      <a:pt x="213" y="9552"/>
                      <a:pt x="9627" y="172"/>
                      <a:pt x="21277" y="0"/>
                    </a:cubicBezTo>
                  </a:path>
                  <a:path w="21596" h="21598" stroke="0" extrusionOk="0">
                    <a:moveTo>
                      <a:pt x="-1" y="21201"/>
                    </a:moveTo>
                    <a:cubicBezTo>
                      <a:pt x="213" y="9552"/>
                      <a:pt x="9627" y="172"/>
                      <a:pt x="21277" y="0"/>
                    </a:cubicBezTo>
                    <a:lnTo>
                      <a:pt x="21596" y="21598"/>
                    </a:lnTo>
                    <a:close/>
                  </a:path>
                </a:pathLst>
              </a:custGeom>
              <a:noFill/>
              <a:ln w="50800" cap="rnd">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96353" name="Arc 33"/>
              <p:cNvSpPr>
                <a:spLocks/>
              </p:cNvSpPr>
              <p:nvPr/>
            </p:nvSpPr>
            <p:spPr bwMode="auto">
              <a:xfrm>
                <a:off x="1165" y="1767"/>
                <a:ext cx="67" cy="55"/>
              </a:xfrm>
              <a:custGeom>
                <a:avLst/>
                <a:gdLst>
                  <a:gd name="G0" fmla="+- 322 0 0"/>
                  <a:gd name="G1" fmla="+- 21600 0 0"/>
                  <a:gd name="G2" fmla="+- 21600 0 0"/>
                  <a:gd name="T0" fmla="*/ 0 w 21918"/>
                  <a:gd name="T1" fmla="*/ 2 h 21600"/>
                  <a:gd name="T2" fmla="*/ 21918 w 21918"/>
                  <a:gd name="T3" fmla="*/ 21201 h 21600"/>
                  <a:gd name="T4" fmla="*/ 322 w 21918"/>
                  <a:gd name="T5" fmla="*/ 21600 h 21600"/>
                </a:gdLst>
                <a:ahLst/>
                <a:cxnLst>
                  <a:cxn ang="0">
                    <a:pos x="T0" y="T1"/>
                  </a:cxn>
                  <a:cxn ang="0">
                    <a:pos x="T2" y="T3"/>
                  </a:cxn>
                  <a:cxn ang="0">
                    <a:pos x="T4" y="T5"/>
                  </a:cxn>
                </a:cxnLst>
                <a:rect l="0" t="0" r="r" b="b"/>
                <a:pathLst>
                  <a:path w="21918" h="21600" fill="none" extrusionOk="0">
                    <a:moveTo>
                      <a:pt x="0" y="2"/>
                    </a:moveTo>
                    <a:cubicBezTo>
                      <a:pt x="107" y="0"/>
                      <a:pt x="214" y="0"/>
                      <a:pt x="322" y="0"/>
                    </a:cubicBezTo>
                    <a:cubicBezTo>
                      <a:pt x="12095" y="0"/>
                      <a:pt x="21700" y="9429"/>
                      <a:pt x="21918" y="21200"/>
                    </a:cubicBezTo>
                  </a:path>
                  <a:path w="21918" h="21600" stroke="0" extrusionOk="0">
                    <a:moveTo>
                      <a:pt x="0" y="2"/>
                    </a:moveTo>
                    <a:cubicBezTo>
                      <a:pt x="107" y="0"/>
                      <a:pt x="214" y="0"/>
                      <a:pt x="322" y="0"/>
                    </a:cubicBezTo>
                    <a:cubicBezTo>
                      <a:pt x="12095" y="0"/>
                      <a:pt x="21700" y="9429"/>
                      <a:pt x="21918" y="21200"/>
                    </a:cubicBezTo>
                    <a:lnTo>
                      <a:pt x="322" y="21600"/>
                    </a:lnTo>
                    <a:close/>
                  </a:path>
                </a:pathLst>
              </a:custGeom>
              <a:noFill/>
              <a:ln w="50800" cap="rnd">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696354" name="Line 34"/>
            <p:cNvSpPr>
              <a:spLocks noChangeShapeType="1"/>
            </p:cNvSpPr>
            <p:nvPr/>
          </p:nvSpPr>
          <p:spPr bwMode="auto">
            <a:xfrm>
              <a:off x="1106" y="1836"/>
              <a:ext cx="0" cy="51"/>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96355" name="Line 35"/>
            <p:cNvSpPr>
              <a:spLocks noChangeShapeType="1"/>
            </p:cNvSpPr>
            <p:nvPr/>
          </p:nvSpPr>
          <p:spPr bwMode="auto">
            <a:xfrm>
              <a:off x="980" y="1836"/>
              <a:ext cx="0" cy="112"/>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96356" name="Line 36"/>
            <p:cNvSpPr>
              <a:spLocks noChangeShapeType="1"/>
            </p:cNvSpPr>
            <p:nvPr/>
          </p:nvSpPr>
          <p:spPr bwMode="auto">
            <a:xfrm>
              <a:off x="1234" y="1840"/>
              <a:ext cx="0" cy="112"/>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696357" name="Group 37"/>
          <p:cNvGrpSpPr>
            <a:grpSpLocks/>
          </p:cNvGrpSpPr>
          <p:nvPr/>
        </p:nvGrpSpPr>
        <p:grpSpPr bwMode="auto">
          <a:xfrm>
            <a:off x="1849438" y="3268663"/>
            <a:ext cx="381000" cy="277812"/>
            <a:chOff x="980" y="2120"/>
            <a:chExt cx="254" cy="185"/>
          </a:xfrm>
        </p:grpSpPr>
        <p:grpSp>
          <p:nvGrpSpPr>
            <p:cNvPr id="696358" name="Group 38"/>
            <p:cNvGrpSpPr>
              <a:grpSpLocks/>
            </p:cNvGrpSpPr>
            <p:nvPr/>
          </p:nvGrpSpPr>
          <p:grpSpPr bwMode="auto">
            <a:xfrm>
              <a:off x="984" y="2120"/>
              <a:ext cx="248" cy="55"/>
              <a:chOff x="984" y="2120"/>
              <a:chExt cx="248" cy="55"/>
            </a:xfrm>
          </p:grpSpPr>
          <p:sp>
            <p:nvSpPr>
              <p:cNvPr id="696359" name="Arc 39"/>
              <p:cNvSpPr>
                <a:spLocks/>
              </p:cNvSpPr>
              <p:nvPr/>
            </p:nvSpPr>
            <p:spPr bwMode="auto">
              <a:xfrm>
                <a:off x="984" y="2121"/>
                <a:ext cx="66" cy="54"/>
              </a:xfrm>
              <a:custGeom>
                <a:avLst/>
                <a:gdLst>
                  <a:gd name="G0" fmla="+- 21596 0 0"/>
                  <a:gd name="G1" fmla="+- 21598 0 0"/>
                  <a:gd name="G2" fmla="+- 21600 0 0"/>
                  <a:gd name="T0" fmla="*/ 0 w 21596"/>
                  <a:gd name="T1" fmla="*/ 21205 h 21598"/>
                  <a:gd name="T2" fmla="*/ 21274 w 21596"/>
                  <a:gd name="T3" fmla="*/ 0 h 21598"/>
                  <a:gd name="T4" fmla="*/ 21596 w 21596"/>
                  <a:gd name="T5" fmla="*/ 21598 h 21598"/>
                </a:gdLst>
                <a:ahLst/>
                <a:cxnLst>
                  <a:cxn ang="0">
                    <a:pos x="T0" y="T1"/>
                  </a:cxn>
                  <a:cxn ang="0">
                    <a:pos x="T2" y="T3"/>
                  </a:cxn>
                  <a:cxn ang="0">
                    <a:pos x="T4" y="T5"/>
                  </a:cxn>
                </a:cxnLst>
                <a:rect l="0" t="0" r="r" b="b"/>
                <a:pathLst>
                  <a:path w="21596" h="21598" fill="none" extrusionOk="0">
                    <a:moveTo>
                      <a:pt x="-1" y="21204"/>
                    </a:moveTo>
                    <a:cubicBezTo>
                      <a:pt x="211" y="9555"/>
                      <a:pt x="9624" y="174"/>
                      <a:pt x="21274" y="0"/>
                    </a:cubicBezTo>
                  </a:path>
                  <a:path w="21596" h="21598" stroke="0" extrusionOk="0">
                    <a:moveTo>
                      <a:pt x="-1" y="21204"/>
                    </a:moveTo>
                    <a:cubicBezTo>
                      <a:pt x="211" y="9555"/>
                      <a:pt x="9624" y="174"/>
                      <a:pt x="21274" y="0"/>
                    </a:cubicBezTo>
                    <a:lnTo>
                      <a:pt x="21596" y="21598"/>
                    </a:lnTo>
                    <a:close/>
                  </a:path>
                </a:pathLst>
              </a:custGeom>
              <a:noFill/>
              <a:ln w="50800" cap="rnd">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96360" name="Arc 40"/>
              <p:cNvSpPr>
                <a:spLocks/>
              </p:cNvSpPr>
              <p:nvPr/>
            </p:nvSpPr>
            <p:spPr bwMode="auto">
              <a:xfrm>
                <a:off x="1034" y="2120"/>
                <a:ext cx="68" cy="55"/>
              </a:xfrm>
              <a:custGeom>
                <a:avLst/>
                <a:gdLst>
                  <a:gd name="G0" fmla="+- 317 0 0"/>
                  <a:gd name="G1" fmla="+- 21600 0 0"/>
                  <a:gd name="G2" fmla="+- 21600 0 0"/>
                  <a:gd name="T0" fmla="*/ 0 w 21913"/>
                  <a:gd name="T1" fmla="*/ 2 h 21600"/>
                  <a:gd name="T2" fmla="*/ 21913 w 21913"/>
                  <a:gd name="T3" fmla="*/ 21201 h 21600"/>
                  <a:gd name="T4" fmla="*/ 317 w 21913"/>
                  <a:gd name="T5" fmla="*/ 21600 h 21600"/>
                </a:gdLst>
                <a:ahLst/>
                <a:cxnLst>
                  <a:cxn ang="0">
                    <a:pos x="T0" y="T1"/>
                  </a:cxn>
                  <a:cxn ang="0">
                    <a:pos x="T2" y="T3"/>
                  </a:cxn>
                  <a:cxn ang="0">
                    <a:pos x="T4" y="T5"/>
                  </a:cxn>
                </a:cxnLst>
                <a:rect l="0" t="0" r="r" b="b"/>
                <a:pathLst>
                  <a:path w="21913" h="21600" fill="none" extrusionOk="0">
                    <a:moveTo>
                      <a:pt x="0" y="2"/>
                    </a:moveTo>
                    <a:cubicBezTo>
                      <a:pt x="105" y="0"/>
                      <a:pt x="211" y="0"/>
                      <a:pt x="317" y="0"/>
                    </a:cubicBezTo>
                    <a:cubicBezTo>
                      <a:pt x="12090" y="0"/>
                      <a:pt x="21695" y="9429"/>
                      <a:pt x="21913" y="21200"/>
                    </a:cubicBezTo>
                  </a:path>
                  <a:path w="21913" h="21600" stroke="0" extrusionOk="0">
                    <a:moveTo>
                      <a:pt x="0" y="2"/>
                    </a:moveTo>
                    <a:cubicBezTo>
                      <a:pt x="105" y="0"/>
                      <a:pt x="211" y="0"/>
                      <a:pt x="317" y="0"/>
                    </a:cubicBezTo>
                    <a:cubicBezTo>
                      <a:pt x="12090" y="0"/>
                      <a:pt x="21695" y="9429"/>
                      <a:pt x="21913" y="21200"/>
                    </a:cubicBezTo>
                    <a:lnTo>
                      <a:pt x="317" y="21600"/>
                    </a:lnTo>
                    <a:close/>
                  </a:path>
                </a:pathLst>
              </a:custGeom>
              <a:noFill/>
              <a:ln w="50800" cap="rnd">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96361" name="Arc 41"/>
              <p:cNvSpPr>
                <a:spLocks/>
              </p:cNvSpPr>
              <p:nvPr/>
            </p:nvSpPr>
            <p:spPr bwMode="auto">
              <a:xfrm>
                <a:off x="1113" y="2121"/>
                <a:ext cx="67" cy="54"/>
              </a:xfrm>
              <a:custGeom>
                <a:avLst/>
                <a:gdLst>
                  <a:gd name="G0" fmla="+- 21596 0 0"/>
                  <a:gd name="G1" fmla="+- 21598 0 0"/>
                  <a:gd name="G2" fmla="+- 21600 0 0"/>
                  <a:gd name="T0" fmla="*/ 0 w 21596"/>
                  <a:gd name="T1" fmla="*/ 21202 h 21598"/>
                  <a:gd name="T2" fmla="*/ 21277 w 21596"/>
                  <a:gd name="T3" fmla="*/ 0 h 21598"/>
                  <a:gd name="T4" fmla="*/ 21596 w 21596"/>
                  <a:gd name="T5" fmla="*/ 21598 h 21598"/>
                </a:gdLst>
                <a:ahLst/>
                <a:cxnLst>
                  <a:cxn ang="0">
                    <a:pos x="T0" y="T1"/>
                  </a:cxn>
                  <a:cxn ang="0">
                    <a:pos x="T2" y="T3"/>
                  </a:cxn>
                  <a:cxn ang="0">
                    <a:pos x="T4" y="T5"/>
                  </a:cxn>
                </a:cxnLst>
                <a:rect l="0" t="0" r="r" b="b"/>
                <a:pathLst>
                  <a:path w="21596" h="21598" fill="none" extrusionOk="0">
                    <a:moveTo>
                      <a:pt x="-1" y="21201"/>
                    </a:moveTo>
                    <a:cubicBezTo>
                      <a:pt x="213" y="9552"/>
                      <a:pt x="9627" y="172"/>
                      <a:pt x="21277" y="0"/>
                    </a:cubicBezTo>
                  </a:path>
                  <a:path w="21596" h="21598" stroke="0" extrusionOk="0">
                    <a:moveTo>
                      <a:pt x="-1" y="21201"/>
                    </a:moveTo>
                    <a:cubicBezTo>
                      <a:pt x="213" y="9552"/>
                      <a:pt x="9627" y="172"/>
                      <a:pt x="21277" y="0"/>
                    </a:cubicBezTo>
                    <a:lnTo>
                      <a:pt x="21596" y="21598"/>
                    </a:lnTo>
                    <a:close/>
                  </a:path>
                </a:pathLst>
              </a:custGeom>
              <a:noFill/>
              <a:ln w="50800" cap="rnd">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96362" name="Arc 42"/>
              <p:cNvSpPr>
                <a:spLocks/>
              </p:cNvSpPr>
              <p:nvPr/>
            </p:nvSpPr>
            <p:spPr bwMode="auto">
              <a:xfrm>
                <a:off x="1165" y="2120"/>
                <a:ext cx="67" cy="55"/>
              </a:xfrm>
              <a:custGeom>
                <a:avLst/>
                <a:gdLst>
                  <a:gd name="G0" fmla="+- 322 0 0"/>
                  <a:gd name="G1" fmla="+- 21600 0 0"/>
                  <a:gd name="G2" fmla="+- 21600 0 0"/>
                  <a:gd name="T0" fmla="*/ 0 w 21918"/>
                  <a:gd name="T1" fmla="*/ 2 h 21600"/>
                  <a:gd name="T2" fmla="*/ 21918 w 21918"/>
                  <a:gd name="T3" fmla="*/ 21201 h 21600"/>
                  <a:gd name="T4" fmla="*/ 322 w 21918"/>
                  <a:gd name="T5" fmla="*/ 21600 h 21600"/>
                </a:gdLst>
                <a:ahLst/>
                <a:cxnLst>
                  <a:cxn ang="0">
                    <a:pos x="T0" y="T1"/>
                  </a:cxn>
                  <a:cxn ang="0">
                    <a:pos x="T2" y="T3"/>
                  </a:cxn>
                  <a:cxn ang="0">
                    <a:pos x="T4" y="T5"/>
                  </a:cxn>
                </a:cxnLst>
                <a:rect l="0" t="0" r="r" b="b"/>
                <a:pathLst>
                  <a:path w="21918" h="21600" fill="none" extrusionOk="0">
                    <a:moveTo>
                      <a:pt x="0" y="2"/>
                    </a:moveTo>
                    <a:cubicBezTo>
                      <a:pt x="107" y="0"/>
                      <a:pt x="214" y="0"/>
                      <a:pt x="322" y="0"/>
                    </a:cubicBezTo>
                    <a:cubicBezTo>
                      <a:pt x="12095" y="0"/>
                      <a:pt x="21700" y="9429"/>
                      <a:pt x="21918" y="21200"/>
                    </a:cubicBezTo>
                  </a:path>
                  <a:path w="21918" h="21600" stroke="0" extrusionOk="0">
                    <a:moveTo>
                      <a:pt x="0" y="2"/>
                    </a:moveTo>
                    <a:cubicBezTo>
                      <a:pt x="107" y="0"/>
                      <a:pt x="214" y="0"/>
                      <a:pt x="322" y="0"/>
                    </a:cubicBezTo>
                    <a:cubicBezTo>
                      <a:pt x="12095" y="0"/>
                      <a:pt x="21700" y="9429"/>
                      <a:pt x="21918" y="21200"/>
                    </a:cubicBezTo>
                    <a:lnTo>
                      <a:pt x="322" y="21600"/>
                    </a:lnTo>
                    <a:close/>
                  </a:path>
                </a:pathLst>
              </a:custGeom>
              <a:noFill/>
              <a:ln w="50800" cap="rnd">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696363" name="Line 43"/>
            <p:cNvSpPr>
              <a:spLocks noChangeShapeType="1"/>
            </p:cNvSpPr>
            <p:nvPr/>
          </p:nvSpPr>
          <p:spPr bwMode="auto">
            <a:xfrm>
              <a:off x="1106" y="2189"/>
              <a:ext cx="0" cy="51"/>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96364" name="Line 44"/>
            <p:cNvSpPr>
              <a:spLocks noChangeShapeType="1"/>
            </p:cNvSpPr>
            <p:nvPr/>
          </p:nvSpPr>
          <p:spPr bwMode="auto">
            <a:xfrm>
              <a:off x="980" y="2189"/>
              <a:ext cx="0" cy="112"/>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96365" name="Line 45"/>
            <p:cNvSpPr>
              <a:spLocks noChangeShapeType="1"/>
            </p:cNvSpPr>
            <p:nvPr/>
          </p:nvSpPr>
          <p:spPr bwMode="auto">
            <a:xfrm>
              <a:off x="1234" y="2193"/>
              <a:ext cx="0" cy="112"/>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696366" name="Oval 46"/>
          <p:cNvSpPr>
            <a:spLocks noChangeArrowheads="1"/>
          </p:cNvSpPr>
          <p:nvPr/>
        </p:nvSpPr>
        <p:spPr bwMode="auto">
          <a:xfrm>
            <a:off x="2706688" y="4284663"/>
            <a:ext cx="363537" cy="363537"/>
          </a:xfrm>
          <a:prstGeom prst="ellipse">
            <a:avLst/>
          </a:prstGeom>
          <a:noFill/>
          <a:ln w="50800">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96367" name="Oval 47"/>
          <p:cNvSpPr>
            <a:spLocks noChangeArrowheads="1"/>
          </p:cNvSpPr>
          <p:nvPr/>
        </p:nvSpPr>
        <p:spPr bwMode="auto">
          <a:xfrm>
            <a:off x="2706688" y="4824413"/>
            <a:ext cx="363537" cy="363537"/>
          </a:xfrm>
          <a:prstGeom prst="ellipse">
            <a:avLst/>
          </a:prstGeom>
          <a:noFill/>
          <a:ln w="50800">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96368" name="Oval 48"/>
          <p:cNvSpPr>
            <a:spLocks noChangeArrowheads="1"/>
          </p:cNvSpPr>
          <p:nvPr/>
        </p:nvSpPr>
        <p:spPr bwMode="auto">
          <a:xfrm>
            <a:off x="3255963" y="4284663"/>
            <a:ext cx="363537" cy="363537"/>
          </a:xfrm>
          <a:prstGeom prst="ellipse">
            <a:avLst/>
          </a:prstGeom>
          <a:noFill/>
          <a:ln w="50800">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96369" name="Oval 49"/>
          <p:cNvSpPr>
            <a:spLocks noChangeArrowheads="1"/>
          </p:cNvSpPr>
          <p:nvPr/>
        </p:nvSpPr>
        <p:spPr bwMode="auto">
          <a:xfrm>
            <a:off x="3255963" y="4824413"/>
            <a:ext cx="363537" cy="363537"/>
          </a:xfrm>
          <a:prstGeom prst="ellipse">
            <a:avLst/>
          </a:prstGeom>
          <a:noFill/>
          <a:ln w="50800">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96370" name="Oval 50"/>
          <p:cNvSpPr>
            <a:spLocks noChangeArrowheads="1"/>
          </p:cNvSpPr>
          <p:nvPr/>
        </p:nvSpPr>
        <p:spPr bwMode="auto">
          <a:xfrm>
            <a:off x="3805238" y="4284663"/>
            <a:ext cx="363537" cy="363537"/>
          </a:xfrm>
          <a:prstGeom prst="ellipse">
            <a:avLst/>
          </a:prstGeom>
          <a:noFill/>
          <a:ln w="50800">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96371" name="Oval 51"/>
          <p:cNvSpPr>
            <a:spLocks noChangeArrowheads="1"/>
          </p:cNvSpPr>
          <p:nvPr/>
        </p:nvSpPr>
        <p:spPr bwMode="auto">
          <a:xfrm>
            <a:off x="3805238" y="4824413"/>
            <a:ext cx="363537" cy="363537"/>
          </a:xfrm>
          <a:prstGeom prst="ellipse">
            <a:avLst/>
          </a:prstGeom>
          <a:noFill/>
          <a:ln w="50800">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96372" name="Freeform 52"/>
          <p:cNvSpPr>
            <a:spLocks/>
          </p:cNvSpPr>
          <p:nvPr/>
        </p:nvSpPr>
        <p:spPr bwMode="auto">
          <a:xfrm>
            <a:off x="1581150" y="2420938"/>
            <a:ext cx="2428875" cy="3032125"/>
          </a:xfrm>
          <a:custGeom>
            <a:avLst/>
            <a:gdLst>
              <a:gd name="T0" fmla="*/ 172 w 1617"/>
              <a:gd name="T1" fmla="*/ 0 h 2020"/>
              <a:gd name="T2" fmla="*/ 0 w 1617"/>
              <a:gd name="T3" fmla="*/ 0 h 2020"/>
              <a:gd name="T4" fmla="*/ 0 w 1617"/>
              <a:gd name="T5" fmla="*/ 2019 h 2020"/>
              <a:gd name="T6" fmla="*/ 1616 w 1617"/>
              <a:gd name="T7" fmla="*/ 2019 h 2020"/>
              <a:gd name="T8" fmla="*/ 1616 w 1617"/>
              <a:gd name="T9" fmla="*/ 1861 h 2020"/>
            </a:gdLst>
            <a:ahLst/>
            <a:cxnLst>
              <a:cxn ang="0">
                <a:pos x="T0" y="T1"/>
              </a:cxn>
              <a:cxn ang="0">
                <a:pos x="T2" y="T3"/>
              </a:cxn>
              <a:cxn ang="0">
                <a:pos x="T4" y="T5"/>
              </a:cxn>
              <a:cxn ang="0">
                <a:pos x="T6" y="T7"/>
              </a:cxn>
              <a:cxn ang="0">
                <a:pos x="T8" y="T9"/>
              </a:cxn>
            </a:cxnLst>
            <a:rect l="0" t="0" r="r" b="b"/>
            <a:pathLst>
              <a:path w="1617" h="2020">
                <a:moveTo>
                  <a:pt x="172" y="0"/>
                </a:moveTo>
                <a:lnTo>
                  <a:pt x="0" y="0"/>
                </a:lnTo>
                <a:lnTo>
                  <a:pt x="0" y="2019"/>
                </a:lnTo>
                <a:lnTo>
                  <a:pt x="1616" y="2019"/>
                </a:lnTo>
                <a:lnTo>
                  <a:pt x="1616" y="1861"/>
                </a:lnTo>
              </a:path>
            </a:pathLst>
          </a:custGeom>
          <a:noFill/>
          <a:ln w="508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96373" name="Freeform 53"/>
          <p:cNvSpPr>
            <a:spLocks/>
          </p:cNvSpPr>
          <p:nvPr/>
        </p:nvSpPr>
        <p:spPr bwMode="auto">
          <a:xfrm>
            <a:off x="2239963" y="2438400"/>
            <a:ext cx="1760537" cy="1843088"/>
          </a:xfrm>
          <a:custGeom>
            <a:avLst/>
            <a:gdLst>
              <a:gd name="T0" fmla="*/ 0 w 1172"/>
              <a:gd name="T1" fmla="*/ 0 h 1227"/>
              <a:gd name="T2" fmla="*/ 1171 w 1172"/>
              <a:gd name="T3" fmla="*/ 0 h 1227"/>
              <a:gd name="T4" fmla="*/ 1171 w 1172"/>
              <a:gd name="T5" fmla="*/ 1226 h 1227"/>
            </a:gdLst>
            <a:ahLst/>
            <a:cxnLst>
              <a:cxn ang="0">
                <a:pos x="T0" y="T1"/>
              </a:cxn>
              <a:cxn ang="0">
                <a:pos x="T2" y="T3"/>
              </a:cxn>
              <a:cxn ang="0">
                <a:pos x="T4" y="T5"/>
              </a:cxn>
            </a:cxnLst>
            <a:rect l="0" t="0" r="r" b="b"/>
            <a:pathLst>
              <a:path w="1172" h="1227">
                <a:moveTo>
                  <a:pt x="0" y="0"/>
                </a:moveTo>
                <a:lnTo>
                  <a:pt x="1171" y="0"/>
                </a:lnTo>
                <a:lnTo>
                  <a:pt x="1171" y="1226"/>
                </a:lnTo>
              </a:path>
            </a:pathLst>
          </a:custGeom>
          <a:noFill/>
          <a:ln w="508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96374" name="Freeform 54"/>
          <p:cNvSpPr>
            <a:spLocks/>
          </p:cNvSpPr>
          <p:nvPr/>
        </p:nvSpPr>
        <p:spPr bwMode="auto">
          <a:xfrm>
            <a:off x="2233613" y="3021013"/>
            <a:ext cx="1217612" cy="1250950"/>
          </a:xfrm>
          <a:custGeom>
            <a:avLst/>
            <a:gdLst>
              <a:gd name="T0" fmla="*/ 0 w 811"/>
              <a:gd name="T1" fmla="*/ 0 h 833"/>
              <a:gd name="T2" fmla="*/ 810 w 811"/>
              <a:gd name="T3" fmla="*/ 0 h 833"/>
              <a:gd name="T4" fmla="*/ 810 w 811"/>
              <a:gd name="T5" fmla="*/ 832 h 833"/>
            </a:gdLst>
            <a:ahLst/>
            <a:cxnLst>
              <a:cxn ang="0">
                <a:pos x="T0" y="T1"/>
              </a:cxn>
              <a:cxn ang="0">
                <a:pos x="T2" y="T3"/>
              </a:cxn>
              <a:cxn ang="0">
                <a:pos x="T4" y="T5"/>
              </a:cxn>
            </a:cxnLst>
            <a:rect l="0" t="0" r="r" b="b"/>
            <a:pathLst>
              <a:path w="811" h="833">
                <a:moveTo>
                  <a:pt x="0" y="0"/>
                </a:moveTo>
                <a:lnTo>
                  <a:pt x="810" y="0"/>
                </a:lnTo>
                <a:lnTo>
                  <a:pt x="810" y="832"/>
                </a:lnTo>
              </a:path>
            </a:pathLst>
          </a:custGeom>
          <a:noFill/>
          <a:ln w="508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96375" name="Freeform 55"/>
          <p:cNvSpPr>
            <a:spLocks/>
          </p:cNvSpPr>
          <p:nvPr/>
        </p:nvSpPr>
        <p:spPr bwMode="auto">
          <a:xfrm>
            <a:off x="2239963" y="3530600"/>
            <a:ext cx="652462" cy="750888"/>
          </a:xfrm>
          <a:custGeom>
            <a:avLst/>
            <a:gdLst>
              <a:gd name="T0" fmla="*/ 0 w 434"/>
              <a:gd name="T1" fmla="*/ 0 h 500"/>
              <a:gd name="T2" fmla="*/ 433 w 434"/>
              <a:gd name="T3" fmla="*/ 0 h 500"/>
              <a:gd name="T4" fmla="*/ 433 w 434"/>
              <a:gd name="T5" fmla="*/ 499 h 500"/>
            </a:gdLst>
            <a:ahLst/>
            <a:cxnLst>
              <a:cxn ang="0">
                <a:pos x="T0" y="T1"/>
              </a:cxn>
              <a:cxn ang="0">
                <a:pos x="T2" y="T3"/>
              </a:cxn>
              <a:cxn ang="0">
                <a:pos x="T4" y="T5"/>
              </a:cxn>
            </a:cxnLst>
            <a:rect l="0" t="0" r="r" b="b"/>
            <a:pathLst>
              <a:path w="434" h="500">
                <a:moveTo>
                  <a:pt x="0" y="0"/>
                </a:moveTo>
                <a:lnTo>
                  <a:pt x="433" y="0"/>
                </a:lnTo>
                <a:lnTo>
                  <a:pt x="433" y="499"/>
                </a:lnTo>
              </a:path>
            </a:pathLst>
          </a:custGeom>
          <a:noFill/>
          <a:ln w="508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96376" name="Line 56"/>
          <p:cNvSpPr>
            <a:spLocks noChangeShapeType="1"/>
          </p:cNvSpPr>
          <p:nvPr/>
        </p:nvSpPr>
        <p:spPr bwMode="auto">
          <a:xfrm flipH="1">
            <a:off x="1246188" y="2265363"/>
            <a:ext cx="3335337"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96377" name="Line 57"/>
          <p:cNvSpPr>
            <a:spLocks noChangeShapeType="1"/>
          </p:cNvSpPr>
          <p:nvPr/>
        </p:nvSpPr>
        <p:spPr bwMode="auto">
          <a:xfrm flipH="1">
            <a:off x="1246188" y="2843213"/>
            <a:ext cx="3335337"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96378" name="Line 58"/>
          <p:cNvSpPr>
            <a:spLocks noChangeShapeType="1"/>
          </p:cNvSpPr>
          <p:nvPr/>
        </p:nvSpPr>
        <p:spPr bwMode="auto">
          <a:xfrm flipH="1">
            <a:off x="1246188" y="3381375"/>
            <a:ext cx="3335337"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96379" name="Freeform 59"/>
          <p:cNvSpPr>
            <a:spLocks/>
          </p:cNvSpPr>
          <p:nvPr/>
        </p:nvSpPr>
        <p:spPr bwMode="auto">
          <a:xfrm>
            <a:off x="4383088" y="1889125"/>
            <a:ext cx="1201737" cy="1485900"/>
          </a:xfrm>
          <a:custGeom>
            <a:avLst/>
            <a:gdLst>
              <a:gd name="T0" fmla="*/ 653 w 800"/>
              <a:gd name="T1" fmla="*/ 989 h 990"/>
              <a:gd name="T2" fmla="*/ 799 w 800"/>
              <a:gd name="T3" fmla="*/ 989 h 990"/>
              <a:gd name="T4" fmla="*/ 799 w 800"/>
              <a:gd name="T5" fmla="*/ 0 h 990"/>
              <a:gd name="T6" fmla="*/ 0 w 800"/>
              <a:gd name="T7" fmla="*/ 0 h 990"/>
              <a:gd name="T8" fmla="*/ 0 w 800"/>
              <a:gd name="T9" fmla="*/ 233 h 990"/>
            </a:gdLst>
            <a:ahLst/>
            <a:cxnLst>
              <a:cxn ang="0">
                <a:pos x="T0" y="T1"/>
              </a:cxn>
              <a:cxn ang="0">
                <a:pos x="T2" y="T3"/>
              </a:cxn>
              <a:cxn ang="0">
                <a:pos x="T4" y="T5"/>
              </a:cxn>
              <a:cxn ang="0">
                <a:pos x="T6" y="T7"/>
              </a:cxn>
              <a:cxn ang="0">
                <a:pos x="T8" y="T9"/>
              </a:cxn>
            </a:cxnLst>
            <a:rect l="0" t="0" r="r" b="b"/>
            <a:pathLst>
              <a:path w="800" h="990">
                <a:moveTo>
                  <a:pt x="653" y="989"/>
                </a:moveTo>
                <a:lnTo>
                  <a:pt x="799" y="989"/>
                </a:lnTo>
                <a:lnTo>
                  <a:pt x="799" y="0"/>
                </a:lnTo>
                <a:lnTo>
                  <a:pt x="0" y="0"/>
                </a:lnTo>
                <a:lnTo>
                  <a:pt x="0" y="233"/>
                </a:lnTo>
              </a:path>
            </a:pathLst>
          </a:custGeom>
          <a:noFill/>
          <a:ln w="508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96380" name="Freeform 60"/>
          <p:cNvSpPr>
            <a:spLocks/>
          </p:cNvSpPr>
          <p:nvPr/>
        </p:nvSpPr>
        <p:spPr bwMode="auto">
          <a:xfrm>
            <a:off x="4383088" y="2262188"/>
            <a:ext cx="1055687" cy="563562"/>
          </a:xfrm>
          <a:custGeom>
            <a:avLst/>
            <a:gdLst>
              <a:gd name="T0" fmla="*/ 647 w 703"/>
              <a:gd name="T1" fmla="*/ 0 h 379"/>
              <a:gd name="T2" fmla="*/ 702 w 703"/>
              <a:gd name="T3" fmla="*/ 0 h 379"/>
              <a:gd name="T4" fmla="*/ 702 w 703"/>
              <a:gd name="T5" fmla="*/ 97 h 379"/>
              <a:gd name="T6" fmla="*/ 0 w 703"/>
              <a:gd name="T7" fmla="*/ 268 h 379"/>
              <a:gd name="T8" fmla="*/ 0 w 703"/>
              <a:gd name="T9" fmla="*/ 378 h 379"/>
            </a:gdLst>
            <a:ahLst/>
            <a:cxnLst>
              <a:cxn ang="0">
                <a:pos x="T0" y="T1"/>
              </a:cxn>
              <a:cxn ang="0">
                <a:pos x="T2" y="T3"/>
              </a:cxn>
              <a:cxn ang="0">
                <a:pos x="T4" y="T5"/>
              </a:cxn>
              <a:cxn ang="0">
                <a:pos x="T6" y="T7"/>
              </a:cxn>
              <a:cxn ang="0">
                <a:pos x="T8" y="T9"/>
              </a:cxn>
            </a:cxnLst>
            <a:rect l="0" t="0" r="r" b="b"/>
            <a:pathLst>
              <a:path w="703" h="379">
                <a:moveTo>
                  <a:pt x="647" y="0"/>
                </a:moveTo>
                <a:lnTo>
                  <a:pt x="702" y="0"/>
                </a:lnTo>
                <a:lnTo>
                  <a:pt x="702" y="97"/>
                </a:lnTo>
                <a:lnTo>
                  <a:pt x="0" y="268"/>
                </a:lnTo>
                <a:lnTo>
                  <a:pt x="0" y="378"/>
                </a:lnTo>
              </a:path>
            </a:pathLst>
          </a:custGeom>
          <a:noFill/>
          <a:ln w="508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96381" name="Freeform 61"/>
          <p:cNvSpPr>
            <a:spLocks/>
          </p:cNvSpPr>
          <p:nvPr/>
        </p:nvSpPr>
        <p:spPr bwMode="auto">
          <a:xfrm>
            <a:off x="4387850" y="2843213"/>
            <a:ext cx="1055688" cy="531812"/>
          </a:xfrm>
          <a:custGeom>
            <a:avLst/>
            <a:gdLst>
              <a:gd name="T0" fmla="*/ 647 w 703"/>
              <a:gd name="T1" fmla="*/ 0 h 355"/>
              <a:gd name="T2" fmla="*/ 702 w 703"/>
              <a:gd name="T3" fmla="*/ 0 h 355"/>
              <a:gd name="T4" fmla="*/ 702 w 703"/>
              <a:gd name="T5" fmla="*/ 91 h 355"/>
              <a:gd name="T6" fmla="*/ 0 w 703"/>
              <a:gd name="T7" fmla="*/ 251 h 355"/>
              <a:gd name="T8" fmla="*/ 0 w 703"/>
              <a:gd name="T9" fmla="*/ 354 h 355"/>
            </a:gdLst>
            <a:ahLst/>
            <a:cxnLst>
              <a:cxn ang="0">
                <a:pos x="T0" y="T1"/>
              </a:cxn>
              <a:cxn ang="0">
                <a:pos x="T2" y="T3"/>
              </a:cxn>
              <a:cxn ang="0">
                <a:pos x="T4" y="T5"/>
              </a:cxn>
              <a:cxn ang="0">
                <a:pos x="T6" y="T7"/>
              </a:cxn>
              <a:cxn ang="0">
                <a:pos x="T8" y="T9"/>
              </a:cxn>
            </a:cxnLst>
            <a:rect l="0" t="0" r="r" b="b"/>
            <a:pathLst>
              <a:path w="703" h="355">
                <a:moveTo>
                  <a:pt x="647" y="0"/>
                </a:moveTo>
                <a:lnTo>
                  <a:pt x="702" y="0"/>
                </a:lnTo>
                <a:lnTo>
                  <a:pt x="702" y="91"/>
                </a:lnTo>
                <a:lnTo>
                  <a:pt x="0" y="251"/>
                </a:lnTo>
                <a:lnTo>
                  <a:pt x="0" y="354"/>
                </a:lnTo>
              </a:path>
            </a:pathLst>
          </a:custGeom>
          <a:noFill/>
          <a:ln w="508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96382" name="Freeform 62"/>
          <p:cNvSpPr>
            <a:spLocks/>
          </p:cNvSpPr>
          <p:nvPr/>
        </p:nvSpPr>
        <p:spPr bwMode="auto">
          <a:xfrm>
            <a:off x="5711825" y="2265363"/>
            <a:ext cx="147638" cy="1612900"/>
          </a:xfrm>
          <a:custGeom>
            <a:avLst/>
            <a:gdLst>
              <a:gd name="T0" fmla="*/ 97 w 98"/>
              <a:gd name="T1" fmla="*/ 0 h 1075"/>
              <a:gd name="T2" fmla="*/ 0 w 98"/>
              <a:gd name="T3" fmla="*/ 0 h 1075"/>
              <a:gd name="T4" fmla="*/ 0 w 98"/>
              <a:gd name="T5" fmla="*/ 1074 h 1075"/>
            </a:gdLst>
            <a:ahLst/>
            <a:cxnLst>
              <a:cxn ang="0">
                <a:pos x="T0" y="T1"/>
              </a:cxn>
              <a:cxn ang="0">
                <a:pos x="T2" y="T3"/>
              </a:cxn>
              <a:cxn ang="0">
                <a:pos x="T4" y="T5"/>
              </a:cxn>
            </a:cxnLst>
            <a:rect l="0" t="0" r="r" b="b"/>
            <a:pathLst>
              <a:path w="98" h="1075">
                <a:moveTo>
                  <a:pt x="97" y="0"/>
                </a:moveTo>
                <a:lnTo>
                  <a:pt x="0" y="0"/>
                </a:lnTo>
                <a:lnTo>
                  <a:pt x="0" y="1074"/>
                </a:lnTo>
              </a:path>
            </a:pathLst>
          </a:custGeom>
          <a:noFill/>
          <a:ln w="508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96383" name="Line 63"/>
          <p:cNvSpPr>
            <a:spLocks noChangeShapeType="1"/>
          </p:cNvSpPr>
          <p:nvPr/>
        </p:nvSpPr>
        <p:spPr bwMode="auto">
          <a:xfrm flipH="1">
            <a:off x="1571625" y="3006725"/>
            <a:ext cx="295275"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96384" name="Line 64"/>
          <p:cNvSpPr>
            <a:spLocks noChangeShapeType="1"/>
          </p:cNvSpPr>
          <p:nvPr/>
        </p:nvSpPr>
        <p:spPr bwMode="auto">
          <a:xfrm flipH="1">
            <a:off x="1557338" y="3527425"/>
            <a:ext cx="295275"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96385" name="Line 65"/>
          <p:cNvSpPr>
            <a:spLocks noChangeShapeType="1"/>
          </p:cNvSpPr>
          <p:nvPr/>
        </p:nvSpPr>
        <p:spPr bwMode="auto">
          <a:xfrm>
            <a:off x="3454400" y="5178425"/>
            <a:ext cx="0" cy="274638"/>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96386" name="Line 66"/>
          <p:cNvSpPr>
            <a:spLocks noChangeShapeType="1"/>
          </p:cNvSpPr>
          <p:nvPr/>
        </p:nvSpPr>
        <p:spPr bwMode="auto">
          <a:xfrm>
            <a:off x="2881313" y="4652963"/>
            <a:ext cx="0" cy="169862"/>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96387" name="Line 67"/>
          <p:cNvSpPr>
            <a:spLocks noChangeShapeType="1"/>
          </p:cNvSpPr>
          <p:nvPr/>
        </p:nvSpPr>
        <p:spPr bwMode="auto">
          <a:xfrm>
            <a:off x="2890838" y="5187950"/>
            <a:ext cx="0" cy="257175"/>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96388" name="Line 68"/>
          <p:cNvSpPr>
            <a:spLocks noChangeShapeType="1"/>
          </p:cNvSpPr>
          <p:nvPr/>
        </p:nvSpPr>
        <p:spPr bwMode="auto">
          <a:xfrm>
            <a:off x="3430588" y="4652963"/>
            <a:ext cx="0" cy="16510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96389" name="Line 69"/>
          <p:cNvSpPr>
            <a:spLocks noChangeShapeType="1"/>
          </p:cNvSpPr>
          <p:nvPr/>
        </p:nvSpPr>
        <p:spPr bwMode="auto">
          <a:xfrm>
            <a:off x="3981450" y="4652963"/>
            <a:ext cx="0" cy="179387"/>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96390" name="Line 70"/>
          <p:cNvSpPr>
            <a:spLocks noChangeShapeType="1"/>
          </p:cNvSpPr>
          <p:nvPr/>
        </p:nvSpPr>
        <p:spPr bwMode="auto">
          <a:xfrm>
            <a:off x="6670675" y="2270125"/>
            <a:ext cx="180975"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96391" name="Line 71"/>
          <p:cNvSpPr>
            <a:spLocks noChangeShapeType="1"/>
          </p:cNvSpPr>
          <p:nvPr/>
        </p:nvSpPr>
        <p:spPr bwMode="auto">
          <a:xfrm>
            <a:off x="6656388" y="2819400"/>
            <a:ext cx="180975"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96392" name="Line 72"/>
          <p:cNvSpPr>
            <a:spLocks noChangeShapeType="1"/>
          </p:cNvSpPr>
          <p:nvPr/>
        </p:nvSpPr>
        <p:spPr bwMode="auto">
          <a:xfrm>
            <a:off x="6656388" y="3378200"/>
            <a:ext cx="180975"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96393" name="Line 73"/>
          <p:cNvSpPr>
            <a:spLocks noChangeShapeType="1"/>
          </p:cNvSpPr>
          <p:nvPr/>
        </p:nvSpPr>
        <p:spPr bwMode="auto">
          <a:xfrm>
            <a:off x="5564188" y="3895725"/>
            <a:ext cx="290512"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96402" name="Line 82"/>
          <p:cNvSpPr>
            <a:spLocks noChangeShapeType="1"/>
          </p:cNvSpPr>
          <p:nvPr/>
        </p:nvSpPr>
        <p:spPr bwMode="auto">
          <a:xfrm>
            <a:off x="5624513" y="3990975"/>
            <a:ext cx="17145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96403" name="Line 83"/>
          <p:cNvSpPr>
            <a:spLocks noChangeShapeType="1"/>
          </p:cNvSpPr>
          <p:nvPr/>
        </p:nvSpPr>
        <p:spPr bwMode="auto">
          <a:xfrm>
            <a:off x="5673725" y="4071938"/>
            <a:ext cx="60325"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96404" name="Line 84"/>
          <p:cNvSpPr>
            <a:spLocks noChangeShapeType="1"/>
          </p:cNvSpPr>
          <p:nvPr/>
        </p:nvSpPr>
        <p:spPr bwMode="auto">
          <a:xfrm>
            <a:off x="5719763" y="3373438"/>
            <a:ext cx="138112"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96405" name="Line 85"/>
          <p:cNvSpPr>
            <a:spLocks noChangeShapeType="1"/>
          </p:cNvSpPr>
          <p:nvPr/>
        </p:nvSpPr>
        <p:spPr bwMode="auto">
          <a:xfrm>
            <a:off x="5702300" y="2820988"/>
            <a:ext cx="160338"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96406" name="Rectangle 86"/>
          <p:cNvSpPr>
            <a:spLocks noChangeArrowheads="1"/>
          </p:cNvSpPr>
          <p:nvPr/>
        </p:nvSpPr>
        <p:spPr bwMode="auto">
          <a:xfrm>
            <a:off x="1166813" y="1670050"/>
            <a:ext cx="1214437"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lnSpc>
                <a:spcPct val="100000"/>
              </a:lnSpc>
              <a:spcBef>
                <a:spcPct val="0"/>
              </a:spcBef>
              <a:buClrTx/>
              <a:buSzTx/>
              <a:buFontTx/>
              <a:buNone/>
            </a:pPr>
            <a:r>
              <a:rPr lang="en-GB" altLang="en-US" sz="2400" i="0"/>
              <a:t>Source</a:t>
            </a:r>
          </a:p>
        </p:txBody>
      </p:sp>
      <p:sp>
        <p:nvSpPr>
          <p:cNvPr id="696407" name="Rectangle 87"/>
          <p:cNvSpPr>
            <a:spLocks noChangeArrowheads="1"/>
          </p:cNvSpPr>
          <p:nvPr/>
        </p:nvSpPr>
        <p:spPr bwMode="auto">
          <a:xfrm>
            <a:off x="4660900" y="1476375"/>
            <a:ext cx="604838"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lnSpc>
                <a:spcPct val="100000"/>
              </a:lnSpc>
              <a:spcBef>
                <a:spcPct val="0"/>
              </a:spcBef>
              <a:buClrTx/>
              <a:buSzTx/>
              <a:buFontTx/>
              <a:buNone/>
            </a:pPr>
            <a:r>
              <a:rPr lang="en-GB" altLang="en-US" sz="2400" i="0"/>
              <a:t>HV</a:t>
            </a:r>
          </a:p>
        </p:txBody>
      </p:sp>
      <p:sp>
        <p:nvSpPr>
          <p:cNvPr id="696408" name="Rectangle 88"/>
          <p:cNvSpPr>
            <a:spLocks noChangeArrowheads="1"/>
          </p:cNvSpPr>
          <p:nvPr/>
        </p:nvSpPr>
        <p:spPr bwMode="auto">
          <a:xfrm>
            <a:off x="6002338" y="1760538"/>
            <a:ext cx="569912"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lnSpc>
                <a:spcPct val="100000"/>
              </a:lnSpc>
              <a:spcBef>
                <a:spcPct val="0"/>
              </a:spcBef>
              <a:buClrTx/>
              <a:buSzTx/>
              <a:buFontTx/>
              <a:buNone/>
            </a:pPr>
            <a:r>
              <a:rPr lang="en-GB" altLang="en-US" sz="2400" i="0"/>
              <a:t>LV</a:t>
            </a:r>
          </a:p>
        </p:txBody>
      </p:sp>
      <p:sp>
        <p:nvSpPr>
          <p:cNvPr id="696409" name="Rectangle 89"/>
          <p:cNvSpPr>
            <a:spLocks noChangeArrowheads="1"/>
          </p:cNvSpPr>
          <p:nvPr/>
        </p:nvSpPr>
        <p:spPr bwMode="auto">
          <a:xfrm>
            <a:off x="4208463" y="4257675"/>
            <a:ext cx="520700"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lnSpc>
                <a:spcPct val="100000"/>
              </a:lnSpc>
              <a:spcBef>
                <a:spcPct val="0"/>
              </a:spcBef>
              <a:buClrTx/>
              <a:buSzTx/>
              <a:buFontTx/>
              <a:buNone/>
            </a:pPr>
            <a:r>
              <a:rPr lang="en-GB" altLang="en-US" sz="2400" i="0"/>
              <a:t>50</a:t>
            </a:r>
          </a:p>
        </p:txBody>
      </p:sp>
      <p:sp>
        <p:nvSpPr>
          <p:cNvPr id="696410" name="Rectangle 90"/>
          <p:cNvSpPr>
            <a:spLocks noChangeArrowheads="1"/>
          </p:cNvSpPr>
          <p:nvPr/>
        </p:nvSpPr>
        <p:spPr bwMode="auto">
          <a:xfrm>
            <a:off x="4208463" y="4826000"/>
            <a:ext cx="520700"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lnSpc>
                <a:spcPct val="100000"/>
              </a:lnSpc>
              <a:spcBef>
                <a:spcPct val="0"/>
              </a:spcBef>
              <a:buClrTx/>
              <a:buSzTx/>
              <a:buFontTx/>
              <a:buNone/>
            </a:pPr>
            <a:r>
              <a:rPr lang="en-GB" altLang="en-US" sz="2400" i="0"/>
              <a:t>51</a:t>
            </a:r>
          </a:p>
        </p:txBody>
      </p:sp>
      <p:sp>
        <p:nvSpPr>
          <p:cNvPr id="696411" name="Rectangle 91"/>
          <p:cNvSpPr>
            <a:spLocks noChangeArrowheads="1"/>
          </p:cNvSpPr>
          <p:nvPr/>
        </p:nvSpPr>
        <p:spPr bwMode="auto">
          <a:xfrm>
            <a:off x="1166813" y="5647166"/>
            <a:ext cx="5595938"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lnSpc>
                <a:spcPct val="100000"/>
              </a:lnSpc>
              <a:spcBef>
                <a:spcPct val="0"/>
              </a:spcBef>
              <a:buClrTx/>
              <a:buSzTx/>
              <a:buFontTx/>
              <a:buNone/>
            </a:pPr>
            <a:r>
              <a:rPr lang="en-GB" altLang="en-US" sz="2400" i="0" dirty="0"/>
              <a:t>50 set to 1.2 - 1.3 x through fault level</a:t>
            </a:r>
          </a:p>
        </p:txBody>
      </p:sp>
      <p:grpSp>
        <p:nvGrpSpPr>
          <p:cNvPr id="696412" name="Group 92"/>
          <p:cNvGrpSpPr>
            <a:grpSpLocks/>
          </p:cNvGrpSpPr>
          <p:nvPr/>
        </p:nvGrpSpPr>
        <p:grpSpPr bwMode="auto">
          <a:xfrm>
            <a:off x="4560888" y="2725738"/>
            <a:ext cx="800100" cy="120650"/>
            <a:chOff x="2780" y="1401"/>
            <a:chExt cx="461" cy="69"/>
          </a:xfrm>
        </p:grpSpPr>
        <p:grpSp>
          <p:nvGrpSpPr>
            <p:cNvPr id="696413" name="Group 93"/>
            <p:cNvGrpSpPr>
              <a:grpSpLocks/>
            </p:cNvGrpSpPr>
            <p:nvPr/>
          </p:nvGrpSpPr>
          <p:grpSpPr bwMode="auto">
            <a:xfrm>
              <a:off x="2898" y="1404"/>
              <a:ext cx="114" cy="66"/>
              <a:chOff x="2916" y="1401"/>
              <a:chExt cx="114" cy="66"/>
            </a:xfrm>
          </p:grpSpPr>
          <p:sp>
            <p:nvSpPr>
              <p:cNvPr id="696414" name="Arc 94"/>
              <p:cNvSpPr>
                <a:spLocks/>
              </p:cNvSpPr>
              <p:nvPr/>
            </p:nvSpPr>
            <p:spPr bwMode="auto">
              <a:xfrm>
                <a:off x="2916" y="1401"/>
                <a:ext cx="59" cy="66"/>
              </a:xfrm>
              <a:custGeom>
                <a:avLst/>
                <a:gdLst>
                  <a:gd name="G0" fmla="+- 21600 0 0"/>
                  <a:gd name="G1" fmla="+- 21597 0 0"/>
                  <a:gd name="G2" fmla="+- 21600 0 0"/>
                  <a:gd name="T0" fmla="*/ 0 w 21600"/>
                  <a:gd name="T1" fmla="*/ 21597 h 21597"/>
                  <a:gd name="T2" fmla="*/ 21234 w 21600"/>
                  <a:gd name="T3" fmla="*/ 0 h 21597"/>
                  <a:gd name="T4" fmla="*/ 21600 w 21600"/>
                  <a:gd name="T5" fmla="*/ 21597 h 21597"/>
                </a:gdLst>
                <a:ahLst/>
                <a:cxnLst>
                  <a:cxn ang="0">
                    <a:pos x="T0" y="T1"/>
                  </a:cxn>
                  <a:cxn ang="0">
                    <a:pos x="T2" y="T3"/>
                  </a:cxn>
                  <a:cxn ang="0">
                    <a:pos x="T4" y="T5"/>
                  </a:cxn>
                </a:cxnLst>
                <a:rect l="0" t="0" r="r" b="b"/>
                <a:pathLst>
                  <a:path w="21600" h="21597" fill="none" extrusionOk="0">
                    <a:moveTo>
                      <a:pt x="0" y="21597"/>
                    </a:moveTo>
                    <a:cubicBezTo>
                      <a:pt x="0" y="9810"/>
                      <a:pt x="9449" y="199"/>
                      <a:pt x="21234" y="0"/>
                    </a:cubicBezTo>
                  </a:path>
                  <a:path w="21600" h="21597" stroke="0" extrusionOk="0">
                    <a:moveTo>
                      <a:pt x="0" y="21597"/>
                    </a:moveTo>
                    <a:cubicBezTo>
                      <a:pt x="0" y="9810"/>
                      <a:pt x="9449" y="199"/>
                      <a:pt x="21234" y="0"/>
                    </a:cubicBezTo>
                    <a:lnTo>
                      <a:pt x="21600" y="21597"/>
                    </a:lnTo>
                    <a:close/>
                  </a:path>
                </a:pathLst>
              </a:custGeom>
              <a:noFill/>
              <a:ln w="50800" cap="rnd">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96415" name="Arc 95"/>
              <p:cNvSpPr>
                <a:spLocks/>
              </p:cNvSpPr>
              <p:nvPr/>
            </p:nvSpPr>
            <p:spPr bwMode="auto">
              <a:xfrm>
                <a:off x="2970" y="1401"/>
                <a:ext cx="60" cy="66"/>
              </a:xfrm>
              <a:custGeom>
                <a:avLst/>
                <a:gdLst>
                  <a:gd name="G0" fmla="+- 363 0 0"/>
                  <a:gd name="G1" fmla="+- 21600 0 0"/>
                  <a:gd name="G2" fmla="+- 21600 0 0"/>
                  <a:gd name="T0" fmla="*/ 0 w 21963"/>
                  <a:gd name="T1" fmla="*/ 3 h 21600"/>
                  <a:gd name="T2" fmla="*/ 21963 w 21963"/>
                  <a:gd name="T3" fmla="*/ 21600 h 21600"/>
                  <a:gd name="T4" fmla="*/ 363 w 21963"/>
                  <a:gd name="T5" fmla="*/ 21600 h 21600"/>
                </a:gdLst>
                <a:ahLst/>
                <a:cxnLst>
                  <a:cxn ang="0">
                    <a:pos x="T0" y="T1"/>
                  </a:cxn>
                  <a:cxn ang="0">
                    <a:pos x="T2" y="T3"/>
                  </a:cxn>
                  <a:cxn ang="0">
                    <a:pos x="T4" y="T5"/>
                  </a:cxn>
                </a:cxnLst>
                <a:rect l="0" t="0" r="r" b="b"/>
                <a:pathLst>
                  <a:path w="21963" h="21600" fill="none" extrusionOk="0">
                    <a:moveTo>
                      <a:pt x="0" y="3"/>
                    </a:moveTo>
                    <a:cubicBezTo>
                      <a:pt x="120" y="1"/>
                      <a:pt x="241" y="0"/>
                      <a:pt x="363" y="0"/>
                    </a:cubicBezTo>
                    <a:cubicBezTo>
                      <a:pt x="12292" y="0"/>
                      <a:pt x="21963" y="9670"/>
                      <a:pt x="21963" y="21600"/>
                    </a:cubicBezTo>
                  </a:path>
                  <a:path w="21963" h="21600" stroke="0" extrusionOk="0">
                    <a:moveTo>
                      <a:pt x="0" y="3"/>
                    </a:moveTo>
                    <a:cubicBezTo>
                      <a:pt x="120" y="1"/>
                      <a:pt x="241" y="0"/>
                      <a:pt x="363" y="0"/>
                    </a:cubicBezTo>
                    <a:cubicBezTo>
                      <a:pt x="12292" y="0"/>
                      <a:pt x="21963" y="9670"/>
                      <a:pt x="21963" y="21600"/>
                    </a:cubicBezTo>
                    <a:lnTo>
                      <a:pt x="363" y="21600"/>
                    </a:lnTo>
                    <a:close/>
                  </a:path>
                </a:pathLst>
              </a:custGeom>
              <a:noFill/>
              <a:ln w="50800" cap="rnd">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696416" name="Group 96"/>
            <p:cNvGrpSpPr>
              <a:grpSpLocks/>
            </p:cNvGrpSpPr>
            <p:nvPr/>
          </p:nvGrpSpPr>
          <p:grpSpPr bwMode="auto">
            <a:xfrm>
              <a:off x="2780" y="1401"/>
              <a:ext cx="114" cy="66"/>
              <a:chOff x="2780" y="1401"/>
              <a:chExt cx="114" cy="66"/>
            </a:xfrm>
          </p:grpSpPr>
          <p:sp>
            <p:nvSpPr>
              <p:cNvPr id="696417" name="Arc 97"/>
              <p:cNvSpPr>
                <a:spLocks/>
              </p:cNvSpPr>
              <p:nvPr/>
            </p:nvSpPr>
            <p:spPr bwMode="auto">
              <a:xfrm>
                <a:off x="2780" y="1401"/>
                <a:ext cx="60" cy="66"/>
              </a:xfrm>
              <a:custGeom>
                <a:avLst/>
                <a:gdLst>
                  <a:gd name="G0" fmla="+- 21600 0 0"/>
                  <a:gd name="G1" fmla="+- 21597 0 0"/>
                  <a:gd name="G2" fmla="+- 21600 0 0"/>
                  <a:gd name="T0" fmla="*/ 0 w 21600"/>
                  <a:gd name="T1" fmla="*/ 21597 h 21597"/>
                  <a:gd name="T2" fmla="*/ 21237 w 21600"/>
                  <a:gd name="T3" fmla="*/ 0 h 21597"/>
                  <a:gd name="T4" fmla="*/ 21600 w 21600"/>
                  <a:gd name="T5" fmla="*/ 21597 h 21597"/>
                </a:gdLst>
                <a:ahLst/>
                <a:cxnLst>
                  <a:cxn ang="0">
                    <a:pos x="T0" y="T1"/>
                  </a:cxn>
                  <a:cxn ang="0">
                    <a:pos x="T2" y="T3"/>
                  </a:cxn>
                  <a:cxn ang="0">
                    <a:pos x="T4" y="T5"/>
                  </a:cxn>
                </a:cxnLst>
                <a:rect l="0" t="0" r="r" b="b"/>
                <a:pathLst>
                  <a:path w="21600" h="21597" fill="none" extrusionOk="0">
                    <a:moveTo>
                      <a:pt x="0" y="21597"/>
                    </a:moveTo>
                    <a:cubicBezTo>
                      <a:pt x="0" y="9809"/>
                      <a:pt x="9450" y="198"/>
                      <a:pt x="21237" y="0"/>
                    </a:cubicBezTo>
                  </a:path>
                  <a:path w="21600" h="21597" stroke="0" extrusionOk="0">
                    <a:moveTo>
                      <a:pt x="0" y="21597"/>
                    </a:moveTo>
                    <a:cubicBezTo>
                      <a:pt x="0" y="9809"/>
                      <a:pt x="9450" y="198"/>
                      <a:pt x="21237" y="0"/>
                    </a:cubicBezTo>
                    <a:lnTo>
                      <a:pt x="21600" y="21597"/>
                    </a:lnTo>
                    <a:close/>
                  </a:path>
                </a:pathLst>
              </a:custGeom>
              <a:noFill/>
              <a:ln w="50800" cap="rnd">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96418" name="Arc 98"/>
              <p:cNvSpPr>
                <a:spLocks/>
              </p:cNvSpPr>
              <p:nvPr/>
            </p:nvSpPr>
            <p:spPr bwMode="auto">
              <a:xfrm>
                <a:off x="2834" y="1401"/>
                <a:ext cx="60" cy="66"/>
              </a:xfrm>
              <a:custGeom>
                <a:avLst/>
                <a:gdLst>
                  <a:gd name="G0" fmla="+- 363 0 0"/>
                  <a:gd name="G1" fmla="+- 21600 0 0"/>
                  <a:gd name="G2" fmla="+- 21600 0 0"/>
                  <a:gd name="T0" fmla="*/ 0 w 21963"/>
                  <a:gd name="T1" fmla="*/ 3 h 21600"/>
                  <a:gd name="T2" fmla="*/ 21963 w 21963"/>
                  <a:gd name="T3" fmla="*/ 21600 h 21600"/>
                  <a:gd name="T4" fmla="*/ 363 w 21963"/>
                  <a:gd name="T5" fmla="*/ 21600 h 21600"/>
                </a:gdLst>
                <a:ahLst/>
                <a:cxnLst>
                  <a:cxn ang="0">
                    <a:pos x="T0" y="T1"/>
                  </a:cxn>
                  <a:cxn ang="0">
                    <a:pos x="T2" y="T3"/>
                  </a:cxn>
                  <a:cxn ang="0">
                    <a:pos x="T4" y="T5"/>
                  </a:cxn>
                </a:cxnLst>
                <a:rect l="0" t="0" r="r" b="b"/>
                <a:pathLst>
                  <a:path w="21963" h="21600" fill="none" extrusionOk="0">
                    <a:moveTo>
                      <a:pt x="0" y="3"/>
                    </a:moveTo>
                    <a:cubicBezTo>
                      <a:pt x="120" y="1"/>
                      <a:pt x="241" y="0"/>
                      <a:pt x="363" y="0"/>
                    </a:cubicBezTo>
                    <a:cubicBezTo>
                      <a:pt x="12292" y="0"/>
                      <a:pt x="21963" y="9670"/>
                      <a:pt x="21963" y="21600"/>
                    </a:cubicBezTo>
                  </a:path>
                  <a:path w="21963" h="21600" stroke="0" extrusionOk="0">
                    <a:moveTo>
                      <a:pt x="0" y="3"/>
                    </a:moveTo>
                    <a:cubicBezTo>
                      <a:pt x="120" y="1"/>
                      <a:pt x="241" y="0"/>
                      <a:pt x="363" y="0"/>
                    </a:cubicBezTo>
                    <a:cubicBezTo>
                      <a:pt x="12292" y="0"/>
                      <a:pt x="21963" y="9670"/>
                      <a:pt x="21963" y="21600"/>
                    </a:cubicBezTo>
                    <a:lnTo>
                      <a:pt x="363" y="21600"/>
                    </a:lnTo>
                    <a:close/>
                  </a:path>
                </a:pathLst>
              </a:custGeom>
              <a:noFill/>
              <a:ln w="50800" cap="rnd">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696419" name="Group 99"/>
            <p:cNvGrpSpPr>
              <a:grpSpLocks/>
            </p:cNvGrpSpPr>
            <p:nvPr/>
          </p:nvGrpSpPr>
          <p:grpSpPr bwMode="auto">
            <a:xfrm>
              <a:off x="3126" y="1404"/>
              <a:ext cx="115" cy="66"/>
              <a:chOff x="3192" y="1401"/>
              <a:chExt cx="115" cy="66"/>
            </a:xfrm>
          </p:grpSpPr>
          <p:sp>
            <p:nvSpPr>
              <p:cNvPr id="696420" name="Arc 100"/>
              <p:cNvSpPr>
                <a:spLocks/>
              </p:cNvSpPr>
              <p:nvPr/>
            </p:nvSpPr>
            <p:spPr bwMode="auto">
              <a:xfrm>
                <a:off x="3192" y="1401"/>
                <a:ext cx="60" cy="66"/>
              </a:xfrm>
              <a:custGeom>
                <a:avLst/>
                <a:gdLst>
                  <a:gd name="G0" fmla="+- 21600 0 0"/>
                  <a:gd name="G1" fmla="+- 21597 0 0"/>
                  <a:gd name="G2" fmla="+- 21600 0 0"/>
                  <a:gd name="T0" fmla="*/ 0 w 21600"/>
                  <a:gd name="T1" fmla="*/ 21597 h 21597"/>
                  <a:gd name="T2" fmla="*/ 21237 w 21600"/>
                  <a:gd name="T3" fmla="*/ 0 h 21597"/>
                  <a:gd name="T4" fmla="*/ 21600 w 21600"/>
                  <a:gd name="T5" fmla="*/ 21597 h 21597"/>
                </a:gdLst>
                <a:ahLst/>
                <a:cxnLst>
                  <a:cxn ang="0">
                    <a:pos x="T0" y="T1"/>
                  </a:cxn>
                  <a:cxn ang="0">
                    <a:pos x="T2" y="T3"/>
                  </a:cxn>
                  <a:cxn ang="0">
                    <a:pos x="T4" y="T5"/>
                  </a:cxn>
                </a:cxnLst>
                <a:rect l="0" t="0" r="r" b="b"/>
                <a:pathLst>
                  <a:path w="21600" h="21597" fill="none" extrusionOk="0">
                    <a:moveTo>
                      <a:pt x="0" y="21597"/>
                    </a:moveTo>
                    <a:cubicBezTo>
                      <a:pt x="0" y="9809"/>
                      <a:pt x="9450" y="198"/>
                      <a:pt x="21237" y="0"/>
                    </a:cubicBezTo>
                  </a:path>
                  <a:path w="21600" h="21597" stroke="0" extrusionOk="0">
                    <a:moveTo>
                      <a:pt x="0" y="21597"/>
                    </a:moveTo>
                    <a:cubicBezTo>
                      <a:pt x="0" y="9809"/>
                      <a:pt x="9450" y="198"/>
                      <a:pt x="21237" y="0"/>
                    </a:cubicBezTo>
                    <a:lnTo>
                      <a:pt x="21600" y="21597"/>
                    </a:lnTo>
                    <a:close/>
                  </a:path>
                </a:pathLst>
              </a:custGeom>
              <a:noFill/>
              <a:ln w="50800" cap="rnd">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96421" name="Arc 101"/>
              <p:cNvSpPr>
                <a:spLocks/>
              </p:cNvSpPr>
              <p:nvPr/>
            </p:nvSpPr>
            <p:spPr bwMode="auto">
              <a:xfrm>
                <a:off x="3247" y="1401"/>
                <a:ext cx="60" cy="66"/>
              </a:xfrm>
              <a:custGeom>
                <a:avLst/>
                <a:gdLst>
                  <a:gd name="G0" fmla="+- 363 0 0"/>
                  <a:gd name="G1" fmla="+- 21600 0 0"/>
                  <a:gd name="G2" fmla="+- 21600 0 0"/>
                  <a:gd name="T0" fmla="*/ 0 w 21963"/>
                  <a:gd name="T1" fmla="*/ 3 h 21600"/>
                  <a:gd name="T2" fmla="*/ 21963 w 21963"/>
                  <a:gd name="T3" fmla="*/ 21600 h 21600"/>
                  <a:gd name="T4" fmla="*/ 363 w 21963"/>
                  <a:gd name="T5" fmla="*/ 21600 h 21600"/>
                </a:gdLst>
                <a:ahLst/>
                <a:cxnLst>
                  <a:cxn ang="0">
                    <a:pos x="T0" y="T1"/>
                  </a:cxn>
                  <a:cxn ang="0">
                    <a:pos x="T2" y="T3"/>
                  </a:cxn>
                  <a:cxn ang="0">
                    <a:pos x="T4" y="T5"/>
                  </a:cxn>
                </a:cxnLst>
                <a:rect l="0" t="0" r="r" b="b"/>
                <a:pathLst>
                  <a:path w="21963" h="21600" fill="none" extrusionOk="0">
                    <a:moveTo>
                      <a:pt x="0" y="3"/>
                    </a:moveTo>
                    <a:cubicBezTo>
                      <a:pt x="120" y="1"/>
                      <a:pt x="241" y="0"/>
                      <a:pt x="363" y="0"/>
                    </a:cubicBezTo>
                    <a:cubicBezTo>
                      <a:pt x="12292" y="0"/>
                      <a:pt x="21963" y="9670"/>
                      <a:pt x="21963" y="21600"/>
                    </a:cubicBezTo>
                  </a:path>
                  <a:path w="21963" h="21600" stroke="0" extrusionOk="0">
                    <a:moveTo>
                      <a:pt x="0" y="3"/>
                    </a:moveTo>
                    <a:cubicBezTo>
                      <a:pt x="120" y="1"/>
                      <a:pt x="241" y="0"/>
                      <a:pt x="363" y="0"/>
                    </a:cubicBezTo>
                    <a:cubicBezTo>
                      <a:pt x="12292" y="0"/>
                      <a:pt x="21963" y="9670"/>
                      <a:pt x="21963" y="21600"/>
                    </a:cubicBezTo>
                    <a:lnTo>
                      <a:pt x="363" y="21600"/>
                    </a:lnTo>
                    <a:close/>
                  </a:path>
                </a:pathLst>
              </a:custGeom>
              <a:noFill/>
              <a:ln w="50800" cap="rnd">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696422" name="Group 102"/>
            <p:cNvGrpSpPr>
              <a:grpSpLocks/>
            </p:cNvGrpSpPr>
            <p:nvPr/>
          </p:nvGrpSpPr>
          <p:grpSpPr bwMode="auto">
            <a:xfrm>
              <a:off x="3011" y="1401"/>
              <a:ext cx="115" cy="66"/>
              <a:chOff x="3056" y="1401"/>
              <a:chExt cx="115" cy="66"/>
            </a:xfrm>
          </p:grpSpPr>
          <p:sp>
            <p:nvSpPr>
              <p:cNvPr id="696423" name="Arc 103"/>
              <p:cNvSpPr>
                <a:spLocks/>
              </p:cNvSpPr>
              <p:nvPr/>
            </p:nvSpPr>
            <p:spPr bwMode="auto">
              <a:xfrm>
                <a:off x="3056" y="1401"/>
                <a:ext cx="60" cy="66"/>
              </a:xfrm>
              <a:custGeom>
                <a:avLst/>
                <a:gdLst>
                  <a:gd name="G0" fmla="+- 21600 0 0"/>
                  <a:gd name="G1" fmla="+- 21597 0 0"/>
                  <a:gd name="G2" fmla="+- 21600 0 0"/>
                  <a:gd name="T0" fmla="*/ 0 w 21600"/>
                  <a:gd name="T1" fmla="*/ 21597 h 21597"/>
                  <a:gd name="T2" fmla="*/ 21237 w 21600"/>
                  <a:gd name="T3" fmla="*/ 0 h 21597"/>
                  <a:gd name="T4" fmla="*/ 21600 w 21600"/>
                  <a:gd name="T5" fmla="*/ 21597 h 21597"/>
                </a:gdLst>
                <a:ahLst/>
                <a:cxnLst>
                  <a:cxn ang="0">
                    <a:pos x="T0" y="T1"/>
                  </a:cxn>
                  <a:cxn ang="0">
                    <a:pos x="T2" y="T3"/>
                  </a:cxn>
                  <a:cxn ang="0">
                    <a:pos x="T4" y="T5"/>
                  </a:cxn>
                </a:cxnLst>
                <a:rect l="0" t="0" r="r" b="b"/>
                <a:pathLst>
                  <a:path w="21600" h="21597" fill="none" extrusionOk="0">
                    <a:moveTo>
                      <a:pt x="0" y="21597"/>
                    </a:moveTo>
                    <a:cubicBezTo>
                      <a:pt x="0" y="9809"/>
                      <a:pt x="9450" y="198"/>
                      <a:pt x="21237" y="0"/>
                    </a:cubicBezTo>
                  </a:path>
                  <a:path w="21600" h="21597" stroke="0" extrusionOk="0">
                    <a:moveTo>
                      <a:pt x="0" y="21597"/>
                    </a:moveTo>
                    <a:cubicBezTo>
                      <a:pt x="0" y="9809"/>
                      <a:pt x="9450" y="198"/>
                      <a:pt x="21237" y="0"/>
                    </a:cubicBezTo>
                    <a:lnTo>
                      <a:pt x="21600" y="21597"/>
                    </a:lnTo>
                    <a:close/>
                  </a:path>
                </a:pathLst>
              </a:custGeom>
              <a:noFill/>
              <a:ln w="50800" cap="rnd">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96424" name="Arc 104"/>
              <p:cNvSpPr>
                <a:spLocks/>
              </p:cNvSpPr>
              <p:nvPr/>
            </p:nvSpPr>
            <p:spPr bwMode="auto">
              <a:xfrm>
                <a:off x="3110" y="1401"/>
                <a:ext cx="61" cy="66"/>
              </a:xfrm>
              <a:custGeom>
                <a:avLst/>
                <a:gdLst>
                  <a:gd name="G0" fmla="+- 360 0 0"/>
                  <a:gd name="G1" fmla="+- 21600 0 0"/>
                  <a:gd name="G2" fmla="+- 21600 0 0"/>
                  <a:gd name="T0" fmla="*/ 0 w 21960"/>
                  <a:gd name="T1" fmla="*/ 3 h 21600"/>
                  <a:gd name="T2" fmla="*/ 21960 w 21960"/>
                  <a:gd name="T3" fmla="*/ 21600 h 21600"/>
                  <a:gd name="T4" fmla="*/ 360 w 21960"/>
                  <a:gd name="T5" fmla="*/ 21600 h 21600"/>
                </a:gdLst>
                <a:ahLst/>
                <a:cxnLst>
                  <a:cxn ang="0">
                    <a:pos x="T0" y="T1"/>
                  </a:cxn>
                  <a:cxn ang="0">
                    <a:pos x="T2" y="T3"/>
                  </a:cxn>
                  <a:cxn ang="0">
                    <a:pos x="T4" y="T5"/>
                  </a:cxn>
                </a:cxnLst>
                <a:rect l="0" t="0" r="r" b="b"/>
                <a:pathLst>
                  <a:path w="21960" h="21600" fill="none" extrusionOk="0">
                    <a:moveTo>
                      <a:pt x="0" y="3"/>
                    </a:moveTo>
                    <a:cubicBezTo>
                      <a:pt x="119" y="1"/>
                      <a:pt x="239" y="0"/>
                      <a:pt x="360" y="0"/>
                    </a:cubicBezTo>
                    <a:cubicBezTo>
                      <a:pt x="12289" y="0"/>
                      <a:pt x="21960" y="9670"/>
                      <a:pt x="21960" y="21600"/>
                    </a:cubicBezTo>
                  </a:path>
                  <a:path w="21960" h="21600" stroke="0" extrusionOk="0">
                    <a:moveTo>
                      <a:pt x="0" y="3"/>
                    </a:moveTo>
                    <a:cubicBezTo>
                      <a:pt x="119" y="1"/>
                      <a:pt x="239" y="0"/>
                      <a:pt x="360" y="0"/>
                    </a:cubicBezTo>
                    <a:cubicBezTo>
                      <a:pt x="12289" y="0"/>
                      <a:pt x="21960" y="9670"/>
                      <a:pt x="21960" y="21600"/>
                    </a:cubicBezTo>
                    <a:lnTo>
                      <a:pt x="360" y="21600"/>
                    </a:lnTo>
                    <a:close/>
                  </a:path>
                </a:pathLst>
              </a:custGeom>
              <a:noFill/>
              <a:ln w="50800" cap="rnd">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grpSp>
        <p:nvGrpSpPr>
          <p:cNvPr id="696425" name="Group 105"/>
          <p:cNvGrpSpPr>
            <a:grpSpLocks/>
          </p:cNvGrpSpPr>
          <p:nvPr/>
        </p:nvGrpSpPr>
        <p:grpSpPr bwMode="auto">
          <a:xfrm>
            <a:off x="4551363" y="3252788"/>
            <a:ext cx="800100" cy="119062"/>
            <a:chOff x="2780" y="1401"/>
            <a:chExt cx="461" cy="69"/>
          </a:xfrm>
        </p:grpSpPr>
        <p:grpSp>
          <p:nvGrpSpPr>
            <p:cNvPr id="696426" name="Group 106"/>
            <p:cNvGrpSpPr>
              <a:grpSpLocks/>
            </p:cNvGrpSpPr>
            <p:nvPr/>
          </p:nvGrpSpPr>
          <p:grpSpPr bwMode="auto">
            <a:xfrm>
              <a:off x="2898" y="1404"/>
              <a:ext cx="114" cy="66"/>
              <a:chOff x="2916" y="1401"/>
              <a:chExt cx="114" cy="66"/>
            </a:xfrm>
          </p:grpSpPr>
          <p:sp>
            <p:nvSpPr>
              <p:cNvPr id="696427" name="Arc 107"/>
              <p:cNvSpPr>
                <a:spLocks/>
              </p:cNvSpPr>
              <p:nvPr/>
            </p:nvSpPr>
            <p:spPr bwMode="auto">
              <a:xfrm>
                <a:off x="2916" y="1401"/>
                <a:ext cx="59" cy="66"/>
              </a:xfrm>
              <a:custGeom>
                <a:avLst/>
                <a:gdLst>
                  <a:gd name="G0" fmla="+- 21600 0 0"/>
                  <a:gd name="G1" fmla="+- 21597 0 0"/>
                  <a:gd name="G2" fmla="+- 21600 0 0"/>
                  <a:gd name="T0" fmla="*/ 0 w 21600"/>
                  <a:gd name="T1" fmla="*/ 21597 h 21597"/>
                  <a:gd name="T2" fmla="*/ 21234 w 21600"/>
                  <a:gd name="T3" fmla="*/ 0 h 21597"/>
                  <a:gd name="T4" fmla="*/ 21600 w 21600"/>
                  <a:gd name="T5" fmla="*/ 21597 h 21597"/>
                </a:gdLst>
                <a:ahLst/>
                <a:cxnLst>
                  <a:cxn ang="0">
                    <a:pos x="T0" y="T1"/>
                  </a:cxn>
                  <a:cxn ang="0">
                    <a:pos x="T2" y="T3"/>
                  </a:cxn>
                  <a:cxn ang="0">
                    <a:pos x="T4" y="T5"/>
                  </a:cxn>
                </a:cxnLst>
                <a:rect l="0" t="0" r="r" b="b"/>
                <a:pathLst>
                  <a:path w="21600" h="21597" fill="none" extrusionOk="0">
                    <a:moveTo>
                      <a:pt x="0" y="21597"/>
                    </a:moveTo>
                    <a:cubicBezTo>
                      <a:pt x="0" y="9810"/>
                      <a:pt x="9449" y="199"/>
                      <a:pt x="21234" y="0"/>
                    </a:cubicBezTo>
                  </a:path>
                  <a:path w="21600" h="21597" stroke="0" extrusionOk="0">
                    <a:moveTo>
                      <a:pt x="0" y="21597"/>
                    </a:moveTo>
                    <a:cubicBezTo>
                      <a:pt x="0" y="9810"/>
                      <a:pt x="9449" y="199"/>
                      <a:pt x="21234" y="0"/>
                    </a:cubicBezTo>
                    <a:lnTo>
                      <a:pt x="21600" y="21597"/>
                    </a:lnTo>
                    <a:close/>
                  </a:path>
                </a:pathLst>
              </a:custGeom>
              <a:noFill/>
              <a:ln w="50800" cap="rnd">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96428" name="Arc 108"/>
              <p:cNvSpPr>
                <a:spLocks/>
              </p:cNvSpPr>
              <p:nvPr/>
            </p:nvSpPr>
            <p:spPr bwMode="auto">
              <a:xfrm>
                <a:off x="2970" y="1401"/>
                <a:ext cx="60" cy="66"/>
              </a:xfrm>
              <a:custGeom>
                <a:avLst/>
                <a:gdLst>
                  <a:gd name="G0" fmla="+- 363 0 0"/>
                  <a:gd name="G1" fmla="+- 21600 0 0"/>
                  <a:gd name="G2" fmla="+- 21600 0 0"/>
                  <a:gd name="T0" fmla="*/ 0 w 21963"/>
                  <a:gd name="T1" fmla="*/ 3 h 21600"/>
                  <a:gd name="T2" fmla="*/ 21963 w 21963"/>
                  <a:gd name="T3" fmla="*/ 21600 h 21600"/>
                  <a:gd name="T4" fmla="*/ 363 w 21963"/>
                  <a:gd name="T5" fmla="*/ 21600 h 21600"/>
                </a:gdLst>
                <a:ahLst/>
                <a:cxnLst>
                  <a:cxn ang="0">
                    <a:pos x="T0" y="T1"/>
                  </a:cxn>
                  <a:cxn ang="0">
                    <a:pos x="T2" y="T3"/>
                  </a:cxn>
                  <a:cxn ang="0">
                    <a:pos x="T4" y="T5"/>
                  </a:cxn>
                </a:cxnLst>
                <a:rect l="0" t="0" r="r" b="b"/>
                <a:pathLst>
                  <a:path w="21963" h="21600" fill="none" extrusionOk="0">
                    <a:moveTo>
                      <a:pt x="0" y="3"/>
                    </a:moveTo>
                    <a:cubicBezTo>
                      <a:pt x="120" y="1"/>
                      <a:pt x="241" y="0"/>
                      <a:pt x="363" y="0"/>
                    </a:cubicBezTo>
                    <a:cubicBezTo>
                      <a:pt x="12292" y="0"/>
                      <a:pt x="21963" y="9670"/>
                      <a:pt x="21963" y="21600"/>
                    </a:cubicBezTo>
                  </a:path>
                  <a:path w="21963" h="21600" stroke="0" extrusionOk="0">
                    <a:moveTo>
                      <a:pt x="0" y="3"/>
                    </a:moveTo>
                    <a:cubicBezTo>
                      <a:pt x="120" y="1"/>
                      <a:pt x="241" y="0"/>
                      <a:pt x="363" y="0"/>
                    </a:cubicBezTo>
                    <a:cubicBezTo>
                      <a:pt x="12292" y="0"/>
                      <a:pt x="21963" y="9670"/>
                      <a:pt x="21963" y="21600"/>
                    </a:cubicBezTo>
                    <a:lnTo>
                      <a:pt x="363" y="21600"/>
                    </a:lnTo>
                    <a:close/>
                  </a:path>
                </a:pathLst>
              </a:custGeom>
              <a:noFill/>
              <a:ln w="50800" cap="rnd">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696429" name="Group 109"/>
            <p:cNvGrpSpPr>
              <a:grpSpLocks/>
            </p:cNvGrpSpPr>
            <p:nvPr/>
          </p:nvGrpSpPr>
          <p:grpSpPr bwMode="auto">
            <a:xfrm>
              <a:off x="2780" y="1401"/>
              <a:ext cx="114" cy="66"/>
              <a:chOff x="2780" y="1401"/>
              <a:chExt cx="114" cy="66"/>
            </a:xfrm>
          </p:grpSpPr>
          <p:sp>
            <p:nvSpPr>
              <p:cNvPr id="696430" name="Arc 110"/>
              <p:cNvSpPr>
                <a:spLocks/>
              </p:cNvSpPr>
              <p:nvPr/>
            </p:nvSpPr>
            <p:spPr bwMode="auto">
              <a:xfrm>
                <a:off x="2780" y="1401"/>
                <a:ext cx="60" cy="66"/>
              </a:xfrm>
              <a:custGeom>
                <a:avLst/>
                <a:gdLst>
                  <a:gd name="G0" fmla="+- 21600 0 0"/>
                  <a:gd name="G1" fmla="+- 21597 0 0"/>
                  <a:gd name="G2" fmla="+- 21600 0 0"/>
                  <a:gd name="T0" fmla="*/ 0 w 21600"/>
                  <a:gd name="T1" fmla="*/ 21597 h 21597"/>
                  <a:gd name="T2" fmla="*/ 21237 w 21600"/>
                  <a:gd name="T3" fmla="*/ 0 h 21597"/>
                  <a:gd name="T4" fmla="*/ 21600 w 21600"/>
                  <a:gd name="T5" fmla="*/ 21597 h 21597"/>
                </a:gdLst>
                <a:ahLst/>
                <a:cxnLst>
                  <a:cxn ang="0">
                    <a:pos x="T0" y="T1"/>
                  </a:cxn>
                  <a:cxn ang="0">
                    <a:pos x="T2" y="T3"/>
                  </a:cxn>
                  <a:cxn ang="0">
                    <a:pos x="T4" y="T5"/>
                  </a:cxn>
                </a:cxnLst>
                <a:rect l="0" t="0" r="r" b="b"/>
                <a:pathLst>
                  <a:path w="21600" h="21597" fill="none" extrusionOk="0">
                    <a:moveTo>
                      <a:pt x="0" y="21597"/>
                    </a:moveTo>
                    <a:cubicBezTo>
                      <a:pt x="0" y="9809"/>
                      <a:pt x="9450" y="198"/>
                      <a:pt x="21237" y="0"/>
                    </a:cubicBezTo>
                  </a:path>
                  <a:path w="21600" h="21597" stroke="0" extrusionOk="0">
                    <a:moveTo>
                      <a:pt x="0" y="21597"/>
                    </a:moveTo>
                    <a:cubicBezTo>
                      <a:pt x="0" y="9809"/>
                      <a:pt x="9450" y="198"/>
                      <a:pt x="21237" y="0"/>
                    </a:cubicBezTo>
                    <a:lnTo>
                      <a:pt x="21600" y="21597"/>
                    </a:lnTo>
                    <a:close/>
                  </a:path>
                </a:pathLst>
              </a:custGeom>
              <a:noFill/>
              <a:ln w="50800" cap="rnd">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96431" name="Arc 111"/>
              <p:cNvSpPr>
                <a:spLocks/>
              </p:cNvSpPr>
              <p:nvPr/>
            </p:nvSpPr>
            <p:spPr bwMode="auto">
              <a:xfrm>
                <a:off x="2834" y="1401"/>
                <a:ext cx="60" cy="66"/>
              </a:xfrm>
              <a:custGeom>
                <a:avLst/>
                <a:gdLst>
                  <a:gd name="G0" fmla="+- 363 0 0"/>
                  <a:gd name="G1" fmla="+- 21600 0 0"/>
                  <a:gd name="G2" fmla="+- 21600 0 0"/>
                  <a:gd name="T0" fmla="*/ 0 w 21963"/>
                  <a:gd name="T1" fmla="*/ 3 h 21600"/>
                  <a:gd name="T2" fmla="*/ 21963 w 21963"/>
                  <a:gd name="T3" fmla="*/ 21600 h 21600"/>
                  <a:gd name="T4" fmla="*/ 363 w 21963"/>
                  <a:gd name="T5" fmla="*/ 21600 h 21600"/>
                </a:gdLst>
                <a:ahLst/>
                <a:cxnLst>
                  <a:cxn ang="0">
                    <a:pos x="T0" y="T1"/>
                  </a:cxn>
                  <a:cxn ang="0">
                    <a:pos x="T2" y="T3"/>
                  </a:cxn>
                  <a:cxn ang="0">
                    <a:pos x="T4" y="T5"/>
                  </a:cxn>
                </a:cxnLst>
                <a:rect l="0" t="0" r="r" b="b"/>
                <a:pathLst>
                  <a:path w="21963" h="21600" fill="none" extrusionOk="0">
                    <a:moveTo>
                      <a:pt x="0" y="3"/>
                    </a:moveTo>
                    <a:cubicBezTo>
                      <a:pt x="120" y="1"/>
                      <a:pt x="241" y="0"/>
                      <a:pt x="363" y="0"/>
                    </a:cubicBezTo>
                    <a:cubicBezTo>
                      <a:pt x="12292" y="0"/>
                      <a:pt x="21963" y="9670"/>
                      <a:pt x="21963" y="21600"/>
                    </a:cubicBezTo>
                  </a:path>
                  <a:path w="21963" h="21600" stroke="0" extrusionOk="0">
                    <a:moveTo>
                      <a:pt x="0" y="3"/>
                    </a:moveTo>
                    <a:cubicBezTo>
                      <a:pt x="120" y="1"/>
                      <a:pt x="241" y="0"/>
                      <a:pt x="363" y="0"/>
                    </a:cubicBezTo>
                    <a:cubicBezTo>
                      <a:pt x="12292" y="0"/>
                      <a:pt x="21963" y="9670"/>
                      <a:pt x="21963" y="21600"/>
                    </a:cubicBezTo>
                    <a:lnTo>
                      <a:pt x="363" y="21600"/>
                    </a:lnTo>
                    <a:close/>
                  </a:path>
                </a:pathLst>
              </a:custGeom>
              <a:noFill/>
              <a:ln w="50800" cap="rnd">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696432" name="Group 112"/>
            <p:cNvGrpSpPr>
              <a:grpSpLocks/>
            </p:cNvGrpSpPr>
            <p:nvPr/>
          </p:nvGrpSpPr>
          <p:grpSpPr bwMode="auto">
            <a:xfrm>
              <a:off x="3126" y="1404"/>
              <a:ext cx="115" cy="66"/>
              <a:chOff x="3192" y="1401"/>
              <a:chExt cx="115" cy="66"/>
            </a:xfrm>
          </p:grpSpPr>
          <p:sp>
            <p:nvSpPr>
              <p:cNvPr id="696433" name="Arc 113"/>
              <p:cNvSpPr>
                <a:spLocks/>
              </p:cNvSpPr>
              <p:nvPr/>
            </p:nvSpPr>
            <p:spPr bwMode="auto">
              <a:xfrm>
                <a:off x="3192" y="1401"/>
                <a:ext cx="60" cy="66"/>
              </a:xfrm>
              <a:custGeom>
                <a:avLst/>
                <a:gdLst>
                  <a:gd name="G0" fmla="+- 21600 0 0"/>
                  <a:gd name="G1" fmla="+- 21597 0 0"/>
                  <a:gd name="G2" fmla="+- 21600 0 0"/>
                  <a:gd name="T0" fmla="*/ 0 w 21600"/>
                  <a:gd name="T1" fmla="*/ 21597 h 21597"/>
                  <a:gd name="T2" fmla="*/ 21237 w 21600"/>
                  <a:gd name="T3" fmla="*/ 0 h 21597"/>
                  <a:gd name="T4" fmla="*/ 21600 w 21600"/>
                  <a:gd name="T5" fmla="*/ 21597 h 21597"/>
                </a:gdLst>
                <a:ahLst/>
                <a:cxnLst>
                  <a:cxn ang="0">
                    <a:pos x="T0" y="T1"/>
                  </a:cxn>
                  <a:cxn ang="0">
                    <a:pos x="T2" y="T3"/>
                  </a:cxn>
                  <a:cxn ang="0">
                    <a:pos x="T4" y="T5"/>
                  </a:cxn>
                </a:cxnLst>
                <a:rect l="0" t="0" r="r" b="b"/>
                <a:pathLst>
                  <a:path w="21600" h="21597" fill="none" extrusionOk="0">
                    <a:moveTo>
                      <a:pt x="0" y="21597"/>
                    </a:moveTo>
                    <a:cubicBezTo>
                      <a:pt x="0" y="9809"/>
                      <a:pt x="9450" y="198"/>
                      <a:pt x="21237" y="0"/>
                    </a:cubicBezTo>
                  </a:path>
                  <a:path w="21600" h="21597" stroke="0" extrusionOk="0">
                    <a:moveTo>
                      <a:pt x="0" y="21597"/>
                    </a:moveTo>
                    <a:cubicBezTo>
                      <a:pt x="0" y="9809"/>
                      <a:pt x="9450" y="198"/>
                      <a:pt x="21237" y="0"/>
                    </a:cubicBezTo>
                    <a:lnTo>
                      <a:pt x="21600" y="21597"/>
                    </a:lnTo>
                    <a:close/>
                  </a:path>
                </a:pathLst>
              </a:custGeom>
              <a:noFill/>
              <a:ln w="50800" cap="rnd">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96434" name="Arc 114"/>
              <p:cNvSpPr>
                <a:spLocks/>
              </p:cNvSpPr>
              <p:nvPr/>
            </p:nvSpPr>
            <p:spPr bwMode="auto">
              <a:xfrm>
                <a:off x="3247" y="1401"/>
                <a:ext cx="60" cy="66"/>
              </a:xfrm>
              <a:custGeom>
                <a:avLst/>
                <a:gdLst>
                  <a:gd name="G0" fmla="+- 363 0 0"/>
                  <a:gd name="G1" fmla="+- 21600 0 0"/>
                  <a:gd name="G2" fmla="+- 21600 0 0"/>
                  <a:gd name="T0" fmla="*/ 0 w 21963"/>
                  <a:gd name="T1" fmla="*/ 3 h 21600"/>
                  <a:gd name="T2" fmla="*/ 21963 w 21963"/>
                  <a:gd name="T3" fmla="*/ 21600 h 21600"/>
                  <a:gd name="T4" fmla="*/ 363 w 21963"/>
                  <a:gd name="T5" fmla="*/ 21600 h 21600"/>
                </a:gdLst>
                <a:ahLst/>
                <a:cxnLst>
                  <a:cxn ang="0">
                    <a:pos x="T0" y="T1"/>
                  </a:cxn>
                  <a:cxn ang="0">
                    <a:pos x="T2" y="T3"/>
                  </a:cxn>
                  <a:cxn ang="0">
                    <a:pos x="T4" y="T5"/>
                  </a:cxn>
                </a:cxnLst>
                <a:rect l="0" t="0" r="r" b="b"/>
                <a:pathLst>
                  <a:path w="21963" h="21600" fill="none" extrusionOk="0">
                    <a:moveTo>
                      <a:pt x="0" y="3"/>
                    </a:moveTo>
                    <a:cubicBezTo>
                      <a:pt x="120" y="1"/>
                      <a:pt x="241" y="0"/>
                      <a:pt x="363" y="0"/>
                    </a:cubicBezTo>
                    <a:cubicBezTo>
                      <a:pt x="12292" y="0"/>
                      <a:pt x="21963" y="9670"/>
                      <a:pt x="21963" y="21600"/>
                    </a:cubicBezTo>
                  </a:path>
                  <a:path w="21963" h="21600" stroke="0" extrusionOk="0">
                    <a:moveTo>
                      <a:pt x="0" y="3"/>
                    </a:moveTo>
                    <a:cubicBezTo>
                      <a:pt x="120" y="1"/>
                      <a:pt x="241" y="0"/>
                      <a:pt x="363" y="0"/>
                    </a:cubicBezTo>
                    <a:cubicBezTo>
                      <a:pt x="12292" y="0"/>
                      <a:pt x="21963" y="9670"/>
                      <a:pt x="21963" y="21600"/>
                    </a:cubicBezTo>
                    <a:lnTo>
                      <a:pt x="363" y="21600"/>
                    </a:lnTo>
                    <a:close/>
                  </a:path>
                </a:pathLst>
              </a:custGeom>
              <a:noFill/>
              <a:ln w="50800" cap="rnd">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696435" name="Group 115"/>
            <p:cNvGrpSpPr>
              <a:grpSpLocks/>
            </p:cNvGrpSpPr>
            <p:nvPr/>
          </p:nvGrpSpPr>
          <p:grpSpPr bwMode="auto">
            <a:xfrm>
              <a:off x="3011" y="1401"/>
              <a:ext cx="115" cy="66"/>
              <a:chOff x="3056" y="1401"/>
              <a:chExt cx="115" cy="66"/>
            </a:xfrm>
          </p:grpSpPr>
          <p:sp>
            <p:nvSpPr>
              <p:cNvPr id="696436" name="Arc 116"/>
              <p:cNvSpPr>
                <a:spLocks/>
              </p:cNvSpPr>
              <p:nvPr/>
            </p:nvSpPr>
            <p:spPr bwMode="auto">
              <a:xfrm>
                <a:off x="3056" y="1401"/>
                <a:ext cx="60" cy="66"/>
              </a:xfrm>
              <a:custGeom>
                <a:avLst/>
                <a:gdLst>
                  <a:gd name="G0" fmla="+- 21600 0 0"/>
                  <a:gd name="G1" fmla="+- 21597 0 0"/>
                  <a:gd name="G2" fmla="+- 21600 0 0"/>
                  <a:gd name="T0" fmla="*/ 0 w 21600"/>
                  <a:gd name="T1" fmla="*/ 21597 h 21597"/>
                  <a:gd name="T2" fmla="*/ 21237 w 21600"/>
                  <a:gd name="T3" fmla="*/ 0 h 21597"/>
                  <a:gd name="T4" fmla="*/ 21600 w 21600"/>
                  <a:gd name="T5" fmla="*/ 21597 h 21597"/>
                </a:gdLst>
                <a:ahLst/>
                <a:cxnLst>
                  <a:cxn ang="0">
                    <a:pos x="T0" y="T1"/>
                  </a:cxn>
                  <a:cxn ang="0">
                    <a:pos x="T2" y="T3"/>
                  </a:cxn>
                  <a:cxn ang="0">
                    <a:pos x="T4" y="T5"/>
                  </a:cxn>
                </a:cxnLst>
                <a:rect l="0" t="0" r="r" b="b"/>
                <a:pathLst>
                  <a:path w="21600" h="21597" fill="none" extrusionOk="0">
                    <a:moveTo>
                      <a:pt x="0" y="21597"/>
                    </a:moveTo>
                    <a:cubicBezTo>
                      <a:pt x="0" y="9809"/>
                      <a:pt x="9450" y="198"/>
                      <a:pt x="21237" y="0"/>
                    </a:cubicBezTo>
                  </a:path>
                  <a:path w="21600" h="21597" stroke="0" extrusionOk="0">
                    <a:moveTo>
                      <a:pt x="0" y="21597"/>
                    </a:moveTo>
                    <a:cubicBezTo>
                      <a:pt x="0" y="9809"/>
                      <a:pt x="9450" y="198"/>
                      <a:pt x="21237" y="0"/>
                    </a:cubicBezTo>
                    <a:lnTo>
                      <a:pt x="21600" y="21597"/>
                    </a:lnTo>
                    <a:close/>
                  </a:path>
                </a:pathLst>
              </a:custGeom>
              <a:noFill/>
              <a:ln w="50800" cap="rnd">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96437" name="Arc 117"/>
              <p:cNvSpPr>
                <a:spLocks/>
              </p:cNvSpPr>
              <p:nvPr/>
            </p:nvSpPr>
            <p:spPr bwMode="auto">
              <a:xfrm>
                <a:off x="3110" y="1401"/>
                <a:ext cx="61" cy="66"/>
              </a:xfrm>
              <a:custGeom>
                <a:avLst/>
                <a:gdLst>
                  <a:gd name="G0" fmla="+- 360 0 0"/>
                  <a:gd name="G1" fmla="+- 21600 0 0"/>
                  <a:gd name="G2" fmla="+- 21600 0 0"/>
                  <a:gd name="T0" fmla="*/ 0 w 21960"/>
                  <a:gd name="T1" fmla="*/ 3 h 21600"/>
                  <a:gd name="T2" fmla="*/ 21960 w 21960"/>
                  <a:gd name="T3" fmla="*/ 21600 h 21600"/>
                  <a:gd name="T4" fmla="*/ 360 w 21960"/>
                  <a:gd name="T5" fmla="*/ 21600 h 21600"/>
                </a:gdLst>
                <a:ahLst/>
                <a:cxnLst>
                  <a:cxn ang="0">
                    <a:pos x="T0" y="T1"/>
                  </a:cxn>
                  <a:cxn ang="0">
                    <a:pos x="T2" y="T3"/>
                  </a:cxn>
                  <a:cxn ang="0">
                    <a:pos x="T4" y="T5"/>
                  </a:cxn>
                </a:cxnLst>
                <a:rect l="0" t="0" r="r" b="b"/>
                <a:pathLst>
                  <a:path w="21960" h="21600" fill="none" extrusionOk="0">
                    <a:moveTo>
                      <a:pt x="0" y="3"/>
                    </a:moveTo>
                    <a:cubicBezTo>
                      <a:pt x="119" y="1"/>
                      <a:pt x="239" y="0"/>
                      <a:pt x="360" y="0"/>
                    </a:cubicBezTo>
                    <a:cubicBezTo>
                      <a:pt x="12289" y="0"/>
                      <a:pt x="21960" y="9670"/>
                      <a:pt x="21960" y="21600"/>
                    </a:cubicBezTo>
                  </a:path>
                  <a:path w="21960" h="21600" stroke="0" extrusionOk="0">
                    <a:moveTo>
                      <a:pt x="0" y="3"/>
                    </a:moveTo>
                    <a:cubicBezTo>
                      <a:pt x="119" y="1"/>
                      <a:pt x="239" y="0"/>
                      <a:pt x="360" y="0"/>
                    </a:cubicBezTo>
                    <a:cubicBezTo>
                      <a:pt x="12289" y="0"/>
                      <a:pt x="21960" y="9670"/>
                      <a:pt x="21960" y="21600"/>
                    </a:cubicBezTo>
                    <a:lnTo>
                      <a:pt x="360" y="21600"/>
                    </a:lnTo>
                    <a:close/>
                  </a:path>
                </a:pathLst>
              </a:custGeom>
              <a:noFill/>
              <a:ln w="50800" cap="rnd">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grpSp>
        <p:nvGrpSpPr>
          <p:cNvPr id="696438" name="Group 118"/>
          <p:cNvGrpSpPr>
            <a:grpSpLocks/>
          </p:cNvGrpSpPr>
          <p:nvPr/>
        </p:nvGrpSpPr>
        <p:grpSpPr bwMode="auto">
          <a:xfrm>
            <a:off x="5870575" y="2149475"/>
            <a:ext cx="801688" cy="119063"/>
            <a:chOff x="2780" y="1401"/>
            <a:chExt cx="461" cy="69"/>
          </a:xfrm>
        </p:grpSpPr>
        <p:grpSp>
          <p:nvGrpSpPr>
            <p:cNvPr id="696439" name="Group 119"/>
            <p:cNvGrpSpPr>
              <a:grpSpLocks/>
            </p:cNvGrpSpPr>
            <p:nvPr/>
          </p:nvGrpSpPr>
          <p:grpSpPr bwMode="auto">
            <a:xfrm>
              <a:off x="2898" y="1404"/>
              <a:ext cx="114" cy="66"/>
              <a:chOff x="2916" y="1401"/>
              <a:chExt cx="114" cy="66"/>
            </a:xfrm>
          </p:grpSpPr>
          <p:sp>
            <p:nvSpPr>
              <p:cNvPr id="696440" name="Arc 120"/>
              <p:cNvSpPr>
                <a:spLocks/>
              </p:cNvSpPr>
              <p:nvPr/>
            </p:nvSpPr>
            <p:spPr bwMode="auto">
              <a:xfrm>
                <a:off x="2916" y="1401"/>
                <a:ext cx="59" cy="66"/>
              </a:xfrm>
              <a:custGeom>
                <a:avLst/>
                <a:gdLst>
                  <a:gd name="G0" fmla="+- 21600 0 0"/>
                  <a:gd name="G1" fmla="+- 21597 0 0"/>
                  <a:gd name="G2" fmla="+- 21600 0 0"/>
                  <a:gd name="T0" fmla="*/ 0 w 21600"/>
                  <a:gd name="T1" fmla="*/ 21597 h 21597"/>
                  <a:gd name="T2" fmla="*/ 21234 w 21600"/>
                  <a:gd name="T3" fmla="*/ 0 h 21597"/>
                  <a:gd name="T4" fmla="*/ 21600 w 21600"/>
                  <a:gd name="T5" fmla="*/ 21597 h 21597"/>
                </a:gdLst>
                <a:ahLst/>
                <a:cxnLst>
                  <a:cxn ang="0">
                    <a:pos x="T0" y="T1"/>
                  </a:cxn>
                  <a:cxn ang="0">
                    <a:pos x="T2" y="T3"/>
                  </a:cxn>
                  <a:cxn ang="0">
                    <a:pos x="T4" y="T5"/>
                  </a:cxn>
                </a:cxnLst>
                <a:rect l="0" t="0" r="r" b="b"/>
                <a:pathLst>
                  <a:path w="21600" h="21597" fill="none" extrusionOk="0">
                    <a:moveTo>
                      <a:pt x="0" y="21597"/>
                    </a:moveTo>
                    <a:cubicBezTo>
                      <a:pt x="0" y="9810"/>
                      <a:pt x="9449" y="199"/>
                      <a:pt x="21234" y="0"/>
                    </a:cubicBezTo>
                  </a:path>
                  <a:path w="21600" h="21597" stroke="0" extrusionOk="0">
                    <a:moveTo>
                      <a:pt x="0" y="21597"/>
                    </a:moveTo>
                    <a:cubicBezTo>
                      <a:pt x="0" y="9810"/>
                      <a:pt x="9449" y="199"/>
                      <a:pt x="21234" y="0"/>
                    </a:cubicBezTo>
                    <a:lnTo>
                      <a:pt x="21600" y="21597"/>
                    </a:lnTo>
                    <a:close/>
                  </a:path>
                </a:pathLst>
              </a:custGeom>
              <a:noFill/>
              <a:ln w="50800" cap="rnd">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96441" name="Arc 121"/>
              <p:cNvSpPr>
                <a:spLocks/>
              </p:cNvSpPr>
              <p:nvPr/>
            </p:nvSpPr>
            <p:spPr bwMode="auto">
              <a:xfrm>
                <a:off x="2970" y="1401"/>
                <a:ext cx="60" cy="66"/>
              </a:xfrm>
              <a:custGeom>
                <a:avLst/>
                <a:gdLst>
                  <a:gd name="G0" fmla="+- 363 0 0"/>
                  <a:gd name="G1" fmla="+- 21600 0 0"/>
                  <a:gd name="G2" fmla="+- 21600 0 0"/>
                  <a:gd name="T0" fmla="*/ 0 w 21963"/>
                  <a:gd name="T1" fmla="*/ 3 h 21600"/>
                  <a:gd name="T2" fmla="*/ 21963 w 21963"/>
                  <a:gd name="T3" fmla="*/ 21600 h 21600"/>
                  <a:gd name="T4" fmla="*/ 363 w 21963"/>
                  <a:gd name="T5" fmla="*/ 21600 h 21600"/>
                </a:gdLst>
                <a:ahLst/>
                <a:cxnLst>
                  <a:cxn ang="0">
                    <a:pos x="T0" y="T1"/>
                  </a:cxn>
                  <a:cxn ang="0">
                    <a:pos x="T2" y="T3"/>
                  </a:cxn>
                  <a:cxn ang="0">
                    <a:pos x="T4" y="T5"/>
                  </a:cxn>
                </a:cxnLst>
                <a:rect l="0" t="0" r="r" b="b"/>
                <a:pathLst>
                  <a:path w="21963" h="21600" fill="none" extrusionOk="0">
                    <a:moveTo>
                      <a:pt x="0" y="3"/>
                    </a:moveTo>
                    <a:cubicBezTo>
                      <a:pt x="120" y="1"/>
                      <a:pt x="241" y="0"/>
                      <a:pt x="363" y="0"/>
                    </a:cubicBezTo>
                    <a:cubicBezTo>
                      <a:pt x="12292" y="0"/>
                      <a:pt x="21963" y="9670"/>
                      <a:pt x="21963" y="21600"/>
                    </a:cubicBezTo>
                  </a:path>
                  <a:path w="21963" h="21600" stroke="0" extrusionOk="0">
                    <a:moveTo>
                      <a:pt x="0" y="3"/>
                    </a:moveTo>
                    <a:cubicBezTo>
                      <a:pt x="120" y="1"/>
                      <a:pt x="241" y="0"/>
                      <a:pt x="363" y="0"/>
                    </a:cubicBezTo>
                    <a:cubicBezTo>
                      <a:pt x="12292" y="0"/>
                      <a:pt x="21963" y="9670"/>
                      <a:pt x="21963" y="21600"/>
                    </a:cubicBezTo>
                    <a:lnTo>
                      <a:pt x="363" y="21600"/>
                    </a:lnTo>
                    <a:close/>
                  </a:path>
                </a:pathLst>
              </a:custGeom>
              <a:noFill/>
              <a:ln w="50800" cap="rnd">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696442" name="Group 122"/>
            <p:cNvGrpSpPr>
              <a:grpSpLocks/>
            </p:cNvGrpSpPr>
            <p:nvPr/>
          </p:nvGrpSpPr>
          <p:grpSpPr bwMode="auto">
            <a:xfrm>
              <a:off x="2780" y="1401"/>
              <a:ext cx="114" cy="66"/>
              <a:chOff x="2780" y="1401"/>
              <a:chExt cx="114" cy="66"/>
            </a:xfrm>
          </p:grpSpPr>
          <p:sp>
            <p:nvSpPr>
              <p:cNvPr id="696443" name="Arc 123"/>
              <p:cNvSpPr>
                <a:spLocks/>
              </p:cNvSpPr>
              <p:nvPr/>
            </p:nvSpPr>
            <p:spPr bwMode="auto">
              <a:xfrm>
                <a:off x="2780" y="1401"/>
                <a:ext cx="60" cy="66"/>
              </a:xfrm>
              <a:custGeom>
                <a:avLst/>
                <a:gdLst>
                  <a:gd name="G0" fmla="+- 21600 0 0"/>
                  <a:gd name="G1" fmla="+- 21597 0 0"/>
                  <a:gd name="G2" fmla="+- 21600 0 0"/>
                  <a:gd name="T0" fmla="*/ 0 w 21600"/>
                  <a:gd name="T1" fmla="*/ 21597 h 21597"/>
                  <a:gd name="T2" fmla="*/ 21237 w 21600"/>
                  <a:gd name="T3" fmla="*/ 0 h 21597"/>
                  <a:gd name="T4" fmla="*/ 21600 w 21600"/>
                  <a:gd name="T5" fmla="*/ 21597 h 21597"/>
                </a:gdLst>
                <a:ahLst/>
                <a:cxnLst>
                  <a:cxn ang="0">
                    <a:pos x="T0" y="T1"/>
                  </a:cxn>
                  <a:cxn ang="0">
                    <a:pos x="T2" y="T3"/>
                  </a:cxn>
                  <a:cxn ang="0">
                    <a:pos x="T4" y="T5"/>
                  </a:cxn>
                </a:cxnLst>
                <a:rect l="0" t="0" r="r" b="b"/>
                <a:pathLst>
                  <a:path w="21600" h="21597" fill="none" extrusionOk="0">
                    <a:moveTo>
                      <a:pt x="0" y="21597"/>
                    </a:moveTo>
                    <a:cubicBezTo>
                      <a:pt x="0" y="9809"/>
                      <a:pt x="9450" y="198"/>
                      <a:pt x="21237" y="0"/>
                    </a:cubicBezTo>
                  </a:path>
                  <a:path w="21600" h="21597" stroke="0" extrusionOk="0">
                    <a:moveTo>
                      <a:pt x="0" y="21597"/>
                    </a:moveTo>
                    <a:cubicBezTo>
                      <a:pt x="0" y="9809"/>
                      <a:pt x="9450" y="198"/>
                      <a:pt x="21237" y="0"/>
                    </a:cubicBezTo>
                    <a:lnTo>
                      <a:pt x="21600" y="21597"/>
                    </a:lnTo>
                    <a:close/>
                  </a:path>
                </a:pathLst>
              </a:custGeom>
              <a:noFill/>
              <a:ln w="50800" cap="rnd">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96444" name="Arc 124"/>
              <p:cNvSpPr>
                <a:spLocks/>
              </p:cNvSpPr>
              <p:nvPr/>
            </p:nvSpPr>
            <p:spPr bwMode="auto">
              <a:xfrm>
                <a:off x="2834" y="1401"/>
                <a:ext cx="60" cy="66"/>
              </a:xfrm>
              <a:custGeom>
                <a:avLst/>
                <a:gdLst>
                  <a:gd name="G0" fmla="+- 363 0 0"/>
                  <a:gd name="G1" fmla="+- 21600 0 0"/>
                  <a:gd name="G2" fmla="+- 21600 0 0"/>
                  <a:gd name="T0" fmla="*/ 0 w 21963"/>
                  <a:gd name="T1" fmla="*/ 3 h 21600"/>
                  <a:gd name="T2" fmla="*/ 21963 w 21963"/>
                  <a:gd name="T3" fmla="*/ 21600 h 21600"/>
                  <a:gd name="T4" fmla="*/ 363 w 21963"/>
                  <a:gd name="T5" fmla="*/ 21600 h 21600"/>
                </a:gdLst>
                <a:ahLst/>
                <a:cxnLst>
                  <a:cxn ang="0">
                    <a:pos x="T0" y="T1"/>
                  </a:cxn>
                  <a:cxn ang="0">
                    <a:pos x="T2" y="T3"/>
                  </a:cxn>
                  <a:cxn ang="0">
                    <a:pos x="T4" y="T5"/>
                  </a:cxn>
                </a:cxnLst>
                <a:rect l="0" t="0" r="r" b="b"/>
                <a:pathLst>
                  <a:path w="21963" h="21600" fill="none" extrusionOk="0">
                    <a:moveTo>
                      <a:pt x="0" y="3"/>
                    </a:moveTo>
                    <a:cubicBezTo>
                      <a:pt x="120" y="1"/>
                      <a:pt x="241" y="0"/>
                      <a:pt x="363" y="0"/>
                    </a:cubicBezTo>
                    <a:cubicBezTo>
                      <a:pt x="12292" y="0"/>
                      <a:pt x="21963" y="9670"/>
                      <a:pt x="21963" y="21600"/>
                    </a:cubicBezTo>
                  </a:path>
                  <a:path w="21963" h="21600" stroke="0" extrusionOk="0">
                    <a:moveTo>
                      <a:pt x="0" y="3"/>
                    </a:moveTo>
                    <a:cubicBezTo>
                      <a:pt x="120" y="1"/>
                      <a:pt x="241" y="0"/>
                      <a:pt x="363" y="0"/>
                    </a:cubicBezTo>
                    <a:cubicBezTo>
                      <a:pt x="12292" y="0"/>
                      <a:pt x="21963" y="9670"/>
                      <a:pt x="21963" y="21600"/>
                    </a:cubicBezTo>
                    <a:lnTo>
                      <a:pt x="363" y="21600"/>
                    </a:lnTo>
                    <a:close/>
                  </a:path>
                </a:pathLst>
              </a:custGeom>
              <a:noFill/>
              <a:ln w="50800" cap="rnd">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696445" name="Group 125"/>
            <p:cNvGrpSpPr>
              <a:grpSpLocks/>
            </p:cNvGrpSpPr>
            <p:nvPr/>
          </p:nvGrpSpPr>
          <p:grpSpPr bwMode="auto">
            <a:xfrm>
              <a:off x="3126" y="1404"/>
              <a:ext cx="115" cy="66"/>
              <a:chOff x="3192" y="1401"/>
              <a:chExt cx="115" cy="66"/>
            </a:xfrm>
          </p:grpSpPr>
          <p:sp>
            <p:nvSpPr>
              <p:cNvPr id="696446" name="Arc 126"/>
              <p:cNvSpPr>
                <a:spLocks/>
              </p:cNvSpPr>
              <p:nvPr/>
            </p:nvSpPr>
            <p:spPr bwMode="auto">
              <a:xfrm>
                <a:off x="3192" y="1401"/>
                <a:ext cx="60" cy="66"/>
              </a:xfrm>
              <a:custGeom>
                <a:avLst/>
                <a:gdLst>
                  <a:gd name="G0" fmla="+- 21600 0 0"/>
                  <a:gd name="G1" fmla="+- 21597 0 0"/>
                  <a:gd name="G2" fmla="+- 21600 0 0"/>
                  <a:gd name="T0" fmla="*/ 0 w 21600"/>
                  <a:gd name="T1" fmla="*/ 21597 h 21597"/>
                  <a:gd name="T2" fmla="*/ 21237 w 21600"/>
                  <a:gd name="T3" fmla="*/ 0 h 21597"/>
                  <a:gd name="T4" fmla="*/ 21600 w 21600"/>
                  <a:gd name="T5" fmla="*/ 21597 h 21597"/>
                </a:gdLst>
                <a:ahLst/>
                <a:cxnLst>
                  <a:cxn ang="0">
                    <a:pos x="T0" y="T1"/>
                  </a:cxn>
                  <a:cxn ang="0">
                    <a:pos x="T2" y="T3"/>
                  </a:cxn>
                  <a:cxn ang="0">
                    <a:pos x="T4" y="T5"/>
                  </a:cxn>
                </a:cxnLst>
                <a:rect l="0" t="0" r="r" b="b"/>
                <a:pathLst>
                  <a:path w="21600" h="21597" fill="none" extrusionOk="0">
                    <a:moveTo>
                      <a:pt x="0" y="21597"/>
                    </a:moveTo>
                    <a:cubicBezTo>
                      <a:pt x="0" y="9809"/>
                      <a:pt x="9450" y="198"/>
                      <a:pt x="21237" y="0"/>
                    </a:cubicBezTo>
                  </a:path>
                  <a:path w="21600" h="21597" stroke="0" extrusionOk="0">
                    <a:moveTo>
                      <a:pt x="0" y="21597"/>
                    </a:moveTo>
                    <a:cubicBezTo>
                      <a:pt x="0" y="9809"/>
                      <a:pt x="9450" y="198"/>
                      <a:pt x="21237" y="0"/>
                    </a:cubicBezTo>
                    <a:lnTo>
                      <a:pt x="21600" y="21597"/>
                    </a:lnTo>
                    <a:close/>
                  </a:path>
                </a:pathLst>
              </a:custGeom>
              <a:noFill/>
              <a:ln w="50800" cap="rnd">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96447" name="Arc 127"/>
              <p:cNvSpPr>
                <a:spLocks/>
              </p:cNvSpPr>
              <p:nvPr/>
            </p:nvSpPr>
            <p:spPr bwMode="auto">
              <a:xfrm>
                <a:off x="3247" y="1401"/>
                <a:ext cx="60" cy="66"/>
              </a:xfrm>
              <a:custGeom>
                <a:avLst/>
                <a:gdLst>
                  <a:gd name="G0" fmla="+- 363 0 0"/>
                  <a:gd name="G1" fmla="+- 21600 0 0"/>
                  <a:gd name="G2" fmla="+- 21600 0 0"/>
                  <a:gd name="T0" fmla="*/ 0 w 21963"/>
                  <a:gd name="T1" fmla="*/ 3 h 21600"/>
                  <a:gd name="T2" fmla="*/ 21963 w 21963"/>
                  <a:gd name="T3" fmla="*/ 21600 h 21600"/>
                  <a:gd name="T4" fmla="*/ 363 w 21963"/>
                  <a:gd name="T5" fmla="*/ 21600 h 21600"/>
                </a:gdLst>
                <a:ahLst/>
                <a:cxnLst>
                  <a:cxn ang="0">
                    <a:pos x="T0" y="T1"/>
                  </a:cxn>
                  <a:cxn ang="0">
                    <a:pos x="T2" y="T3"/>
                  </a:cxn>
                  <a:cxn ang="0">
                    <a:pos x="T4" y="T5"/>
                  </a:cxn>
                </a:cxnLst>
                <a:rect l="0" t="0" r="r" b="b"/>
                <a:pathLst>
                  <a:path w="21963" h="21600" fill="none" extrusionOk="0">
                    <a:moveTo>
                      <a:pt x="0" y="3"/>
                    </a:moveTo>
                    <a:cubicBezTo>
                      <a:pt x="120" y="1"/>
                      <a:pt x="241" y="0"/>
                      <a:pt x="363" y="0"/>
                    </a:cubicBezTo>
                    <a:cubicBezTo>
                      <a:pt x="12292" y="0"/>
                      <a:pt x="21963" y="9670"/>
                      <a:pt x="21963" y="21600"/>
                    </a:cubicBezTo>
                  </a:path>
                  <a:path w="21963" h="21600" stroke="0" extrusionOk="0">
                    <a:moveTo>
                      <a:pt x="0" y="3"/>
                    </a:moveTo>
                    <a:cubicBezTo>
                      <a:pt x="120" y="1"/>
                      <a:pt x="241" y="0"/>
                      <a:pt x="363" y="0"/>
                    </a:cubicBezTo>
                    <a:cubicBezTo>
                      <a:pt x="12292" y="0"/>
                      <a:pt x="21963" y="9670"/>
                      <a:pt x="21963" y="21600"/>
                    </a:cubicBezTo>
                    <a:lnTo>
                      <a:pt x="363" y="21600"/>
                    </a:lnTo>
                    <a:close/>
                  </a:path>
                </a:pathLst>
              </a:custGeom>
              <a:noFill/>
              <a:ln w="50800" cap="rnd">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696448" name="Group 128"/>
            <p:cNvGrpSpPr>
              <a:grpSpLocks/>
            </p:cNvGrpSpPr>
            <p:nvPr/>
          </p:nvGrpSpPr>
          <p:grpSpPr bwMode="auto">
            <a:xfrm>
              <a:off x="3011" y="1401"/>
              <a:ext cx="115" cy="66"/>
              <a:chOff x="3056" y="1401"/>
              <a:chExt cx="115" cy="66"/>
            </a:xfrm>
          </p:grpSpPr>
          <p:sp>
            <p:nvSpPr>
              <p:cNvPr id="696449" name="Arc 129"/>
              <p:cNvSpPr>
                <a:spLocks/>
              </p:cNvSpPr>
              <p:nvPr/>
            </p:nvSpPr>
            <p:spPr bwMode="auto">
              <a:xfrm>
                <a:off x="3056" y="1401"/>
                <a:ext cx="60" cy="66"/>
              </a:xfrm>
              <a:custGeom>
                <a:avLst/>
                <a:gdLst>
                  <a:gd name="G0" fmla="+- 21600 0 0"/>
                  <a:gd name="G1" fmla="+- 21597 0 0"/>
                  <a:gd name="G2" fmla="+- 21600 0 0"/>
                  <a:gd name="T0" fmla="*/ 0 w 21600"/>
                  <a:gd name="T1" fmla="*/ 21597 h 21597"/>
                  <a:gd name="T2" fmla="*/ 21237 w 21600"/>
                  <a:gd name="T3" fmla="*/ 0 h 21597"/>
                  <a:gd name="T4" fmla="*/ 21600 w 21600"/>
                  <a:gd name="T5" fmla="*/ 21597 h 21597"/>
                </a:gdLst>
                <a:ahLst/>
                <a:cxnLst>
                  <a:cxn ang="0">
                    <a:pos x="T0" y="T1"/>
                  </a:cxn>
                  <a:cxn ang="0">
                    <a:pos x="T2" y="T3"/>
                  </a:cxn>
                  <a:cxn ang="0">
                    <a:pos x="T4" y="T5"/>
                  </a:cxn>
                </a:cxnLst>
                <a:rect l="0" t="0" r="r" b="b"/>
                <a:pathLst>
                  <a:path w="21600" h="21597" fill="none" extrusionOk="0">
                    <a:moveTo>
                      <a:pt x="0" y="21597"/>
                    </a:moveTo>
                    <a:cubicBezTo>
                      <a:pt x="0" y="9809"/>
                      <a:pt x="9450" y="198"/>
                      <a:pt x="21237" y="0"/>
                    </a:cubicBezTo>
                  </a:path>
                  <a:path w="21600" h="21597" stroke="0" extrusionOk="0">
                    <a:moveTo>
                      <a:pt x="0" y="21597"/>
                    </a:moveTo>
                    <a:cubicBezTo>
                      <a:pt x="0" y="9809"/>
                      <a:pt x="9450" y="198"/>
                      <a:pt x="21237" y="0"/>
                    </a:cubicBezTo>
                    <a:lnTo>
                      <a:pt x="21600" y="21597"/>
                    </a:lnTo>
                    <a:close/>
                  </a:path>
                </a:pathLst>
              </a:custGeom>
              <a:noFill/>
              <a:ln w="50800" cap="rnd">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96450" name="Arc 130"/>
              <p:cNvSpPr>
                <a:spLocks/>
              </p:cNvSpPr>
              <p:nvPr/>
            </p:nvSpPr>
            <p:spPr bwMode="auto">
              <a:xfrm>
                <a:off x="3110" y="1401"/>
                <a:ext cx="61" cy="66"/>
              </a:xfrm>
              <a:custGeom>
                <a:avLst/>
                <a:gdLst>
                  <a:gd name="G0" fmla="+- 360 0 0"/>
                  <a:gd name="G1" fmla="+- 21600 0 0"/>
                  <a:gd name="G2" fmla="+- 21600 0 0"/>
                  <a:gd name="T0" fmla="*/ 0 w 21960"/>
                  <a:gd name="T1" fmla="*/ 3 h 21600"/>
                  <a:gd name="T2" fmla="*/ 21960 w 21960"/>
                  <a:gd name="T3" fmla="*/ 21600 h 21600"/>
                  <a:gd name="T4" fmla="*/ 360 w 21960"/>
                  <a:gd name="T5" fmla="*/ 21600 h 21600"/>
                </a:gdLst>
                <a:ahLst/>
                <a:cxnLst>
                  <a:cxn ang="0">
                    <a:pos x="T0" y="T1"/>
                  </a:cxn>
                  <a:cxn ang="0">
                    <a:pos x="T2" y="T3"/>
                  </a:cxn>
                  <a:cxn ang="0">
                    <a:pos x="T4" y="T5"/>
                  </a:cxn>
                </a:cxnLst>
                <a:rect l="0" t="0" r="r" b="b"/>
                <a:pathLst>
                  <a:path w="21960" h="21600" fill="none" extrusionOk="0">
                    <a:moveTo>
                      <a:pt x="0" y="3"/>
                    </a:moveTo>
                    <a:cubicBezTo>
                      <a:pt x="119" y="1"/>
                      <a:pt x="239" y="0"/>
                      <a:pt x="360" y="0"/>
                    </a:cubicBezTo>
                    <a:cubicBezTo>
                      <a:pt x="12289" y="0"/>
                      <a:pt x="21960" y="9670"/>
                      <a:pt x="21960" y="21600"/>
                    </a:cubicBezTo>
                  </a:path>
                  <a:path w="21960" h="21600" stroke="0" extrusionOk="0">
                    <a:moveTo>
                      <a:pt x="0" y="3"/>
                    </a:moveTo>
                    <a:cubicBezTo>
                      <a:pt x="119" y="1"/>
                      <a:pt x="239" y="0"/>
                      <a:pt x="360" y="0"/>
                    </a:cubicBezTo>
                    <a:cubicBezTo>
                      <a:pt x="12289" y="0"/>
                      <a:pt x="21960" y="9670"/>
                      <a:pt x="21960" y="21600"/>
                    </a:cubicBezTo>
                    <a:lnTo>
                      <a:pt x="360" y="21600"/>
                    </a:lnTo>
                    <a:close/>
                  </a:path>
                </a:pathLst>
              </a:custGeom>
              <a:noFill/>
              <a:ln w="50800" cap="rnd">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grpSp>
        <p:nvGrpSpPr>
          <p:cNvPr id="696451" name="Group 131"/>
          <p:cNvGrpSpPr>
            <a:grpSpLocks/>
          </p:cNvGrpSpPr>
          <p:nvPr/>
        </p:nvGrpSpPr>
        <p:grpSpPr bwMode="auto">
          <a:xfrm>
            <a:off x="5862638" y="2698750"/>
            <a:ext cx="800100" cy="119063"/>
            <a:chOff x="2780" y="1401"/>
            <a:chExt cx="461" cy="69"/>
          </a:xfrm>
        </p:grpSpPr>
        <p:grpSp>
          <p:nvGrpSpPr>
            <p:cNvPr id="696452" name="Group 132"/>
            <p:cNvGrpSpPr>
              <a:grpSpLocks/>
            </p:cNvGrpSpPr>
            <p:nvPr/>
          </p:nvGrpSpPr>
          <p:grpSpPr bwMode="auto">
            <a:xfrm>
              <a:off x="2898" y="1404"/>
              <a:ext cx="114" cy="66"/>
              <a:chOff x="2916" y="1401"/>
              <a:chExt cx="114" cy="66"/>
            </a:xfrm>
          </p:grpSpPr>
          <p:sp>
            <p:nvSpPr>
              <p:cNvPr id="696453" name="Arc 133"/>
              <p:cNvSpPr>
                <a:spLocks/>
              </p:cNvSpPr>
              <p:nvPr/>
            </p:nvSpPr>
            <p:spPr bwMode="auto">
              <a:xfrm>
                <a:off x="2916" y="1401"/>
                <a:ext cx="59" cy="66"/>
              </a:xfrm>
              <a:custGeom>
                <a:avLst/>
                <a:gdLst>
                  <a:gd name="G0" fmla="+- 21600 0 0"/>
                  <a:gd name="G1" fmla="+- 21597 0 0"/>
                  <a:gd name="G2" fmla="+- 21600 0 0"/>
                  <a:gd name="T0" fmla="*/ 0 w 21600"/>
                  <a:gd name="T1" fmla="*/ 21597 h 21597"/>
                  <a:gd name="T2" fmla="*/ 21234 w 21600"/>
                  <a:gd name="T3" fmla="*/ 0 h 21597"/>
                  <a:gd name="T4" fmla="*/ 21600 w 21600"/>
                  <a:gd name="T5" fmla="*/ 21597 h 21597"/>
                </a:gdLst>
                <a:ahLst/>
                <a:cxnLst>
                  <a:cxn ang="0">
                    <a:pos x="T0" y="T1"/>
                  </a:cxn>
                  <a:cxn ang="0">
                    <a:pos x="T2" y="T3"/>
                  </a:cxn>
                  <a:cxn ang="0">
                    <a:pos x="T4" y="T5"/>
                  </a:cxn>
                </a:cxnLst>
                <a:rect l="0" t="0" r="r" b="b"/>
                <a:pathLst>
                  <a:path w="21600" h="21597" fill="none" extrusionOk="0">
                    <a:moveTo>
                      <a:pt x="0" y="21597"/>
                    </a:moveTo>
                    <a:cubicBezTo>
                      <a:pt x="0" y="9810"/>
                      <a:pt x="9449" y="199"/>
                      <a:pt x="21234" y="0"/>
                    </a:cubicBezTo>
                  </a:path>
                  <a:path w="21600" h="21597" stroke="0" extrusionOk="0">
                    <a:moveTo>
                      <a:pt x="0" y="21597"/>
                    </a:moveTo>
                    <a:cubicBezTo>
                      <a:pt x="0" y="9810"/>
                      <a:pt x="9449" y="199"/>
                      <a:pt x="21234" y="0"/>
                    </a:cubicBezTo>
                    <a:lnTo>
                      <a:pt x="21600" y="21597"/>
                    </a:lnTo>
                    <a:close/>
                  </a:path>
                </a:pathLst>
              </a:custGeom>
              <a:noFill/>
              <a:ln w="50800" cap="rnd">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96454" name="Arc 134"/>
              <p:cNvSpPr>
                <a:spLocks/>
              </p:cNvSpPr>
              <p:nvPr/>
            </p:nvSpPr>
            <p:spPr bwMode="auto">
              <a:xfrm>
                <a:off x="2970" y="1401"/>
                <a:ext cx="60" cy="66"/>
              </a:xfrm>
              <a:custGeom>
                <a:avLst/>
                <a:gdLst>
                  <a:gd name="G0" fmla="+- 363 0 0"/>
                  <a:gd name="G1" fmla="+- 21600 0 0"/>
                  <a:gd name="G2" fmla="+- 21600 0 0"/>
                  <a:gd name="T0" fmla="*/ 0 w 21963"/>
                  <a:gd name="T1" fmla="*/ 3 h 21600"/>
                  <a:gd name="T2" fmla="*/ 21963 w 21963"/>
                  <a:gd name="T3" fmla="*/ 21600 h 21600"/>
                  <a:gd name="T4" fmla="*/ 363 w 21963"/>
                  <a:gd name="T5" fmla="*/ 21600 h 21600"/>
                </a:gdLst>
                <a:ahLst/>
                <a:cxnLst>
                  <a:cxn ang="0">
                    <a:pos x="T0" y="T1"/>
                  </a:cxn>
                  <a:cxn ang="0">
                    <a:pos x="T2" y="T3"/>
                  </a:cxn>
                  <a:cxn ang="0">
                    <a:pos x="T4" y="T5"/>
                  </a:cxn>
                </a:cxnLst>
                <a:rect l="0" t="0" r="r" b="b"/>
                <a:pathLst>
                  <a:path w="21963" h="21600" fill="none" extrusionOk="0">
                    <a:moveTo>
                      <a:pt x="0" y="3"/>
                    </a:moveTo>
                    <a:cubicBezTo>
                      <a:pt x="120" y="1"/>
                      <a:pt x="241" y="0"/>
                      <a:pt x="363" y="0"/>
                    </a:cubicBezTo>
                    <a:cubicBezTo>
                      <a:pt x="12292" y="0"/>
                      <a:pt x="21963" y="9670"/>
                      <a:pt x="21963" y="21600"/>
                    </a:cubicBezTo>
                  </a:path>
                  <a:path w="21963" h="21600" stroke="0" extrusionOk="0">
                    <a:moveTo>
                      <a:pt x="0" y="3"/>
                    </a:moveTo>
                    <a:cubicBezTo>
                      <a:pt x="120" y="1"/>
                      <a:pt x="241" y="0"/>
                      <a:pt x="363" y="0"/>
                    </a:cubicBezTo>
                    <a:cubicBezTo>
                      <a:pt x="12292" y="0"/>
                      <a:pt x="21963" y="9670"/>
                      <a:pt x="21963" y="21600"/>
                    </a:cubicBezTo>
                    <a:lnTo>
                      <a:pt x="363" y="21600"/>
                    </a:lnTo>
                    <a:close/>
                  </a:path>
                </a:pathLst>
              </a:custGeom>
              <a:noFill/>
              <a:ln w="50800" cap="rnd">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696455" name="Group 135"/>
            <p:cNvGrpSpPr>
              <a:grpSpLocks/>
            </p:cNvGrpSpPr>
            <p:nvPr/>
          </p:nvGrpSpPr>
          <p:grpSpPr bwMode="auto">
            <a:xfrm>
              <a:off x="2780" y="1401"/>
              <a:ext cx="114" cy="66"/>
              <a:chOff x="2780" y="1401"/>
              <a:chExt cx="114" cy="66"/>
            </a:xfrm>
          </p:grpSpPr>
          <p:sp>
            <p:nvSpPr>
              <p:cNvPr id="696456" name="Arc 136"/>
              <p:cNvSpPr>
                <a:spLocks/>
              </p:cNvSpPr>
              <p:nvPr/>
            </p:nvSpPr>
            <p:spPr bwMode="auto">
              <a:xfrm>
                <a:off x="2780" y="1401"/>
                <a:ext cx="60" cy="66"/>
              </a:xfrm>
              <a:custGeom>
                <a:avLst/>
                <a:gdLst>
                  <a:gd name="G0" fmla="+- 21600 0 0"/>
                  <a:gd name="G1" fmla="+- 21597 0 0"/>
                  <a:gd name="G2" fmla="+- 21600 0 0"/>
                  <a:gd name="T0" fmla="*/ 0 w 21600"/>
                  <a:gd name="T1" fmla="*/ 21597 h 21597"/>
                  <a:gd name="T2" fmla="*/ 21237 w 21600"/>
                  <a:gd name="T3" fmla="*/ 0 h 21597"/>
                  <a:gd name="T4" fmla="*/ 21600 w 21600"/>
                  <a:gd name="T5" fmla="*/ 21597 h 21597"/>
                </a:gdLst>
                <a:ahLst/>
                <a:cxnLst>
                  <a:cxn ang="0">
                    <a:pos x="T0" y="T1"/>
                  </a:cxn>
                  <a:cxn ang="0">
                    <a:pos x="T2" y="T3"/>
                  </a:cxn>
                  <a:cxn ang="0">
                    <a:pos x="T4" y="T5"/>
                  </a:cxn>
                </a:cxnLst>
                <a:rect l="0" t="0" r="r" b="b"/>
                <a:pathLst>
                  <a:path w="21600" h="21597" fill="none" extrusionOk="0">
                    <a:moveTo>
                      <a:pt x="0" y="21597"/>
                    </a:moveTo>
                    <a:cubicBezTo>
                      <a:pt x="0" y="9809"/>
                      <a:pt x="9450" y="198"/>
                      <a:pt x="21237" y="0"/>
                    </a:cubicBezTo>
                  </a:path>
                  <a:path w="21600" h="21597" stroke="0" extrusionOk="0">
                    <a:moveTo>
                      <a:pt x="0" y="21597"/>
                    </a:moveTo>
                    <a:cubicBezTo>
                      <a:pt x="0" y="9809"/>
                      <a:pt x="9450" y="198"/>
                      <a:pt x="21237" y="0"/>
                    </a:cubicBezTo>
                    <a:lnTo>
                      <a:pt x="21600" y="21597"/>
                    </a:lnTo>
                    <a:close/>
                  </a:path>
                </a:pathLst>
              </a:custGeom>
              <a:noFill/>
              <a:ln w="50800" cap="rnd">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96457" name="Arc 137"/>
              <p:cNvSpPr>
                <a:spLocks/>
              </p:cNvSpPr>
              <p:nvPr/>
            </p:nvSpPr>
            <p:spPr bwMode="auto">
              <a:xfrm>
                <a:off x="2834" y="1401"/>
                <a:ext cx="60" cy="66"/>
              </a:xfrm>
              <a:custGeom>
                <a:avLst/>
                <a:gdLst>
                  <a:gd name="G0" fmla="+- 363 0 0"/>
                  <a:gd name="G1" fmla="+- 21600 0 0"/>
                  <a:gd name="G2" fmla="+- 21600 0 0"/>
                  <a:gd name="T0" fmla="*/ 0 w 21963"/>
                  <a:gd name="T1" fmla="*/ 3 h 21600"/>
                  <a:gd name="T2" fmla="*/ 21963 w 21963"/>
                  <a:gd name="T3" fmla="*/ 21600 h 21600"/>
                  <a:gd name="T4" fmla="*/ 363 w 21963"/>
                  <a:gd name="T5" fmla="*/ 21600 h 21600"/>
                </a:gdLst>
                <a:ahLst/>
                <a:cxnLst>
                  <a:cxn ang="0">
                    <a:pos x="T0" y="T1"/>
                  </a:cxn>
                  <a:cxn ang="0">
                    <a:pos x="T2" y="T3"/>
                  </a:cxn>
                  <a:cxn ang="0">
                    <a:pos x="T4" y="T5"/>
                  </a:cxn>
                </a:cxnLst>
                <a:rect l="0" t="0" r="r" b="b"/>
                <a:pathLst>
                  <a:path w="21963" h="21600" fill="none" extrusionOk="0">
                    <a:moveTo>
                      <a:pt x="0" y="3"/>
                    </a:moveTo>
                    <a:cubicBezTo>
                      <a:pt x="120" y="1"/>
                      <a:pt x="241" y="0"/>
                      <a:pt x="363" y="0"/>
                    </a:cubicBezTo>
                    <a:cubicBezTo>
                      <a:pt x="12292" y="0"/>
                      <a:pt x="21963" y="9670"/>
                      <a:pt x="21963" y="21600"/>
                    </a:cubicBezTo>
                  </a:path>
                  <a:path w="21963" h="21600" stroke="0" extrusionOk="0">
                    <a:moveTo>
                      <a:pt x="0" y="3"/>
                    </a:moveTo>
                    <a:cubicBezTo>
                      <a:pt x="120" y="1"/>
                      <a:pt x="241" y="0"/>
                      <a:pt x="363" y="0"/>
                    </a:cubicBezTo>
                    <a:cubicBezTo>
                      <a:pt x="12292" y="0"/>
                      <a:pt x="21963" y="9670"/>
                      <a:pt x="21963" y="21600"/>
                    </a:cubicBezTo>
                    <a:lnTo>
                      <a:pt x="363" y="21600"/>
                    </a:lnTo>
                    <a:close/>
                  </a:path>
                </a:pathLst>
              </a:custGeom>
              <a:noFill/>
              <a:ln w="50800" cap="rnd">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696458" name="Group 138"/>
            <p:cNvGrpSpPr>
              <a:grpSpLocks/>
            </p:cNvGrpSpPr>
            <p:nvPr/>
          </p:nvGrpSpPr>
          <p:grpSpPr bwMode="auto">
            <a:xfrm>
              <a:off x="3126" y="1404"/>
              <a:ext cx="115" cy="66"/>
              <a:chOff x="3192" y="1401"/>
              <a:chExt cx="115" cy="66"/>
            </a:xfrm>
          </p:grpSpPr>
          <p:sp>
            <p:nvSpPr>
              <p:cNvPr id="696459" name="Arc 139"/>
              <p:cNvSpPr>
                <a:spLocks/>
              </p:cNvSpPr>
              <p:nvPr/>
            </p:nvSpPr>
            <p:spPr bwMode="auto">
              <a:xfrm>
                <a:off x="3192" y="1401"/>
                <a:ext cx="60" cy="66"/>
              </a:xfrm>
              <a:custGeom>
                <a:avLst/>
                <a:gdLst>
                  <a:gd name="G0" fmla="+- 21600 0 0"/>
                  <a:gd name="G1" fmla="+- 21597 0 0"/>
                  <a:gd name="G2" fmla="+- 21600 0 0"/>
                  <a:gd name="T0" fmla="*/ 0 w 21600"/>
                  <a:gd name="T1" fmla="*/ 21597 h 21597"/>
                  <a:gd name="T2" fmla="*/ 21237 w 21600"/>
                  <a:gd name="T3" fmla="*/ 0 h 21597"/>
                  <a:gd name="T4" fmla="*/ 21600 w 21600"/>
                  <a:gd name="T5" fmla="*/ 21597 h 21597"/>
                </a:gdLst>
                <a:ahLst/>
                <a:cxnLst>
                  <a:cxn ang="0">
                    <a:pos x="T0" y="T1"/>
                  </a:cxn>
                  <a:cxn ang="0">
                    <a:pos x="T2" y="T3"/>
                  </a:cxn>
                  <a:cxn ang="0">
                    <a:pos x="T4" y="T5"/>
                  </a:cxn>
                </a:cxnLst>
                <a:rect l="0" t="0" r="r" b="b"/>
                <a:pathLst>
                  <a:path w="21600" h="21597" fill="none" extrusionOk="0">
                    <a:moveTo>
                      <a:pt x="0" y="21597"/>
                    </a:moveTo>
                    <a:cubicBezTo>
                      <a:pt x="0" y="9809"/>
                      <a:pt x="9450" y="198"/>
                      <a:pt x="21237" y="0"/>
                    </a:cubicBezTo>
                  </a:path>
                  <a:path w="21600" h="21597" stroke="0" extrusionOk="0">
                    <a:moveTo>
                      <a:pt x="0" y="21597"/>
                    </a:moveTo>
                    <a:cubicBezTo>
                      <a:pt x="0" y="9809"/>
                      <a:pt x="9450" y="198"/>
                      <a:pt x="21237" y="0"/>
                    </a:cubicBezTo>
                    <a:lnTo>
                      <a:pt x="21600" y="21597"/>
                    </a:lnTo>
                    <a:close/>
                  </a:path>
                </a:pathLst>
              </a:custGeom>
              <a:noFill/>
              <a:ln w="50800" cap="rnd">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96460" name="Arc 140"/>
              <p:cNvSpPr>
                <a:spLocks/>
              </p:cNvSpPr>
              <p:nvPr/>
            </p:nvSpPr>
            <p:spPr bwMode="auto">
              <a:xfrm>
                <a:off x="3247" y="1401"/>
                <a:ext cx="60" cy="66"/>
              </a:xfrm>
              <a:custGeom>
                <a:avLst/>
                <a:gdLst>
                  <a:gd name="G0" fmla="+- 363 0 0"/>
                  <a:gd name="G1" fmla="+- 21600 0 0"/>
                  <a:gd name="G2" fmla="+- 21600 0 0"/>
                  <a:gd name="T0" fmla="*/ 0 w 21963"/>
                  <a:gd name="T1" fmla="*/ 3 h 21600"/>
                  <a:gd name="T2" fmla="*/ 21963 w 21963"/>
                  <a:gd name="T3" fmla="*/ 21600 h 21600"/>
                  <a:gd name="T4" fmla="*/ 363 w 21963"/>
                  <a:gd name="T5" fmla="*/ 21600 h 21600"/>
                </a:gdLst>
                <a:ahLst/>
                <a:cxnLst>
                  <a:cxn ang="0">
                    <a:pos x="T0" y="T1"/>
                  </a:cxn>
                  <a:cxn ang="0">
                    <a:pos x="T2" y="T3"/>
                  </a:cxn>
                  <a:cxn ang="0">
                    <a:pos x="T4" y="T5"/>
                  </a:cxn>
                </a:cxnLst>
                <a:rect l="0" t="0" r="r" b="b"/>
                <a:pathLst>
                  <a:path w="21963" h="21600" fill="none" extrusionOk="0">
                    <a:moveTo>
                      <a:pt x="0" y="3"/>
                    </a:moveTo>
                    <a:cubicBezTo>
                      <a:pt x="120" y="1"/>
                      <a:pt x="241" y="0"/>
                      <a:pt x="363" y="0"/>
                    </a:cubicBezTo>
                    <a:cubicBezTo>
                      <a:pt x="12292" y="0"/>
                      <a:pt x="21963" y="9670"/>
                      <a:pt x="21963" y="21600"/>
                    </a:cubicBezTo>
                  </a:path>
                  <a:path w="21963" h="21600" stroke="0" extrusionOk="0">
                    <a:moveTo>
                      <a:pt x="0" y="3"/>
                    </a:moveTo>
                    <a:cubicBezTo>
                      <a:pt x="120" y="1"/>
                      <a:pt x="241" y="0"/>
                      <a:pt x="363" y="0"/>
                    </a:cubicBezTo>
                    <a:cubicBezTo>
                      <a:pt x="12292" y="0"/>
                      <a:pt x="21963" y="9670"/>
                      <a:pt x="21963" y="21600"/>
                    </a:cubicBezTo>
                    <a:lnTo>
                      <a:pt x="363" y="21600"/>
                    </a:lnTo>
                    <a:close/>
                  </a:path>
                </a:pathLst>
              </a:custGeom>
              <a:noFill/>
              <a:ln w="50800" cap="rnd">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696461" name="Group 141"/>
            <p:cNvGrpSpPr>
              <a:grpSpLocks/>
            </p:cNvGrpSpPr>
            <p:nvPr/>
          </p:nvGrpSpPr>
          <p:grpSpPr bwMode="auto">
            <a:xfrm>
              <a:off x="3011" y="1401"/>
              <a:ext cx="115" cy="66"/>
              <a:chOff x="3056" y="1401"/>
              <a:chExt cx="115" cy="66"/>
            </a:xfrm>
          </p:grpSpPr>
          <p:sp>
            <p:nvSpPr>
              <p:cNvPr id="696462" name="Arc 142"/>
              <p:cNvSpPr>
                <a:spLocks/>
              </p:cNvSpPr>
              <p:nvPr/>
            </p:nvSpPr>
            <p:spPr bwMode="auto">
              <a:xfrm>
                <a:off x="3056" y="1401"/>
                <a:ext cx="60" cy="66"/>
              </a:xfrm>
              <a:custGeom>
                <a:avLst/>
                <a:gdLst>
                  <a:gd name="G0" fmla="+- 21600 0 0"/>
                  <a:gd name="G1" fmla="+- 21597 0 0"/>
                  <a:gd name="G2" fmla="+- 21600 0 0"/>
                  <a:gd name="T0" fmla="*/ 0 w 21600"/>
                  <a:gd name="T1" fmla="*/ 21597 h 21597"/>
                  <a:gd name="T2" fmla="*/ 21237 w 21600"/>
                  <a:gd name="T3" fmla="*/ 0 h 21597"/>
                  <a:gd name="T4" fmla="*/ 21600 w 21600"/>
                  <a:gd name="T5" fmla="*/ 21597 h 21597"/>
                </a:gdLst>
                <a:ahLst/>
                <a:cxnLst>
                  <a:cxn ang="0">
                    <a:pos x="T0" y="T1"/>
                  </a:cxn>
                  <a:cxn ang="0">
                    <a:pos x="T2" y="T3"/>
                  </a:cxn>
                  <a:cxn ang="0">
                    <a:pos x="T4" y="T5"/>
                  </a:cxn>
                </a:cxnLst>
                <a:rect l="0" t="0" r="r" b="b"/>
                <a:pathLst>
                  <a:path w="21600" h="21597" fill="none" extrusionOk="0">
                    <a:moveTo>
                      <a:pt x="0" y="21597"/>
                    </a:moveTo>
                    <a:cubicBezTo>
                      <a:pt x="0" y="9809"/>
                      <a:pt x="9450" y="198"/>
                      <a:pt x="21237" y="0"/>
                    </a:cubicBezTo>
                  </a:path>
                  <a:path w="21600" h="21597" stroke="0" extrusionOk="0">
                    <a:moveTo>
                      <a:pt x="0" y="21597"/>
                    </a:moveTo>
                    <a:cubicBezTo>
                      <a:pt x="0" y="9809"/>
                      <a:pt x="9450" y="198"/>
                      <a:pt x="21237" y="0"/>
                    </a:cubicBezTo>
                    <a:lnTo>
                      <a:pt x="21600" y="21597"/>
                    </a:lnTo>
                    <a:close/>
                  </a:path>
                </a:pathLst>
              </a:custGeom>
              <a:noFill/>
              <a:ln w="50800" cap="rnd">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96463" name="Arc 143"/>
              <p:cNvSpPr>
                <a:spLocks/>
              </p:cNvSpPr>
              <p:nvPr/>
            </p:nvSpPr>
            <p:spPr bwMode="auto">
              <a:xfrm>
                <a:off x="3110" y="1401"/>
                <a:ext cx="61" cy="66"/>
              </a:xfrm>
              <a:custGeom>
                <a:avLst/>
                <a:gdLst>
                  <a:gd name="G0" fmla="+- 360 0 0"/>
                  <a:gd name="G1" fmla="+- 21600 0 0"/>
                  <a:gd name="G2" fmla="+- 21600 0 0"/>
                  <a:gd name="T0" fmla="*/ 0 w 21960"/>
                  <a:gd name="T1" fmla="*/ 3 h 21600"/>
                  <a:gd name="T2" fmla="*/ 21960 w 21960"/>
                  <a:gd name="T3" fmla="*/ 21600 h 21600"/>
                  <a:gd name="T4" fmla="*/ 360 w 21960"/>
                  <a:gd name="T5" fmla="*/ 21600 h 21600"/>
                </a:gdLst>
                <a:ahLst/>
                <a:cxnLst>
                  <a:cxn ang="0">
                    <a:pos x="T0" y="T1"/>
                  </a:cxn>
                  <a:cxn ang="0">
                    <a:pos x="T2" y="T3"/>
                  </a:cxn>
                  <a:cxn ang="0">
                    <a:pos x="T4" y="T5"/>
                  </a:cxn>
                </a:cxnLst>
                <a:rect l="0" t="0" r="r" b="b"/>
                <a:pathLst>
                  <a:path w="21960" h="21600" fill="none" extrusionOk="0">
                    <a:moveTo>
                      <a:pt x="0" y="3"/>
                    </a:moveTo>
                    <a:cubicBezTo>
                      <a:pt x="119" y="1"/>
                      <a:pt x="239" y="0"/>
                      <a:pt x="360" y="0"/>
                    </a:cubicBezTo>
                    <a:cubicBezTo>
                      <a:pt x="12289" y="0"/>
                      <a:pt x="21960" y="9670"/>
                      <a:pt x="21960" y="21600"/>
                    </a:cubicBezTo>
                  </a:path>
                  <a:path w="21960" h="21600" stroke="0" extrusionOk="0">
                    <a:moveTo>
                      <a:pt x="0" y="3"/>
                    </a:moveTo>
                    <a:cubicBezTo>
                      <a:pt x="119" y="1"/>
                      <a:pt x="239" y="0"/>
                      <a:pt x="360" y="0"/>
                    </a:cubicBezTo>
                    <a:cubicBezTo>
                      <a:pt x="12289" y="0"/>
                      <a:pt x="21960" y="9670"/>
                      <a:pt x="21960" y="21600"/>
                    </a:cubicBezTo>
                    <a:lnTo>
                      <a:pt x="360" y="21600"/>
                    </a:lnTo>
                    <a:close/>
                  </a:path>
                </a:pathLst>
              </a:custGeom>
              <a:noFill/>
              <a:ln w="50800" cap="rnd">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grpSp>
        <p:nvGrpSpPr>
          <p:cNvPr id="696464" name="Group 144"/>
          <p:cNvGrpSpPr>
            <a:grpSpLocks/>
          </p:cNvGrpSpPr>
          <p:nvPr/>
        </p:nvGrpSpPr>
        <p:grpSpPr bwMode="auto">
          <a:xfrm>
            <a:off x="5857875" y="3257550"/>
            <a:ext cx="800100" cy="119063"/>
            <a:chOff x="2780" y="1401"/>
            <a:chExt cx="461" cy="69"/>
          </a:xfrm>
        </p:grpSpPr>
        <p:grpSp>
          <p:nvGrpSpPr>
            <p:cNvPr id="696465" name="Group 145"/>
            <p:cNvGrpSpPr>
              <a:grpSpLocks/>
            </p:cNvGrpSpPr>
            <p:nvPr/>
          </p:nvGrpSpPr>
          <p:grpSpPr bwMode="auto">
            <a:xfrm>
              <a:off x="2898" y="1404"/>
              <a:ext cx="114" cy="66"/>
              <a:chOff x="2916" y="1401"/>
              <a:chExt cx="114" cy="66"/>
            </a:xfrm>
          </p:grpSpPr>
          <p:sp>
            <p:nvSpPr>
              <p:cNvPr id="696466" name="Arc 146"/>
              <p:cNvSpPr>
                <a:spLocks/>
              </p:cNvSpPr>
              <p:nvPr/>
            </p:nvSpPr>
            <p:spPr bwMode="auto">
              <a:xfrm>
                <a:off x="2916" y="1401"/>
                <a:ext cx="59" cy="66"/>
              </a:xfrm>
              <a:custGeom>
                <a:avLst/>
                <a:gdLst>
                  <a:gd name="G0" fmla="+- 21600 0 0"/>
                  <a:gd name="G1" fmla="+- 21597 0 0"/>
                  <a:gd name="G2" fmla="+- 21600 0 0"/>
                  <a:gd name="T0" fmla="*/ 0 w 21600"/>
                  <a:gd name="T1" fmla="*/ 21597 h 21597"/>
                  <a:gd name="T2" fmla="*/ 21234 w 21600"/>
                  <a:gd name="T3" fmla="*/ 0 h 21597"/>
                  <a:gd name="T4" fmla="*/ 21600 w 21600"/>
                  <a:gd name="T5" fmla="*/ 21597 h 21597"/>
                </a:gdLst>
                <a:ahLst/>
                <a:cxnLst>
                  <a:cxn ang="0">
                    <a:pos x="T0" y="T1"/>
                  </a:cxn>
                  <a:cxn ang="0">
                    <a:pos x="T2" y="T3"/>
                  </a:cxn>
                  <a:cxn ang="0">
                    <a:pos x="T4" y="T5"/>
                  </a:cxn>
                </a:cxnLst>
                <a:rect l="0" t="0" r="r" b="b"/>
                <a:pathLst>
                  <a:path w="21600" h="21597" fill="none" extrusionOk="0">
                    <a:moveTo>
                      <a:pt x="0" y="21597"/>
                    </a:moveTo>
                    <a:cubicBezTo>
                      <a:pt x="0" y="9810"/>
                      <a:pt x="9449" y="199"/>
                      <a:pt x="21234" y="0"/>
                    </a:cubicBezTo>
                  </a:path>
                  <a:path w="21600" h="21597" stroke="0" extrusionOk="0">
                    <a:moveTo>
                      <a:pt x="0" y="21597"/>
                    </a:moveTo>
                    <a:cubicBezTo>
                      <a:pt x="0" y="9810"/>
                      <a:pt x="9449" y="199"/>
                      <a:pt x="21234" y="0"/>
                    </a:cubicBezTo>
                    <a:lnTo>
                      <a:pt x="21600" y="21597"/>
                    </a:lnTo>
                    <a:close/>
                  </a:path>
                </a:pathLst>
              </a:custGeom>
              <a:noFill/>
              <a:ln w="50800" cap="rnd">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96467" name="Arc 147"/>
              <p:cNvSpPr>
                <a:spLocks/>
              </p:cNvSpPr>
              <p:nvPr/>
            </p:nvSpPr>
            <p:spPr bwMode="auto">
              <a:xfrm>
                <a:off x="2970" y="1401"/>
                <a:ext cx="60" cy="66"/>
              </a:xfrm>
              <a:custGeom>
                <a:avLst/>
                <a:gdLst>
                  <a:gd name="G0" fmla="+- 363 0 0"/>
                  <a:gd name="G1" fmla="+- 21600 0 0"/>
                  <a:gd name="G2" fmla="+- 21600 0 0"/>
                  <a:gd name="T0" fmla="*/ 0 w 21963"/>
                  <a:gd name="T1" fmla="*/ 3 h 21600"/>
                  <a:gd name="T2" fmla="*/ 21963 w 21963"/>
                  <a:gd name="T3" fmla="*/ 21600 h 21600"/>
                  <a:gd name="T4" fmla="*/ 363 w 21963"/>
                  <a:gd name="T5" fmla="*/ 21600 h 21600"/>
                </a:gdLst>
                <a:ahLst/>
                <a:cxnLst>
                  <a:cxn ang="0">
                    <a:pos x="T0" y="T1"/>
                  </a:cxn>
                  <a:cxn ang="0">
                    <a:pos x="T2" y="T3"/>
                  </a:cxn>
                  <a:cxn ang="0">
                    <a:pos x="T4" y="T5"/>
                  </a:cxn>
                </a:cxnLst>
                <a:rect l="0" t="0" r="r" b="b"/>
                <a:pathLst>
                  <a:path w="21963" h="21600" fill="none" extrusionOk="0">
                    <a:moveTo>
                      <a:pt x="0" y="3"/>
                    </a:moveTo>
                    <a:cubicBezTo>
                      <a:pt x="120" y="1"/>
                      <a:pt x="241" y="0"/>
                      <a:pt x="363" y="0"/>
                    </a:cubicBezTo>
                    <a:cubicBezTo>
                      <a:pt x="12292" y="0"/>
                      <a:pt x="21963" y="9670"/>
                      <a:pt x="21963" y="21600"/>
                    </a:cubicBezTo>
                  </a:path>
                  <a:path w="21963" h="21600" stroke="0" extrusionOk="0">
                    <a:moveTo>
                      <a:pt x="0" y="3"/>
                    </a:moveTo>
                    <a:cubicBezTo>
                      <a:pt x="120" y="1"/>
                      <a:pt x="241" y="0"/>
                      <a:pt x="363" y="0"/>
                    </a:cubicBezTo>
                    <a:cubicBezTo>
                      <a:pt x="12292" y="0"/>
                      <a:pt x="21963" y="9670"/>
                      <a:pt x="21963" y="21600"/>
                    </a:cubicBezTo>
                    <a:lnTo>
                      <a:pt x="363" y="21600"/>
                    </a:lnTo>
                    <a:close/>
                  </a:path>
                </a:pathLst>
              </a:custGeom>
              <a:noFill/>
              <a:ln w="50800" cap="rnd">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696468" name="Group 148"/>
            <p:cNvGrpSpPr>
              <a:grpSpLocks/>
            </p:cNvGrpSpPr>
            <p:nvPr/>
          </p:nvGrpSpPr>
          <p:grpSpPr bwMode="auto">
            <a:xfrm>
              <a:off x="2780" y="1401"/>
              <a:ext cx="114" cy="66"/>
              <a:chOff x="2780" y="1401"/>
              <a:chExt cx="114" cy="66"/>
            </a:xfrm>
          </p:grpSpPr>
          <p:sp>
            <p:nvSpPr>
              <p:cNvPr id="696469" name="Arc 149"/>
              <p:cNvSpPr>
                <a:spLocks/>
              </p:cNvSpPr>
              <p:nvPr/>
            </p:nvSpPr>
            <p:spPr bwMode="auto">
              <a:xfrm>
                <a:off x="2780" y="1401"/>
                <a:ext cx="60" cy="66"/>
              </a:xfrm>
              <a:custGeom>
                <a:avLst/>
                <a:gdLst>
                  <a:gd name="G0" fmla="+- 21600 0 0"/>
                  <a:gd name="G1" fmla="+- 21597 0 0"/>
                  <a:gd name="G2" fmla="+- 21600 0 0"/>
                  <a:gd name="T0" fmla="*/ 0 w 21600"/>
                  <a:gd name="T1" fmla="*/ 21597 h 21597"/>
                  <a:gd name="T2" fmla="*/ 21237 w 21600"/>
                  <a:gd name="T3" fmla="*/ 0 h 21597"/>
                  <a:gd name="T4" fmla="*/ 21600 w 21600"/>
                  <a:gd name="T5" fmla="*/ 21597 h 21597"/>
                </a:gdLst>
                <a:ahLst/>
                <a:cxnLst>
                  <a:cxn ang="0">
                    <a:pos x="T0" y="T1"/>
                  </a:cxn>
                  <a:cxn ang="0">
                    <a:pos x="T2" y="T3"/>
                  </a:cxn>
                  <a:cxn ang="0">
                    <a:pos x="T4" y="T5"/>
                  </a:cxn>
                </a:cxnLst>
                <a:rect l="0" t="0" r="r" b="b"/>
                <a:pathLst>
                  <a:path w="21600" h="21597" fill="none" extrusionOk="0">
                    <a:moveTo>
                      <a:pt x="0" y="21597"/>
                    </a:moveTo>
                    <a:cubicBezTo>
                      <a:pt x="0" y="9809"/>
                      <a:pt x="9450" y="198"/>
                      <a:pt x="21237" y="0"/>
                    </a:cubicBezTo>
                  </a:path>
                  <a:path w="21600" h="21597" stroke="0" extrusionOk="0">
                    <a:moveTo>
                      <a:pt x="0" y="21597"/>
                    </a:moveTo>
                    <a:cubicBezTo>
                      <a:pt x="0" y="9809"/>
                      <a:pt x="9450" y="198"/>
                      <a:pt x="21237" y="0"/>
                    </a:cubicBezTo>
                    <a:lnTo>
                      <a:pt x="21600" y="21597"/>
                    </a:lnTo>
                    <a:close/>
                  </a:path>
                </a:pathLst>
              </a:custGeom>
              <a:noFill/>
              <a:ln w="50800" cap="rnd">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96470" name="Arc 150"/>
              <p:cNvSpPr>
                <a:spLocks/>
              </p:cNvSpPr>
              <p:nvPr/>
            </p:nvSpPr>
            <p:spPr bwMode="auto">
              <a:xfrm>
                <a:off x="2834" y="1401"/>
                <a:ext cx="60" cy="66"/>
              </a:xfrm>
              <a:custGeom>
                <a:avLst/>
                <a:gdLst>
                  <a:gd name="G0" fmla="+- 363 0 0"/>
                  <a:gd name="G1" fmla="+- 21600 0 0"/>
                  <a:gd name="G2" fmla="+- 21600 0 0"/>
                  <a:gd name="T0" fmla="*/ 0 w 21963"/>
                  <a:gd name="T1" fmla="*/ 3 h 21600"/>
                  <a:gd name="T2" fmla="*/ 21963 w 21963"/>
                  <a:gd name="T3" fmla="*/ 21600 h 21600"/>
                  <a:gd name="T4" fmla="*/ 363 w 21963"/>
                  <a:gd name="T5" fmla="*/ 21600 h 21600"/>
                </a:gdLst>
                <a:ahLst/>
                <a:cxnLst>
                  <a:cxn ang="0">
                    <a:pos x="T0" y="T1"/>
                  </a:cxn>
                  <a:cxn ang="0">
                    <a:pos x="T2" y="T3"/>
                  </a:cxn>
                  <a:cxn ang="0">
                    <a:pos x="T4" y="T5"/>
                  </a:cxn>
                </a:cxnLst>
                <a:rect l="0" t="0" r="r" b="b"/>
                <a:pathLst>
                  <a:path w="21963" h="21600" fill="none" extrusionOk="0">
                    <a:moveTo>
                      <a:pt x="0" y="3"/>
                    </a:moveTo>
                    <a:cubicBezTo>
                      <a:pt x="120" y="1"/>
                      <a:pt x="241" y="0"/>
                      <a:pt x="363" y="0"/>
                    </a:cubicBezTo>
                    <a:cubicBezTo>
                      <a:pt x="12292" y="0"/>
                      <a:pt x="21963" y="9670"/>
                      <a:pt x="21963" y="21600"/>
                    </a:cubicBezTo>
                  </a:path>
                  <a:path w="21963" h="21600" stroke="0" extrusionOk="0">
                    <a:moveTo>
                      <a:pt x="0" y="3"/>
                    </a:moveTo>
                    <a:cubicBezTo>
                      <a:pt x="120" y="1"/>
                      <a:pt x="241" y="0"/>
                      <a:pt x="363" y="0"/>
                    </a:cubicBezTo>
                    <a:cubicBezTo>
                      <a:pt x="12292" y="0"/>
                      <a:pt x="21963" y="9670"/>
                      <a:pt x="21963" y="21600"/>
                    </a:cubicBezTo>
                    <a:lnTo>
                      <a:pt x="363" y="21600"/>
                    </a:lnTo>
                    <a:close/>
                  </a:path>
                </a:pathLst>
              </a:custGeom>
              <a:noFill/>
              <a:ln w="50800" cap="rnd">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696471" name="Group 151"/>
            <p:cNvGrpSpPr>
              <a:grpSpLocks/>
            </p:cNvGrpSpPr>
            <p:nvPr/>
          </p:nvGrpSpPr>
          <p:grpSpPr bwMode="auto">
            <a:xfrm>
              <a:off x="3126" y="1404"/>
              <a:ext cx="115" cy="66"/>
              <a:chOff x="3192" y="1401"/>
              <a:chExt cx="115" cy="66"/>
            </a:xfrm>
          </p:grpSpPr>
          <p:sp>
            <p:nvSpPr>
              <p:cNvPr id="696472" name="Arc 152"/>
              <p:cNvSpPr>
                <a:spLocks/>
              </p:cNvSpPr>
              <p:nvPr/>
            </p:nvSpPr>
            <p:spPr bwMode="auto">
              <a:xfrm>
                <a:off x="3192" y="1401"/>
                <a:ext cx="60" cy="66"/>
              </a:xfrm>
              <a:custGeom>
                <a:avLst/>
                <a:gdLst>
                  <a:gd name="G0" fmla="+- 21600 0 0"/>
                  <a:gd name="G1" fmla="+- 21597 0 0"/>
                  <a:gd name="G2" fmla="+- 21600 0 0"/>
                  <a:gd name="T0" fmla="*/ 0 w 21600"/>
                  <a:gd name="T1" fmla="*/ 21597 h 21597"/>
                  <a:gd name="T2" fmla="*/ 21237 w 21600"/>
                  <a:gd name="T3" fmla="*/ 0 h 21597"/>
                  <a:gd name="T4" fmla="*/ 21600 w 21600"/>
                  <a:gd name="T5" fmla="*/ 21597 h 21597"/>
                </a:gdLst>
                <a:ahLst/>
                <a:cxnLst>
                  <a:cxn ang="0">
                    <a:pos x="T0" y="T1"/>
                  </a:cxn>
                  <a:cxn ang="0">
                    <a:pos x="T2" y="T3"/>
                  </a:cxn>
                  <a:cxn ang="0">
                    <a:pos x="T4" y="T5"/>
                  </a:cxn>
                </a:cxnLst>
                <a:rect l="0" t="0" r="r" b="b"/>
                <a:pathLst>
                  <a:path w="21600" h="21597" fill="none" extrusionOk="0">
                    <a:moveTo>
                      <a:pt x="0" y="21597"/>
                    </a:moveTo>
                    <a:cubicBezTo>
                      <a:pt x="0" y="9809"/>
                      <a:pt x="9450" y="198"/>
                      <a:pt x="21237" y="0"/>
                    </a:cubicBezTo>
                  </a:path>
                  <a:path w="21600" h="21597" stroke="0" extrusionOk="0">
                    <a:moveTo>
                      <a:pt x="0" y="21597"/>
                    </a:moveTo>
                    <a:cubicBezTo>
                      <a:pt x="0" y="9809"/>
                      <a:pt x="9450" y="198"/>
                      <a:pt x="21237" y="0"/>
                    </a:cubicBezTo>
                    <a:lnTo>
                      <a:pt x="21600" y="21597"/>
                    </a:lnTo>
                    <a:close/>
                  </a:path>
                </a:pathLst>
              </a:custGeom>
              <a:noFill/>
              <a:ln w="50800" cap="rnd">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96473" name="Arc 153"/>
              <p:cNvSpPr>
                <a:spLocks/>
              </p:cNvSpPr>
              <p:nvPr/>
            </p:nvSpPr>
            <p:spPr bwMode="auto">
              <a:xfrm>
                <a:off x="3247" y="1401"/>
                <a:ext cx="60" cy="66"/>
              </a:xfrm>
              <a:custGeom>
                <a:avLst/>
                <a:gdLst>
                  <a:gd name="G0" fmla="+- 363 0 0"/>
                  <a:gd name="G1" fmla="+- 21600 0 0"/>
                  <a:gd name="G2" fmla="+- 21600 0 0"/>
                  <a:gd name="T0" fmla="*/ 0 w 21963"/>
                  <a:gd name="T1" fmla="*/ 3 h 21600"/>
                  <a:gd name="T2" fmla="*/ 21963 w 21963"/>
                  <a:gd name="T3" fmla="*/ 21600 h 21600"/>
                  <a:gd name="T4" fmla="*/ 363 w 21963"/>
                  <a:gd name="T5" fmla="*/ 21600 h 21600"/>
                </a:gdLst>
                <a:ahLst/>
                <a:cxnLst>
                  <a:cxn ang="0">
                    <a:pos x="T0" y="T1"/>
                  </a:cxn>
                  <a:cxn ang="0">
                    <a:pos x="T2" y="T3"/>
                  </a:cxn>
                  <a:cxn ang="0">
                    <a:pos x="T4" y="T5"/>
                  </a:cxn>
                </a:cxnLst>
                <a:rect l="0" t="0" r="r" b="b"/>
                <a:pathLst>
                  <a:path w="21963" h="21600" fill="none" extrusionOk="0">
                    <a:moveTo>
                      <a:pt x="0" y="3"/>
                    </a:moveTo>
                    <a:cubicBezTo>
                      <a:pt x="120" y="1"/>
                      <a:pt x="241" y="0"/>
                      <a:pt x="363" y="0"/>
                    </a:cubicBezTo>
                    <a:cubicBezTo>
                      <a:pt x="12292" y="0"/>
                      <a:pt x="21963" y="9670"/>
                      <a:pt x="21963" y="21600"/>
                    </a:cubicBezTo>
                  </a:path>
                  <a:path w="21963" h="21600" stroke="0" extrusionOk="0">
                    <a:moveTo>
                      <a:pt x="0" y="3"/>
                    </a:moveTo>
                    <a:cubicBezTo>
                      <a:pt x="120" y="1"/>
                      <a:pt x="241" y="0"/>
                      <a:pt x="363" y="0"/>
                    </a:cubicBezTo>
                    <a:cubicBezTo>
                      <a:pt x="12292" y="0"/>
                      <a:pt x="21963" y="9670"/>
                      <a:pt x="21963" y="21600"/>
                    </a:cubicBezTo>
                    <a:lnTo>
                      <a:pt x="363" y="21600"/>
                    </a:lnTo>
                    <a:close/>
                  </a:path>
                </a:pathLst>
              </a:custGeom>
              <a:noFill/>
              <a:ln w="50800" cap="rnd">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696474" name="Group 154"/>
            <p:cNvGrpSpPr>
              <a:grpSpLocks/>
            </p:cNvGrpSpPr>
            <p:nvPr/>
          </p:nvGrpSpPr>
          <p:grpSpPr bwMode="auto">
            <a:xfrm>
              <a:off x="3011" y="1401"/>
              <a:ext cx="115" cy="66"/>
              <a:chOff x="3056" y="1401"/>
              <a:chExt cx="115" cy="66"/>
            </a:xfrm>
          </p:grpSpPr>
          <p:sp>
            <p:nvSpPr>
              <p:cNvPr id="696475" name="Arc 155"/>
              <p:cNvSpPr>
                <a:spLocks/>
              </p:cNvSpPr>
              <p:nvPr/>
            </p:nvSpPr>
            <p:spPr bwMode="auto">
              <a:xfrm>
                <a:off x="3056" y="1401"/>
                <a:ext cx="60" cy="66"/>
              </a:xfrm>
              <a:custGeom>
                <a:avLst/>
                <a:gdLst>
                  <a:gd name="G0" fmla="+- 21600 0 0"/>
                  <a:gd name="G1" fmla="+- 21597 0 0"/>
                  <a:gd name="G2" fmla="+- 21600 0 0"/>
                  <a:gd name="T0" fmla="*/ 0 w 21600"/>
                  <a:gd name="T1" fmla="*/ 21597 h 21597"/>
                  <a:gd name="T2" fmla="*/ 21237 w 21600"/>
                  <a:gd name="T3" fmla="*/ 0 h 21597"/>
                  <a:gd name="T4" fmla="*/ 21600 w 21600"/>
                  <a:gd name="T5" fmla="*/ 21597 h 21597"/>
                </a:gdLst>
                <a:ahLst/>
                <a:cxnLst>
                  <a:cxn ang="0">
                    <a:pos x="T0" y="T1"/>
                  </a:cxn>
                  <a:cxn ang="0">
                    <a:pos x="T2" y="T3"/>
                  </a:cxn>
                  <a:cxn ang="0">
                    <a:pos x="T4" y="T5"/>
                  </a:cxn>
                </a:cxnLst>
                <a:rect l="0" t="0" r="r" b="b"/>
                <a:pathLst>
                  <a:path w="21600" h="21597" fill="none" extrusionOk="0">
                    <a:moveTo>
                      <a:pt x="0" y="21597"/>
                    </a:moveTo>
                    <a:cubicBezTo>
                      <a:pt x="0" y="9809"/>
                      <a:pt x="9450" y="198"/>
                      <a:pt x="21237" y="0"/>
                    </a:cubicBezTo>
                  </a:path>
                  <a:path w="21600" h="21597" stroke="0" extrusionOk="0">
                    <a:moveTo>
                      <a:pt x="0" y="21597"/>
                    </a:moveTo>
                    <a:cubicBezTo>
                      <a:pt x="0" y="9809"/>
                      <a:pt x="9450" y="198"/>
                      <a:pt x="21237" y="0"/>
                    </a:cubicBezTo>
                    <a:lnTo>
                      <a:pt x="21600" y="21597"/>
                    </a:lnTo>
                    <a:close/>
                  </a:path>
                </a:pathLst>
              </a:custGeom>
              <a:noFill/>
              <a:ln w="50800" cap="rnd">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96476" name="Arc 156"/>
              <p:cNvSpPr>
                <a:spLocks/>
              </p:cNvSpPr>
              <p:nvPr/>
            </p:nvSpPr>
            <p:spPr bwMode="auto">
              <a:xfrm>
                <a:off x="3110" y="1401"/>
                <a:ext cx="61" cy="66"/>
              </a:xfrm>
              <a:custGeom>
                <a:avLst/>
                <a:gdLst>
                  <a:gd name="G0" fmla="+- 360 0 0"/>
                  <a:gd name="G1" fmla="+- 21600 0 0"/>
                  <a:gd name="G2" fmla="+- 21600 0 0"/>
                  <a:gd name="T0" fmla="*/ 0 w 21960"/>
                  <a:gd name="T1" fmla="*/ 3 h 21600"/>
                  <a:gd name="T2" fmla="*/ 21960 w 21960"/>
                  <a:gd name="T3" fmla="*/ 21600 h 21600"/>
                  <a:gd name="T4" fmla="*/ 360 w 21960"/>
                  <a:gd name="T5" fmla="*/ 21600 h 21600"/>
                </a:gdLst>
                <a:ahLst/>
                <a:cxnLst>
                  <a:cxn ang="0">
                    <a:pos x="T0" y="T1"/>
                  </a:cxn>
                  <a:cxn ang="0">
                    <a:pos x="T2" y="T3"/>
                  </a:cxn>
                  <a:cxn ang="0">
                    <a:pos x="T4" y="T5"/>
                  </a:cxn>
                </a:cxnLst>
                <a:rect l="0" t="0" r="r" b="b"/>
                <a:pathLst>
                  <a:path w="21960" h="21600" fill="none" extrusionOk="0">
                    <a:moveTo>
                      <a:pt x="0" y="3"/>
                    </a:moveTo>
                    <a:cubicBezTo>
                      <a:pt x="119" y="1"/>
                      <a:pt x="239" y="0"/>
                      <a:pt x="360" y="0"/>
                    </a:cubicBezTo>
                    <a:cubicBezTo>
                      <a:pt x="12289" y="0"/>
                      <a:pt x="21960" y="9670"/>
                      <a:pt x="21960" y="21600"/>
                    </a:cubicBezTo>
                  </a:path>
                  <a:path w="21960" h="21600" stroke="0" extrusionOk="0">
                    <a:moveTo>
                      <a:pt x="0" y="3"/>
                    </a:moveTo>
                    <a:cubicBezTo>
                      <a:pt x="119" y="1"/>
                      <a:pt x="239" y="0"/>
                      <a:pt x="360" y="0"/>
                    </a:cubicBezTo>
                    <a:cubicBezTo>
                      <a:pt x="12289" y="0"/>
                      <a:pt x="21960" y="9670"/>
                      <a:pt x="21960" y="21600"/>
                    </a:cubicBezTo>
                    <a:lnTo>
                      <a:pt x="360" y="21600"/>
                    </a:lnTo>
                    <a:close/>
                  </a:path>
                </a:pathLst>
              </a:custGeom>
              <a:noFill/>
              <a:ln w="50800" cap="rnd">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spTree>
    <p:extLst>
      <p:ext uri="{BB962C8B-B14F-4D97-AF65-F5344CB8AC3E}">
        <p14:creationId xmlns:p14="http://schemas.microsoft.com/office/powerpoint/2010/main" val="313063263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73794" name="Picture 2" descr="logo AREVA blanc copie - copie"/>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575" y="47625"/>
            <a:ext cx="685800" cy="412750"/>
          </a:xfrm>
          <a:prstGeom prst="rect">
            <a:avLst/>
          </a:prstGeom>
          <a:noFill/>
          <a:extLst>
            <a:ext uri="{909E8E84-426E-40DD-AFC4-6F175D3DCCD1}">
              <a14:hiddenFill xmlns:a14="http://schemas.microsoft.com/office/drawing/2010/main">
                <a:solidFill>
                  <a:srgbClr val="FFFFFF"/>
                </a:solidFill>
              </a14:hiddenFill>
            </a:ext>
          </a:extLst>
        </p:spPr>
      </p:pic>
      <p:sp>
        <p:nvSpPr>
          <p:cNvPr id="673796" name="Rectangle 4"/>
          <p:cNvSpPr>
            <a:spLocks noGrp="1" noChangeArrowheads="1"/>
          </p:cNvSpPr>
          <p:nvPr>
            <p:ph type="title"/>
          </p:nvPr>
        </p:nvSpPr>
        <p:spPr>
          <a:xfrm>
            <a:off x="685800" y="2743200"/>
            <a:ext cx="7772400" cy="838200"/>
          </a:xfrm>
        </p:spPr>
        <p:txBody>
          <a:bodyPr/>
          <a:lstStyle/>
          <a:p>
            <a:r>
              <a:rPr lang="en-GB" altLang="en-US" sz="3300" dirty="0" err="1"/>
              <a:t>Earthfault</a:t>
            </a:r>
            <a:r>
              <a:rPr lang="en-GB" altLang="en-US" sz="3300" dirty="0"/>
              <a:t> Protection and challenges</a:t>
            </a:r>
          </a:p>
        </p:txBody>
      </p:sp>
    </p:spTree>
    <p:extLst>
      <p:ext uri="{BB962C8B-B14F-4D97-AF65-F5344CB8AC3E}">
        <p14:creationId xmlns:p14="http://schemas.microsoft.com/office/powerpoint/2010/main" val="284624310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0661" name="Rectangle 5"/>
          <p:cNvSpPr>
            <a:spLocks noChangeArrowheads="1"/>
          </p:cNvSpPr>
          <p:nvPr/>
        </p:nvSpPr>
        <p:spPr bwMode="auto">
          <a:xfrm>
            <a:off x="0" y="12668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10662" name="Rectangle 6"/>
          <p:cNvSpPr>
            <a:spLocks noChangeArrowheads="1"/>
          </p:cNvSpPr>
          <p:nvPr/>
        </p:nvSpPr>
        <p:spPr bwMode="auto">
          <a:xfrm>
            <a:off x="762000" y="76200"/>
            <a:ext cx="8077200" cy="646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folHlink"/>
                  </a:outerShdw>
                </a:effectLst>
              </a14:hiddenEffects>
            </a:ext>
          </a:extLst>
        </p:spPr>
        <p:txBody>
          <a:bodyPr/>
          <a:lstStyle>
            <a:lvl1pPr>
              <a:defRPr sz="3600">
                <a:solidFill>
                  <a:schemeClr val="accent1"/>
                </a:solidFill>
                <a:latin typeface="Arial" panose="020B0604020202020204" pitchFamily="34" charset="0"/>
              </a:defRPr>
            </a:lvl1pPr>
            <a:lvl2pPr>
              <a:defRPr sz="3600">
                <a:solidFill>
                  <a:schemeClr val="accent1"/>
                </a:solidFill>
                <a:latin typeface="Arial" panose="020B0604020202020204" pitchFamily="34" charset="0"/>
              </a:defRPr>
            </a:lvl2pPr>
            <a:lvl3pPr>
              <a:defRPr sz="3600">
                <a:solidFill>
                  <a:schemeClr val="accent1"/>
                </a:solidFill>
                <a:latin typeface="Arial" panose="020B0604020202020204" pitchFamily="34" charset="0"/>
              </a:defRPr>
            </a:lvl3pPr>
            <a:lvl4pPr>
              <a:defRPr sz="3600">
                <a:solidFill>
                  <a:schemeClr val="accent1"/>
                </a:solidFill>
                <a:latin typeface="Arial" panose="020B0604020202020204" pitchFamily="34" charset="0"/>
              </a:defRPr>
            </a:lvl4pPr>
            <a:lvl5pPr>
              <a:defRPr sz="3600">
                <a:solidFill>
                  <a:schemeClr val="accent1"/>
                </a:solidFill>
                <a:latin typeface="Arial" panose="020B0604020202020204" pitchFamily="34" charset="0"/>
              </a:defRPr>
            </a:lvl5pPr>
            <a:lvl6pPr marL="457200" fontAlgn="base">
              <a:spcBef>
                <a:spcPct val="0"/>
              </a:spcBef>
              <a:spcAft>
                <a:spcPct val="0"/>
              </a:spcAft>
              <a:defRPr sz="3600">
                <a:solidFill>
                  <a:schemeClr val="accent1"/>
                </a:solidFill>
                <a:latin typeface="Arial" panose="020B0604020202020204" pitchFamily="34" charset="0"/>
              </a:defRPr>
            </a:lvl6pPr>
            <a:lvl7pPr marL="914400" fontAlgn="base">
              <a:spcBef>
                <a:spcPct val="0"/>
              </a:spcBef>
              <a:spcAft>
                <a:spcPct val="0"/>
              </a:spcAft>
              <a:defRPr sz="3600">
                <a:solidFill>
                  <a:schemeClr val="accent1"/>
                </a:solidFill>
                <a:latin typeface="Arial" panose="020B0604020202020204" pitchFamily="34" charset="0"/>
              </a:defRPr>
            </a:lvl7pPr>
            <a:lvl8pPr marL="1371600" fontAlgn="base">
              <a:spcBef>
                <a:spcPct val="0"/>
              </a:spcBef>
              <a:spcAft>
                <a:spcPct val="0"/>
              </a:spcAft>
              <a:defRPr sz="3600">
                <a:solidFill>
                  <a:schemeClr val="accent1"/>
                </a:solidFill>
                <a:latin typeface="Arial" panose="020B0604020202020204" pitchFamily="34" charset="0"/>
              </a:defRPr>
            </a:lvl8pPr>
            <a:lvl9pPr marL="1828800" fontAlgn="base">
              <a:spcBef>
                <a:spcPct val="0"/>
              </a:spcBef>
              <a:spcAft>
                <a:spcPct val="0"/>
              </a:spcAft>
              <a:defRPr sz="3600">
                <a:solidFill>
                  <a:schemeClr val="accent1"/>
                </a:solidFill>
                <a:latin typeface="Arial" panose="020B0604020202020204" pitchFamily="34" charset="0"/>
              </a:defRPr>
            </a:lvl9pPr>
          </a:lstStyle>
          <a:p>
            <a:r>
              <a:rPr lang="en-GB" altLang="zh-CN" sz="3200" dirty="0">
                <a:ea typeface="SimSun" panose="02010600030101010101" pitchFamily="2" charset="-122"/>
              </a:rPr>
              <a:t>Transformer Ratio reminder:</a:t>
            </a:r>
            <a:endParaRPr lang="de-DE" altLang="en-US" sz="3200" dirty="0"/>
          </a:p>
        </p:txBody>
      </p:sp>
      <p:graphicFrame>
        <p:nvGraphicFramePr>
          <p:cNvPr id="710687" name="Object 31"/>
          <p:cNvGraphicFramePr>
            <a:graphicFrameLocks noGrp="1" noChangeAspect="1"/>
          </p:cNvGraphicFramePr>
          <p:nvPr>
            <p:ph sz="half" idx="2"/>
          </p:nvPr>
        </p:nvGraphicFramePr>
        <p:xfrm>
          <a:off x="4463988" y="1346038"/>
          <a:ext cx="4081202" cy="3186293"/>
        </p:xfrm>
        <a:graphic>
          <a:graphicData uri="http://schemas.openxmlformats.org/presentationml/2006/ole">
            <mc:AlternateContent xmlns:mc="http://schemas.openxmlformats.org/markup-compatibility/2006">
              <mc:Choice xmlns:v="urn:schemas-microsoft-com:vml" Requires="v">
                <p:oleObj spid="_x0000_s823532" name="Visio" r:id="rId4" imgW="4529373" imgH="3534840" progId="Visio.Drawing.11">
                  <p:embed/>
                </p:oleObj>
              </mc:Choice>
              <mc:Fallback>
                <p:oleObj name="Visio" r:id="rId4" imgW="4529373" imgH="3534840" progId="Visio.Drawing.11">
                  <p:embed/>
                  <p:pic>
                    <p:nvPicPr>
                      <p:cNvPr id="710687" name="Object 31"/>
                      <p:cNvPicPr>
                        <a:picLocks noChangeAspect="1" noChangeArrowheads="1"/>
                      </p:cNvPicPr>
                      <p:nvPr/>
                    </p:nvPicPr>
                    <p:blipFill>
                      <a:blip r:embed="rId5"/>
                      <a:srcRect/>
                      <a:stretch>
                        <a:fillRect/>
                      </a:stretch>
                    </p:blipFill>
                    <p:spPr bwMode="auto">
                      <a:xfrm>
                        <a:off x="4463988" y="1346038"/>
                        <a:ext cx="4081202" cy="3186293"/>
                      </a:xfrm>
                      <a:prstGeom prst="rect">
                        <a:avLst/>
                      </a:prstGeom>
                      <a:noFill/>
                      <a:ln>
                        <a:noFill/>
                      </a:ln>
                      <a:effectLst/>
                      <a:extLst/>
                    </p:spPr>
                  </p:pic>
                </p:oleObj>
              </mc:Fallback>
            </mc:AlternateContent>
          </a:graphicData>
        </a:graphic>
      </p:graphicFrame>
      <p:sp>
        <p:nvSpPr>
          <p:cNvPr id="2" name="Content Placeholder 1"/>
          <p:cNvSpPr>
            <a:spLocks noGrp="1"/>
          </p:cNvSpPr>
          <p:nvPr>
            <p:ph sz="half" idx="1"/>
          </p:nvPr>
        </p:nvSpPr>
        <p:spPr>
          <a:xfrm>
            <a:off x="543502" y="1447800"/>
            <a:ext cx="3489697" cy="4749961"/>
          </a:xfrm>
        </p:spPr>
        <p:txBody>
          <a:bodyPr/>
          <a:lstStyle/>
          <a:p>
            <a:r>
              <a:rPr lang="en-US" dirty="0"/>
              <a:t>Assuming Phase to phase Voltage are equal : U1=U2</a:t>
            </a:r>
            <a:br>
              <a:rPr lang="en-US" dirty="0"/>
            </a:br>
            <a:endParaRPr lang="en-US" dirty="0"/>
          </a:p>
          <a:p>
            <a:r>
              <a:rPr lang="en-US" dirty="0"/>
              <a:t>Then ratio of Phase to ground voltage , V1 &amp; V2 is:</a:t>
            </a:r>
          </a:p>
          <a:p>
            <a:endParaRPr lang="en-US" dirty="0"/>
          </a:p>
          <a:p>
            <a:endParaRPr lang="en-US" dirty="0"/>
          </a:p>
          <a:p>
            <a:endParaRPr lang="en-US" dirty="0"/>
          </a:p>
          <a:p>
            <a:endParaRPr lang="en-US" dirty="0"/>
          </a:p>
          <a:p>
            <a:r>
              <a:rPr lang="en-US" dirty="0"/>
              <a:t>Transformer ratio is :</a:t>
            </a:r>
            <a:br>
              <a:rPr lang="en-US" dirty="0"/>
            </a:br>
            <a:br>
              <a:rPr lang="en-US" dirty="0"/>
            </a:br>
            <a:br>
              <a:rPr lang="en-US" dirty="0"/>
            </a:br>
            <a:br>
              <a:rPr lang="en-US" dirty="0"/>
            </a:br>
            <a:endParaRPr lang="en-US" dirty="0"/>
          </a:p>
        </p:txBody>
      </p:sp>
      <p:sp>
        <p:nvSpPr>
          <p:cNvPr id="3" name="Rectangle 2"/>
          <p:cNvSpPr>
            <a:spLocks noChangeArrowheads="1"/>
          </p:cNvSpPr>
          <p:nvPr/>
        </p:nvSpPr>
        <p:spPr bwMode="auto">
          <a:xfrm>
            <a:off x="250877" y="-158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4" name="Object 3"/>
          <p:cNvGraphicFramePr>
            <a:graphicFrameLocks noChangeAspect="1"/>
          </p:cNvGraphicFramePr>
          <p:nvPr>
            <p:extLst>
              <p:ext uri="{D42A27DB-BD31-4B8C-83A1-F6EECF244321}">
                <p14:modId xmlns:p14="http://schemas.microsoft.com/office/powerpoint/2010/main" val="2663072118"/>
              </p:ext>
            </p:extLst>
          </p:nvPr>
        </p:nvGraphicFramePr>
        <p:xfrm>
          <a:off x="762000" y="3073419"/>
          <a:ext cx="2990850" cy="1458912"/>
        </p:xfrm>
        <a:graphic>
          <a:graphicData uri="http://schemas.openxmlformats.org/presentationml/2006/ole">
            <mc:AlternateContent xmlns:mc="http://schemas.openxmlformats.org/markup-compatibility/2006">
              <mc:Choice xmlns:v="urn:schemas-microsoft-com:vml" Requires="v">
                <p:oleObj spid="_x0000_s823533" name="Equation" r:id="rId6" imgW="2616120" imgH="1269720" progId="Equation.3">
                  <p:embed/>
                </p:oleObj>
              </mc:Choice>
              <mc:Fallback>
                <p:oleObj name="Equation" r:id="rId6" imgW="2616120" imgH="1269720" progId="Equation.3">
                  <p:embed/>
                  <p:pic>
                    <p:nvPicPr>
                      <p:cNvPr id="4" name="Object 3"/>
                      <p:cNvPicPr>
                        <a:picLocks noChangeAspect="1" noChangeArrowheads="1"/>
                      </p:cNvPicPr>
                      <p:nvPr/>
                    </p:nvPicPr>
                    <p:blipFill>
                      <a:blip r:embed="rId7"/>
                      <a:srcRect/>
                      <a:stretch>
                        <a:fillRect/>
                      </a:stretch>
                    </p:blipFill>
                    <p:spPr bwMode="auto">
                      <a:xfrm>
                        <a:off x="762000" y="3073419"/>
                        <a:ext cx="2990850" cy="1458912"/>
                      </a:xfrm>
                      <a:prstGeom prst="rect">
                        <a:avLst/>
                      </a:prstGeom>
                      <a:noFill/>
                    </p:spPr>
                  </p:pic>
                </p:oleObj>
              </mc:Fallback>
            </mc:AlternateContent>
          </a:graphicData>
        </a:graphic>
      </p:graphicFrame>
      <p:graphicFrame>
        <p:nvGraphicFramePr>
          <p:cNvPr id="5" name="Object 4"/>
          <p:cNvGraphicFramePr>
            <a:graphicFrameLocks noChangeAspect="1"/>
          </p:cNvGraphicFramePr>
          <p:nvPr>
            <p:extLst>
              <p:ext uri="{D42A27DB-BD31-4B8C-83A1-F6EECF244321}">
                <p14:modId xmlns:p14="http://schemas.microsoft.com/office/powerpoint/2010/main" val="1594934497"/>
              </p:ext>
            </p:extLst>
          </p:nvPr>
        </p:nvGraphicFramePr>
        <p:xfrm>
          <a:off x="1367644" y="4905164"/>
          <a:ext cx="594066" cy="360040"/>
        </p:xfrm>
        <a:graphic>
          <a:graphicData uri="http://schemas.openxmlformats.org/presentationml/2006/ole">
            <mc:AlternateContent xmlns:mc="http://schemas.openxmlformats.org/markup-compatibility/2006">
              <mc:Choice xmlns:v="urn:schemas-microsoft-com:vml" Requires="v">
                <p:oleObj spid="_x0000_s823534" name="Equation" r:id="rId8" imgW="419040" imgH="253800" progId="Equation.3">
                  <p:embed/>
                </p:oleObj>
              </mc:Choice>
              <mc:Fallback>
                <p:oleObj name="Equation" r:id="rId8" imgW="419040" imgH="253800" progId="Equation.3">
                  <p:embed/>
                  <p:pic>
                    <p:nvPicPr>
                      <p:cNvPr id="5" name="Object 4"/>
                      <p:cNvPicPr/>
                      <p:nvPr/>
                    </p:nvPicPr>
                    <p:blipFill>
                      <a:blip r:embed="rId9"/>
                      <a:stretch>
                        <a:fillRect/>
                      </a:stretch>
                    </p:blipFill>
                    <p:spPr>
                      <a:xfrm>
                        <a:off x="1367644" y="4905164"/>
                        <a:ext cx="594066" cy="360040"/>
                      </a:xfrm>
                      <a:prstGeom prst="rect">
                        <a:avLst/>
                      </a:prstGeom>
                    </p:spPr>
                  </p:pic>
                </p:oleObj>
              </mc:Fallback>
            </mc:AlternateContent>
          </a:graphicData>
        </a:graphic>
      </p:graphicFrame>
    </p:spTree>
    <p:extLst>
      <p:ext uri="{BB962C8B-B14F-4D97-AF65-F5344CB8AC3E}">
        <p14:creationId xmlns:p14="http://schemas.microsoft.com/office/powerpoint/2010/main" val="114369195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10687"/>
                                        </p:tgtEl>
                                        <p:attrNameLst>
                                          <p:attrName>style.visibility</p:attrName>
                                        </p:attrNameLst>
                                      </p:cBhvr>
                                      <p:to>
                                        <p:strVal val="visible"/>
                                      </p:to>
                                    </p:set>
                                    <p:animEffect transition="in" filter="blinds(horizontal)">
                                      <p:cBhvr>
                                        <p:cTn id="7" dur="500"/>
                                        <p:tgtEl>
                                          <p:spTgt spid="71068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xEl>
                                              <p:pRg st="0" end="0"/>
                                            </p:txEl>
                                          </p:spTgt>
                                        </p:tgtEl>
                                        <p:attrNameLst>
                                          <p:attrName>style.visibility</p:attrName>
                                        </p:attrNameLst>
                                      </p:cBhvr>
                                      <p:to>
                                        <p:strVal val="visible"/>
                                      </p:to>
                                    </p:set>
                                    <p:animEffect transition="in" filter="blinds(horizontal)">
                                      <p:cBhvr>
                                        <p:cTn id="12" dur="500"/>
                                        <p:tgtEl>
                                          <p:spTgt spid="2">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
                                            <p:txEl>
                                              <p:pRg st="1" end="1"/>
                                            </p:txEl>
                                          </p:spTgt>
                                        </p:tgtEl>
                                        <p:attrNameLst>
                                          <p:attrName>style.visibility</p:attrName>
                                        </p:attrNameLst>
                                      </p:cBhvr>
                                      <p:to>
                                        <p:strVal val="visible"/>
                                      </p:to>
                                    </p:set>
                                    <p:animEffect transition="in" filter="blinds(horizontal)">
                                      <p:cBhvr>
                                        <p:cTn id="17" dur="500"/>
                                        <p:tgtEl>
                                          <p:spTgt spid="2">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blinds(horizontal)">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2">
                                            <p:txEl>
                                              <p:pRg st="6" end="6"/>
                                            </p:txEl>
                                          </p:spTgt>
                                        </p:tgtEl>
                                        <p:attrNameLst>
                                          <p:attrName>style.visibility</p:attrName>
                                        </p:attrNameLst>
                                      </p:cBhvr>
                                      <p:to>
                                        <p:strVal val="visible"/>
                                      </p:to>
                                    </p:set>
                                    <p:animEffect transition="in" filter="blinds(horizontal)">
                                      <p:cBhvr>
                                        <p:cTn id="27" dur="500"/>
                                        <p:tgtEl>
                                          <p:spTgt spid="2">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blinds(horizontal)">
                                      <p:cBhvr>
                                        <p:cTn id="3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8370" name="Rectangle 2"/>
          <p:cNvSpPr>
            <a:spLocks noGrp="1" noChangeArrowheads="1"/>
          </p:cNvSpPr>
          <p:nvPr>
            <p:ph type="title"/>
          </p:nvPr>
        </p:nvSpPr>
        <p:spPr>
          <a:xfrm>
            <a:off x="431800" y="77788"/>
            <a:ext cx="8280400" cy="595105"/>
          </a:xfrm>
        </p:spPr>
        <p:txBody>
          <a:bodyPr/>
          <a:lstStyle/>
          <a:p>
            <a:r>
              <a:rPr lang="fr-FR" altLang="en-US" sz="3200" dirty="0" err="1"/>
              <a:t>Earth</a:t>
            </a:r>
            <a:r>
              <a:rPr lang="fr-FR" altLang="en-US" sz="3200" dirty="0"/>
              <a:t> </a:t>
            </a:r>
            <a:r>
              <a:rPr lang="fr-FR" altLang="en-US" sz="3200" dirty="0" err="1"/>
              <a:t>fault</a:t>
            </a:r>
            <a:r>
              <a:rPr lang="fr-FR" altLang="en-US" sz="3200" dirty="0"/>
              <a:t> on Transformer </a:t>
            </a:r>
            <a:r>
              <a:rPr lang="fr-FR" altLang="en-US" sz="3200" dirty="0" err="1"/>
              <a:t>Winding</a:t>
            </a:r>
            <a:endParaRPr lang="fr-FR" altLang="en-US" sz="3200" dirty="0"/>
          </a:p>
        </p:txBody>
      </p:sp>
      <p:grpSp>
        <p:nvGrpSpPr>
          <p:cNvPr id="698561" name="Group 193"/>
          <p:cNvGrpSpPr>
            <a:grpSpLocks/>
          </p:cNvGrpSpPr>
          <p:nvPr/>
        </p:nvGrpSpPr>
        <p:grpSpPr bwMode="auto">
          <a:xfrm>
            <a:off x="1763688" y="1003925"/>
            <a:ext cx="5964237" cy="2828925"/>
            <a:chOff x="1253" y="450"/>
            <a:chExt cx="3757" cy="1782"/>
          </a:xfrm>
        </p:grpSpPr>
        <p:sp>
          <p:nvSpPr>
            <p:cNvPr id="698376" name="Line 8"/>
            <p:cNvSpPr>
              <a:spLocks noChangeShapeType="1"/>
            </p:cNvSpPr>
            <p:nvPr/>
          </p:nvSpPr>
          <p:spPr bwMode="auto">
            <a:xfrm flipH="1">
              <a:off x="3348" y="1366"/>
              <a:ext cx="128" cy="173"/>
            </a:xfrm>
            <a:prstGeom prst="line">
              <a:avLst/>
            </a:prstGeom>
            <a:noFill/>
            <a:ln w="28575">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98377" name="Line 9"/>
            <p:cNvSpPr>
              <a:spLocks noChangeShapeType="1"/>
            </p:cNvSpPr>
            <p:nvPr/>
          </p:nvSpPr>
          <p:spPr bwMode="auto">
            <a:xfrm>
              <a:off x="3349" y="1537"/>
              <a:ext cx="168" cy="0"/>
            </a:xfrm>
            <a:prstGeom prst="line">
              <a:avLst/>
            </a:prstGeom>
            <a:noFill/>
            <a:ln w="28575">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98378" name="Line 10"/>
            <p:cNvSpPr>
              <a:spLocks noChangeShapeType="1"/>
            </p:cNvSpPr>
            <p:nvPr/>
          </p:nvSpPr>
          <p:spPr bwMode="auto">
            <a:xfrm flipH="1">
              <a:off x="3283" y="1532"/>
              <a:ext cx="232" cy="303"/>
            </a:xfrm>
            <a:prstGeom prst="line">
              <a:avLst/>
            </a:prstGeom>
            <a:noFill/>
            <a:ln w="28575">
              <a:solidFill>
                <a:srgbClr val="FF0000"/>
              </a:solidFill>
              <a:round/>
              <a:headEnd type="none" w="lg" len="lg"/>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98379" name="Rectangle 11"/>
            <p:cNvSpPr>
              <a:spLocks noChangeArrowheads="1"/>
            </p:cNvSpPr>
            <p:nvPr/>
          </p:nvSpPr>
          <p:spPr bwMode="auto">
            <a:xfrm>
              <a:off x="3054" y="459"/>
              <a:ext cx="717" cy="17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lnSpc>
                  <a:spcPct val="100000"/>
                </a:lnSpc>
                <a:spcBef>
                  <a:spcPct val="0"/>
                </a:spcBef>
                <a:buClrTx/>
                <a:buSzTx/>
                <a:buFontTx/>
                <a:buNone/>
              </a:pPr>
              <a:r>
                <a:rPr lang="en-US" altLang="en-US" sz="1600" b="0" i="0">
                  <a:latin typeface="FuturaA Md BT" pitchFamily="34" charset="0"/>
                </a:rPr>
                <a:t>1 p.u. turns</a:t>
              </a:r>
            </a:p>
          </p:txBody>
        </p:sp>
        <p:sp>
          <p:nvSpPr>
            <p:cNvPr id="698380" name="Rectangle 12"/>
            <p:cNvSpPr>
              <a:spLocks noChangeArrowheads="1"/>
            </p:cNvSpPr>
            <p:nvPr/>
          </p:nvSpPr>
          <p:spPr bwMode="auto">
            <a:xfrm>
              <a:off x="2058" y="450"/>
              <a:ext cx="792" cy="17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lnSpc>
                  <a:spcPct val="100000"/>
                </a:lnSpc>
                <a:spcBef>
                  <a:spcPct val="0"/>
                </a:spcBef>
                <a:buClrTx/>
                <a:buSzTx/>
                <a:buFontTx/>
                <a:buNone/>
              </a:pPr>
              <a:r>
                <a:rPr lang="en-US" altLang="en-US" sz="1600" b="0" i="0">
                  <a:latin typeface="FuturaA Md BT" pitchFamily="34" charset="0"/>
                  <a:sym typeface="Symbol" panose="05050102010706020507" pitchFamily="18" charset="2"/>
                </a:rPr>
                <a:t></a:t>
              </a:r>
              <a:r>
                <a:rPr lang="en-US" altLang="en-US" sz="1600" b="0" i="0">
                  <a:latin typeface="FuturaA Md BT" pitchFamily="34" charset="0"/>
                </a:rPr>
                <a:t>3 p.u. turns</a:t>
              </a:r>
            </a:p>
          </p:txBody>
        </p:sp>
        <p:sp>
          <p:nvSpPr>
            <p:cNvPr id="698381" name="Rectangle 13"/>
            <p:cNvSpPr>
              <a:spLocks noChangeArrowheads="1"/>
            </p:cNvSpPr>
            <p:nvPr/>
          </p:nvSpPr>
          <p:spPr bwMode="auto">
            <a:xfrm>
              <a:off x="3246" y="1065"/>
              <a:ext cx="120" cy="15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lnSpc>
                  <a:spcPct val="100000"/>
                </a:lnSpc>
                <a:spcBef>
                  <a:spcPct val="0"/>
                </a:spcBef>
                <a:buClrTx/>
                <a:buSzTx/>
                <a:buFontTx/>
                <a:buNone/>
              </a:pPr>
              <a:r>
                <a:rPr lang="en-US" altLang="en-US" sz="1600" b="0" i="0">
                  <a:latin typeface="FuturaA Md BT" pitchFamily="34" charset="0"/>
                </a:rPr>
                <a:t>x</a:t>
              </a:r>
            </a:p>
          </p:txBody>
        </p:sp>
        <p:sp>
          <p:nvSpPr>
            <p:cNvPr id="698382" name="Rectangle 14"/>
            <p:cNvSpPr>
              <a:spLocks noChangeArrowheads="1"/>
            </p:cNvSpPr>
            <p:nvPr/>
          </p:nvSpPr>
          <p:spPr bwMode="auto">
            <a:xfrm>
              <a:off x="1791" y="1110"/>
              <a:ext cx="147" cy="18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lnSpc>
                  <a:spcPct val="100000"/>
                </a:lnSpc>
                <a:spcBef>
                  <a:spcPct val="0"/>
                </a:spcBef>
                <a:buClrTx/>
                <a:buSzTx/>
                <a:buFontTx/>
                <a:buNone/>
              </a:pPr>
              <a:r>
                <a:rPr lang="en-US" altLang="en-US" sz="1600" b="0" i="0">
                  <a:latin typeface="Times New Roman" panose="02020603050405020304" pitchFamily="18" charset="0"/>
                </a:rPr>
                <a:t>I</a:t>
              </a:r>
              <a:r>
                <a:rPr lang="en-US" altLang="en-US" sz="2000" b="0" i="0" baseline="-25000">
                  <a:latin typeface="FuturaA Md BT" pitchFamily="34" charset="0"/>
                </a:rPr>
                <a:t>P</a:t>
              </a:r>
              <a:endParaRPr lang="en-US" altLang="en-US" sz="1600" b="0" i="0">
                <a:latin typeface="FuturaA Md BT" pitchFamily="34" charset="0"/>
              </a:endParaRPr>
            </a:p>
          </p:txBody>
        </p:sp>
        <p:sp>
          <p:nvSpPr>
            <p:cNvPr id="698383" name="Rectangle 15"/>
            <p:cNvSpPr>
              <a:spLocks noChangeArrowheads="1"/>
            </p:cNvSpPr>
            <p:nvPr/>
          </p:nvSpPr>
          <p:spPr bwMode="auto">
            <a:xfrm>
              <a:off x="1632" y="1638"/>
              <a:ext cx="216" cy="15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lnSpc>
                  <a:spcPct val="100000"/>
                </a:lnSpc>
                <a:spcBef>
                  <a:spcPct val="0"/>
                </a:spcBef>
                <a:buClrTx/>
                <a:buSzTx/>
                <a:buFontTx/>
                <a:buNone/>
              </a:pPr>
              <a:r>
                <a:rPr lang="en-US" altLang="en-US" sz="1600" b="0" i="0">
                  <a:latin typeface="FuturaA Md BT" pitchFamily="34" charset="0"/>
                </a:rPr>
                <a:t>PR</a:t>
              </a:r>
            </a:p>
          </p:txBody>
        </p:sp>
        <p:sp>
          <p:nvSpPr>
            <p:cNvPr id="698384" name="Rectangle 16"/>
            <p:cNvSpPr>
              <a:spLocks noChangeArrowheads="1"/>
            </p:cNvSpPr>
            <p:nvPr/>
          </p:nvSpPr>
          <p:spPr bwMode="auto">
            <a:xfrm>
              <a:off x="2895" y="1791"/>
              <a:ext cx="120" cy="15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lnSpc>
                  <a:spcPct val="100000"/>
                </a:lnSpc>
                <a:spcBef>
                  <a:spcPct val="0"/>
                </a:spcBef>
                <a:buClrTx/>
                <a:buSzTx/>
                <a:buFontTx/>
                <a:buNone/>
              </a:pPr>
              <a:r>
                <a:rPr lang="en-US" altLang="en-US" sz="1600" b="0" i="0">
                  <a:latin typeface="FuturaA Md BT" pitchFamily="34" charset="0"/>
                </a:rPr>
                <a:t>R</a:t>
              </a:r>
            </a:p>
          </p:txBody>
        </p:sp>
        <p:sp>
          <p:nvSpPr>
            <p:cNvPr id="698385" name="Rectangle 17"/>
            <p:cNvSpPr>
              <a:spLocks noChangeArrowheads="1"/>
            </p:cNvSpPr>
            <p:nvPr/>
          </p:nvSpPr>
          <p:spPr bwMode="auto">
            <a:xfrm>
              <a:off x="3423" y="1767"/>
              <a:ext cx="144" cy="15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lnSpc>
                  <a:spcPct val="100000"/>
                </a:lnSpc>
                <a:spcBef>
                  <a:spcPct val="0"/>
                </a:spcBef>
                <a:buClrTx/>
                <a:buSzTx/>
                <a:buFontTx/>
                <a:buNone/>
              </a:pPr>
              <a:r>
                <a:rPr lang="en-US" altLang="en-US" sz="1600" b="0" i="0">
                  <a:latin typeface="Times New Roman" panose="02020603050405020304" pitchFamily="18" charset="0"/>
                </a:rPr>
                <a:t>I</a:t>
              </a:r>
              <a:r>
                <a:rPr lang="en-US" altLang="en-US" sz="1600" b="0" i="0" baseline="-25000">
                  <a:latin typeface="FuturaA Md BT" pitchFamily="34" charset="0"/>
                </a:rPr>
                <a:t>F</a:t>
              </a:r>
              <a:endParaRPr lang="en-US" altLang="en-US" sz="1600" b="0" i="0">
                <a:latin typeface="FuturaA Md BT" pitchFamily="34" charset="0"/>
              </a:endParaRPr>
            </a:p>
          </p:txBody>
        </p:sp>
        <p:sp>
          <p:nvSpPr>
            <p:cNvPr id="698386" name="Rectangle 18"/>
            <p:cNvSpPr>
              <a:spLocks noChangeArrowheads="1"/>
            </p:cNvSpPr>
            <p:nvPr/>
          </p:nvSpPr>
          <p:spPr bwMode="auto">
            <a:xfrm>
              <a:off x="1317" y="1854"/>
              <a:ext cx="846" cy="32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nSpc>
                  <a:spcPct val="90000"/>
                </a:lnSpc>
                <a:spcBef>
                  <a:spcPct val="0"/>
                </a:spcBef>
                <a:buClrTx/>
                <a:buSzTx/>
                <a:buFontTx/>
                <a:buNone/>
              </a:pPr>
              <a:r>
                <a:rPr lang="en-US" altLang="en-US" sz="1600" b="0" i="0">
                  <a:latin typeface="FuturaA Md BT" pitchFamily="34" charset="0"/>
                </a:rPr>
                <a:t>Protective</a:t>
              </a:r>
            </a:p>
            <a:p>
              <a:pPr>
                <a:lnSpc>
                  <a:spcPct val="90000"/>
                </a:lnSpc>
                <a:spcBef>
                  <a:spcPct val="0"/>
                </a:spcBef>
                <a:buClrTx/>
                <a:buSzTx/>
                <a:buFontTx/>
                <a:buNone/>
              </a:pPr>
              <a:r>
                <a:rPr lang="en-US" altLang="en-US" sz="1600" b="0" i="0">
                  <a:latin typeface="FuturaA Md BT" pitchFamily="34" charset="0"/>
                </a:rPr>
                <a:t>Relay</a:t>
              </a:r>
            </a:p>
          </p:txBody>
        </p:sp>
        <p:sp>
          <p:nvSpPr>
            <p:cNvPr id="698387" name="Line 19"/>
            <p:cNvSpPr>
              <a:spLocks noChangeShapeType="1"/>
            </p:cNvSpPr>
            <p:nvPr/>
          </p:nvSpPr>
          <p:spPr bwMode="auto">
            <a:xfrm>
              <a:off x="1253" y="744"/>
              <a:ext cx="922" cy="0"/>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98388" name="Line 20"/>
            <p:cNvSpPr>
              <a:spLocks noChangeShapeType="1"/>
            </p:cNvSpPr>
            <p:nvPr/>
          </p:nvSpPr>
          <p:spPr bwMode="auto">
            <a:xfrm>
              <a:off x="2693" y="744"/>
              <a:ext cx="234" cy="0"/>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98389" name="Line 21"/>
            <p:cNvSpPr>
              <a:spLocks noChangeShapeType="1"/>
            </p:cNvSpPr>
            <p:nvPr/>
          </p:nvSpPr>
          <p:spPr bwMode="auto">
            <a:xfrm>
              <a:off x="3091" y="744"/>
              <a:ext cx="64" cy="0"/>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98390" name="Line 22"/>
            <p:cNvSpPr>
              <a:spLocks noChangeShapeType="1"/>
            </p:cNvSpPr>
            <p:nvPr/>
          </p:nvSpPr>
          <p:spPr bwMode="auto">
            <a:xfrm>
              <a:off x="3678" y="741"/>
              <a:ext cx="1332" cy="0"/>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98391" name="Line 23"/>
            <p:cNvSpPr>
              <a:spLocks noChangeShapeType="1"/>
            </p:cNvSpPr>
            <p:nvPr/>
          </p:nvSpPr>
          <p:spPr bwMode="auto">
            <a:xfrm>
              <a:off x="1253" y="1032"/>
              <a:ext cx="922" cy="0"/>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98392" name="Line 24"/>
            <p:cNvSpPr>
              <a:spLocks noChangeShapeType="1"/>
            </p:cNvSpPr>
            <p:nvPr/>
          </p:nvSpPr>
          <p:spPr bwMode="auto">
            <a:xfrm>
              <a:off x="2693" y="1023"/>
              <a:ext cx="116" cy="0"/>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98393" name="Line 25"/>
            <p:cNvSpPr>
              <a:spLocks noChangeShapeType="1"/>
            </p:cNvSpPr>
            <p:nvPr/>
          </p:nvSpPr>
          <p:spPr bwMode="auto">
            <a:xfrm>
              <a:off x="3097" y="1032"/>
              <a:ext cx="58" cy="0"/>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98394" name="Line 26"/>
            <p:cNvSpPr>
              <a:spLocks noChangeShapeType="1"/>
            </p:cNvSpPr>
            <p:nvPr/>
          </p:nvSpPr>
          <p:spPr bwMode="auto">
            <a:xfrm>
              <a:off x="3675" y="1032"/>
              <a:ext cx="1329" cy="0"/>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98395" name="Line 27"/>
            <p:cNvSpPr>
              <a:spLocks noChangeShapeType="1"/>
            </p:cNvSpPr>
            <p:nvPr/>
          </p:nvSpPr>
          <p:spPr bwMode="auto">
            <a:xfrm>
              <a:off x="1253" y="1320"/>
              <a:ext cx="922" cy="0"/>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98396" name="Line 28"/>
            <p:cNvSpPr>
              <a:spLocks noChangeShapeType="1"/>
            </p:cNvSpPr>
            <p:nvPr/>
          </p:nvSpPr>
          <p:spPr bwMode="auto">
            <a:xfrm>
              <a:off x="2693" y="1317"/>
              <a:ext cx="116" cy="0"/>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98397" name="Line 29"/>
            <p:cNvSpPr>
              <a:spLocks noChangeShapeType="1"/>
            </p:cNvSpPr>
            <p:nvPr/>
          </p:nvSpPr>
          <p:spPr bwMode="auto">
            <a:xfrm>
              <a:off x="3097" y="1320"/>
              <a:ext cx="58" cy="0"/>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98398" name="Line 30"/>
            <p:cNvSpPr>
              <a:spLocks noChangeShapeType="1"/>
            </p:cNvSpPr>
            <p:nvPr/>
          </p:nvSpPr>
          <p:spPr bwMode="auto">
            <a:xfrm>
              <a:off x="3675" y="1320"/>
              <a:ext cx="1329" cy="0"/>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98399" name="Line 31"/>
            <p:cNvSpPr>
              <a:spLocks noChangeShapeType="1"/>
            </p:cNvSpPr>
            <p:nvPr/>
          </p:nvSpPr>
          <p:spPr bwMode="auto">
            <a:xfrm>
              <a:off x="2114" y="859"/>
              <a:ext cx="695" cy="0"/>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98400" name="Line 32"/>
            <p:cNvSpPr>
              <a:spLocks noChangeShapeType="1"/>
            </p:cNvSpPr>
            <p:nvPr/>
          </p:nvSpPr>
          <p:spPr bwMode="auto">
            <a:xfrm>
              <a:off x="2117" y="744"/>
              <a:ext cx="1" cy="115"/>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98401" name="Line 33"/>
            <p:cNvSpPr>
              <a:spLocks noChangeShapeType="1"/>
            </p:cNvSpPr>
            <p:nvPr/>
          </p:nvSpPr>
          <p:spPr bwMode="auto">
            <a:xfrm>
              <a:off x="2809" y="859"/>
              <a:ext cx="0" cy="173"/>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98402" name="Line 34"/>
            <p:cNvSpPr>
              <a:spLocks noChangeShapeType="1"/>
            </p:cNvSpPr>
            <p:nvPr/>
          </p:nvSpPr>
          <p:spPr bwMode="auto">
            <a:xfrm>
              <a:off x="2117" y="1147"/>
              <a:ext cx="692" cy="0"/>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98403" name="Line 35"/>
            <p:cNvSpPr>
              <a:spLocks noChangeShapeType="1"/>
            </p:cNvSpPr>
            <p:nvPr/>
          </p:nvSpPr>
          <p:spPr bwMode="auto">
            <a:xfrm>
              <a:off x="2117" y="1032"/>
              <a:ext cx="1" cy="121"/>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98404" name="Line 36"/>
            <p:cNvSpPr>
              <a:spLocks noChangeShapeType="1"/>
            </p:cNvSpPr>
            <p:nvPr/>
          </p:nvSpPr>
          <p:spPr bwMode="auto">
            <a:xfrm>
              <a:off x="2806" y="1144"/>
              <a:ext cx="0" cy="182"/>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98405" name="Line 37"/>
            <p:cNvSpPr>
              <a:spLocks noChangeShapeType="1"/>
            </p:cNvSpPr>
            <p:nvPr/>
          </p:nvSpPr>
          <p:spPr bwMode="auto">
            <a:xfrm>
              <a:off x="2117" y="1435"/>
              <a:ext cx="816" cy="0"/>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98406" name="Line 38"/>
            <p:cNvSpPr>
              <a:spLocks noChangeShapeType="1"/>
            </p:cNvSpPr>
            <p:nvPr/>
          </p:nvSpPr>
          <p:spPr bwMode="auto">
            <a:xfrm>
              <a:off x="2117" y="1317"/>
              <a:ext cx="1" cy="127"/>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98407" name="Line 39"/>
            <p:cNvSpPr>
              <a:spLocks noChangeShapeType="1"/>
            </p:cNvSpPr>
            <p:nvPr/>
          </p:nvSpPr>
          <p:spPr bwMode="auto">
            <a:xfrm>
              <a:off x="2924" y="741"/>
              <a:ext cx="0" cy="700"/>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98408" name="Line 40"/>
            <p:cNvSpPr>
              <a:spLocks noChangeShapeType="1"/>
            </p:cNvSpPr>
            <p:nvPr/>
          </p:nvSpPr>
          <p:spPr bwMode="auto">
            <a:xfrm>
              <a:off x="1508" y="810"/>
              <a:ext cx="0" cy="922"/>
            </a:xfrm>
            <a:prstGeom prst="line">
              <a:avLst/>
            </a:prstGeom>
            <a:noFill/>
            <a:ln w="28575">
              <a:solidFill>
                <a:schemeClr val="tx1"/>
              </a:solidFill>
              <a:prstDash val="dash"/>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98409" name="Line 41"/>
            <p:cNvSpPr>
              <a:spLocks noChangeShapeType="1"/>
            </p:cNvSpPr>
            <p:nvPr/>
          </p:nvSpPr>
          <p:spPr bwMode="auto">
            <a:xfrm>
              <a:off x="1512" y="1723"/>
              <a:ext cx="87" cy="0"/>
            </a:xfrm>
            <a:prstGeom prst="line">
              <a:avLst/>
            </a:prstGeom>
            <a:noFill/>
            <a:ln w="28575">
              <a:solidFill>
                <a:schemeClr val="tx1"/>
              </a:solidFill>
              <a:prstDash val="dash"/>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98410" name="Oval 42"/>
            <p:cNvSpPr>
              <a:spLocks noChangeArrowheads="1"/>
            </p:cNvSpPr>
            <p:nvPr/>
          </p:nvSpPr>
          <p:spPr bwMode="auto">
            <a:xfrm>
              <a:off x="1599" y="1608"/>
              <a:ext cx="231" cy="231"/>
            </a:xfrm>
            <a:prstGeom prst="ellipse">
              <a:avLst/>
            </a:pr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98411" name="Line 43"/>
            <p:cNvSpPr>
              <a:spLocks noChangeShapeType="1"/>
            </p:cNvSpPr>
            <p:nvPr/>
          </p:nvSpPr>
          <p:spPr bwMode="auto">
            <a:xfrm>
              <a:off x="1823" y="1320"/>
              <a:ext cx="115" cy="0"/>
            </a:xfrm>
            <a:prstGeom prst="line">
              <a:avLst/>
            </a:prstGeom>
            <a:noFill/>
            <a:ln w="28575">
              <a:solidFill>
                <a:schemeClr val="tx1"/>
              </a:solidFill>
              <a:round/>
              <a:headEnd type="none" w="sm" len="lg"/>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98412" name="Line 44"/>
            <p:cNvSpPr>
              <a:spLocks noChangeShapeType="1"/>
            </p:cNvSpPr>
            <p:nvPr/>
          </p:nvSpPr>
          <p:spPr bwMode="auto">
            <a:xfrm flipH="1">
              <a:off x="1799" y="1032"/>
              <a:ext cx="116" cy="0"/>
            </a:xfrm>
            <a:prstGeom prst="line">
              <a:avLst/>
            </a:prstGeom>
            <a:noFill/>
            <a:ln w="28575">
              <a:solidFill>
                <a:schemeClr val="tx1"/>
              </a:solidFill>
              <a:round/>
              <a:headEnd type="none" w="sm" len="lg"/>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98413" name="Line 45"/>
            <p:cNvSpPr>
              <a:spLocks noChangeShapeType="1"/>
            </p:cNvSpPr>
            <p:nvPr/>
          </p:nvSpPr>
          <p:spPr bwMode="auto">
            <a:xfrm>
              <a:off x="3097" y="744"/>
              <a:ext cx="0" cy="979"/>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98414" name="Rectangle 46"/>
            <p:cNvSpPr>
              <a:spLocks noChangeArrowheads="1"/>
            </p:cNvSpPr>
            <p:nvPr/>
          </p:nvSpPr>
          <p:spPr bwMode="auto">
            <a:xfrm>
              <a:off x="3039" y="1723"/>
              <a:ext cx="116" cy="288"/>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98415" name="Line 47"/>
            <p:cNvSpPr>
              <a:spLocks noChangeShapeType="1"/>
            </p:cNvSpPr>
            <p:nvPr/>
          </p:nvSpPr>
          <p:spPr bwMode="auto">
            <a:xfrm>
              <a:off x="3097" y="2011"/>
              <a:ext cx="0" cy="131"/>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98416" name="Line 48"/>
            <p:cNvSpPr>
              <a:spLocks noChangeShapeType="1"/>
            </p:cNvSpPr>
            <p:nvPr/>
          </p:nvSpPr>
          <p:spPr bwMode="auto">
            <a:xfrm>
              <a:off x="3156" y="1366"/>
              <a:ext cx="265" cy="1"/>
            </a:xfrm>
            <a:prstGeom prst="line">
              <a:avLst/>
            </a:prstGeom>
            <a:noFill/>
            <a:ln w="28575">
              <a:solidFill>
                <a:schemeClr val="tx1"/>
              </a:solidFill>
              <a:round/>
              <a:headEnd type="none" w="lg" len="lg"/>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98417" name="Line 49"/>
            <p:cNvSpPr>
              <a:spLocks noChangeShapeType="1"/>
            </p:cNvSpPr>
            <p:nvPr/>
          </p:nvSpPr>
          <p:spPr bwMode="auto">
            <a:xfrm>
              <a:off x="3333" y="1171"/>
              <a:ext cx="130" cy="1"/>
            </a:xfrm>
            <a:prstGeom prst="line">
              <a:avLst/>
            </a:prstGeom>
            <a:noFill/>
            <a:ln w="19050">
              <a:solidFill>
                <a:schemeClr val="tx1"/>
              </a:solidFill>
              <a:round/>
              <a:headEnd type="none" w="sm" len="lg"/>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98418" name="Line 50"/>
            <p:cNvSpPr>
              <a:spLocks noChangeShapeType="1"/>
            </p:cNvSpPr>
            <p:nvPr/>
          </p:nvSpPr>
          <p:spPr bwMode="auto">
            <a:xfrm flipH="1">
              <a:off x="3111" y="1171"/>
              <a:ext cx="130" cy="1"/>
            </a:xfrm>
            <a:prstGeom prst="line">
              <a:avLst/>
            </a:prstGeom>
            <a:noFill/>
            <a:ln w="19050">
              <a:solidFill>
                <a:schemeClr val="tx1"/>
              </a:solidFill>
              <a:round/>
              <a:headEnd type="none" w="sm" len="lg"/>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98419" name="Line 51"/>
            <p:cNvSpPr>
              <a:spLocks noChangeShapeType="1"/>
            </p:cNvSpPr>
            <p:nvPr/>
          </p:nvSpPr>
          <p:spPr bwMode="auto">
            <a:xfrm>
              <a:off x="3459" y="1129"/>
              <a:ext cx="0" cy="84"/>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98420" name="Line 52"/>
            <p:cNvSpPr>
              <a:spLocks noChangeShapeType="1"/>
            </p:cNvSpPr>
            <p:nvPr/>
          </p:nvSpPr>
          <p:spPr bwMode="auto">
            <a:xfrm>
              <a:off x="2184" y="1357"/>
              <a:ext cx="505" cy="0"/>
            </a:xfrm>
            <a:prstGeom prst="line">
              <a:avLst/>
            </a:prstGeom>
            <a:noFill/>
            <a:ln w="28575">
              <a:solidFill>
                <a:schemeClr val="tx1"/>
              </a:solidFill>
              <a:round/>
              <a:headEnd type="none" w="sm" len="lg"/>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98421" name="Line 53"/>
            <p:cNvSpPr>
              <a:spLocks noChangeShapeType="1"/>
            </p:cNvSpPr>
            <p:nvPr/>
          </p:nvSpPr>
          <p:spPr bwMode="auto">
            <a:xfrm flipH="1">
              <a:off x="2386" y="1147"/>
              <a:ext cx="129" cy="1"/>
            </a:xfrm>
            <a:prstGeom prst="line">
              <a:avLst/>
            </a:prstGeom>
            <a:noFill/>
            <a:ln w="28575">
              <a:solidFill>
                <a:schemeClr val="tx1"/>
              </a:solidFill>
              <a:round/>
              <a:headEnd type="none" w="sm" len="lg"/>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nvGrpSpPr>
            <p:cNvPr id="698422" name="Group 54"/>
            <p:cNvGrpSpPr>
              <a:grpSpLocks/>
            </p:cNvGrpSpPr>
            <p:nvPr/>
          </p:nvGrpSpPr>
          <p:grpSpPr bwMode="auto">
            <a:xfrm>
              <a:off x="1352" y="654"/>
              <a:ext cx="311" cy="159"/>
              <a:chOff x="1125" y="1332"/>
              <a:chExt cx="532" cy="260"/>
            </a:xfrm>
          </p:grpSpPr>
          <p:sp>
            <p:nvSpPr>
              <p:cNvPr id="698423" name="Arc 55"/>
              <p:cNvSpPr>
                <a:spLocks/>
              </p:cNvSpPr>
              <p:nvPr/>
            </p:nvSpPr>
            <p:spPr bwMode="auto">
              <a:xfrm>
                <a:off x="1258" y="1332"/>
                <a:ext cx="133" cy="163"/>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98424" name="Arc 56"/>
              <p:cNvSpPr>
                <a:spLocks/>
              </p:cNvSpPr>
              <p:nvPr/>
            </p:nvSpPr>
            <p:spPr bwMode="auto">
              <a:xfrm flipH="1">
                <a:off x="1125" y="1332"/>
                <a:ext cx="132" cy="163"/>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98425" name="Freeform 57"/>
              <p:cNvSpPr>
                <a:spLocks/>
              </p:cNvSpPr>
              <p:nvPr/>
            </p:nvSpPr>
            <p:spPr bwMode="auto">
              <a:xfrm>
                <a:off x="1126" y="1480"/>
                <a:ext cx="1" cy="111"/>
              </a:xfrm>
              <a:custGeom>
                <a:avLst/>
                <a:gdLst>
                  <a:gd name="T0" fmla="*/ 0 w 20000"/>
                  <a:gd name="T1" fmla="*/ 19886 h 20000"/>
                  <a:gd name="T2" fmla="*/ 0 w 20000"/>
                  <a:gd name="T3" fmla="*/ 0 h 20000"/>
                </a:gdLst>
                <a:ahLst/>
                <a:cxnLst>
                  <a:cxn ang="0">
                    <a:pos x="T0" y="T1"/>
                  </a:cxn>
                  <a:cxn ang="0">
                    <a:pos x="T2" y="T3"/>
                  </a:cxn>
                </a:cxnLst>
                <a:rect l="0" t="0" r="r" b="b"/>
                <a:pathLst>
                  <a:path w="20000" h="20000">
                    <a:moveTo>
                      <a:pt x="0" y="19886"/>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98426" name="Freeform 58"/>
              <p:cNvSpPr>
                <a:spLocks/>
              </p:cNvSpPr>
              <p:nvPr/>
            </p:nvSpPr>
            <p:spPr bwMode="auto">
              <a:xfrm>
                <a:off x="1393" y="1478"/>
                <a:ext cx="1" cy="114"/>
              </a:xfrm>
              <a:custGeom>
                <a:avLst/>
                <a:gdLst>
                  <a:gd name="T0" fmla="*/ 0 w 20000"/>
                  <a:gd name="T1" fmla="*/ 19890 h 20000"/>
                  <a:gd name="T2" fmla="*/ 0 w 20000"/>
                  <a:gd name="T3" fmla="*/ 0 h 20000"/>
                </a:gdLst>
                <a:ahLst/>
                <a:cxnLst>
                  <a:cxn ang="0">
                    <a:pos x="T0" y="T1"/>
                  </a:cxn>
                  <a:cxn ang="0">
                    <a:pos x="T2" y="T3"/>
                  </a:cxn>
                </a:cxnLst>
                <a:rect l="0" t="0" r="r" b="b"/>
                <a:pathLst>
                  <a:path w="20000" h="20000">
                    <a:moveTo>
                      <a:pt x="0" y="1989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98427" name="Arc 59"/>
              <p:cNvSpPr>
                <a:spLocks/>
              </p:cNvSpPr>
              <p:nvPr/>
            </p:nvSpPr>
            <p:spPr bwMode="auto">
              <a:xfrm>
                <a:off x="1523" y="1333"/>
                <a:ext cx="134" cy="163"/>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98428" name="Arc 60"/>
              <p:cNvSpPr>
                <a:spLocks/>
              </p:cNvSpPr>
              <p:nvPr/>
            </p:nvSpPr>
            <p:spPr bwMode="auto">
              <a:xfrm flipH="1">
                <a:off x="1391" y="1333"/>
                <a:ext cx="132" cy="163"/>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98429" name="Freeform 61"/>
              <p:cNvSpPr>
                <a:spLocks/>
              </p:cNvSpPr>
              <p:nvPr/>
            </p:nvSpPr>
            <p:spPr bwMode="auto">
              <a:xfrm>
                <a:off x="1655" y="1478"/>
                <a:ext cx="1" cy="114"/>
              </a:xfrm>
              <a:custGeom>
                <a:avLst/>
                <a:gdLst>
                  <a:gd name="T0" fmla="*/ 0 w 20000"/>
                  <a:gd name="T1" fmla="*/ 19890 h 20000"/>
                  <a:gd name="T2" fmla="*/ 0 w 20000"/>
                  <a:gd name="T3" fmla="*/ 0 h 20000"/>
                </a:gdLst>
                <a:ahLst/>
                <a:cxnLst>
                  <a:cxn ang="0">
                    <a:pos x="T0" y="T1"/>
                  </a:cxn>
                  <a:cxn ang="0">
                    <a:pos x="T2" y="T3"/>
                  </a:cxn>
                </a:cxnLst>
                <a:rect l="0" t="0" r="r" b="b"/>
                <a:pathLst>
                  <a:path w="20000" h="20000">
                    <a:moveTo>
                      <a:pt x="0" y="1989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698430" name="Group 62"/>
            <p:cNvGrpSpPr>
              <a:grpSpLocks/>
            </p:cNvGrpSpPr>
            <p:nvPr/>
          </p:nvGrpSpPr>
          <p:grpSpPr bwMode="auto">
            <a:xfrm>
              <a:off x="1352" y="945"/>
              <a:ext cx="311" cy="159"/>
              <a:chOff x="1125" y="1332"/>
              <a:chExt cx="532" cy="260"/>
            </a:xfrm>
          </p:grpSpPr>
          <p:sp>
            <p:nvSpPr>
              <p:cNvPr id="698431" name="Arc 63"/>
              <p:cNvSpPr>
                <a:spLocks/>
              </p:cNvSpPr>
              <p:nvPr/>
            </p:nvSpPr>
            <p:spPr bwMode="auto">
              <a:xfrm>
                <a:off x="1258" y="1332"/>
                <a:ext cx="133" cy="163"/>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98432" name="Arc 64"/>
              <p:cNvSpPr>
                <a:spLocks/>
              </p:cNvSpPr>
              <p:nvPr/>
            </p:nvSpPr>
            <p:spPr bwMode="auto">
              <a:xfrm flipH="1">
                <a:off x="1125" y="1332"/>
                <a:ext cx="132" cy="163"/>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98433" name="Freeform 65"/>
              <p:cNvSpPr>
                <a:spLocks/>
              </p:cNvSpPr>
              <p:nvPr/>
            </p:nvSpPr>
            <p:spPr bwMode="auto">
              <a:xfrm>
                <a:off x="1126" y="1480"/>
                <a:ext cx="1" cy="111"/>
              </a:xfrm>
              <a:custGeom>
                <a:avLst/>
                <a:gdLst>
                  <a:gd name="T0" fmla="*/ 0 w 20000"/>
                  <a:gd name="T1" fmla="*/ 19886 h 20000"/>
                  <a:gd name="T2" fmla="*/ 0 w 20000"/>
                  <a:gd name="T3" fmla="*/ 0 h 20000"/>
                </a:gdLst>
                <a:ahLst/>
                <a:cxnLst>
                  <a:cxn ang="0">
                    <a:pos x="T0" y="T1"/>
                  </a:cxn>
                  <a:cxn ang="0">
                    <a:pos x="T2" y="T3"/>
                  </a:cxn>
                </a:cxnLst>
                <a:rect l="0" t="0" r="r" b="b"/>
                <a:pathLst>
                  <a:path w="20000" h="20000">
                    <a:moveTo>
                      <a:pt x="0" y="19886"/>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98434" name="Freeform 66"/>
              <p:cNvSpPr>
                <a:spLocks/>
              </p:cNvSpPr>
              <p:nvPr/>
            </p:nvSpPr>
            <p:spPr bwMode="auto">
              <a:xfrm>
                <a:off x="1393" y="1478"/>
                <a:ext cx="1" cy="114"/>
              </a:xfrm>
              <a:custGeom>
                <a:avLst/>
                <a:gdLst>
                  <a:gd name="T0" fmla="*/ 0 w 20000"/>
                  <a:gd name="T1" fmla="*/ 19890 h 20000"/>
                  <a:gd name="T2" fmla="*/ 0 w 20000"/>
                  <a:gd name="T3" fmla="*/ 0 h 20000"/>
                </a:gdLst>
                <a:ahLst/>
                <a:cxnLst>
                  <a:cxn ang="0">
                    <a:pos x="T0" y="T1"/>
                  </a:cxn>
                  <a:cxn ang="0">
                    <a:pos x="T2" y="T3"/>
                  </a:cxn>
                </a:cxnLst>
                <a:rect l="0" t="0" r="r" b="b"/>
                <a:pathLst>
                  <a:path w="20000" h="20000">
                    <a:moveTo>
                      <a:pt x="0" y="1989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98435" name="Arc 67"/>
              <p:cNvSpPr>
                <a:spLocks/>
              </p:cNvSpPr>
              <p:nvPr/>
            </p:nvSpPr>
            <p:spPr bwMode="auto">
              <a:xfrm>
                <a:off x="1523" y="1333"/>
                <a:ext cx="134" cy="163"/>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98436" name="Arc 68"/>
              <p:cNvSpPr>
                <a:spLocks/>
              </p:cNvSpPr>
              <p:nvPr/>
            </p:nvSpPr>
            <p:spPr bwMode="auto">
              <a:xfrm flipH="1">
                <a:off x="1391" y="1333"/>
                <a:ext cx="132" cy="163"/>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98437" name="Freeform 69"/>
              <p:cNvSpPr>
                <a:spLocks/>
              </p:cNvSpPr>
              <p:nvPr/>
            </p:nvSpPr>
            <p:spPr bwMode="auto">
              <a:xfrm>
                <a:off x="1655" y="1478"/>
                <a:ext cx="1" cy="114"/>
              </a:xfrm>
              <a:custGeom>
                <a:avLst/>
                <a:gdLst>
                  <a:gd name="T0" fmla="*/ 0 w 20000"/>
                  <a:gd name="T1" fmla="*/ 19890 h 20000"/>
                  <a:gd name="T2" fmla="*/ 0 w 20000"/>
                  <a:gd name="T3" fmla="*/ 0 h 20000"/>
                </a:gdLst>
                <a:ahLst/>
                <a:cxnLst>
                  <a:cxn ang="0">
                    <a:pos x="T0" y="T1"/>
                  </a:cxn>
                  <a:cxn ang="0">
                    <a:pos x="T2" y="T3"/>
                  </a:cxn>
                </a:cxnLst>
                <a:rect l="0" t="0" r="r" b="b"/>
                <a:pathLst>
                  <a:path w="20000" h="20000">
                    <a:moveTo>
                      <a:pt x="0" y="1989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698438" name="Group 70"/>
            <p:cNvGrpSpPr>
              <a:grpSpLocks/>
            </p:cNvGrpSpPr>
            <p:nvPr/>
          </p:nvGrpSpPr>
          <p:grpSpPr bwMode="auto">
            <a:xfrm>
              <a:off x="1352" y="1224"/>
              <a:ext cx="311" cy="159"/>
              <a:chOff x="1125" y="1332"/>
              <a:chExt cx="532" cy="260"/>
            </a:xfrm>
          </p:grpSpPr>
          <p:sp>
            <p:nvSpPr>
              <p:cNvPr id="698439" name="Arc 71"/>
              <p:cNvSpPr>
                <a:spLocks/>
              </p:cNvSpPr>
              <p:nvPr/>
            </p:nvSpPr>
            <p:spPr bwMode="auto">
              <a:xfrm>
                <a:off x="1258" y="1332"/>
                <a:ext cx="133" cy="163"/>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98440" name="Arc 72"/>
              <p:cNvSpPr>
                <a:spLocks/>
              </p:cNvSpPr>
              <p:nvPr/>
            </p:nvSpPr>
            <p:spPr bwMode="auto">
              <a:xfrm flipH="1">
                <a:off x="1125" y="1332"/>
                <a:ext cx="132" cy="163"/>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98441" name="Freeform 73"/>
              <p:cNvSpPr>
                <a:spLocks/>
              </p:cNvSpPr>
              <p:nvPr/>
            </p:nvSpPr>
            <p:spPr bwMode="auto">
              <a:xfrm>
                <a:off x="1126" y="1480"/>
                <a:ext cx="1" cy="111"/>
              </a:xfrm>
              <a:custGeom>
                <a:avLst/>
                <a:gdLst>
                  <a:gd name="T0" fmla="*/ 0 w 20000"/>
                  <a:gd name="T1" fmla="*/ 19886 h 20000"/>
                  <a:gd name="T2" fmla="*/ 0 w 20000"/>
                  <a:gd name="T3" fmla="*/ 0 h 20000"/>
                </a:gdLst>
                <a:ahLst/>
                <a:cxnLst>
                  <a:cxn ang="0">
                    <a:pos x="T0" y="T1"/>
                  </a:cxn>
                  <a:cxn ang="0">
                    <a:pos x="T2" y="T3"/>
                  </a:cxn>
                </a:cxnLst>
                <a:rect l="0" t="0" r="r" b="b"/>
                <a:pathLst>
                  <a:path w="20000" h="20000">
                    <a:moveTo>
                      <a:pt x="0" y="19886"/>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98442" name="Freeform 74"/>
              <p:cNvSpPr>
                <a:spLocks/>
              </p:cNvSpPr>
              <p:nvPr/>
            </p:nvSpPr>
            <p:spPr bwMode="auto">
              <a:xfrm>
                <a:off x="1393" y="1478"/>
                <a:ext cx="1" cy="114"/>
              </a:xfrm>
              <a:custGeom>
                <a:avLst/>
                <a:gdLst>
                  <a:gd name="T0" fmla="*/ 0 w 20000"/>
                  <a:gd name="T1" fmla="*/ 19890 h 20000"/>
                  <a:gd name="T2" fmla="*/ 0 w 20000"/>
                  <a:gd name="T3" fmla="*/ 0 h 20000"/>
                </a:gdLst>
                <a:ahLst/>
                <a:cxnLst>
                  <a:cxn ang="0">
                    <a:pos x="T0" y="T1"/>
                  </a:cxn>
                  <a:cxn ang="0">
                    <a:pos x="T2" y="T3"/>
                  </a:cxn>
                </a:cxnLst>
                <a:rect l="0" t="0" r="r" b="b"/>
                <a:pathLst>
                  <a:path w="20000" h="20000">
                    <a:moveTo>
                      <a:pt x="0" y="1989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98443" name="Arc 75"/>
              <p:cNvSpPr>
                <a:spLocks/>
              </p:cNvSpPr>
              <p:nvPr/>
            </p:nvSpPr>
            <p:spPr bwMode="auto">
              <a:xfrm>
                <a:off x="1523" y="1333"/>
                <a:ext cx="134" cy="163"/>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98444" name="Arc 76"/>
              <p:cNvSpPr>
                <a:spLocks/>
              </p:cNvSpPr>
              <p:nvPr/>
            </p:nvSpPr>
            <p:spPr bwMode="auto">
              <a:xfrm flipH="1">
                <a:off x="1391" y="1333"/>
                <a:ext cx="132" cy="163"/>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98445" name="Freeform 77"/>
              <p:cNvSpPr>
                <a:spLocks/>
              </p:cNvSpPr>
              <p:nvPr/>
            </p:nvSpPr>
            <p:spPr bwMode="auto">
              <a:xfrm>
                <a:off x="1655" y="1478"/>
                <a:ext cx="1" cy="114"/>
              </a:xfrm>
              <a:custGeom>
                <a:avLst/>
                <a:gdLst>
                  <a:gd name="T0" fmla="*/ 0 w 20000"/>
                  <a:gd name="T1" fmla="*/ 19890 h 20000"/>
                  <a:gd name="T2" fmla="*/ 0 w 20000"/>
                  <a:gd name="T3" fmla="*/ 0 h 20000"/>
                </a:gdLst>
                <a:ahLst/>
                <a:cxnLst>
                  <a:cxn ang="0">
                    <a:pos x="T0" y="T1"/>
                  </a:cxn>
                  <a:cxn ang="0">
                    <a:pos x="T2" y="T3"/>
                  </a:cxn>
                </a:cxnLst>
                <a:rect l="0" t="0" r="r" b="b"/>
                <a:pathLst>
                  <a:path w="20000" h="20000">
                    <a:moveTo>
                      <a:pt x="0" y="1989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698446" name="Group 78"/>
            <p:cNvGrpSpPr>
              <a:grpSpLocks/>
            </p:cNvGrpSpPr>
            <p:nvPr/>
          </p:nvGrpSpPr>
          <p:grpSpPr bwMode="auto">
            <a:xfrm>
              <a:off x="2168" y="637"/>
              <a:ext cx="533" cy="112"/>
              <a:chOff x="792" y="1150"/>
              <a:chExt cx="773" cy="161"/>
            </a:xfrm>
          </p:grpSpPr>
          <p:grpSp>
            <p:nvGrpSpPr>
              <p:cNvPr id="698447" name="Group 79"/>
              <p:cNvGrpSpPr>
                <a:grpSpLocks/>
              </p:cNvGrpSpPr>
              <p:nvPr/>
            </p:nvGrpSpPr>
            <p:grpSpPr bwMode="auto">
              <a:xfrm>
                <a:off x="792" y="1152"/>
                <a:ext cx="311" cy="159"/>
                <a:chOff x="1125" y="1332"/>
                <a:chExt cx="532" cy="260"/>
              </a:xfrm>
            </p:grpSpPr>
            <p:sp>
              <p:nvSpPr>
                <p:cNvPr id="698448" name="Arc 80"/>
                <p:cNvSpPr>
                  <a:spLocks/>
                </p:cNvSpPr>
                <p:nvPr/>
              </p:nvSpPr>
              <p:spPr bwMode="auto">
                <a:xfrm>
                  <a:off x="1258" y="1332"/>
                  <a:ext cx="133" cy="163"/>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98449" name="Arc 81"/>
                <p:cNvSpPr>
                  <a:spLocks/>
                </p:cNvSpPr>
                <p:nvPr/>
              </p:nvSpPr>
              <p:spPr bwMode="auto">
                <a:xfrm flipH="1">
                  <a:off x="1125" y="1332"/>
                  <a:ext cx="132" cy="163"/>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98450" name="Freeform 82"/>
                <p:cNvSpPr>
                  <a:spLocks/>
                </p:cNvSpPr>
                <p:nvPr/>
              </p:nvSpPr>
              <p:spPr bwMode="auto">
                <a:xfrm>
                  <a:off x="1126" y="1480"/>
                  <a:ext cx="1" cy="111"/>
                </a:xfrm>
                <a:custGeom>
                  <a:avLst/>
                  <a:gdLst>
                    <a:gd name="T0" fmla="*/ 0 w 20000"/>
                    <a:gd name="T1" fmla="*/ 19886 h 20000"/>
                    <a:gd name="T2" fmla="*/ 0 w 20000"/>
                    <a:gd name="T3" fmla="*/ 0 h 20000"/>
                  </a:gdLst>
                  <a:ahLst/>
                  <a:cxnLst>
                    <a:cxn ang="0">
                      <a:pos x="T0" y="T1"/>
                    </a:cxn>
                    <a:cxn ang="0">
                      <a:pos x="T2" y="T3"/>
                    </a:cxn>
                  </a:cxnLst>
                  <a:rect l="0" t="0" r="r" b="b"/>
                  <a:pathLst>
                    <a:path w="20000" h="20000">
                      <a:moveTo>
                        <a:pt x="0" y="19886"/>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98451" name="Freeform 83"/>
                <p:cNvSpPr>
                  <a:spLocks/>
                </p:cNvSpPr>
                <p:nvPr/>
              </p:nvSpPr>
              <p:spPr bwMode="auto">
                <a:xfrm>
                  <a:off x="1393" y="1478"/>
                  <a:ext cx="1" cy="114"/>
                </a:xfrm>
                <a:custGeom>
                  <a:avLst/>
                  <a:gdLst>
                    <a:gd name="T0" fmla="*/ 0 w 20000"/>
                    <a:gd name="T1" fmla="*/ 19890 h 20000"/>
                    <a:gd name="T2" fmla="*/ 0 w 20000"/>
                    <a:gd name="T3" fmla="*/ 0 h 20000"/>
                  </a:gdLst>
                  <a:ahLst/>
                  <a:cxnLst>
                    <a:cxn ang="0">
                      <a:pos x="T0" y="T1"/>
                    </a:cxn>
                    <a:cxn ang="0">
                      <a:pos x="T2" y="T3"/>
                    </a:cxn>
                  </a:cxnLst>
                  <a:rect l="0" t="0" r="r" b="b"/>
                  <a:pathLst>
                    <a:path w="20000" h="20000">
                      <a:moveTo>
                        <a:pt x="0" y="1989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98452" name="Arc 84"/>
                <p:cNvSpPr>
                  <a:spLocks/>
                </p:cNvSpPr>
                <p:nvPr/>
              </p:nvSpPr>
              <p:spPr bwMode="auto">
                <a:xfrm>
                  <a:off x="1523" y="1333"/>
                  <a:ext cx="134" cy="163"/>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98453" name="Arc 85"/>
                <p:cNvSpPr>
                  <a:spLocks/>
                </p:cNvSpPr>
                <p:nvPr/>
              </p:nvSpPr>
              <p:spPr bwMode="auto">
                <a:xfrm flipH="1">
                  <a:off x="1391" y="1333"/>
                  <a:ext cx="132" cy="163"/>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98454" name="Freeform 86"/>
                <p:cNvSpPr>
                  <a:spLocks/>
                </p:cNvSpPr>
                <p:nvPr/>
              </p:nvSpPr>
              <p:spPr bwMode="auto">
                <a:xfrm>
                  <a:off x="1655" y="1478"/>
                  <a:ext cx="1" cy="114"/>
                </a:xfrm>
                <a:custGeom>
                  <a:avLst/>
                  <a:gdLst>
                    <a:gd name="T0" fmla="*/ 0 w 20000"/>
                    <a:gd name="T1" fmla="*/ 19890 h 20000"/>
                    <a:gd name="T2" fmla="*/ 0 w 20000"/>
                    <a:gd name="T3" fmla="*/ 0 h 20000"/>
                  </a:gdLst>
                  <a:ahLst/>
                  <a:cxnLst>
                    <a:cxn ang="0">
                      <a:pos x="T0" y="T1"/>
                    </a:cxn>
                    <a:cxn ang="0">
                      <a:pos x="T2" y="T3"/>
                    </a:cxn>
                  </a:cxnLst>
                  <a:rect l="0" t="0" r="r" b="b"/>
                  <a:pathLst>
                    <a:path w="20000" h="20000">
                      <a:moveTo>
                        <a:pt x="0" y="1989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698455" name="Arc 87"/>
              <p:cNvSpPr>
                <a:spLocks/>
              </p:cNvSpPr>
              <p:nvPr/>
            </p:nvSpPr>
            <p:spPr bwMode="auto">
              <a:xfrm>
                <a:off x="1179" y="1152"/>
                <a:ext cx="78" cy="1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98456" name="Arc 88"/>
              <p:cNvSpPr>
                <a:spLocks/>
              </p:cNvSpPr>
              <p:nvPr/>
            </p:nvSpPr>
            <p:spPr bwMode="auto">
              <a:xfrm flipH="1">
                <a:off x="1101" y="1152"/>
                <a:ext cx="77" cy="1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98457" name="Freeform 89"/>
              <p:cNvSpPr>
                <a:spLocks/>
              </p:cNvSpPr>
              <p:nvPr/>
            </p:nvSpPr>
            <p:spPr bwMode="auto">
              <a:xfrm>
                <a:off x="1258" y="1235"/>
                <a:ext cx="0" cy="70"/>
              </a:xfrm>
              <a:custGeom>
                <a:avLst/>
                <a:gdLst>
                  <a:gd name="T0" fmla="*/ 0 w 20000"/>
                  <a:gd name="T1" fmla="*/ 19890 h 20000"/>
                  <a:gd name="T2" fmla="*/ 0 w 20000"/>
                  <a:gd name="T3" fmla="*/ 0 h 20000"/>
                </a:gdLst>
                <a:ahLst/>
                <a:cxnLst>
                  <a:cxn ang="0">
                    <a:pos x="T0" y="T1"/>
                  </a:cxn>
                  <a:cxn ang="0">
                    <a:pos x="T2" y="T3"/>
                  </a:cxn>
                </a:cxnLst>
                <a:rect l="0" t="0" r="r" b="b"/>
                <a:pathLst>
                  <a:path w="20000" h="20000">
                    <a:moveTo>
                      <a:pt x="0" y="1989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98458" name="Arc 90"/>
              <p:cNvSpPr>
                <a:spLocks/>
              </p:cNvSpPr>
              <p:nvPr/>
            </p:nvSpPr>
            <p:spPr bwMode="auto">
              <a:xfrm>
                <a:off x="1334" y="1150"/>
                <a:ext cx="78" cy="99"/>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98459" name="Arc 91"/>
              <p:cNvSpPr>
                <a:spLocks/>
              </p:cNvSpPr>
              <p:nvPr/>
            </p:nvSpPr>
            <p:spPr bwMode="auto">
              <a:xfrm flipH="1">
                <a:off x="1257" y="1150"/>
                <a:ext cx="77" cy="99"/>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98460" name="Freeform 92"/>
              <p:cNvSpPr>
                <a:spLocks/>
              </p:cNvSpPr>
              <p:nvPr/>
            </p:nvSpPr>
            <p:spPr bwMode="auto">
              <a:xfrm>
                <a:off x="1411" y="1238"/>
                <a:ext cx="0" cy="70"/>
              </a:xfrm>
              <a:custGeom>
                <a:avLst/>
                <a:gdLst>
                  <a:gd name="T0" fmla="*/ 0 w 20000"/>
                  <a:gd name="T1" fmla="*/ 19890 h 20000"/>
                  <a:gd name="T2" fmla="*/ 0 w 20000"/>
                  <a:gd name="T3" fmla="*/ 0 h 20000"/>
                </a:gdLst>
                <a:ahLst/>
                <a:cxnLst>
                  <a:cxn ang="0">
                    <a:pos x="T0" y="T1"/>
                  </a:cxn>
                  <a:cxn ang="0">
                    <a:pos x="T2" y="T3"/>
                  </a:cxn>
                </a:cxnLst>
                <a:rect l="0" t="0" r="r" b="b"/>
                <a:pathLst>
                  <a:path w="20000" h="20000">
                    <a:moveTo>
                      <a:pt x="0" y="1989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98461" name="Arc 93"/>
              <p:cNvSpPr>
                <a:spLocks/>
              </p:cNvSpPr>
              <p:nvPr/>
            </p:nvSpPr>
            <p:spPr bwMode="auto">
              <a:xfrm>
                <a:off x="1487" y="1153"/>
                <a:ext cx="78" cy="99"/>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98462" name="Arc 94"/>
              <p:cNvSpPr>
                <a:spLocks/>
              </p:cNvSpPr>
              <p:nvPr/>
            </p:nvSpPr>
            <p:spPr bwMode="auto">
              <a:xfrm flipH="1">
                <a:off x="1410" y="1153"/>
                <a:ext cx="77" cy="99"/>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98463" name="Freeform 95"/>
              <p:cNvSpPr>
                <a:spLocks/>
              </p:cNvSpPr>
              <p:nvPr/>
            </p:nvSpPr>
            <p:spPr bwMode="auto">
              <a:xfrm>
                <a:off x="1564" y="1241"/>
                <a:ext cx="0" cy="70"/>
              </a:xfrm>
              <a:custGeom>
                <a:avLst/>
                <a:gdLst>
                  <a:gd name="T0" fmla="*/ 0 w 20000"/>
                  <a:gd name="T1" fmla="*/ 19890 h 20000"/>
                  <a:gd name="T2" fmla="*/ 0 w 20000"/>
                  <a:gd name="T3" fmla="*/ 0 h 20000"/>
                </a:gdLst>
                <a:ahLst/>
                <a:cxnLst>
                  <a:cxn ang="0">
                    <a:pos x="T0" y="T1"/>
                  </a:cxn>
                  <a:cxn ang="0">
                    <a:pos x="T2" y="T3"/>
                  </a:cxn>
                </a:cxnLst>
                <a:rect l="0" t="0" r="r" b="b"/>
                <a:pathLst>
                  <a:path w="20000" h="20000">
                    <a:moveTo>
                      <a:pt x="0" y="1989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698464" name="Group 96"/>
            <p:cNvGrpSpPr>
              <a:grpSpLocks/>
            </p:cNvGrpSpPr>
            <p:nvPr/>
          </p:nvGrpSpPr>
          <p:grpSpPr bwMode="auto">
            <a:xfrm>
              <a:off x="2165" y="1210"/>
              <a:ext cx="533" cy="112"/>
              <a:chOff x="792" y="1150"/>
              <a:chExt cx="773" cy="161"/>
            </a:xfrm>
          </p:grpSpPr>
          <p:grpSp>
            <p:nvGrpSpPr>
              <p:cNvPr id="698465" name="Group 97"/>
              <p:cNvGrpSpPr>
                <a:grpSpLocks/>
              </p:cNvGrpSpPr>
              <p:nvPr/>
            </p:nvGrpSpPr>
            <p:grpSpPr bwMode="auto">
              <a:xfrm>
                <a:off x="792" y="1152"/>
                <a:ext cx="311" cy="159"/>
                <a:chOff x="1125" y="1332"/>
                <a:chExt cx="532" cy="260"/>
              </a:xfrm>
            </p:grpSpPr>
            <p:sp>
              <p:nvSpPr>
                <p:cNvPr id="698466" name="Arc 98"/>
                <p:cNvSpPr>
                  <a:spLocks/>
                </p:cNvSpPr>
                <p:nvPr/>
              </p:nvSpPr>
              <p:spPr bwMode="auto">
                <a:xfrm>
                  <a:off x="1258" y="1332"/>
                  <a:ext cx="133" cy="163"/>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98467" name="Arc 99"/>
                <p:cNvSpPr>
                  <a:spLocks/>
                </p:cNvSpPr>
                <p:nvPr/>
              </p:nvSpPr>
              <p:spPr bwMode="auto">
                <a:xfrm flipH="1">
                  <a:off x="1125" y="1332"/>
                  <a:ext cx="132" cy="163"/>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98468" name="Freeform 100"/>
                <p:cNvSpPr>
                  <a:spLocks/>
                </p:cNvSpPr>
                <p:nvPr/>
              </p:nvSpPr>
              <p:spPr bwMode="auto">
                <a:xfrm>
                  <a:off x="1126" y="1480"/>
                  <a:ext cx="1" cy="111"/>
                </a:xfrm>
                <a:custGeom>
                  <a:avLst/>
                  <a:gdLst>
                    <a:gd name="T0" fmla="*/ 0 w 20000"/>
                    <a:gd name="T1" fmla="*/ 19886 h 20000"/>
                    <a:gd name="T2" fmla="*/ 0 w 20000"/>
                    <a:gd name="T3" fmla="*/ 0 h 20000"/>
                  </a:gdLst>
                  <a:ahLst/>
                  <a:cxnLst>
                    <a:cxn ang="0">
                      <a:pos x="T0" y="T1"/>
                    </a:cxn>
                    <a:cxn ang="0">
                      <a:pos x="T2" y="T3"/>
                    </a:cxn>
                  </a:cxnLst>
                  <a:rect l="0" t="0" r="r" b="b"/>
                  <a:pathLst>
                    <a:path w="20000" h="20000">
                      <a:moveTo>
                        <a:pt x="0" y="19886"/>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98469" name="Freeform 101"/>
                <p:cNvSpPr>
                  <a:spLocks/>
                </p:cNvSpPr>
                <p:nvPr/>
              </p:nvSpPr>
              <p:spPr bwMode="auto">
                <a:xfrm>
                  <a:off x="1393" y="1478"/>
                  <a:ext cx="1" cy="114"/>
                </a:xfrm>
                <a:custGeom>
                  <a:avLst/>
                  <a:gdLst>
                    <a:gd name="T0" fmla="*/ 0 w 20000"/>
                    <a:gd name="T1" fmla="*/ 19890 h 20000"/>
                    <a:gd name="T2" fmla="*/ 0 w 20000"/>
                    <a:gd name="T3" fmla="*/ 0 h 20000"/>
                  </a:gdLst>
                  <a:ahLst/>
                  <a:cxnLst>
                    <a:cxn ang="0">
                      <a:pos x="T0" y="T1"/>
                    </a:cxn>
                    <a:cxn ang="0">
                      <a:pos x="T2" y="T3"/>
                    </a:cxn>
                  </a:cxnLst>
                  <a:rect l="0" t="0" r="r" b="b"/>
                  <a:pathLst>
                    <a:path w="20000" h="20000">
                      <a:moveTo>
                        <a:pt x="0" y="1989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98470" name="Arc 102"/>
                <p:cNvSpPr>
                  <a:spLocks/>
                </p:cNvSpPr>
                <p:nvPr/>
              </p:nvSpPr>
              <p:spPr bwMode="auto">
                <a:xfrm>
                  <a:off x="1523" y="1333"/>
                  <a:ext cx="134" cy="163"/>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98471" name="Arc 103"/>
                <p:cNvSpPr>
                  <a:spLocks/>
                </p:cNvSpPr>
                <p:nvPr/>
              </p:nvSpPr>
              <p:spPr bwMode="auto">
                <a:xfrm flipH="1">
                  <a:off x="1391" y="1333"/>
                  <a:ext cx="132" cy="163"/>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98472" name="Freeform 104"/>
                <p:cNvSpPr>
                  <a:spLocks/>
                </p:cNvSpPr>
                <p:nvPr/>
              </p:nvSpPr>
              <p:spPr bwMode="auto">
                <a:xfrm>
                  <a:off x="1655" y="1478"/>
                  <a:ext cx="1" cy="114"/>
                </a:xfrm>
                <a:custGeom>
                  <a:avLst/>
                  <a:gdLst>
                    <a:gd name="T0" fmla="*/ 0 w 20000"/>
                    <a:gd name="T1" fmla="*/ 19890 h 20000"/>
                    <a:gd name="T2" fmla="*/ 0 w 20000"/>
                    <a:gd name="T3" fmla="*/ 0 h 20000"/>
                  </a:gdLst>
                  <a:ahLst/>
                  <a:cxnLst>
                    <a:cxn ang="0">
                      <a:pos x="T0" y="T1"/>
                    </a:cxn>
                    <a:cxn ang="0">
                      <a:pos x="T2" y="T3"/>
                    </a:cxn>
                  </a:cxnLst>
                  <a:rect l="0" t="0" r="r" b="b"/>
                  <a:pathLst>
                    <a:path w="20000" h="20000">
                      <a:moveTo>
                        <a:pt x="0" y="1989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698473" name="Arc 105"/>
              <p:cNvSpPr>
                <a:spLocks/>
              </p:cNvSpPr>
              <p:nvPr/>
            </p:nvSpPr>
            <p:spPr bwMode="auto">
              <a:xfrm>
                <a:off x="1179" y="1152"/>
                <a:ext cx="78" cy="1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98474" name="Arc 106"/>
              <p:cNvSpPr>
                <a:spLocks/>
              </p:cNvSpPr>
              <p:nvPr/>
            </p:nvSpPr>
            <p:spPr bwMode="auto">
              <a:xfrm flipH="1">
                <a:off x="1101" y="1152"/>
                <a:ext cx="77" cy="1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98475" name="Freeform 107"/>
              <p:cNvSpPr>
                <a:spLocks/>
              </p:cNvSpPr>
              <p:nvPr/>
            </p:nvSpPr>
            <p:spPr bwMode="auto">
              <a:xfrm>
                <a:off x="1258" y="1235"/>
                <a:ext cx="0" cy="70"/>
              </a:xfrm>
              <a:custGeom>
                <a:avLst/>
                <a:gdLst>
                  <a:gd name="T0" fmla="*/ 0 w 20000"/>
                  <a:gd name="T1" fmla="*/ 19890 h 20000"/>
                  <a:gd name="T2" fmla="*/ 0 w 20000"/>
                  <a:gd name="T3" fmla="*/ 0 h 20000"/>
                </a:gdLst>
                <a:ahLst/>
                <a:cxnLst>
                  <a:cxn ang="0">
                    <a:pos x="T0" y="T1"/>
                  </a:cxn>
                  <a:cxn ang="0">
                    <a:pos x="T2" y="T3"/>
                  </a:cxn>
                </a:cxnLst>
                <a:rect l="0" t="0" r="r" b="b"/>
                <a:pathLst>
                  <a:path w="20000" h="20000">
                    <a:moveTo>
                      <a:pt x="0" y="1989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98476" name="Arc 108"/>
              <p:cNvSpPr>
                <a:spLocks/>
              </p:cNvSpPr>
              <p:nvPr/>
            </p:nvSpPr>
            <p:spPr bwMode="auto">
              <a:xfrm>
                <a:off x="1334" y="1150"/>
                <a:ext cx="78" cy="99"/>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98477" name="Arc 109"/>
              <p:cNvSpPr>
                <a:spLocks/>
              </p:cNvSpPr>
              <p:nvPr/>
            </p:nvSpPr>
            <p:spPr bwMode="auto">
              <a:xfrm flipH="1">
                <a:off x="1257" y="1150"/>
                <a:ext cx="77" cy="99"/>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98478" name="Freeform 110"/>
              <p:cNvSpPr>
                <a:spLocks/>
              </p:cNvSpPr>
              <p:nvPr/>
            </p:nvSpPr>
            <p:spPr bwMode="auto">
              <a:xfrm>
                <a:off x="1411" y="1238"/>
                <a:ext cx="0" cy="70"/>
              </a:xfrm>
              <a:custGeom>
                <a:avLst/>
                <a:gdLst>
                  <a:gd name="T0" fmla="*/ 0 w 20000"/>
                  <a:gd name="T1" fmla="*/ 19890 h 20000"/>
                  <a:gd name="T2" fmla="*/ 0 w 20000"/>
                  <a:gd name="T3" fmla="*/ 0 h 20000"/>
                </a:gdLst>
                <a:ahLst/>
                <a:cxnLst>
                  <a:cxn ang="0">
                    <a:pos x="T0" y="T1"/>
                  </a:cxn>
                  <a:cxn ang="0">
                    <a:pos x="T2" y="T3"/>
                  </a:cxn>
                </a:cxnLst>
                <a:rect l="0" t="0" r="r" b="b"/>
                <a:pathLst>
                  <a:path w="20000" h="20000">
                    <a:moveTo>
                      <a:pt x="0" y="1989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98479" name="Arc 111"/>
              <p:cNvSpPr>
                <a:spLocks/>
              </p:cNvSpPr>
              <p:nvPr/>
            </p:nvSpPr>
            <p:spPr bwMode="auto">
              <a:xfrm>
                <a:off x="1487" y="1153"/>
                <a:ext cx="78" cy="99"/>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98480" name="Arc 112"/>
              <p:cNvSpPr>
                <a:spLocks/>
              </p:cNvSpPr>
              <p:nvPr/>
            </p:nvSpPr>
            <p:spPr bwMode="auto">
              <a:xfrm flipH="1">
                <a:off x="1410" y="1153"/>
                <a:ext cx="77" cy="99"/>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98481" name="Freeform 113"/>
              <p:cNvSpPr>
                <a:spLocks/>
              </p:cNvSpPr>
              <p:nvPr/>
            </p:nvSpPr>
            <p:spPr bwMode="auto">
              <a:xfrm>
                <a:off x="1564" y="1241"/>
                <a:ext cx="0" cy="70"/>
              </a:xfrm>
              <a:custGeom>
                <a:avLst/>
                <a:gdLst>
                  <a:gd name="T0" fmla="*/ 0 w 20000"/>
                  <a:gd name="T1" fmla="*/ 19890 h 20000"/>
                  <a:gd name="T2" fmla="*/ 0 w 20000"/>
                  <a:gd name="T3" fmla="*/ 0 h 20000"/>
                </a:gdLst>
                <a:ahLst/>
                <a:cxnLst>
                  <a:cxn ang="0">
                    <a:pos x="T0" y="T1"/>
                  </a:cxn>
                  <a:cxn ang="0">
                    <a:pos x="T2" y="T3"/>
                  </a:cxn>
                </a:cxnLst>
                <a:rect l="0" t="0" r="r" b="b"/>
                <a:pathLst>
                  <a:path w="20000" h="20000">
                    <a:moveTo>
                      <a:pt x="0" y="1989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698482" name="Group 114"/>
            <p:cNvGrpSpPr>
              <a:grpSpLocks/>
            </p:cNvGrpSpPr>
            <p:nvPr/>
          </p:nvGrpSpPr>
          <p:grpSpPr bwMode="auto">
            <a:xfrm>
              <a:off x="2165" y="919"/>
              <a:ext cx="533" cy="112"/>
              <a:chOff x="792" y="1150"/>
              <a:chExt cx="773" cy="161"/>
            </a:xfrm>
          </p:grpSpPr>
          <p:grpSp>
            <p:nvGrpSpPr>
              <p:cNvPr id="698483" name="Group 115"/>
              <p:cNvGrpSpPr>
                <a:grpSpLocks/>
              </p:cNvGrpSpPr>
              <p:nvPr/>
            </p:nvGrpSpPr>
            <p:grpSpPr bwMode="auto">
              <a:xfrm>
                <a:off x="792" y="1152"/>
                <a:ext cx="311" cy="159"/>
                <a:chOff x="1125" y="1332"/>
                <a:chExt cx="532" cy="260"/>
              </a:xfrm>
            </p:grpSpPr>
            <p:sp>
              <p:nvSpPr>
                <p:cNvPr id="698484" name="Arc 116"/>
                <p:cNvSpPr>
                  <a:spLocks/>
                </p:cNvSpPr>
                <p:nvPr/>
              </p:nvSpPr>
              <p:spPr bwMode="auto">
                <a:xfrm>
                  <a:off x="1258" y="1332"/>
                  <a:ext cx="133" cy="163"/>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98485" name="Arc 117"/>
                <p:cNvSpPr>
                  <a:spLocks/>
                </p:cNvSpPr>
                <p:nvPr/>
              </p:nvSpPr>
              <p:spPr bwMode="auto">
                <a:xfrm flipH="1">
                  <a:off x="1125" y="1332"/>
                  <a:ext cx="132" cy="163"/>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98486" name="Freeform 118"/>
                <p:cNvSpPr>
                  <a:spLocks/>
                </p:cNvSpPr>
                <p:nvPr/>
              </p:nvSpPr>
              <p:spPr bwMode="auto">
                <a:xfrm>
                  <a:off x="1126" y="1480"/>
                  <a:ext cx="1" cy="111"/>
                </a:xfrm>
                <a:custGeom>
                  <a:avLst/>
                  <a:gdLst>
                    <a:gd name="T0" fmla="*/ 0 w 20000"/>
                    <a:gd name="T1" fmla="*/ 19886 h 20000"/>
                    <a:gd name="T2" fmla="*/ 0 w 20000"/>
                    <a:gd name="T3" fmla="*/ 0 h 20000"/>
                  </a:gdLst>
                  <a:ahLst/>
                  <a:cxnLst>
                    <a:cxn ang="0">
                      <a:pos x="T0" y="T1"/>
                    </a:cxn>
                    <a:cxn ang="0">
                      <a:pos x="T2" y="T3"/>
                    </a:cxn>
                  </a:cxnLst>
                  <a:rect l="0" t="0" r="r" b="b"/>
                  <a:pathLst>
                    <a:path w="20000" h="20000">
                      <a:moveTo>
                        <a:pt x="0" y="19886"/>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98487" name="Freeform 119"/>
                <p:cNvSpPr>
                  <a:spLocks/>
                </p:cNvSpPr>
                <p:nvPr/>
              </p:nvSpPr>
              <p:spPr bwMode="auto">
                <a:xfrm>
                  <a:off x="1393" y="1478"/>
                  <a:ext cx="1" cy="114"/>
                </a:xfrm>
                <a:custGeom>
                  <a:avLst/>
                  <a:gdLst>
                    <a:gd name="T0" fmla="*/ 0 w 20000"/>
                    <a:gd name="T1" fmla="*/ 19890 h 20000"/>
                    <a:gd name="T2" fmla="*/ 0 w 20000"/>
                    <a:gd name="T3" fmla="*/ 0 h 20000"/>
                  </a:gdLst>
                  <a:ahLst/>
                  <a:cxnLst>
                    <a:cxn ang="0">
                      <a:pos x="T0" y="T1"/>
                    </a:cxn>
                    <a:cxn ang="0">
                      <a:pos x="T2" y="T3"/>
                    </a:cxn>
                  </a:cxnLst>
                  <a:rect l="0" t="0" r="r" b="b"/>
                  <a:pathLst>
                    <a:path w="20000" h="20000">
                      <a:moveTo>
                        <a:pt x="0" y="1989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98488" name="Arc 120"/>
                <p:cNvSpPr>
                  <a:spLocks/>
                </p:cNvSpPr>
                <p:nvPr/>
              </p:nvSpPr>
              <p:spPr bwMode="auto">
                <a:xfrm>
                  <a:off x="1523" y="1333"/>
                  <a:ext cx="134" cy="163"/>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98489" name="Arc 121"/>
                <p:cNvSpPr>
                  <a:spLocks/>
                </p:cNvSpPr>
                <p:nvPr/>
              </p:nvSpPr>
              <p:spPr bwMode="auto">
                <a:xfrm flipH="1">
                  <a:off x="1391" y="1333"/>
                  <a:ext cx="132" cy="163"/>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98490" name="Freeform 122"/>
                <p:cNvSpPr>
                  <a:spLocks/>
                </p:cNvSpPr>
                <p:nvPr/>
              </p:nvSpPr>
              <p:spPr bwMode="auto">
                <a:xfrm>
                  <a:off x="1655" y="1478"/>
                  <a:ext cx="1" cy="114"/>
                </a:xfrm>
                <a:custGeom>
                  <a:avLst/>
                  <a:gdLst>
                    <a:gd name="T0" fmla="*/ 0 w 20000"/>
                    <a:gd name="T1" fmla="*/ 19890 h 20000"/>
                    <a:gd name="T2" fmla="*/ 0 w 20000"/>
                    <a:gd name="T3" fmla="*/ 0 h 20000"/>
                  </a:gdLst>
                  <a:ahLst/>
                  <a:cxnLst>
                    <a:cxn ang="0">
                      <a:pos x="T0" y="T1"/>
                    </a:cxn>
                    <a:cxn ang="0">
                      <a:pos x="T2" y="T3"/>
                    </a:cxn>
                  </a:cxnLst>
                  <a:rect l="0" t="0" r="r" b="b"/>
                  <a:pathLst>
                    <a:path w="20000" h="20000">
                      <a:moveTo>
                        <a:pt x="0" y="1989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698491" name="Arc 123"/>
              <p:cNvSpPr>
                <a:spLocks/>
              </p:cNvSpPr>
              <p:nvPr/>
            </p:nvSpPr>
            <p:spPr bwMode="auto">
              <a:xfrm>
                <a:off x="1179" y="1152"/>
                <a:ext cx="78" cy="1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98492" name="Arc 124"/>
              <p:cNvSpPr>
                <a:spLocks/>
              </p:cNvSpPr>
              <p:nvPr/>
            </p:nvSpPr>
            <p:spPr bwMode="auto">
              <a:xfrm flipH="1">
                <a:off x="1101" y="1152"/>
                <a:ext cx="77" cy="1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98493" name="Freeform 125"/>
              <p:cNvSpPr>
                <a:spLocks/>
              </p:cNvSpPr>
              <p:nvPr/>
            </p:nvSpPr>
            <p:spPr bwMode="auto">
              <a:xfrm>
                <a:off x="1258" y="1235"/>
                <a:ext cx="0" cy="70"/>
              </a:xfrm>
              <a:custGeom>
                <a:avLst/>
                <a:gdLst>
                  <a:gd name="T0" fmla="*/ 0 w 20000"/>
                  <a:gd name="T1" fmla="*/ 19890 h 20000"/>
                  <a:gd name="T2" fmla="*/ 0 w 20000"/>
                  <a:gd name="T3" fmla="*/ 0 h 20000"/>
                </a:gdLst>
                <a:ahLst/>
                <a:cxnLst>
                  <a:cxn ang="0">
                    <a:pos x="T0" y="T1"/>
                  </a:cxn>
                  <a:cxn ang="0">
                    <a:pos x="T2" y="T3"/>
                  </a:cxn>
                </a:cxnLst>
                <a:rect l="0" t="0" r="r" b="b"/>
                <a:pathLst>
                  <a:path w="20000" h="20000">
                    <a:moveTo>
                      <a:pt x="0" y="1989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98494" name="Arc 126"/>
              <p:cNvSpPr>
                <a:spLocks/>
              </p:cNvSpPr>
              <p:nvPr/>
            </p:nvSpPr>
            <p:spPr bwMode="auto">
              <a:xfrm>
                <a:off x="1334" y="1150"/>
                <a:ext cx="78" cy="99"/>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98495" name="Arc 127"/>
              <p:cNvSpPr>
                <a:spLocks/>
              </p:cNvSpPr>
              <p:nvPr/>
            </p:nvSpPr>
            <p:spPr bwMode="auto">
              <a:xfrm flipH="1">
                <a:off x="1257" y="1150"/>
                <a:ext cx="77" cy="99"/>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98496" name="Freeform 128"/>
              <p:cNvSpPr>
                <a:spLocks/>
              </p:cNvSpPr>
              <p:nvPr/>
            </p:nvSpPr>
            <p:spPr bwMode="auto">
              <a:xfrm>
                <a:off x="1411" y="1238"/>
                <a:ext cx="0" cy="70"/>
              </a:xfrm>
              <a:custGeom>
                <a:avLst/>
                <a:gdLst>
                  <a:gd name="T0" fmla="*/ 0 w 20000"/>
                  <a:gd name="T1" fmla="*/ 19890 h 20000"/>
                  <a:gd name="T2" fmla="*/ 0 w 20000"/>
                  <a:gd name="T3" fmla="*/ 0 h 20000"/>
                </a:gdLst>
                <a:ahLst/>
                <a:cxnLst>
                  <a:cxn ang="0">
                    <a:pos x="T0" y="T1"/>
                  </a:cxn>
                  <a:cxn ang="0">
                    <a:pos x="T2" y="T3"/>
                  </a:cxn>
                </a:cxnLst>
                <a:rect l="0" t="0" r="r" b="b"/>
                <a:pathLst>
                  <a:path w="20000" h="20000">
                    <a:moveTo>
                      <a:pt x="0" y="1989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98497" name="Arc 129"/>
              <p:cNvSpPr>
                <a:spLocks/>
              </p:cNvSpPr>
              <p:nvPr/>
            </p:nvSpPr>
            <p:spPr bwMode="auto">
              <a:xfrm>
                <a:off x="1487" y="1153"/>
                <a:ext cx="78" cy="99"/>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98498" name="Arc 130"/>
              <p:cNvSpPr>
                <a:spLocks/>
              </p:cNvSpPr>
              <p:nvPr/>
            </p:nvSpPr>
            <p:spPr bwMode="auto">
              <a:xfrm flipH="1">
                <a:off x="1410" y="1153"/>
                <a:ext cx="77" cy="99"/>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98499" name="Freeform 131"/>
              <p:cNvSpPr>
                <a:spLocks/>
              </p:cNvSpPr>
              <p:nvPr/>
            </p:nvSpPr>
            <p:spPr bwMode="auto">
              <a:xfrm>
                <a:off x="1564" y="1241"/>
                <a:ext cx="0" cy="70"/>
              </a:xfrm>
              <a:custGeom>
                <a:avLst/>
                <a:gdLst>
                  <a:gd name="T0" fmla="*/ 0 w 20000"/>
                  <a:gd name="T1" fmla="*/ 19890 h 20000"/>
                  <a:gd name="T2" fmla="*/ 0 w 20000"/>
                  <a:gd name="T3" fmla="*/ 0 h 20000"/>
                </a:gdLst>
                <a:ahLst/>
                <a:cxnLst>
                  <a:cxn ang="0">
                    <a:pos x="T0" y="T1"/>
                  </a:cxn>
                  <a:cxn ang="0">
                    <a:pos x="T2" y="T3"/>
                  </a:cxn>
                </a:cxnLst>
                <a:rect l="0" t="0" r="r" b="b"/>
                <a:pathLst>
                  <a:path w="20000" h="20000">
                    <a:moveTo>
                      <a:pt x="0" y="1989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698500" name="Oval 132"/>
            <p:cNvSpPr>
              <a:spLocks noChangeArrowheads="1"/>
            </p:cNvSpPr>
            <p:nvPr/>
          </p:nvSpPr>
          <p:spPr bwMode="auto">
            <a:xfrm>
              <a:off x="2093" y="714"/>
              <a:ext cx="47" cy="47"/>
            </a:xfrm>
            <a:prstGeom prst="ellipse">
              <a:avLst/>
            </a:prstGeom>
            <a:solidFill>
              <a:schemeClr val="bg1"/>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698501" name="Oval 133"/>
            <p:cNvSpPr>
              <a:spLocks noChangeArrowheads="1"/>
            </p:cNvSpPr>
            <p:nvPr/>
          </p:nvSpPr>
          <p:spPr bwMode="auto">
            <a:xfrm>
              <a:off x="2093" y="1008"/>
              <a:ext cx="47" cy="47"/>
            </a:xfrm>
            <a:prstGeom prst="ellipse">
              <a:avLst/>
            </a:prstGeom>
            <a:solidFill>
              <a:schemeClr val="bg1"/>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698502" name="Oval 134"/>
            <p:cNvSpPr>
              <a:spLocks noChangeArrowheads="1"/>
            </p:cNvSpPr>
            <p:nvPr/>
          </p:nvSpPr>
          <p:spPr bwMode="auto">
            <a:xfrm>
              <a:off x="2090" y="1296"/>
              <a:ext cx="47" cy="47"/>
            </a:xfrm>
            <a:prstGeom prst="ellipse">
              <a:avLst/>
            </a:prstGeom>
            <a:solidFill>
              <a:schemeClr val="bg1"/>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pSp>
          <p:nvGrpSpPr>
            <p:cNvPr id="698503" name="Group 135"/>
            <p:cNvGrpSpPr>
              <a:grpSpLocks/>
            </p:cNvGrpSpPr>
            <p:nvPr/>
          </p:nvGrpSpPr>
          <p:grpSpPr bwMode="auto">
            <a:xfrm>
              <a:off x="3149" y="637"/>
              <a:ext cx="533" cy="112"/>
              <a:chOff x="792" y="1150"/>
              <a:chExt cx="773" cy="161"/>
            </a:xfrm>
          </p:grpSpPr>
          <p:grpSp>
            <p:nvGrpSpPr>
              <p:cNvPr id="698504" name="Group 136"/>
              <p:cNvGrpSpPr>
                <a:grpSpLocks/>
              </p:cNvGrpSpPr>
              <p:nvPr/>
            </p:nvGrpSpPr>
            <p:grpSpPr bwMode="auto">
              <a:xfrm>
                <a:off x="792" y="1152"/>
                <a:ext cx="311" cy="159"/>
                <a:chOff x="1125" y="1332"/>
                <a:chExt cx="532" cy="260"/>
              </a:xfrm>
            </p:grpSpPr>
            <p:sp>
              <p:nvSpPr>
                <p:cNvPr id="698505" name="Arc 137"/>
                <p:cNvSpPr>
                  <a:spLocks/>
                </p:cNvSpPr>
                <p:nvPr/>
              </p:nvSpPr>
              <p:spPr bwMode="auto">
                <a:xfrm>
                  <a:off x="1258" y="1332"/>
                  <a:ext cx="133" cy="163"/>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98506" name="Arc 138"/>
                <p:cNvSpPr>
                  <a:spLocks/>
                </p:cNvSpPr>
                <p:nvPr/>
              </p:nvSpPr>
              <p:spPr bwMode="auto">
                <a:xfrm flipH="1">
                  <a:off x="1125" y="1332"/>
                  <a:ext cx="132" cy="163"/>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98507" name="Freeform 139"/>
                <p:cNvSpPr>
                  <a:spLocks/>
                </p:cNvSpPr>
                <p:nvPr/>
              </p:nvSpPr>
              <p:spPr bwMode="auto">
                <a:xfrm>
                  <a:off x="1126" y="1480"/>
                  <a:ext cx="1" cy="111"/>
                </a:xfrm>
                <a:custGeom>
                  <a:avLst/>
                  <a:gdLst>
                    <a:gd name="T0" fmla="*/ 0 w 20000"/>
                    <a:gd name="T1" fmla="*/ 19886 h 20000"/>
                    <a:gd name="T2" fmla="*/ 0 w 20000"/>
                    <a:gd name="T3" fmla="*/ 0 h 20000"/>
                  </a:gdLst>
                  <a:ahLst/>
                  <a:cxnLst>
                    <a:cxn ang="0">
                      <a:pos x="T0" y="T1"/>
                    </a:cxn>
                    <a:cxn ang="0">
                      <a:pos x="T2" y="T3"/>
                    </a:cxn>
                  </a:cxnLst>
                  <a:rect l="0" t="0" r="r" b="b"/>
                  <a:pathLst>
                    <a:path w="20000" h="20000">
                      <a:moveTo>
                        <a:pt x="0" y="19886"/>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98508" name="Freeform 140"/>
                <p:cNvSpPr>
                  <a:spLocks/>
                </p:cNvSpPr>
                <p:nvPr/>
              </p:nvSpPr>
              <p:spPr bwMode="auto">
                <a:xfrm>
                  <a:off x="1393" y="1478"/>
                  <a:ext cx="1" cy="114"/>
                </a:xfrm>
                <a:custGeom>
                  <a:avLst/>
                  <a:gdLst>
                    <a:gd name="T0" fmla="*/ 0 w 20000"/>
                    <a:gd name="T1" fmla="*/ 19890 h 20000"/>
                    <a:gd name="T2" fmla="*/ 0 w 20000"/>
                    <a:gd name="T3" fmla="*/ 0 h 20000"/>
                  </a:gdLst>
                  <a:ahLst/>
                  <a:cxnLst>
                    <a:cxn ang="0">
                      <a:pos x="T0" y="T1"/>
                    </a:cxn>
                    <a:cxn ang="0">
                      <a:pos x="T2" y="T3"/>
                    </a:cxn>
                  </a:cxnLst>
                  <a:rect l="0" t="0" r="r" b="b"/>
                  <a:pathLst>
                    <a:path w="20000" h="20000">
                      <a:moveTo>
                        <a:pt x="0" y="1989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98509" name="Arc 141"/>
                <p:cNvSpPr>
                  <a:spLocks/>
                </p:cNvSpPr>
                <p:nvPr/>
              </p:nvSpPr>
              <p:spPr bwMode="auto">
                <a:xfrm>
                  <a:off x="1523" y="1333"/>
                  <a:ext cx="134" cy="163"/>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98510" name="Arc 142"/>
                <p:cNvSpPr>
                  <a:spLocks/>
                </p:cNvSpPr>
                <p:nvPr/>
              </p:nvSpPr>
              <p:spPr bwMode="auto">
                <a:xfrm flipH="1">
                  <a:off x="1391" y="1333"/>
                  <a:ext cx="132" cy="163"/>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98511" name="Freeform 143"/>
                <p:cNvSpPr>
                  <a:spLocks/>
                </p:cNvSpPr>
                <p:nvPr/>
              </p:nvSpPr>
              <p:spPr bwMode="auto">
                <a:xfrm>
                  <a:off x="1655" y="1478"/>
                  <a:ext cx="1" cy="114"/>
                </a:xfrm>
                <a:custGeom>
                  <a:avLst/>
                  <a:gdLst>
                    <a:gd name="T0" fmla="*/ 0 w 20000"/>
                    <a:gd name="T1" fmla="*/ 19890 h 20000"/>
                    <a:gd name="T2" fmla="*/ 0 w 20000"/>
                    <a:gd name="T3" fmla="*/ 0 h 20000"/>
                  </a:gdLst>
                  <a:ahLst/>
                  <a:cxnLst>
                    <a:cxn ang="0">
                      <a:pos x="T0" y="T1"/>
                    </a:cxn>
                    <a:cxn ang="0">
                      <a:pos x="T2" y="T3"/>
                    </a:cxn>
                  </a:cxnLst>
                  <a:rect l="0" t="0" r="r" b="b"/>
                  <a:pathLst>
                    <a:path w="20000" h="20000">
                      <a:moveTo>
                        <a:pt x="0" y="1989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698512" name="Arc 144"/>
              <p:cNvSpPr>
                <a:spLocks/>
              </p:cNvSpPr>
              <p:nvPr/>
            </p:nvSpPr>
            <p:spPr bwMode="auto">
              <a:xfrm>
                <a:off x="1179" y="1152"/>
                <a:ext cx="78" cy="1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98513" name="Arc 145"/>
              <p:cNvSpPr>
                <a:spLocks/>
              </p:cNvSpPr>
              <p:nvPr/>
            </p:nvSpPr>
            <p:spPr bwMode="auto">
              <a:xfrm flipH="1">
                <a:off x="1101" y="1152"/>
                <a:ext cx="77" cy="1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98514" name="Freeform 146"/>
              <p:cNvSpPr>
                <a:spLocks/>
              </p:cNvSpPr>
              <p:nvPr/>
            </p:nvSpPr>
            <p:spPr bwMode="auto">
              <a:xfrm>
                <a:off x="1258" y="1235"/>
                <a:ext cx="0" cy="70"/>
              </a:xfrm>
              <a:custGeom>
                <a:avLst/>
                <a:gdLst>
                  <a:gd name="T0" fmla="*/ 0 w 20000"/>
                  <a:gd name="T1" fmla="*/ 19890 h 20000"/>
                  <a:gd name="T2" fmla="*/ 0 w 20000"/>
                  <a:gd name="T3" fmla="*/ 0 h 20000"/>
                </a:gdLst>
                <a:ahLst/>
                <a:cxnLst>
                  <a:cxn ang="0">
                    <a:pos x="T0" y="T1"/>
                  </a:cxn>
                  <a:cxn ang="0">
                    <a:pos x="T2" y="T3"/>
                  </a:cxn>
                </a:cxnLst>
                <a:rect l="0" t="0" r="r" b="b"/>
                <a:pathLst>
                  <a:path w="20000" h="20000">
                    <a:moveTo>
                      <a:pt x="0" y="1989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98515" name="Arc 147"/>
              <p:cNvSpPr>
                <a:spLocks/>
              </p:cNvSpPr>
              <p:nvPr/>
            </p:nvSpPr>
            <p:spPr bwMode="auto">
              <a:xfrm>
                <a:off x="1334" y="1150"/>
                <a:ext cx="78" cy="99"/>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98516" name="Arc 148"/>
              <p:cNvSpPr>
                <a:spLocks/>
              </p:cNvSpPr>
              <p:nvPr/>
            </p:nvSpPr>
            <p:spPr bwMode="auto">
              <a:xfrm flipH="1">
                <a:off x="1257" y="1150"/>
                <a:ext cx="77" cy="99"/>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98517" name="Freeform 149"/>
              <p:cNvSpPr>
                <a:spLocks/>
              </p:cNvSpPr>
              <p:nvPr/>
            </p:nvSpPr>
            <p:spPr bwMode="auto">
              <a:xfrm>
                <a:off x="1411" y="1238"/>
                <a:ext cx="0" cy="70"/>
              </a:xfrm>
              <a:custGeom>
                <a:avLst/>
                <a:gdLst>
                  <a:gd name="T0" fmla="*/ 0 w 20000"/>
                  <a:gd name="T1" fmla="*/ 19890 h 20000"/>
                  <a:gd name="T2" fmla="*/ 0 w 20000"/>
                  <a:gd name="T3" fmla="*/ 0 h 20000"/>
                </a:gdLst>
                <a:ahLst/>
                <a:cxnLst>
                  <a:cxn ang="0">
                    <a:pos x="T0" y="T1"/>
                  </a:cxn>
                  <a:cxn ang="0">
                    <a:pos x="T2" y="T3"/>
                  </a:cxn>
                </a:cxnLst>
                <a:rect l="0" t="0" r="r" b="b"/>
                <a:pathLst>
                  <a:path w="20000" h="20000">
                    <a:moveTo>
                      <a:pt x="0" y="1989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98518" name="Arc 150"/>
              <p:cNvSpPr>
                <a:spLocks/>
              </p:cNvSpPr>
              <p:nvPr/>
            </p:nvSpPr>
            <p:spPr bwMode="auto">
              <a:xfrm>
                <a:off x="1487" y="1153"/>
                <a:ext cx="78" cy="99"/>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98519" name="Arc 151"/>
              <p:cNvSpPr>
                <a:spLocks/>
              </p:cNvSpPr>
              <p:nvPr/>
            </p:nvSpPr>
            <p:spPr bwMode="auto">
              <a:xfrm flipH="1">
                <a:off x="1410" y="1153"/>
                <a:ext cx="77" cy="99"/>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98520" name="Freeform 152"/>
              <p:cNvSpPr>
                <a:spLocks/>
              </p:cNvSpPr>
              <p:nvPr/>
            </p:nvSpPr>
            <p:spPr bwMode="auto">
              <a:xfrm>
                <a:off x="1564" y="1241"/>
                <a:ext cx="0" cy="70"/>
              </a:xfrm>
              <a:custGeom>
                <a:avLst/>
                <a:gdLst>
                  <a:gd name="T0" fmla="*/ 0 w 20000"/>
                  <a:gd name="T1" fmla="*/ 19890 h 20000"/>
                  <a:gd name="T2" fmla="*/ 0 w 20000"/>
                  <a:gd name="T3" fmla="*/ 0 h 20000"/>
                </a:gdLst>
                <a:ahLst/>
                <a:cxnLst>
                  <a:cxn ang="0">
                    <a:pos x="T0" y="T1"/>
                  </a:cxn>
                  <a:cxn ang="0">
                    <a:pos x="T2" y="T3"/>
                  </a:cxn>
                </a:cxnLst>
                <a:rect l="0" t="0" r="r" b="b"/>
                <a:pathLst>
                  <a:path w="20000" h="20000">
                    <a:moveTo>
                      <a:pt x="0" y="1989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698521" name="Group 153"/>
            <p:cNvGrpSpPr>
              <a:grpSpLocks/>
            </p:cNvGrpSpPr>
            <p:nvPr/>
          </p:nvGrpSpPr>
          <p:grpSpPr bwMode="auto">
            <a:xfrm>
              <a:off x="3146" y="1210"/>
              <a:ext cx="533" cy="112"/>
              <a:chOff x="792" y="1150"/>
              <a:chExt cx="773" cy="161"/>
            </a:xfrm>
          </p:grpSpPr>
          <p:grpSp>
            <p:nvGrpSpPr>
              <p:cNvPr id="698522" name="Group 154"/>
              <p:cNvGrpSpPr>
                <a:grpSpLocks/>
              </p:cNvGrpSpPr>
              <p:nvPr/>
            </p:nvGrpSpPr>
            <p:grpSpPr bwMode="auto">
              <a:xfrm>
                <a:off x="792" y="1152"/>
                <a:ext cx="311" cy="159"/>
                <a:chOff x="1125" y="1332"/>
                <a:chExt cx="532" cy="260"/>
              </a:xfrm>
            </p:grpSpPr>
            <p:sp>
              <p:nvSpPr>
                <p:cNvPr id="698523" name="Arc 155"/>
                <p:cNvSpPr>
                  <a:spLocks/>
                </p:cNvSpPr>
                <p:nvPr/>
              </p:nvSpPr>
              <p:spPr bwMode="auto">
                <a:xfrm>
                  <a:off x="1258" y="1332"/>
                  <a:ext cx="133" cy="163"/>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98524" name="Arc 156"/>
                <p:cNvSpPr>
                  <a:spLocks/>
                </p:cNvSpPr>
                <p:nvPr/>
              </p:nvSpPr>
              <p:spPr bwMode="auto">
                <a:xfrm flipH="1">
                  <a:off x="1125" y="1332"/>
                  <a:ext cx="132" cy="163"/>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98525" name="Freeform 157"/>
                <p:cNvSpPr>
                  <a:spLocks/>
                </p:cNvSpPr>
                <p:nvPr/>
              </p:nvSpPr>
              <p:spPr bwMode="auto">
                <a:xfrm>
                  <a:off x="1126" y="1480"/>
                  <a:ext cx="1" cy="111"/>
                </a:xfrm>
                <a:custGeom>
                  <a:avLst/>
                  <a:gdLst>
                    <a:gd name="T0" fmla="*/ 0 w 20000"/>
                    <a:gd name="T1" fmla="*/ 19886 h 20000"/>
                    <a:gd name="T2" fmla="*/ 0 w 20000"/>
                    <a:gd name="T3" fmla="*/ 0 h 20000"/>
                  </a:gdLst>
                  <a:ahLst/>
                  <a:cxnLst>
                    <a:cxn ang="0">
                      <a:pos x="T0" y="T1"/>
                    </a:cxn>
                    <a:cxn ang="0">
                      <a:pos x="T2" y="T3"/>
                    </a:cxn>
                  </a:cxnLst>
                  <a:rect l="0" t="0" r="r" b="b"/>
                  <a:pathLst>
                    <a:path w="20000" h="20000">
                      <a:moveTo>
                        <a:pt x="0" y="19886"/>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98526" name="Freeform 158"/>
                <p:cNvSpPr>
                  <a:spLocks/>
                </p:cNvSpPr>
                <p:nvPr/>
              </p:nvSpPr>
              <p:spPr bwMode="auto">
                <a:xfrm>
                  <a:off x="1393" y="1478"/>
                  <a:ext cx="1" cy="114"/>
                </a:xfrm>
                <a:custGeom>
                  <a:avLst/>
                  <a:gdLst>
                    <a:gd name="T0" fmla="*/ 0 w 20000"/>
                    <a:gd name="T1" fmla="*/ 19890 h 20000"/>
                    <a:gd name="T2" fmla="*/ 0 w 20000"/>
                    <a:gd name="T3" fmla="*/ 0 h 20000"/>
                  </a:gdLst>
                  <a:ahLst/>
                  <a:cxnLst>
                    <a:cxn ang="0">
                      <a:pos x="T0" y="T1"/>
                    </a:cxn>
                    <a:cxn ang="0">
                      <a:pos x="T2" y="T3"/>
                    </a:cxn>
                  </a:cxnLst>
                  <a:rect l="0" t="0" r="r" b="b"/>
                  <a:pathLst>
                    <a:path w="20000" h="20000">
                      <a:moveTo>
                        <a:pt x="0" y="1989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98527" name="Arc 159"/>
                <p:cNvSpPr>
                  <a:spLocks/>
                </p:cNvSpPr>
                <p:nvPr/>
              </p:nvSpPr>
              <p:spPr bwMode="auto">
                <a:xfrm>
                  <a:off x="1523" y="1333"/>
                  <a:ext cx="134" cy="163"/>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98528" name="Arc 160"/>
                <p:cNvSpPr>
                  <a:spLocks/>
                </p:cNvSpPr>
                <p:nvPr/>
              </p:nvSpPr>
              <p:spPr bwMode="auto">
                <a:xfrm flipH="1">
                  <a:off x="1391" y="1333"/>
                  <a:ext cx="132" cy="163"/>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98529" name="Freeform 161"/>
                <p:cNvSpPr>
                  <a:spLocks/>
                </p:cNvSpPr>
                <p:nvPr/>
              </p:nvSpPr>
              <p:spPr bwMode="auto">
                <a:xfrm>
                  <a:off x="1655" y="1478"/>
                  <a:ext cx="1" cy="114"/>
                </a:xfrm>
                <a:custGeom>
                  <a:avLst/>
                  <a:gdLst>
                    <a:gd name="T0" fmla="*/ 0 w 20000"/>
                    <a:gd name="T1" fmla="*/ 19890 h 20000"/>
                    <a:gd name="T2" fmla="*/ 0 w 20000"/>
                    <a:gd name="T3" fmla="*/ 0 h 20000"/>
                  </a:gdLst>
                  <a:ahLst/>
                  <a:cxnLst>
                    <a:cxn ang="0">
                      <a:pos x="T0" y="T1"/>
                    </a:cxn>
                    <a:cxn ang="0">
                      <a:pos x="T2" y="T3"/>
                    </a:cxn>
                  </a:cxnLst>
                  <a:rect l="0" t="0" r="r" b="b"/>
                  <a:pathLst>
                    <a:path w="20000" h="20000">
                      <a:moveTo>
                        <a:pt x="0" y="1989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698530" name="Arc 162"/>
              <p:cNvSpPr>
                <a:spLocks/>
              </p:cNvSpPr>
              <p:nvPr/>
            </p:nvSpPr>
            <p:spPr bwMode="auto">
              <a:xfrm>
                <a:off x="1179" y="1152"/>
                <a:ext cx="78" cy="1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98531" name="Arc 163"/>
              <p:cNvSpPr>
                <a:spLocks/>
              </p:cNvSpPr>
              <p:nvPr/>
            </p:nvSpPr>
            <p:spPr bwMode="auto">
              <a:xfrm flipH="1">
                <a:off x="1101" y="1152"/>
                <a:ext cx="77" cy="1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98532" name="Freeform 164"/>
              <p:cNvSpPr>
                <a:spLocks/>
              </p:cNvSpPr>
              <p:nvPr/>
            </p:nvSpPr>
            <p:spPr bwMode="auto">
              <a:xfrm>
                <a:off x="1258" y="1235"/>
                <a:ext cx="0" cy="70"/>
              </a:xfrm>
              <a:custGeom>
                <a:avLst/>
                <a:gdLst>
                  <a:gd name="T0" fmla="*/ 0 w 20000"/>
                  <a:gd name="T1" fmla="*/ 19890 h 20000"/>
                  <a:gd name="T2" fmla="*/ 0 w 20000"/>
                  <a:gd name="T3" fmla="*/ 0 h 20000"/>
                </a:gdLst>
                <a:ahLst/>
                <a:cxnLst>
                  <a:cxn ang="0">
                    <a:pos x="T0" y="T1"/>
                  </a:cxn>
                  <a:cxn ang="0">
                    <a:pos x="T2" y="T3"/>
                  </a:cxn>
                </a:cxnLst>
                <a:rect l="0" t="0" r="r" b="b"/>
                <a:pathLst>
                  <a:path w="20000" h="20000">
                    <a:moveTo>
                      <a:pt x="0" y="1989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98533" name="Arc 165"/>
              <p:cNvSpPr>
                <a:spLocks/>
              </p:cNvSpPr>
              <p:nvPr/>
            </p:nvSpPr>
            <p:spPr bwMode="auto">
              <a:xfrm>
                <a:off x="1334" y="1150"/>
                <a:ext cx="78" cy="99"/>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98534" name="Arc 166"/>
              <p:cNvSpPr>
                <a:spLocks/>
              </p:cNvSpPr>
              <p:nvPr/>
            </p:nvSpPr>
            <p:spPr bwMode="auto">
              <a:xfrm flipH="1">
                <a:off x="1257" y="1150"/>
                <a:ext cx="77" cy="99"/>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98535" name="Freeform 167"/>
              <p:cNvSpPr>
                <a:spLocks/>
              </p:cNvSpPr>
              <p:nvPr/>
            </p:nvSpPr>
            <p:spPr bwMode="auto">
              <a:xfrm>
                <a:off x="1411" y="1238"/>
                <a:ext cx="0" cy="70"/>
              </a:xfrm>
              <a:custGeom>
                <a:avLst/>
                <a:gdLst>
                  <a:gd name="T0" fmla="*/ 0 w 20000"/>
                  <a:gd name="T1" fmla="*/ 19890 h 20000"/>
                  <a:gd name="T2" fmla="*/ 0 w 20000"/>
                  <a:gd name="T3" fmla="*/ 0 h 20000"/>
                </a:gdLst>
                <a:ahLst/>
                <a:cxnLst>
                  <a:cxn ang="0">
                    <a:pos x="T0" y="T1"/>
                  </a:cxn>
                  <a:cxn ang="0">
                    <a:pos x="T2" y="T3"/>
                  </a:cxn>
                </a:cxnLst>
                <a:rect l="0" t="0" r="r" b="b"/>
                <a:pathLst>
                  <a:path w="20000" h="20000">
                    <a:moveTo>
                      <a:pt x="0" y="1989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98536" name="Arc 168"/>
              <p:cNvSpPr>
                <a:spLocks/>
              </p:cNvSpPr>
              <p:nvPr/>
            </p:nvSpPr>
            <p:spPr bwMode="auto">
              <a:xfrm>
                <a:off x="1487" y="1153"/>
                <a:ext cx="78" cy="99"/>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98537" name="Arc 169"/>
              <p:cNvSpPr>
                <a:spLocks/>
              </p:cNvSpPr>
              <p:nvPr/>
            </p:nvSpPr>
            <p:spPr bwMode="auto">
              <a:xfrm flipH="1">
                <a:off x="1410" y="1153"/>
                <a:ext cx="77" cy="99"/>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98538" name="Freeform 170"/>
              <p:cNvSpPr>
                <a:spLocks/>
              </p:cNvSpPr>
              <p:nvPr/>
            </p:nvSpPr>
            <p:spPr bwMode="auto">
              <a:xfrm>
                <a:off x="1564" y="1241"/>
                <a:ext cx="0" cy="70"/>
              </a:xfrm>
              <a:custGeom>
                <a:avLst/>
                <a:gdLst>
                  <a:gd name="T0" fmla="*/ 0 w 20000"/>
                  <a:gd name="T1" fmla="*/ 19890 h 20000"/>
                  <a:gd name="T2" fmla="*/ 0 w 20000"/>
                  <a:gd name="T3" fmla="*/ 0 h 20000"/>
                </a:gdLst>
                <a:ahLst/>
                <a:cxnLst>
                  <a:cxn ang="0">
                    <a:pos x="T0" y="T1"/>
                  </a:cxn>
                  <a:cxn ang="0">
                    <a:pos x="T2" y="T3"/>
                  </a:cxn>
                </a:cxnLst>
                <a:rect l="0" t="0" r="r" b="b"/>
                <a:pathLst>
                  <a:path w="20000" h="20000">
                    <a:moveTo>
                      <a:pt x="0" y="1989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698539" name="Group 171"/>
            <p:cNvGrpSpPr>
              <a:grpSpLocks/>
            </p:cNvGrpSpPr>
            <p:nvPr/>
          </p:nvGrpSpPr>
          <p:grpSpPr bwMode="auto">
            <a:xfrm>
              <a:off x="3146" y="919"/>
              <a:ext cx="533" cy="112"/>
              <a:chOff x="792" y="1150"/>
              <a:chExt cx="773" cy="161"/>
            </a:xfrm>
          </p:grpSpPr>
          <p:grpSp>
            <p:nvGrpSpPr>
              <p:cNvPr id="698540" name="Group 172"/>
              <p:cNvGrpSpPr>
                <a:grpSpLocks/>
              </p:cNvGrpSpPr>
              <p:nvPr/>
            </p:nvGrpSpPr>
            <p:grpSpPr bwMode="auto">
              <a:xfrm>
                <a:off x="792" y="1152"/>
                <a:ext cx="311" cy="159"/>
                <a:chOff x="1125" y="1332"/>
                <a:chExt cx="532" cy="260"/>
              </a:xfrm>
            </p:grpSpPr>
            <p:sp>
              <p:nvSpPr>
                <p:cNvPr id="698541" name="Arc 173"/>
                <p:cNvSpPr>
                  <a:spLocks/>
                </p:cNvSpPr>
                <p:nvPr/>
              </p:nvSpPr>
              <p:spPr bwMode="auto">
                <a:xfrm>
                  <a:off x="1258" y="1332"/>
                  <a:ext cx="133" cy="163"/>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98542" name="Arc 174"/>
                <p:cNvSpPr>
                  <a:spLocks/>
                </p:cNvSpPr>
                <p:nvPr/>
              </p:nvSpPr>
              <p:spPr bwMode="auto">
                <a:xfrm flipH="1">
                  <a:off x="1125" y="1332"/>
                  <a:ext cx="132" cy="163"/>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98543" name="Freeform 175"/>
                <p:cNvSpPr>
                  <a:spLocks/>
                </p:cNvSpPr>
                <p:nvPr/>
              </p:nvSpPr>
              <p:spPr bwMode="auto">
                <a:xfrm>
                  <a:off x="1126" y="1480"/>
                  <a:ext cx="1" cy="111"/>
                </a:xfrm>
                <a:custGeom>
                  <a:avLst/>
                  <a:gdLst>
                    <a:gd name="T0" fmla="*/ 0 w 20000"/>
                    <a:gd name="T1" fmla="*/ 19886 h 20000"/>
                    <a:gd name="T2" fmla="*/ 0 w 20000"/>
                    <a:gd name="T3" fmla="*/ 0 h 20000"/>
                  </a:gdLst>
                  <a:ahLst/>
                  <a:cxnLst>
                    <a:cxn ang="0">
                      <a:pos x="T0" y="T1"/>
                    </a:cxn>
                    <a:cxn ang="0">
                      <a:pos x="T2" y="T3"/>
                    </a:cxn>
                  </a:cxnLst>
                  <a:rect l="0" t="0" r="r" b="b"/>
                  <a:pathLst>
                    <a:path w="20000" h="20000">
                      <a:moveTo>
                        <a:pt x="0" y="19886"/>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98544" name="Freeform 176"/>
                <p:cNvSpPr>
                  <a:spLocks/>
                </p:cNvSpPr>
                <p:nvPr/>
              </p:nvSpPr>
              <p:spPr bwMode="auto">
                <a:xfrm>
                  <a:off x="1393" y="1478"/>
                  <a:ext cx="1" cy="114"/>
                </a:xfrm>
                <a:custGeom>
                  <a:avLst/>
                  <a:gdLst>
                    <a:gd name="T0" fmla="*/ 0 w 20000"/>
                    <a:gd name="T1" fmla="*/ 19890 h 20000"/>
                    <a:gd name="T2" fmla="*/ 0 w 20000"/>
                    <a:gd name="T3" fmla="*/ 0 h 20000"/>
                  </a:gdLst>
                  <a:ahLst/>
                  <a:cxnLst>
                    <a:cxn ang="0">
                      <a:pos x="T0" y="T1"/>
                    </a:cxn>
                    <a:cxn ang="0">
                      <a:pos x="T2" y="T3"/>
                    </a:cxn>
                  </a:cxnLst>
                  <a:rect l="0" t="0" r="r" b="b"/>
                  <a:pathLst>
                    <a:path w="20000" h="20000">
                      <a:moveTo>
                        <a:pt x="0" y="1989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98545" name="Arc 177"/>
                <p:cNvSpPr>
                  <a:spLocks/>
                </p:cNvSpPr>
                <p:nvPr/>
              </p:nvSpPr>
              <p:spPr bwMode="auto">
                <a:xfrm>
                  <a:off x="1523" y="1333"/>
                  <a:ext cx="134" cy="163"/>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98546" name="Arc 178"/>
                <p:cNvSpPr>
                  <a:spLocks/>
                </p:cNvSpPr>
                <p:nvPr/>
              </p:nvSpPr>
              <p:spPr bwMode="auto">
                <a:xfrm flipH="1">
                  <a:off x="1391" y="1333"/>
                  <a:ext cx="132" cy="163"/>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98547" name="Freeform 179"/>
                <p:cNvSpPr>
                  <a:spLocks/>
                </p:cNvSpPr>
                <p:nvPr/>
              </p:nvSpPr>
              <p:spPr bwMode="auto">
                <a:xfrm>
                  <a:off x="1655" y="1478"/>
                  <a:ext cx="1" cy="114"/>
                </a:xfrm>
                <a:custGeom>
                  <a:avLst/>
                  <a:gdLst>
                    <a:gd name="T0" fmla="*/ 0 w 20000"/>
                    <a:gd name="T1" fmla="*/ 19890 h 20000"/>
                    <a:gd name="T2" fmla="*/ 0 w 20000"/>
                    <a:gd name="T3" fmla="*/ 0 h 20000"/>
                  </a:gdLst>
                  <a:ahLst/>
                  <a:cxnLst>
                    <a:cxn ang="0">
                      <a:pos x="T0" y="T1"/>
                    </a:cxn>
                    <a:cxn ang="0">
                      <a:pos x="T2" y="T3"/>
                    </a:cxn>
                  </a:cxnLst>
                  <a:rect l="0" t="0" r="r" b="b"/>
                  <a:pathLst>
                    <a:path w="20000" h="20000">
                      <a:moveTo>
                        <a:pt x="0" y="1989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698548" name="Arc 180"/>
              <p:cNvSpPr>
                <a:spLocks/>
              </p:cNvSpPr>
              <p:nvPr/>
            </p:nvSpPr>
            <p:spPr bwMode="auto">
              <a:xfrm>
                <a:off x="1179" y="1152"/>
                <a:ext cx="78" cy="1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98549" name="Arc 181"/>
              <p:cNvSpPr>
                <a:spLocks/>
              </p:cNvSpPr>
              <p:nvPr/>
            </p:nvSpPr>
            <p:spPr bwMode="auto">
              <a:xfrm flipH="1">
                <a:off x="1101" y="1152"/>
                <a:ext cx="77" cy="1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98550" name="Freeform 182"/>
              <p:cNvSpPr>
                <a:spLocks/>
              </p:cNvSpPr>
              <p:nvPr/>
            </p:nvSpPr>
            <p:spPr bwMode="auto">
              <a:xfrm>
                <a:off x="1258" y="1235"/>
                <a:ext cx="0" cy="70"/>
              </a:xfrm>
              <a:custGeom>
                <a:avLst/>
                <a:gdLst>
                  <a:gd name="T0" fmla="*/ 0 w 20000"/>
                  <a:gd name="T1" fmla="*/ 19890 h 20000"/>
                  <a:gd name="T2" fmla="*/ 0 w 20000"/>
                  <a:gd name="T3" fmla="*/ 0 h 20000"/>
                </a:gdLst>
                <a:ahLst/>
                <a:cxnLst>
                  <a:cxn ang="0">
                    <a:pos x="T0" y="T1"/>
                  </a:cxn>
                  <a:cxn ang="0">
                    <a:pos x="T2" y="T3"/>
                  </a:cxn>
                </a:cxnLst>
                <a:rect l="0" t="0" r="r" b="b"/>
                <a:pathLst>
                  <a:path w="20000" h="20000">
                    <a:moveTo>
                      <a:pt x="0" y="1989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98551" name="Arc 183"/>
              <p:cNvSpPr>
                <a:spLocks/>
              </p:cNvSpPr>
              <p:nvPr/>
            </p:nvSpPr>
            <p:spPr bwMode="auto">
              <a:xfrm>
                <a:off x="1334" y="1150"/>
                <a:ext cx="78" cy="99"/>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98552" name="Arc 184"/>
              <p:cNvSpPr>
                <a:spLocks/>
              </p:cNvSpPr>
              <p:nvPr/>
            </p:nvSpPr>
            <p:spPr bwMode="auto">
              <a:xfrm flipH="1">
                <a:off x="1257" y="1150"/>
                <a:ext cx="77" cy="99"/>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98553" name="Freeform 185"/>
              <p:cNvSpPr>
                <a:spLocks/>
              </p:cNvSpPr>
              <p:nvPr/>
            </p:nvSpPr>
            <p:spPr bwMode="auto">
              <a:xfrm>
                <a:off x="1411" y="1238"/>
                <a:ext cx="0" cy="70"/>
              </a:xfrm>
              <a:custGeom>
                <a:avLst/>
                <a:gdLst>
                  <a:gd name="T0" fmla="*/ 0 w 20000"/>
                  <a:gd name="T1" fmla="*/ 19890 h 20000"/>
                  <a:gd name="T2" fmla="*/ 0 w 20000"/>
                  <a:gd name="T3" fmla="*/ 0 h 20000"/>
                </a:gdLst>
                <a:ahLst/>
                <a:cxnLst>
                  <a:cxn ang="0">
                    <a:pos x="T0" y="T1"/>
                  </a:cxn>
                  <a:cxn ang="0">
                    <a:pos x="T2" y="T3"/>
                  </a:cxn>
                </a:cxnLst>
                <a:rect l="0" t="0" r="r" b="b"/>
                <a:pathLst>
                  <a:path w="20000" h="20000">
                    <a:moveTo>
                      <a:pt x="0" y="1989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98554" name="Arc 186"/>
              <p:cNvSpPr>
                <a:spLocks/>
              </p:cNvSpPr>
              <p:nvPr/>
            </p:nvSpPr>
            <p:spPr bwMode="auto">
              <a:xfrm>
                <a:off x="1487" y="1153"/>
                <a:ext cx="78" cy="99"/>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98555" name="Arc 187"/>
              <p:cNvSpPr>
                <a:spLocks/>
              </p:cNvSpPr>
              <p:nvPr/>
            </p:nvSpPr>
            <p:spPr bwMode="auto">
              <a:xfrm flipH="1">
                <a:off x="1410" y="1153"/>
                <a:ext cx="77" cy="99"/>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98556" name="Freeform 188"/>
              <p:cNvSpPr>
                <a:spLocks/>
              </p:cNvSpPr>
              <p:nvPr/>
            </p:nvSpPr>
            <p:spPr bwMode="auto">
              <a:xfrm>
                <a:off x="1564" y="1241"/>
                <a:ext cx="0" cy="70"/>
              </a:xfrm>
              <a:custGeom>
                <a:avLst/>
                <a:gdLst>
                  <a:gd name="T0" fmla="*/ 0 w 20000"/>
                  <a:gd name="T1" fmla="*/ 19890 h 20000"/>
                  <a:gd name="T2" fmla="*/ 0 w 20000"/>
                  <a:gd name="T3" fmla="*/ 0 h 20000"/>
                </a:gdLst>
                <a:ahLst/>
                <a:cxnLst>
                  <a:cxn ang="0">
                    <a:pos x="T0" y="T1"/>
                  </a:cxn>
                  <a:cxn ang="0">
                    <a:pos x="T2" y="T3"/>
                  </a:cxn>
                </a:cxnLst>
                <a:rect l="0" t="0" r="r" b="b"/>
                <a:pathLst>
                  <a:path w="20000" h="20000">
                    <a:moveTo>
                      <a:pt x="0" y="1989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698557" name="Group 189"/>
            <p:cNvGrpSpPr>
              <a:grpSpLocks/>
            </p:cNvGrpSpPr>
            <p:nvPr/>
          </p:nvGrpSpPr>
          <p:grpSpPr bwMode="auto">
            <a:xfrm>
              <a:off x="2992" y="2140"/>
              <a:ext cx="220" cy="92"/>
              <a:chOff x="4079" y="3393"/>
              <a:chExt cx="262" cy="110"/>
            </a:xfrm>
          </p:grpSpPr>
          <p:sp>
            <p:nvSpPr>
              <p:cNvPr id="698558" name="Freeform 190"/>
              <p:cNvSpPr>
                <a:spLocks/>
              </p:cNvSpPr>
              <p:nvPr/>
            </p:nvSpPr>
            <p:spPr bwMode="auto">
              <a:xfrm>
                <a:off x="4079" y="3393"/>
                <a:ext cx="262" cy="1"/>
              </a:xfrm>
              <a:custGeom>
                <a:avLst/>
                <a:gdLst>
                  <a:gd name="T0" fmla="*/ 0 w 20000"/>
                  <a:gd name="T1" fmla="*/ 0 h 20000"/>
                  <a:gd name="T2" fmla="*/ 19953 w 20000"/>
                  <a:gd name="T3" fmla="*/ 0 h 20000"/>
                </a:gdLst>
                <a:ahLst/>
                <a:cxnLst>
                  <a:cxn ang="0">
                    <a:pos x="T0" y="T1"/>
                  </a:cxn>
                  <a:cxn ang="0">
                    <a:pos x="T2" y="T3"/>
                  </a:cxn>
                </a:cxnLst>
                <a:rect l="0" t="0" r="r" b="b"/>
                <a:pathLst>
                  <a:path w="20000" h="20000">
                    <a:moveTo>
                      <a:pt x="0" y="0"/>
                    </a:moveTo>
                    <a:lnTo>
                      <a:pt x="19953"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98559" name="Freeform 191"/>
              <p:cNvSpPr>
                <a:spLocks/>
              </p:cNvSpPr>
              <p:nvPr/>
            </p:nvSpPr>
            <p:spPr bwMode="auto">
              <a:xfrm>
                <a:off x="4131" y="3447"/>
                <a:ext cx="160" cy="0"/>
              </a:xfrm>
              <a:custGeom>
                <a:avLst/>
                <a:gdLst>
                  <a:gd name="T0" fmla="*/ 0 w 20000"/>
                  <a:gd name="T1" fmla="*/ 0 h 20000"/>
                  <a:gd name="T2" fmla="*/ 19924 w 20000"/>
                  <a:gd name="T3" fmla="*/ 0 h 20000"/>
                </a:gdLst>
                <a:ahLst/>
                <a:cxnLst>
                  <a:cxn ang="0">
                    <a:pos x="T0" y="T1"/>
                  </a:cxn>
                  <a:cxn ang="0">
                    <a:pos x="T2" y="T3"/>
                  </a:cxn>
                </a:cxnLst>
                <a:rect l="0" t="0" r="r" b="b"/>
                <a:pathLst>
                  <a:path w="20000" h="20000">
                    <a:moveTo>
                      <a:pt x="0" y="0"/>
                    </a:moveTo>
                    <a:lnTo>
                      <a:pt x="19924"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98560" name="Freeform 192"/>
              <p:cNvSpPr>
                <a:spLocks/>
              </p:cNvSpPr>
              <p:nvPr/>
            </p:nvSpPr>
            <p:spPr bwMode="auto">
              <a:xfrm>
                <a:off x="4185" y="3503"/>
                <a:ext cx="60" cy="0"/>
              </a:xfrm>
              <a:custGeom>
                <a:avLst/>
                <a:gdLst>
                  <a:gd name="T0" fmla="*/ 0 w 20000"/>
                  <a:gd name="T1" fmla="*/ 0 h 20000"/>
                  <a:gd name="T2" fmla="*/ 19798 w 20000"/>
                  <a:gd name="T3" fmla="*/ 0 h 20000"/>
                </a:gdLst>
                <a:ahLst/>
                <a:cxnLst>
                  <a:cxn ang="0">
                    <a:pos x="T0" y="T1"/>
                  </a:cxn>
                  <a:cxn ang="0">
                    <a:pos x="T2" y="T3"/>
                  </a:cxn>
                </a:cxnLst>
                <a:rect l="0" t="0" r="r" b="b"/>
                <a:pathLst>
                  <a:path w="20000" h="20000">
                    <a:moveTo>
                      <a:pt x="0" y="0"/>
                    </a:moveTo>
                    <a:lnTo>
                      <a:pt x="19798"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sp>
        <p:nvSpPr>
          <p:cNvPr id="192" name="Content Placeholder 1"/>
          <p:cNvSpPr>
            <a:spLocks noGrp="1"/>
          </p:cNvSpPr>
          <p:nvPr>
            <p:ph sz="half" idx="1"/>
          </p:nvPr>
        </p:nvSpPr>
        <p:spPr>
          <a:xfrm>
            <a:off x="655451" y="4127087"/>
            <a:ext cx="3613336" cy="2012743"/>
          </a:xfrm>
        </p:spPr>
        <p:txBody>
          <a:bodyPr/>
          <a:lstStyle/>
          <a:p>
            <a:r>
              <a:rPr lang="en-US" dirty="0"/>
              <a:t>Resistor will limit EF.</a:t>
            </a:r>
          </a:p>
          <a:p>
            <a:r>
              <a:rPr lang="en-US" dirty="0"/>
              <a:t>For fault at </a:t>
            </a:r>
            <a:r>
              <a:rPr lang="en-US" dirty="0">
                <a:solidFill>
                  <a:srgbClr val="FF0000"/>
                </a:solidFill>
              </a:rPr>
              <a:t>X</a:t>
            </a:r>
            <a:r>
              <a:rPr lang="en-US" dirty="0"/>
              <a:t> , current is:</a:t>
            </a:r>
            <a:br>
              <a:rPr lang="en-US" dirty="0"/>
            </a:br>
            <a:r>
              <a:rPr lang="en-US" dirty="0"/>
              <a:t>I</a:t>
            </a:r>
            <a:r>
              <a:rPr lang="en-US" sz="1600" dirty="0"/>
              <a:t>F</a:t>
            </a:r>
            <a:r>
              <a:rPr lang="en-US" dirty="0"/>
              <a:t> = </a:t>
            </a:r>
            <a:r>
              <a:rPr lang="en-US" dirty="0">
                <a:solidFill>
                  <a:srgbClr val="FF0000"/>
                </a:solidFill>
              </a:rPr>
              <a:t>X. I </a:t>
            </a:r>
            <a:r>
              <a:rPr lang="en-US" sz="1600" dirty="0">
                <a:solidFill>
                  <a:srgbClr val="FF0000"/>
                </a:solidFill>
              </a:rPr>
              <a:t>F.L.</a:t>
            </a:r>
            <a:r>
              <a:rPr lang="en-US" dirty="0">
                <a:solidFill>
                  <a:srgbClr val="FF0000"/>
                </a:solidFill>
              </a:rPr>
              <a:t>  </a:t>
            </a:r>
            <a:r>
              <a:rPr lang="en-US" dirty="0"/>
              <a:t>(I full load)</a:t>
            </a:r>
          </a:p>
          <a:p>
            <a:endParaRPr lang="en-US" dirty="0"/>
          </a:p>
          <a:p>
            <a:r>
              <a:rPr lang="en-US" dirty="0"/>
              <a:t>Effective Transformer ratio is:</a:t>
            </a:r>
            <a:br>
              <a:rPr lang="en-US" dirty="0"/>
            </a:br>
            <a:r>
              <a:rPr lang="en-US" dirty="0"/>
              <a:t> Ratio= </a:t>
            </a:r>
            <a:r>
              <a:rPr lang="en-US" dirty="0">
                <a:latin typeface="Cambria Math" panose="02040503050406030204" pitchFamily="18" charset="0"/>
                <a:ea typeface="Cambria Math" panose="02040503050406030204" pitchFamily="18" charset="0"/>
              </a:rPr>
              <a:t>√3 :X</a:t>
            </a:r>
            <a:br>
              <a:rPr lang="en-US" dirty="0"/>
            </a:br>
            <a:br>
              <a:rPr lang="en-US" dirty="0"/>
            </a:br>
            <a:br>
              <a:rPr lang="en-US" dirty="0"/>
            </a:br>
            <a:br>
              <a:rPr lang="en-US" dirty="0"/>
            </a:br>
            <a:endParaRPr lang="en-US" dirty="0"/>
          </a:p>
        </p:txBody>
      </p:sp>
      <mc:AlternateContent xmlns:mc="http://schemas.openxmlformats.org/markup-compatibility/2006" xmlns:a14="http://schemas.microsoft.com/office/drawing/2010/main">
        <mc:Choice Requires="a14">
          <p:sp>
            <p:nvSpPr>
              <p:cNvPr id="193" name="Content Placeholder 1"/>
              <p:cNvSpPr txBox="1">
                <a:spLocks/>
              </p:cNvSpPr>
              <p:nvPr/>
            </p:nvSpPr>
            <p:spPr bwMode="auto">
              <a:xfrm>
                <a:off x="4938713" y="4228884"/>
                <a:ext cx="3489697" cy="1870987"/>
              </a:xfrm>
              <a:prstGeom prst="rect">
                <a:avLst/>
              </a:prstGeom>
              <a:noFill/>
              <a:ln>
                <a:noFill/>
              </a:ln>
              <a:effectLst/>
              <a:extLst>
                <a:ext uri="{909E8E84-426E-40DD-AFC4-6F175D3DCCD1}">
                  <a14:hiddenFill>
                    <a:solidFill>
                      <a:schemeClr val="accent1"/>
                    </a:solidFill>
                  </a14:hiddenFill>
                </a:ext>
                <a:ext uri="{91240B29-F687-4F45-9708-019B960494DF}">
                  <a14:hiddenLine w="9525">
                    <a:solidFill>
                      <a:srgbClr val="FFD100"/>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0" tIns="0" rIns="18000" bIns="10800" numCol="1" anchor="t" anchorCtr="0" compatLnSpc="1">
                <a:prstTxWarp prst="textNoShape">
                  <a:avLst/>
                </a:prstTxWarp>
              </a:bodyPr>
              <a:lstStyle>
                <a:lvl1pPr marL="180975" indent="-180975" algn="l" rtl="0" fontAlgn="base">
                  <a:spcBef>
                    <a:spcPct val="20000"/>
                  </a:spcBef>
                  <a:spcAft>
                    <a:spcPct val="0"/>
                  </a:spcAft>
                  <a:buClr>
                    <a:schemeClr val="accent1"/>
                  </a:buClr>
                  <a:buFont typeface="Arial" panose="020B0604020202020204" pitchFamily="34" charset="0"/>
                  <a:buChar char="●"/>
                  <a:defRPr sz="2000" kern="1200">
                    <a:solidFill>
                      <a:schemeClr val="accent1"/>
                    </a:solidFill>
                    <a:latin typeface="+mn-lt"/>
                    <a:ea typeface="+mn-ea"/>
                    <a:cs typeface="+mn-cs"/>
                  </a:defRPr>
                </a:lvl1pPr>
                <a:lvl2pPr marL="541338" indent="-180975" algn="l" rtl="0" fontAlgn="base">
                  <a:spcBef>
                    <a:spcPct val="20000"/>
                  </a:spcBef>
                  <a:spcAft>
                    <a:spcPct val="0"/>
                  </a:spcAft>
                  <a:buClr>
                    <a:schemeClr val="bg2"/>
                  </a:buClr>
                  <a:buFont typeface="Arial" panose="020B0604020202020204" pitchFamily="34" charset="0"/>
                  <a:buChar char="●"/>
                  <a:defRPr kern="1200">
                    <a:solidFill>
                      <a:schemeClr val="bg2"/>
                    </a:solidFill>
                    <a:latin typeface="+mn-lt"/>
                    <a:ea typeface="+mn-ea"/>
                    <a:cs typeface="+mn-cs"/>
                  </a:defRPr>
                </a:lvl2pPr>
                <a:lvl3pPr marL="901700" indent="-84138" algn="l" rtl="0" fontAlgn="base">
                  <a:spcBef>
                    <a:spcPct val="20000"/>
                  </a:spcBef>
                  <a:spcAft>
                    <a:spcPct val="0"/>
                  </a:spcAft>
                  <a:buClr>
                    <a:schemeClr val="bg2"/>
                  </a:buClr>
                  <a:buFont typeface="Arial" panose="020B0604020202020204" pitchFamily="34" charset="0"/>
                  <a:buChar char="●"/>
                  <a:defRPr kern="1200">
                    <a:solidFill>
                      <a:schemeClr val="bg2"/>
                    </a:solidFill>
                    <a:latin typeface="+mn-lt"/>
                    <a:ea typeface="+mn-ea"/>
                    <a:cs typeface="+mn-cs"/>
                  </a:defRPr>
                </a:lvl3pPr>
                <a:lvl4pPr marL="1751013" indent="-228600" algn="l" rtl="0" fontAlgn="base">
                  <a:spcBef>
                    <a:spcPct val="20000"/>
                  </a:spcBef>
                  <a:spcAft>
                    <a:spcPct val="0"/>
                  </a:spcAft>
                  <a:buChar char="–"/>
                  <a:defRPr sz="2000" kern="1200">
                    <a:solidFill>
                      <a:schemeClr val="tx1"/>
                    </a:solidFill>
                    <a:latin typeface="+mn-lt"/>
                    <a:ea typeface="+mn-ea"/>
                    <a:cs typeface="+mn-cs"/>
                  </a:defRPr>
                </a:lvl4pPr>
                <a:lvl5pPr marL="21590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Primary current will be</a:t>
                </a:r>
                <a:br>
                  <a:rPr lang="en-US" dirty="0"/>
                </a:br>
                <a14:m>
                  <m:oMath xmlns:m="http://schemas.openxmlformats.org/officeDocument/2006/math">
                    <m:r>
                      <a:rPr lang="en-US" i="1">
                        <a:latin typeface="Cambria Math" panose="02040503050406030204" pitchFamily="18" charset="0"/>
                      </a:rPr>
                      <m:t>𝐼𝑝</m:t>
                    </m:r>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𝑋</m:t>
                        </m:r>
                      </m:num>
                      <m:den>
                        <m:r>
                          <a:rPr lang="en-US" i="1">
                            <a:latin typeface="Cambria Math" panose="02040503050406030204" pitchFamily="18" charset="0"/>
                          </a:rPr>
                          <m:t>√3  </m:t>
                        </m:r>
                      </m:den>
                    </m:f>
                    <m:r>
                      <a:rPr lang="en-US" i="1">
                        <a:latin typeface="Cambria Math" panose="02040503050406030204" pitchFamily="18" charset="0"/>
                      </a:rPr>
                      <m:t>×</m:t>
                    </m:r>
                    <m:d>
                      <m:dPr>
                        <m:ctrlPr>
                          <a:rPr lang="en-US" i="1">
                            <a:latin typeface="Cambria Math" panose="02040503050406030204" pitchFamily="18" charset="0"/>
                          </a:rPr>
                        </m:ctrlPr>
                      </m:dPr>
                      <m:e>
                        <m:r>
                          <a:rPr lang="en-US" i="1">
                            <a:latin typeface="Cambria Math" panose="02040503050406030204" pitchFamily="18" charset="0"/>
                          </a:rPr>
                          <m:t>𝑋</m:t>
                        </m:r>
                        <m:r>
                          <a:rPr lang="en-US" b="0" i="1" smtClean="0">
                            <a:latin typeface="Cambria Math" panose="02040503050406030204" pitchFamily="18" charset="0"/>
                          </a:rPr>
                          <m:t>.</m:t>
                        </m:r>
                        <m:r>
                          <a:rPr lang="en-US" i="1">
                            <a:latin typeface="Cambria Math" panose="02040503050406030204" pitchFamily="18" charset="0"/>
                          </a:rPr>
                          <m:t> </m:t>
                        </m:r>
                        <m:r>
                          <a:rPr lang="en-US" i="1">
                            <a:latin typeface="Cambria Math" panose="02040503050406030204" pitchFamily="18" charset="0"/>
                          </a:rPr>
                          <m:t>𝐼</m:t>
                        </m:r>
                        <m:r>
                          <a:rPr lang="en-US" i="1">
                            <a:latin typeface="Cambria Math" panose="02040503050406030204" pitchFamily="18" charset="0"/>
                          </a:rPr>
                          <m:t> </m:t>
                        </m:r>
                        <m:r>
                          <a:rPr lang="en-US" i="1">
                            <a:latin typeface="Cambria Math" panose="02040503050406030204" pitchFamily="18" charset="0"/>
                          </a:rPr>
                          <m:t>𝑓</m:t>
                        </m:r>
                        <m:r>
                          <a:rPr lang="en-US" i="1">
                            <a:latin typeface="Cambria Math" panose="02040503050406030204" pitchFamily="18" charset="0"/>
                          </a:rPr>
                          <m:t>.</m:t>
                        </m:r>
                        <m:r>
                          <a:rPr lang="en-US" i="1">
                            <a:latin typeface="Cambria Math" panose="02040503050406030204" pitchFamily="18" charset="0"/>
                          </a:rPr>
                          <m:t>𝑙</m:t>
                        </m:r>
                        <m:r>
                          <a:rPr lang="en-US" i="1">
                            <a:latin typeface="Cambria Math" panose="02040503050406030204" pitchFamily="18" charset="0"/>
                          </a:rPr>
                          <m:t>.</m:t>
                        </m:r>
                      </m:e>
                    </m:d>
                  </m:oMath>
                </a14:m>
                <a:br>
                  <a:rPr lang="en-US" sz="1600" dirty="0">
                    <a:latin typeface="Cambria Math" panose="02040503050406030204" pitchFamily="18" charset="0"/>
                    <a:ea typeface="Cambria Math" panose="02040503050406030204" pitchFamily="18" charset="0"/>
                  </a:rPr>
                </a:br>
                <a:endParaRPr lang="en-US" sz="1600" dirty="0">
                  <a:latin typeface="Cambria Math" panose="02040503050406030204" pitchFamily="18" charset="0"/>
                  <a:ea typeface="Cambria Math" panose="02040503050406030204" pitchFamily="18" charset="0"/>
                </a:endParaRPr>
              </a:p>
              <a:p>
                <a:pPr marL="0" indent="0">
                  <a:buNone/>
                </a:pPr>
                <a:r>
                  <a:rPr lang="en-US" sz="1600" dirty="0">
                    <a:latin typeface="Cambria Math" panose="02040503050406030204" pitchFamily="18" charset="0"/>
                    <a:ea typeface="Cambria Math" panose="02040503050406030204" pitchFamily="18" charset="0"/>
                  </a:rPr>
                  <a:t> </a:t>
                </a:r>
                <a14:m>
                  <m:oMath xmlns:m="http://schemas.openxmlformats.org/officeDocument/2006/math">
                    <m:r>
                      <a:rPr lang="en-US" b="1" i="1" smtClean="0">
                        <a:solidFill>
                          <a:srgbClr val="FF0000"/>
                        </a:solidFill>
                        <a:latin typeface="Cambria Math" panose="02040503050406030204" pitchFamily="18" charset="0"/>
                      </a:rPr>
                      <m:t>𝑰𝒑</m:t>
                    </m:r>
                    <m:r>
                      <a:rPr lang="en-US" b="1" i="1" smtClean="0">
                        <a:solidFill>
                          <a:srgbClr val="FF0000"/>
                        </a:solidFill>
                        <a:latin typeface="Cambria Math" panose="02040503050406030204" pitchFamily="18" charset="0"/>
                      </a:rPr>
                      <m:t>=</m:t>
                    </m:r>
                    <m:f>
                      <m:fPr>
                        <m:ctrlPr>
                          <a:rPr lang="en-US" b="1" i="1">
                            <a:solidFill>
                              <a:srgbClr val="FF0000"/>
                            </a:solidFill>
                            <a:latin typeface="Cambria Math" panose="02040503050406030204" pitchFamily="18" charset="0"/>
                          </a:rPr>
                        </m:ctrlPr>
                      </m:fPr>
                      <m:num>
                        <m:sSup>
                          <m:sSupPr>
                            <m:ctrlPr>
                              <a:rPr lang="en-US" b="1" i="1">
                                <a:solidFill>
                                  <a:srgbClr val="FF0000"/>
                                </a:solidFill>
                                <a:latin typeface="Cambria Math" panose="02040503050406030204" pitchFamily="18" charset="0"/>
                              </a:rPr>
                            </m:ctrlPr>
                          </m:sSupPr>
                          <m:e>
                            <m:r>
                              <a:rPr lang="en-US" b="1" i="1">
                                <a:solidFill>
                                  <a:srgbClr val="FF0000"/>
                                </a:solidFill>
                                <a:latin typeface="Cambria Math" panose="02040503050406030204" pitchFamily="18" charset="0"/>
                              </a:rPr>
                              <m:t>𝑿</m:t>
                            </m:r>
                          </m:e>
                          <m:sup>
                            <m:r>
                              <a:rPr lang="en-US" b="1" i="1">
                                <a:solidFill>
                                  <a:srgbClr val="FF0000"/>
                                </a:solidFill>
                                <a:latin typeface="Cambria Math" panose="02040503050406030204" pitchFamily="18" charset="0"/>
                              </a:rPr>
                              <m:t>𝟐</m:t>
                            </m:r>
                          </m:sup>
                        </m:sSup>
                      </m:num>
                      <m:den>
                        <m:r>
                          <a:rPr lang="en-US" b="1" i="1">
                            <a:solidFill>
                              <a:srgbClr val="FF0000"/>
                            </a:solidFill>
                            <a:latin typeface="Cambria Math" panose="02040503050406030204" pitchFamily="18" charset="0"/>
                          </a:rPr>
                          <m:t>√</m:t>
                        </m:r>
                        <m:r>
                          <a:rPr lang="en-US" b="1" i="1">
                            <a:solidFill>
                              <a:srgbClr val="FF0000"/>
                            </a:solidFill>
                            <a:latin typeface="Cambria Math" panose="02040503050406030204" pitchFamily="18" charset="0"/>
                          </a:rPr>
                          <m:t>𝟑</m:t>
                        </m:r>
                      </m:den>
                    </m:f>
                    <m:r>
                      <a:rPr lang="en-US" b="1" i="1">
                        <a:solidFill>
                          <a:srgbClr val="FF0000"/>
                        </a:solidFill>
                        <a:latin typeface="Cambria Math" panose="02040503050406030204" pitchFamily="18" charset="0"/>
                      </a:rPr>
                      <m:t> ×</m:t>
                    </m:r>
                    <m:r>
                      <a:rPr lang="en-US" b="1" i="1">
                        <a:solidFill>
                          <a:srgbClr val="FF0000"/>
                        </a:solidFill>
                        <a:latin typeface="Cambria Math" panose="02040503050406030204" pitchFamily="18" charset="0"/>
                      </a:rPr>
                      <m:t>𝑰</m:t>
                    </m:r>
                    <m:r>
                      <a:rPr lang="en-US" b="1" i="1">
                        <a:solidFill>
                          <a:srgbClr val="FF0000"/>
                        </a:solidFill>
                        <a:latin typeface="Cambria Math" panose="02040503050406030204" pitchFamily="18" charset="0"/>
                      </a:rPr>
                      <m:t> </m:t>
                    </m:r>
                    <m:r>
                      <a:rPr lang="en-US" b="1" i="1">
                        <a:solidFill>
                          <a:srgbClr val="FF0000"/>
                        </a:solidFill>
                        <a:latin typeface="Cambria Math" panose="02040503050406030204" pitchFamily="18" charset="0"/>
                      </a:rPr>
                      <m:t>𝒇</m:t>
                    </m:r>
                    <m:r>
                      <a:rPr lang="en-US" b="1" i="1">
                        <a:solidFill>
                          <a:srgbClr val="FF0000"/>
                        </a:solidFill>
                        <a:latin typeface="Cambria Math" panose="02040503050406030204" pitchFamily="18" charset="0"/>
                      </a:rPr>
                      <m:t>.</m:t>
                    </m:r>
                    <m:r>
                      <a:rPr lang="en-US" b="1" i="1">
                        <a:solidFill>
                          <a:srgbClr val="FF0000"/>
                        </a:solidFill>
                        <a:latin typeface="Cambria Math" panose="02040503050406030204" pitchFamily="18" charset="0"/>
                      </a:rPr>
                      <m:t>𝒍</m:t>
                    </m:r>
                    <m:r>
                      <a:rPr lang="en-US" b="1" i="1">
                        <a:solidFill>
                          <a:srgbClr val="FF0000"/>
                        </a:solidFill>
                        <a:latin typeface="Cambria Math" panose="02040503050406030204" pitchFamily="18" charset="0"/>
                      </a:rPr>
                      <m:t>. </m:t>
                    </m:r>
                  </m:oMath>
                </a14:m>
                <a:br>
                  <a:rPr lang="en-US" dirty="0"/>
                </a:br>
                <a:r>
                  <a:rPr lang="en-US" dirty="0"/>
                  <a:t>	</a:t>
                </a:r>
                <a:br>
                  <a:rPr lang="en-US" dirty="0"/>
                </a:br>
                <a:br>
                  <a:rPr lang="en-US" dirty="0"/>
                </a:br>
                <a:br>
                  <a:rPr lang="en-US" dirty="0"/>
                </a:br>
                <a:br>
                  <a:rPr lang="en-US" dirty="0"/>
                </a:br>
                <a:br>
                  <a:rPr lang="en-US" dirty="0"/>
                </a:br>
                <a:endParaRPr lang="en-US" dirty="0"/>
              </a:p>
            </p:txBody>
          </p:sp>
        </mc:Choice>
        <mc:Fallback xmlns="">
          <p:sp>
            <p:nvSpPr>
              <p:cNvPr id="193" name="Content Placeholder 1"/>
              <p:cNvSpPr txBox="1">
                <a:spLocks noRot="1" noChangeAspect="1" noMove="1" noResize="1" noEditPoints="1" noAdjustHandles="1" noChangeArrowheads="1" noChangeShapeType="1" noTextEdit="1"/>
              </p:cNvSpPr>
              <p:nvPr/>
            </p:nvSpPr>
            <p:spPr bwMode="auto">
              <a:xfrm>
                <a:off x="4938713" y="4228884"/>
                <a:ext cx="3489697" cy="1870987"/>
              </a:xfrm>
              <a:prstGeom prst="rect">
                <a:avLst/>
              </a:prstGeom>
              <a:blipFill>
                <a:blip r:embed="rId3"/>
                <a:stretch>
                  <a:fillRect l="-4188" t="-3909"/>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D1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spTree>
    <p:extLst>
      <p:ext uri="{BB962C8B-B14F-4D97-AF65-F5344CB8AC3E}">
        <p14:creationId xmlns:p14="http://schemas.microsoft.com/office/powerpoint/2010/main" val="60915920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210320" y="1186435"/>
            <a:ext cx="3222626" cy="1976438"/>
            <a:chOff x="511175" y="2666809"/>
            <a:chExt cx="3222626" cy="1976438"/>
          </a:xfrm>
        </p:grpSpPr>
        <p:sp>
          <p:nvSpPr>
            <p:cNvPr id="700421" name="Line 5"/>
            <p:cNvSpPr>
              <a:spLocks noChangeShapeType="1"/>
            </p:cNvSpPr>
            <p:nvPr/>
          </p:nvSpPr>
          <p:spPr bwMode="auto">
            <a:xfrm flipV="1">
              <a:off x="2713038" y="2890647"/>
              <a:ext cx="244475" cy="182563"/>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00422" name="Line 6"/>
            <p:cNvSpPr>
              <a:spLocks noChangeShapeType="1"/>
            </p:cNvSpPr>
            <p:nvPr/>
          </p:nvSpPr>
          <p:spPr bwMode="auto">
            <a:xfrm>
              <a:off x="2957513" y="2893822"/>
              <a:ext cx="0" cy="12223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00423" name="Line 7"/>
            <p:cNvSpPr>
              <a:spLocks noChangeShapeType="1"/>
            </p:cNvSpPr>
            <p:nvPr/>
          </p:nvSpPr>
          <p:spPr bwMode="auto">
            <a:xfrm flipV="1">
              <a:off x="3006725" y="2795397"/>
              <a:ext cx="212725" cy="173038"/>
            </a:xfrm>
            <a:prstGeom prst="line">
              <a:avLst/>
            </a:prstGeom>
            <a:noFill/>
            <a:ln w="28575">
              <a:solidFill>
                <a:schemeClr val="tx1"/>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00424" name="Rectangle 8"/>
            <p:cNvSpPr>
              <a:spLocks noChangeArrowheads="1"/>
            </p:cNvSpPr>
            <p:nvPr/>
          </p:nvSpPr>
          <p:spPr bwMode="auto">
            <a:xfrm>
              <a:off x="2746375" y="3044634"/>
              <a:ext cx="112713" cy="209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lnSpc>
                  <a:spcPct val="100000"/>
                </a:lnSpc>
                <a:spcBef>
                  <a:spcPct val="0"/>
                </a:spcBef>
                <a:buClrTx/>
                <a:buSzTx/>
                <a:buFontTx/>
                <a:buNone/>
              </a:pPr>
              <a:r>
                <a:rPr lang="en-US" altLang="en-US" sz="900" b="0" i="0">
                  <a:sym typeface="Symbol" panose="05050102010706020507" pitchFamily="18" charset="2"/>
                </a:rPr>
                <a:t></a:t>
              </a:r>
              <a:endParaRPr lang="en-US" altLang="en-US" sz="1200" b="0" i="0"/>
            </a:p>
          </p:txBody>
        </p:sp>
        <p:sp>
          <p:nvSpPr>
            <p:cNvPr id="700425" name="Rectangle 9"/>
            <p:cNvSpPr>
              <a:spLocks noChangeArrowheads="1"/>
            </p:cNvSpPr>
            <p:nvPr/>
          </p:nvSpPr>
          <p:spPr bwMode="auto">
            <a:xfrm>
              <a:off x="3122613" y="2873184"/>
              <a:ext cx="290513" cy="265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lnSpc>
                  <a:spcPct val="100000"/>
                </a:lnSpc>
                <a:spcBef>
                  <a:spcPct val="0"/>
                </a:spcBef>
                <a:buClrTx/>
                <a:buSzTx/>
                <a:buFontTx/>
                <a:buNone/>
              </a:pPr>
              <a:r>
                <a:rPr lang="en-US" altLang="en-US" sz="1600" b="0" i="0">
                  <a:latin typeface="Times New Roman" panose="02020603050405020304" pitchFamily="18" charset="0"/>
                </a:rPr>
                <a:t>I</a:t>
              </a:r>
              <a:r>
                <a:rPr lang="en-US" altLang="en-US" sz="1600" b="0" i="0" baseline="-25000"/>
                <a:t>F</a:t>
              </a:r>
              <a:endParaRPr lang="en-US" altLang="en-US" sz="1600" b="0" i="0"/>
            </a:p>
          </p:txBody>
        </p:sp>
        <p:sp>
          <p:nvSpPr>
            <p:cNvPr id="700426" name="Rectangle 10"/>
            <p:cNvSpPr>
              <a:spLocks noChangeArrowheads="1"/>
            </p:cNvSpPr>
            <p:nvPr/>
          </p:nvSpPr>
          <p:spPr bwMode="auto">
            <a:xfrm>
              <a:off x="1114425" y="3576447"/>
              <a:ext cx="290513" cy="265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lnSpc>
                  <a:spcPct val="100000"/>
                </a:lnSpc>
                <a:spcBef>
                  <a:spcPct val="0"/>
                </a:spcBef>
                <a:buClrTx/>
                <a:buSzTx/>
                <a:buFontTx/>
                <a:buNone/>
              </a:pPr>
              <a:r>
                <a:rPr lang="en-US" altLang="en-US" sz="1600" b="0" i="0"/>
                <a:t>51</a:t>
              </a:r>
            </a:p>
          </p:txBody>
        </p:sp>
        <p:sp>
          <p:nvSpPr>
            <p:cNvPr id="700427" name="Rectangle 11"/>
            <p:cNvSpPr>
              <a:spLocks noChangeArrowheads="1"/>
            </p:cNvSpPr>
            <p:nvPr/>
          </p:nvSpPr>
          <p:spPr bwMode="auto">
            <a:xfrm>
              <a:off x="511175" y="3944747"/>
              <a:ext cx="1624013" cy="493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nSpc>
                  <a:spcPct val="100000"/>
                </a:lnSpc>
                <a:spcBef>
                  <a:spcPct val="0"/>
                </a:spcBef>
                <a:buClrTx/>
                <a:buSzTx/>
                <a:buFontTx/>
                <a:buNone/>
              </a:pPr>
              <a:r>
                <a:rPr lang="en-US" altLang="en-US" sz="1600" b="0" i="0"/>
                <a:t>Overcurrent</a:t>
              </a:r>
            </a:p>
            <a:p>
              <a:pPr>
                <a:lnSpc>
                  <a:spcPct val="100000"/>
                </a:lnSpc>
                <a:spcBef>
                  <a:spcPct val="0"/>
                </a:spcBef>
                <a:buClrTx/>
                <a:buSzTx/>
                <a:buFontTx/>
                <a:buNone/>
              </a:pPr>
              <a:r>
                <a:rPr lang="en-US" altLang="en-US" sz="1600" b="0" i="0"/>
                <a:t>Relay</a:t>
              </a:r>
            </a:p>
          </p:txBody>
        </p:sp>
        <p:sp>
          <p:nvSpPr>
            <p:cNvPr id="700428" name="Arc 12"/>
            <p:cNvSpPr>
              <a:spLocks/>
            </p:cNvSpPr>
            <p:nvPr/>
          </p:nvSpPr>
          <p:spPr bwMode="auto">
            <a:xfrm>
              <a:off x="1130300" y="3124009"/>
              <a:ext cx="112713" cy="96838"/>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00429" name="Arc 13"/>
            <p:cNvSpPr>
              <a:spLocks/>
            </p:cNvSpPr>
            <p:nvPr/>
          </p:nvSpPr>
          <p:spPr bwMode="auto">
            <a:xfrm flipH="1">
              <a:off x="1022350" y="3125597"/>
              <a:ext cx="114300" cy="96838"/>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00430" name="Arc 14"/>
            <p:cNvSpPr>
              <a:spLocks/>
            </p:cNvSpPr>
            <p:nvPr/>
          </p:nvSpPr>
          <p:spPr bwMode="auto">
            <a:xfrm>
              <a:off x="1346200" y="3125597"/>
              <a:ext cx="111125" cy="96838"/>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00431" name="Arc 15"/>
            <p:cNvSpPr>
              <a:spLocks/>
            </p:cNvSpPr>
            <p:nvPr/>
          </p:nvSpPr>
          <p:spPr bwMode="auto">
            <a:xfrm flipH="1">
              <a:off x="1241425" y="3125597"/>
              <a:ext cx="112713" cy="9842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00432" name="Line 16"/>
            <p:cNvSpPr>
              <a:spLocks noChangeShapeType="1"/>
            </p:cNvSpPr>
            <p:nvPr/>
          </p:nvSpPr>
          <p:spPr bwMode="auto">
            <a:xfrm>
              <a:off x="1022350" y="3224022"/>
              <a:ext cx="0" cy="13652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00433" name="Line 17"/>
            <p:cNvSpPr>
              <a:spLocks noChangeShapeType="1"/>
            </p:cNvSpPr>
            <p:nvPr/>
          </p:nvSpPr>
          <p:spPr bwMode="auto">
            <a:xfrm flipH="1">
              <a:off x="1238250" y="3219259"/>
              <a:ext cx="3175" cy="138113"/>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00434" name="Line 18"/>
            <p:cNvSpPr>
              <a:spLocks noChangeShapeType="1"/>
            </p:cNvSpPr>
            <p:nvPr/>
          </p:nvSpPr>
          <p:spPr bwMode="auto">
            <a:xfrm>
              <a:off x="1457325" y="3222434"/>
              <a:ext cx="0" cy="138113"/>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00435" name="Rectangle 19"/>
            <p:cNvSpPr>
              <a:spLocks noChangeArrowheads="1"/>
            </p:cNvSpPr>
            <p:nvPr/>
          </p:nvSpPr>
          <p:spPr bwMode="auto">
            <a:xfrm>
              <a:off x="2627313" y="3763772"/>
              <a:ext cx="177800" cy="446088"/>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00436" name="Line 20"/>
            <p:cNvSpPr>
              <a:spLocks noChangeShapeType="1"/>
            </p:cNvSpPr>
            <p:nvPr/>
          </p:nvSpPr>
          <p:spPr bwMode="auto">
            <a:xfrm flipH="1">
              <a:off x="1236663" y="3327209"/>
              <a:ext cx="3175" cy="155575"/>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00437" name="Oval 21"/>
            <p:cNvSpPr>
              <a:spLocks noChangeArrowheads="1"/>
            </p:cNvSpPr>
            <p:nvPr/>
          </p:nvSpPr>
          <p:spPr bwMode="auto">
            <a:xfrm>
              <a:off x="2005013" y="2963672"/>
              <a:ext cx="533400" cy="534988"/>
            </a:xfrm>
            <a:prstGeom prst="ellipse">
              <a:avLst/>
            </a:pr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00438" name="Oval 22"/>
            <p:cNvSpPr>
              <a:spLocks noChangeArrowheads="1"/>
            </p:cNvSpPr>
            <p:nvPr/>
          </p:nvSpPr>
          <p:spPr bwMode="auto">
            <a:xfrm>
              <a:off x="2438400" y="2968434"/>
              <a:ext cx="534988" cy="534988"/>
            </a:xfrm>
            <a:prstGeom prst="ellipse">
              <a:avLst/>
            </a:pr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00439" name="Line 23"/>
            <p:cNvSpPr>
              <a:spLocks noChangeShapeType="1"/>
            </p:cNvSpPr>
            <p:nvPr/>
          </p:nvSpPr>
          <p:spPr bwMode="auto">
            <a:xfrm flipV="1">
              <a:off x="2982913" y="3228784"/>
              <a:ext cx="750888" cy="1588"/>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00440" name="Line 24"/>
            <p:cNvSpPr>
              <a:spLocks noChangeShapeType="1"/>
            </p:cNvSpPr>
            <p:nvPr/>
          </p:nvSpPr>
          <p:spPr bwMode="auto">
            <a:xfrm flipV="1">
              <a:off x="669925" y="3227197"/>
              <a:ext cx="1335088" cy="3175"/>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00441" name="Line 25"/>
            <p:cNvSpPr>
              <a:spLocks noChangeShapeType="1"/>
            </p:cNvSpPr>
            <p:nvPr/>
          </p:nvSpPr>
          <p:spPr bwMode="auto">
            <a:xfrm>
              <a:off x="2716213" y="3085909"/>
              <a:ext cx="0" cy="679450"/>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00442" name="Line 26"/>
            <p:cNvSpPr>
              <a:spLocks noChangeShapeType="1"/>
            </p:cNvSpPr>
            <p:nvPr/>
          </p:nvSpPr>
          <p:spPr bwMode="auto">
            <a:xfrm>
              <a:off x="2716213" y="4209860"/>
              <a:ext cx="0" cy="266700"/>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00443" name="Line 27"/>
            <p:cNvSpPr>
              <a:spLocks noChangeShapeType="1"/>
            </p:cNvSpPr>
            <p:nvPr/>
          </p:nvSpPr>
          <p:spPr bwMode="auto">
            <a:xfrm>
              <a:off x="2784475" y="3019234"/>
              <a:ext cx="1588" cy="69850"/>
            </a:xfrm>
            <a:prstGeom prst="line">
              <a:avLst/>
            </a:prstGeom>
            <a:noFill/>
            <a:ln w="28575">
              <a:solidFill>
                <a:schemeClr val="tx1"/>
              </a:solidFill>
              <a:round/>
              <a:headEnd type="triangl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00444" name="Line 28"/>
            <p:cNvSpPr>
              <a:spLocks noChangeShapeType="1"/>
            </p:cNvSpPr>
            <p:nvPr/>
          </p:nvSpPr>
          <p:spPr bwMode="auto">
            <a:xfrm flipV="1">
              <a:off x="2784475" y="3212909"/>
              <a:ext cx="1588" cy="69850"/>
            </a:xfrm>
            <a:prstGeom prst="line">
              <a:avLst/>
            </a:prstGeom>
            <a:noFill/>
            <a:ln w="28575">
              <a:solidFill>
                <a:schemeClr val="tx1"/>
              </a:solidFill>
              <a:round/>
              <a:headEnd type="triangl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00445" name="Oval 29"/>
            <p:cNvSpPr>
              <a:spLocks noChangeArrowheads="1"/>
            </p:cNvSpPr>
            <p:nvPr/>
          </p:nvSpPr>
          <p:spPr bwMode="auto">
            <a:xfrm>
              <a:off x="1020763" y="3484372"/>
              <a:ext cx="444500" cy="444500"/>
            </a:xfrm>
            <a:prstGeom prst="ellipse">
              <a:avLst/>
            </a:pr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00446" name="Line 30"/>
            <p:cNvSpPr>
              <a:spLocks noChangeShapeType="1"/>
            </p:cNvSpPr>
            <p:nvPr/>
          </p:nvSpPr>
          <p:spPr bwMode="auto">
            <a:xfrm flipV="1">
              <a:off x="2962275" y="2771584"/>
              <a:ext cx="279400" cy="236538"/>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00447" name="Line 31"/>
            <p:cNvSpPr>
              <a:spLocks noChangeShapeType="1"/>
            </p:cNvSpPr>
            <p:nvPr/>
          </p:nvSpPr>
          <p:spPr bwMode="auto">
            <a:xfrm>
              <a:off x="3170238" y="2685859"/>
              <a:ext cx="171450" cy="1651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00448" name="Line 32"/>
            <p:cNvSpPr>
              <a:spLocks noChangeShapeType="1"/>
            </p:cNvSpPr>
            <p:nvPr/>
          </p:nvSpPr>
          <p:spPr bwMode="auto">
            <a:xfrm>
              <a:off x="3214688" y="2666809"/>
              <a:ext cx="127000" cy="123825"/>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00449" name="Line 33"/>
            <p:cNvSpPr>
              <a:spLocks noChangeShapeType="1"/>
            </p:cNvSpPr>
            <p:nvPr/>
          </p:nvSpPr>
          <p:spPr bwMode="auto">
            <a:xfrm>
              <a:off x="3290888" y="2679509"/>
              <a:ext cx="38100" cy="381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nvGrpSpPr>
            <p:cNvPr id="700450" name="Group 34"/>
            <p:cNvGrpSpPr>
              <a:grpSpLocks/>
            </p:cNvGrpSpPr>
            <p:nvPr/>
          </p:nvGrpSpPr>
          <p:grpSpPr bwMode="auto">
            <a:xfrm>
              <a:off x="2503488" y="4468622"/>
              <a:ext cx="415925" cy="174625"/>
              <a:chOff x="4079" y="3393"/>
              <a:chExt cx="262" cy="110"/>
            </a:xfrm>
          </p:grpSpPr>
          <p:sp>
            <p:nvSpPr>
              <p:cNvPr id="700451" name="Freeform 35"/>
              <p:cNvSpPr>
                <a:spLocks/>
              </p:cNvSpPr>
              <p:nvPr/>
            </p:nvSpPr>
            <p:spPr bwMode="auto">
              <a:xfrm>
                <a:off x="4079" y="3393"/>
                <a:ext cx="262" cy="1"/>
              </a:xfrm>
              <a:custGeom>
                <a:avLst/>
                <a:gdLst>
                  <a:gd name="T0" fmla="*/ 0 w 20000"/>
                  <a:gd name="T1" fmla="*/ 0 h 20000"/>
                  <a:gd name="T2" fmla="*/ 19953 w 20000"/>
                  <a:gd name="T3" fmla="*/ 0 h 20000"/>
                </a:gdLst>
                <a:ahLst/>
                <a:cxnLst>
                  <a:cxn ang="0">
                    <a:pos x="T0" y="T1"/>
                  </a:cxn>
                  <a:cxn ang="0">
                    <a:pos x="T2" y="T3"/>
                  </a:cxn>
                </a:cxnLst>
                <a:rect l="0" t="0" r="r" b="b"/>
                <a:pathLst>
                  <a:path w="20000" h="20000">
                    <a:moveTo>
                      <a:pt x="0" y="0"/>
                    </a:moveTo>
                    <a:lnTo>
                      <a:pt x="19953"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00452" name="Freeform 36"/>
              <p:cNvSpPr>
                <a:spLocks/>
              </p:cNvSpPr>
              <p:nvPr/>
            </p:nvSpPr>
            <p:spPr bwMode="auto">
              <a:xfrm>
                <a:off x="4131" y="3447"/>
                <a:ext cx="160" cy="0"/>
              </a:xfrm>
              <a:custGeom>
                <a:avLst/>
                <a:gdLst>
                  <a:gd name="T0" fmla="*/ 0 w 20000"/>
                  <a:gd name="T1" fmla="*/ 0 h 20000"/>
                  <a:gd name="T2" fmla="*/ 19924 w 20000"/>
                  <a:gd name="T3" fmla="*/ 0 h 20000"/>
                </a:gdLst>
                <a:ahLst/>
                <a:cxnLst>
                  <a:cxn ang="0">
                    <a:pos x="T0" y="T1"/>
                  </a:cxn>
                  <a:cxn ang="0">
                    <a:pos x="T2" y="T3"/>
                  </a:cxn>
                </a:cxnLst>
                <a:rect l="0" t="0" r="r" b="b"/>
                <a:pathLst>
                  <a:path w="20000" h="20000">
                    <a:moveTo>
                      <a:pt x="0" y="0"/>
                    </a:moveTo>
                    <a:lnTo>
                      <a:pt x="19924"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00453" name="Freeform 37"/>
              <p:cNvSpPr>
                <a:spLocks/>
              </p:cNvSpPr>
              <p:nvPr/>
            </p:nvSpPr>
            <p:spPr bwMode="auto">
              <a:xfrm>
                <a:off x="4185" y="3503"/>
                <a:ext cx="60" cy="0"/>
              </a:xfrm>
              <a:custGeom>
                <a:avLst/>
                <a:gdLst>
                  <a:gd name="T0" fmla="*/ 0 w 20000"/>
                  <a:gd name="T1" fmla="*/ 0 h 20000"/>
                  <a:gd name="T2" fmla="*/ 19798 w 20000"/>
                  <a:gd name="T3" fmla="*/ 0 h 20000"/>
                </a:gdLst>
                <a:ahLst/>
                <a:cxnLst>
                  <a:cxn ang="0">
                    <a:pos x="T0" y="T1"/>
                  </a:cxn>
                  <a:cxn ang="0">
                    <a:pos x="T2" y="T3"/>
                  </a:cxn>
                </a:cxnLst>
                <a:rect l="0" t="0" r="r" b="b"/>
                <a:pathLst>
                  <a:path w="20000" h="20000">
                    <a:moveTo>
                      <a:pt x="0" y="0"/>
                    </a:moveTo>
                    <a:lnTo>
                      <a:pt x="19798"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700454" name="Freeform 38"/>
            <p:cNvSpPr>
              <a:spLocks/>
            </p:cNvSpPr>
            <p:nvPr/>
          </p:nvSpPr>
          <p:spPr bwMode="auto">
            <a:xfrm>
              <a:off x="2138363" y="3098609"/>
              <a:ext cx="254000" cy="287338"/>
            </a:xfrm>
            <a:custGeom>
              <a:avLst/>
              <a:gdLst>
                <a:gd name="T0" fmla="*/ 0 w 20000"/>
                <a:gd name="T1" fmla="*/ 0 h 20000"/>
                <a:gd name="T2" fmla="*/ 0 w 20000"/>
                <a:gd name="T3" fmla="*/ 19951 h 20000"/>
                <a:gd name="T4" fmla="*/ 19944 w 20000"/>
                <a:gd name="T5" fmla="*/ 9878 h 20000"/>
                <a:gd name="T6" fmla="*/ 0 w 20000"/>
                <a:gd name="T7" fmla="*/ 0 h 20000"/>
              </a:gdLst>
              <a:ahLst/>
              <a:cxnLst>
                <a:cxn ang="0">
                  <a:pos x="T0" y="T1"/>
                </a:cxn>
                <a:cxn ang="0">
                  <a:pos x="T2" y="T3"/>
                </a:cxn>
                <a:cxn ang="0">
                  <a:pos x="T4" y="T5"/>
                </a:cxn>
                <a:cxn ang="0">
                  <a:pos x="T6" y="T7"/>
                </a:cxn>
              </a:cxnLst>
              <a:rect l="0" t="0" r="r" b="b"/>
              <a:pathLst>
                <a:path w="20000" h="20000">
                  <a:moveTo>
                    <a:pt x="0" y="0"/>
                  </a:moveTo>
                  <a:lnTo>
                    <a:pt x="0" y="19951"/>
                  </a:lnTo>
                  <a:lnTo>
                    <a:pt x="19944" y="9878"/>
                  </a:lnTo>
                  <a:lnTo>
                    <a:pt x="0" y="0"/>
                  </a:lnTo>
                  <a:close/>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nvGrpSpPr>
            <p:cNvPr id="700455" name="Group 39"/>
            <p:cNvGrpSpPr>
              <a:grpSpLocks/>
            </p:cNvGrpSpPr>
            <p:nvPr/>
          </p:nvGrpSpPr>
          <p:grpSpPr bwMode="auto">
            <a:xfrm>
              <a:off x="2571750" y="3068447"/>
              <a:ext cx="284163" cy="258763"/>
              <a:chOff x="3207" y="1062"/>
              <a:chExt cx="271" cy="247"/>
            </a:xfrm>
          </p:grpSpPr>
          <p:sp>
            <p:nvSpPr>
              <p:cNvPr id="700456" name="Line 40"/>
              <p:cNvSpPr>
                <a:spLocks noChangeShapeType="1"/>
              </p:cNvSpPr>
              <p:nvPr/>
            </p:nvSpPr>
            <p:spPr bwMode="auto">
              <a:xfrm flipH="1">
                <a:off x="3207" y="1225"/>
                <a:ext cx="144" cy="8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00457" name="Line 41"/>
              <p:cNvSpPr>
                <a:spLocks noChangeShapeType="1"/>
              </p:cNvSpPr>
              <p:nvPr/>
            </p:nvSpPr>
            <p:spPr bwMode="auto">
              <a:xfrm>
                <a:off x="3348" y="1232"/>
                <a:ext cx="130" cy="7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00458" name="Line 42"/>
              <p:cNvSpPr>
                <a:spLocks noChangeShapeType="1"/>
              </p:cNvSpPr>
              <p:nvPr/>
            </p:nvSpPr>
            <p:spPr bwMode="auto">
              <a:xfrm flipH="1">
                <a:off x="3345" y="1062"/>
                <a:ext cx="0" cy="17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sp>
        <p:nvSpPr>
          <p:cNvPr id="700459" name="Line 43"/>
          <p:cNvSpPr>
            <a:spLocks noChangeShapeType="1"/>
          </p:cNvSpPr>
          <p:nvPr/>
        </p:nvSpPr>
        <p:spPr bwMode="auto">
          <a:xfrm>
            <a:off x="4251325" y="5521135"/>
            <a:ext cx="388937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700460" name="Line 44"/>
          <p:cNvSpPr>
            <a:spLocks noChangeShapeType="1"/>
          </p:cNvSpPr>
          <p:nvPr/>
        </p:nvSpPr>
        <p:spPr bwMode="auto">
          <a:xfrm>
            <a:off x="4375150" y="1911159"/>
            <a:ext cx="0" cy="376237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700461" name="Line 45"/>
          <p:cNvSpPr>
            <a:spLocks noChangeShapeType="1"/>
          </p:cNvSpPr>
          <p:nvPr/>
        </p:nvSpPr>
        <p:spPr bwMode="auto">
          <a:xfrm>
            <a:off x="4308475" y="5178235"/>
            <a:ext cx="65088"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700462" name="Line 46"/>
          <p:cNvSpPr>
            <a:spLocks noChangeShapeType="1"/>
          </p:cNvSpPr>
          <p:nvPr/>
        </p:nvSpPr>
        <p:spPr bwMode="auto">
          <a:xfrm>
            <a:off x="4308475" y="4835335"/>
            <a:ext cx="65088"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700463" name="Line 47"/>
          <p:cNvSpPr>
            <a:spLocks noChangeShapeType="1"/>
          </p:cNvSpPr>
          <p:nvPr/>
        </p:nvSpPr>
        <p:spPr bwMode="auto">
          <a:xfrm>
            <a:off x="4318000" y="4463860"/>
            <a:ext cx="65088"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700464" name="Line 48"/>
          <p:cNvSpPr>
            <a:spLocks noChangeShapeType="1"/>
          </p:cNvSpPr>
          <p:nvPr/>
        </p:nvSpPr>
        <p:spPr bwMode="auto">
          <a:xfrm>
            <a:off x="4318000" y="4120960"/>
            <a:ext cx="65088"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700465" name="Line 49"/>
          <p:cNvSpPr>
            <a:spLocks noChangeShapeType="1"/>
          </p:cNvSpPr>
          <p:nvPr/>
        </p:nvSpPr>
        <p:spPr bwMode="auto">
          <a:xfrm>
            <a:off x="4308475" y="3754247"/>
            <a:ext cx="65088"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700466" name="Line 50"/>
          <p:cNvSpPr>
            <a:spLocks noChangeShapeType="1"/>
          </p:cNvSpPr>
          <p:nvPr/>
        </p:nvSpPr>
        <p:spPr bwMode="auto">
          <a:xfrm>
            <a:off x="4313238" y="3411347"/>
            <a:ext cx="65088"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700467" name="Line 51"/>
          <p:cNvSpPr>
            <a:spLocks noChangeShapeType="1"/>
          </p:cNvSpPr>
          <p:nvPr/>
        </p:nvSpPr>
        <p:spPr bwMode="auto">
          <a:xfrm>
            <a:off x="4313238" y="3054159"/>
            <a:ext cx="65088"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700468" name="Line 52"/>
          <p:cNvSpPr>
            <a:spLocks noChangeShapeType="1"/>
          </p:cNvSpPr>
          <p:nvPr/>
        </p:nvSpPr>
        <p:spPr bwMode="auto">
          <a:xfrm>
            <a:off x="4313238" y="2711259"/>
            <a:ext cx="65088"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700469" name="Line 53"/>
          <p:cNvSpPr>
            <a:spLocks noChangeShapeType="1"/>
          </p:cNvSpPr>
          <p:nvPr/>
        </p:nvSpPr>
        <p:spPr bwMode="auto">
          <a:xfrm>
            <a:off x="4313238" y="2339784"/>
            <a:ext cx="65088"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700470" name="Line 54"/>
          <p:cNvSpPr>
            <a:spLocks noChangeShapeType="1"/>
          </p:cNvSpPr>
          <p:nvPr/>
        </p:nvSpPr>
        <p:spPr bwMode="auto">
          <a:xfrm>
            <a:off x="4318000" y="1996884"/>
            <a:ext cx="65088"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700471" name="Line 55"/>
          <p:cNvSpPr>
            <a:spLocks noChangeShapeType="1"/>
          </p:cNvSpPr>
          <p:nvPr/>
        </p:nvSpPr>
        <p:spPr bwMode="auto">
          <a:xfrm>
            <a:off x="4756150" y="5521135"/>
            <a:ext cx="0" cy="6667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700472" name="Line 56"/>
          <p:cNvSpPr>
            <a:spLocks noChangeShapeType="1"/>
          </p:cNvSpPr>
          <p:nvPr/>
        </p:nvSpPr>
        <p:spPr bwMode="auto">
          <a:xfrm>
            <a:off x="5113338" y="5521135"/>
            <a:ext cx="0" cy="6667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700473" name="Line 57"/>
          <p:cNvSpPr>
            <a:spLocks noChangeShapeType="1"/>
          </p:cNvSpPr>
          <p:nvPr/>
        </p:nvSpPr>
        <p:spPr bwMode="auto">
          <a:xfrm>
            <a:off x="5461000" y="5530660"/>
            <a:ext cx="0" cy="6667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700474" name="Line 58"/>
          <p:cNvSpPr>
            <a:spLocks noChangeShapeType="1"/>
          </p:cNvSpPr>
          <p:nvPr/>
        </p:nvSpPr>
        <p:spPr bwMode="auto">
          <a:xfrm>
            <a:off x="5818188" y="5530660"/>
            <a:ext cx="0" cy="6667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700475" name="Line 59"/>
          <p:cNvSpPr>
            <a:spLocks noChangeShapeType="1"/>
          </p:cNvSpPr>
          <p:nvPr/>
        </p:nvSpPr>
        <p:spPr bwMode="auto">
          <a:xfrm>
            <a:off x="6175375" y="5535422"/>
            <a:ext cx="0" cy="6667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700476" name="Line 60"/>
          <p:cNvSpPr>
            <a:spLocks noChangeShapeType="1"/>
          </p:cNvSpPr>
          <p:nvPr/>
        </p:nvSpPr>
        <p:spPr bwMode="auto">
          <a:xfrm>
            <a:off x="6532563" y="5535422"/>
            <a:ext cx="0" cy="6667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700477" name="Line 61"/>
          <p:cNvSpPr>
            <a:spLocks noChangeShapeType="1"/>
          </p:cNvSpPr>
          <p:nvPr/>
        </p:nvSpPr>
        <p:spPr bwMode="auto">
          <a:xfrm>
            <a:off x="6865938" y="5525897"/>
            <a:ext cx="0" cy="6667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700478" name="Line 62"/>
          <p:cNvSpPr>
            <a:spLocks noChangeShapeType="1"/>
          </p:cNvSpPr>
          <p:nvPr/>
        </p:nvSpPr>
        <p:spPr bwMode="auto">
          <a:xfrm>
            <a:off x="7223125" y="5525897"/>
            <a:ext cx="0" cy="6667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700479" name="Line 63"/>
          <p:cNvSpPr>
            <a:spLocks noChangeShapeType="1"/>
          </p:cNvSpPr>
          <p:nvPr/>
        </p:nvSpPr>
        <p:spPr bwMode="auto">
          <a:xfrm>
            <a:off x="7575550" y="5521135"/>
            <a:ext cx="0" cy="6667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700480" name="Line 64"/>
          <p:cNvSpPr>
            <a:spLocks noChangeShapeType="1"/>
          </p:cNvSpPr>
          <p:nvPr/>
        </p:nvSpPr>
        <p:spPr bwMode="auto">
          <a:xfrm>
            <a:off x="7932738" y="5521135"/>
            <a:ext cx="0" cy="6667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700481" name="Line 65"/>
          <p:cNvSpPr>
            <a:spLocks noChangeShapeType="1"/>
          </p:cNvSpPr>
          <p:nvPr/>
        </p:nvSpPr>
        <p:spPr bwMode="auto">
          <a:xfrm flipH="1">
            <a:off x="6175375" y="3768105"/>
            <a:ext cx="0" cy="1711755"/>
          </a:xfrm>
          <a:prstGeom prst="line">
            <a:avLst/>
          </a:prstGeom>
          <a:noFill/>
          <a:ln w="19050">
            <a:solidFill>
              <a:schemeClr val="tx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endParaRPr lang="en-US"/>
          </a:p>
        </p:txBody>
      </p:sp>
      <p:sp>
        <p:nvSpPr>
          <p:cNvPr id="700482" name="Line 66"/>
          <p:cNvSpPr>
            <a:spLocks noChangeShapeType="1"/>
          </p:cNvSpPr>
          <p:nvPr/>
        </p:nvSpPr>
        <p:spPr bwMode="auto">
          <a:xfrm rot="16200000">
            <a:off x="5266535" y="4118580"/>
            <a:ext cx="31750" cy="1785935"/>
          </a:xfrm>
          <a:prstGeom prst="line">
            <a:avLst/>
          </a:prstGeom>
          <a:noFill/>
          <a:ln w="19050">
            <a:solidFill>
              <a:schemeClr val="tx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endParaRPr lang="en-US"/>
          </a:p>
        </p:txBody>
      </p:sp>
      <p:sp>
        <p:nvSpPr>
          <p:cNvPr id="700483" name="Line 67"/>
          <p:cNvSpPr>
            <a:spLocks noChangeShapeType="1"/>
          </p:cNvSpPr>
          <p:nvPr/>
        </p:nvSpPr>
        <p:spPr bwMode="auto">
          <a:xfrm rot="16200000">
            <a:off x="6122989" y="1662397"/>
            <a:ext cx="0" cy="3605213"/>
          </a:xfrm>
          <a:prstGeom prst="line">
            <a:avLst/>
          </a:prstGeom>
          <a:noFill/>
          <a:ln w="19050">
            <a:solidFill>
              <a:srgbClr val="FF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700484" name="Line 68"/>
          <p:cNvSpPr>
            <a:spLocks noChangeShapeType="1"/>
          </p:cNvSpPr>
          <p:nvPr/>
        </p:nvSpPr>
        <p:spPr bwMode="auto">
          <a:xfrm flipH="1">
            <a:off x="4381499" y="2054035"/>
            <a:ext cx="3508399" cy="347662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endParaRPr lang="en-US"/>
          </a:p>
        </p:txBody>
      </p:sp>
      <p:sp>
        <p:nvSpPr>
          <p:cNvPr id="700485" name="Freeform 69"/>
          <p:cNvSpPr>
            <a:spLocks/>
          </p:cNvSpPr>
          <p:nvPr/>
        </p:nvSpPr>
        <p:spPr bwMode="auto">
          <a:xfrm>
            <a:off x="4395789" y="3434272"/>
            <a:ext cx="3524250" cy="2091626"/>
          </a:xfrm>
          <a:custGeom>
            <a:avLst/>
            <a:gdLst>
              <a:gd name="T0" fmla="*/ 0 w 2259"/>
              <a:gd name="T1" fmla="*/ 1290 h 1290"/>
              <a:gd name="T2" fmla="*/ 150 w 2259"/>
              <a:gd name="T3" fmla="*/ 1275 h 1290"/>
              <a:gd name="T4" fmla="*/ 363 w 2259"/>
              <a:gd name="T5" fmla="*/ 1242 h 1290"/>
              <a:gd name="T6" fmla="*/ 588 w 2259"/>
              <a:gd name="T7" fmla="*/ 1200 h 1290"/>
              <a:gd name="T8" fmla="*/ 792 w 2259"/>
              <a:gd name="T9" fmla="*/ 1131 h 1290"/>
              <a:gd name="T10" fmla="*/ 993 w 2259"/>
              <a:gd name="T11" fmla="*/ 1041 h 1290"/>
              <a:gd name="T12" fmla="*/ 1263 w 2259"/>
              <a:gd name="T13" fmla="*/ 894 h 1290"/>
              <a:gd name="T14" fmla="*/ 1428 w 2259"/>
              <a:gd name="T15" fmla="*/ 777 h 1290"/>
              <a:gd name="T16" fmla="*/ 1686 w 2259"/>
              <a:gd name="T17" fmla="*/ 570 h 1290"/>
              <a:gd name="T18" fmla="*/ 1926 w 2259"/>
              <a:gd name="T19" fmla="*/ 360 h 1290"/>
              <a:gd name="T20" fmla="*/ 2115 w 2259"/>
              <a:gd name="T21" fmla="*/ 162 h 1290"/>
              <a:gd name="T22" fmla="*/ 2217 w 2259"/>
              <a:gd name="T23" fmla="*/ 54 h 1290"/>
              <a:gd name="T24" fmla="*/ 2259 w 2259"/>
              <a:gd name="T25" fmla="*/ 0 h 1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59" h="1290">
                <a:moveTo>
                  <a:pt x="0" y="1290"/>
                </a:moveTo>
                <a:lnTo>
                  <a:pt x="150" y="1275"/>
                </a:lnTo>
                <a:lnTo>
                  <a:pt x="363" y="1242"/>
                </a:lnTo>
                <a:lnTo>
                  <a:pt x="588" y="1200"/>
                </a:lnTo>
                <a:lnTo>
                  <a:pt x="792" y="1131"/>
                </a:lnTo>
                <a:lnTo>
                  <a:pt x="993" y="1041"/>
                </a:lnTo>
                <a:lnTo>
                  <a:pt x="1263" y="894"/>
                </a:lnTo>
                <a:lnTo>
                  <a:pt x="1428" y="777"/>
                </a:lnTo>
                <a:lnTo>
                  <a:pt x="1686" y="570"/>
                </a:lnTo>
                <a:lnTo>
                  <a:pt x="1926" y="360"/>
                </a:lnTo>
                <a:lnTo>
                  <a:pt x="2115" y="162"/>
                </a:lnTo>
                <a:lnTo>
                  <a:pt x="2217" y="54"/>
                </a:lnTo>
                <a:lnTo>
                  <a:pt x="2259" y="0"/>
                </a:lnTo>
              </a:path>
            </a:pathLst>
          </a:custGeom>
          <a:noFill/>
          <a:ln w="28575"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endParaRPr lang="en-US"/>
          </a:p>
        </p:txBody>
      </p:sp>
      <p:sp>
        <p:nvSpPr>
          <p:cNvPr id="700486" name="Line 70"/>
          <p:cNvSpPr>
            <a:spLocks noChangeShapeType="1"/>
          </p:cNvSpPr>
          <p:nvPr/>
        </p:nvSpPr>
        <p:spPr bwMode="auto">
          <a:xfrm>
            <a:off x="7610052" y="3840763"/>
            <a:ext cx="200844" cy="196345"/>
          </a:xfrm>
          <a:prstGeom prst="line">
            <a:avLst/>
          </a:prstGeom>
          <a:noFill/>
          <a:ln w="19050">
            <a:solidFill>
              <a:srgbClr val="FF0000"/>
            </a:solidFill>
            <a:round/>
            <a:headEnd type="triangle" w="sm"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endParaRPr lang="en-US"/>
          </a:p>
        </p:txBody>
      </p:sp>
      <p:sp>
        <p:nvSpPr>
          <p:cNvPr id="700487" name="Line 71"/>
          <p:cNvSpPr>
            <a:spLocks noChangeShapeType="1"/>
          </p:cNvSpPr>
          <p:nvPr/>
        </p:nvSpPr>
        <p:spPr bwMode="auto">
          <a:xfrm flipH="1" flipV="1">
            <a:off x="7137400" y="2406459"/>
            <a:ext cx="257175" cy="114300"/>
          </a:xfrm>
          <a:prstGeom prst="line">
            <a:avLst/>
          </a:prstGeom>
          <a:noFill/>
          <a:ln w="19050">
            <a:solidFill>
              <a:srgbClr val="FF0000"/>
            </a:solidFill>
            <a:round/>
            <a:headEnd type="triangle" w="sm"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700488" name="Rectangle 72"/>
          <p:cNvSpPr>
            <a:spLocks noChangeArrowheads="1"/>
          </p:cNvSpPr>
          <p:nvPr/>
        </p:nvSpPr>
        <p:spPr bwMode="auto">
          <a:xfrm>
            <a:off x="3828870" y="1183688"/>
            <a:ext cx="1465263" cy="65484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ctr">
              <a:lnSpc>
                <a:spcPct val="90000"/>
              </a:lnSpc>
              <a:spcBef>
                <a:spcPct val="0"/>
              </a:spcBef>
              <a:buClrTx/>
              <a:buSzTx/>
              <a:buFontTx/>
              <a:buNone/>
            </a:pPr>
            <a:r>
              <a:rPr lang="en-US" altLang="en-US" sz="2000" b="0" i="0" dirty="0">
                <a:latin typeface="Times New Roman" panose="02020603050405020304" pitchFamily="18" charset="0"/>
              </a:rPr>
              <a:t>I</a:t>
            </a:r>
            <a:r>
              <a:rPr lang="en-US" altLang="en-US" sz="2400" b="0" i="0" baseline="-25000" dirty="0"/>
              <a:t>f</a:t>
            </a:r>
            <a:r>
              <a:rPr lang="en-US" altLang="en-US" sz="2000" b="0" i="0" dirty="0"/>
              <a:t> as multiple</a:t>
            </a:r>
            <a:br>
              <a:rPr lang="en-US" altLang="en-US" sz="2000" b="0" i="0" dirty="0"/>
            </a:br>
            <a:r>
              <a:rPr lang="en-US" altLang="en-US" sz="2000" b="0" i="0" dirty="0"/>
              <a:t> of </a:t>
            </a:r>
            <a:r>
              <a:rPr lang="en-US" altLang="en-US" sz="2000" b="0" i="0" dirty="0">
                <a:latin typeface="Times New Roman" panose="02020603050405020304" pitchFamily="18" charset="0"/>
              </a:rPr>
              <a:t>I</a:t>
            </a:r>
            <a:r>
              <a:rPr lang="en-US" altLang="en-US" sz="2400" b="0" i="0" baseline="-25000" dirty="0"/>
              <a:t>F.L.</a:t>
            </a:r>
            <a:endParaRPr lang="en-US" altLang="en-US" sz="2000" b="0" i="0" dirty="0"/>
          </a:p>
        </p:txBody>
      </p:sp>
      <p:sp>
        <p:nvSpPr>
          <p:cNvPr id="700489" name="Rectangle 73"/>
          <p:cNvSpPr>
            <a:spLocks noChangeArrowheads="1"/>
          </p:cNvSpPr>
          <p:nvPr/>
        </p:nvSpPr>
        <p:spPr bwMode="auto">
          <a:xfrm>
            <a:off x="3941763" y="1854009"/>
            <a:ext cx="5167313" cy="45354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nSpc>
                <a:spcPct val="130000"/>
              </a:lnSpc>
              <a:spcBef>
                <a:spcPct val="0"/>
              </a:spcBef>
              <a:buClrTx/>
              <a:buSzTx/>
              <a:buFontTx/>
              <a:buNone/>
            </a:pPr>
            <a:r>
              <a:rPr lang="en-US" altLang="en-US" sz="1600" b="0" i="0" dirty="0"/>
              <a:t>1.0</a:t>
            </a:r>
          </a:p>
          <a:p>
            <a:pPr>
              <a:lnSpc>
                <a:spcPct val="130000"/>
              </a:lnSpc>
              <a:spcBef>
                <a:spcPct val="0"/>
              </a:spcBef>
              <a:buClrTx/>
              <a:buSzTx/>
              <a:buFontTx/>
              <a:buNone/>
            </a:pPr>
            <a:r>
              <a:rPr lang="en-US" altLang="en-US" sz="1600" b="0" i="0" dirty="0"/>
              <a:t>0.9</a:t>
            </a:r>
          </a:p>
          <a:p>
            <a:pPr>
              <a:lnSpc>
                <a:spcPct val="150000"/>
              </a:lnSpc>
              <a:spcBef>
                <a:spcPct val="0"/>
              </a:spcBef>
              <a:buClrTx/>
              <a:buSzTx/>
              <a:buFontTx/>
              <a:buNone/>
            </a:pPr>
            <a:r>
              <a:rPr lang="en-US" altLang="en-US" sz="1600" b="0" i="0" dirty="0"/>
              <a:t>0.8</a:t>
            </a:r>
          </a:p>
          <a:p>
            <a:pPr>
              <a:lnSpc>
                <a:spcPct val="140000"/>
              </a:lnSpc>
              <a:spcBef>
                <a:spcPct val="0"/>
              </a:spcBef>
              <a:buClrTx/>
              <a:buSzTx/>
              <a:buFontTx/>
              <a:buNone/>
            </a:pPr>
            <a:r>
              <a:rPr lang="en-US" altLang="en-US" sz="1600" b="0" i="0" dirty="0"/>
              <a:t>0.7</a:t>
            </a:r>
          </a:p>
          <a:p>
            <a:pPr>
              <a:lnSpc>
                <a:spcPct val="140000"/>
              </a:lnSpc>
              <a:spcBef>
                <a:spcPct val="0"/>
              </a:spcBef>
              <a:buClrTx/>
              <a:buSzTx/>
              <a:buFontTx/>
              <a:buNone/>
            </a:pPr>
            <a:r>
              <a:rPr lang="en-US" altLang="en-US" sz="1600" b="0" i="0" dirty="0"/>
              <a:t>0.6</a:t>
            </a:r>
          </a:p>
          <a:p>
            <a:pPr>
              <a:lnSpc>
                <a:spcPct val="140000"/>
              </a:lnSpc>
              <a:spcBef>
                <a:spcPct val="0"/>
              </a:spcBef>
              <a:buClrTx/>
              <a:buSzTx/>
              <a:buFontTx/>
              <a:buNone/>
            </a:pPr>
            <a:r>
              <a:rPr lang="en-US" altLang="en-US" sz="1600" b="0" i="0" dirty="0"/>
              <a:t>0.5</a:t>
            </a:r>
          </a:p>
          <a:p>
            <a:pPr>
              <a:lnSpc>
                <a:spcPct val="150000"/>
              </a:lnSpc>
              <a:spcBef>
                <a:spcPct val="0"/>
              </a:spcBef>
              <a:buClrTx/>
              <a:buSzTx/>
              <a:buFontTx/>
              <a:buNone/>
            </a:pPr>
            <a:r>
              <a:rPr lang="en-US" altLang="en-US" sz="1600" b="0" i="0" dirty="0"/>
              <a:t>0.4</a:t>
            </a:r>
          </a:p>
          <a:p>
            <a:pPr>
              <a:lnSpc>
                <a:spcPct val="150000"/>
              </a:lnSpc>
              <a:spcBef>
                <a:spcPct val="0"/>
              </a:spcBef>
              <a:buClrTx/>
              <a:buSzTx/>
              <a:buFontTx/>
              <a:buNone/>
            </a:pPr>
            <a:r>
              <a:rPr lang="en-US" altLang="en-US" sz="1600" b="0" i="0" dirty="0"/>
              <a:t>0.3</a:t>
            </a:r>
          </a:p>
          <a:p>
            <a:pPr>
              <a:lnSpc>
                <a:spcPct val="150000"/>
              </a:lnSpc>
              <a:spcBef>
                <a:spcPct val="0"/>
              </a:spcBef>
              <a:buClrTx/>
              <a:buSzTx/>
              <a:buFontTx/>
              <a:buNone/>
            </a:pPr>
            <a:r>
              <a:rPr lang="en-US" altLang="en-US" sz="1600" b="0" i="0" dirty="0"/>
              <a:t>0.2</a:t>
            </a:r>
          </a:p>
          <a:p>
            <a:pPr>
              <a:lnSpc>
                <a:spcPct val="150000"/>
              </a:lnSpc>
              <a:spcBef>
                <a:spcPct val="0"/>
              </a:spcBef>
              <a:buClrTx/>
              <a:buSzTx/>
              <a:buFontTx/>
              <a:buNone/>
            </a:pPr>
            <a:r>
              <a:rPr lang="en-US" altLang="en-US" sz="1600" b="0" i="0" dirty="0"/>
              <a:t>0.1</a:t>
            </a:r>
          </a:p>
        </p:txBody>
      </p:sp>
      <p:sp>
        <p:nvSpPr>
          <p:cNvPr id="700490" name="Rectangle 74"/>
          <p:cNvSpPr>
            <a:spLocks noChangeArrowheads="1"/>
          </p:cNvSpPr>
          <p:nvPr/>
        </p:nvSpPr>
        <p:spPr bwMode="auto">
          <a:xfrm>
            <a:off x="6102350" y="2087372"/>
            <a:ext cx="1133475" cy="334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nSpc>
                <a:spcPct val="100000"/>
              </a:lnSpc>
              <a:spcBef>
                <a:spcPct val="0"/>
              </a:spcBef>
              <a:buClrTx/>
              <a:buSzTx/>
              <a:buFontTx/>
              <a:buNone/>
            </a:pPr>
            <a:r>
              <a:rPr lang="en-US" altLang="en-US" sz="2000" b="0" i="0"/>
              <a:t>Star Side</a:t>
            </a:r>
          </a:p>
        </p:txBody>
      </p:sp>
      <p:sp>
        <p:nvSpPr>
          <p:cNvPr id="700491" name="Rectangle 75"/>
          <p:cNvSpPr>
            <a:spLocks noChangeArrowheads="1"/>
          </p:cNvSpPr>
          <p:nvPr/>
        </p:nvSpPr>
        <p:spPr bwMode="auto">
          <a:xfrm>
            <a:off x="7636669" y="4031266"/>
            <a:ext cx="1335088" cy="434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nSpc>
                <a:spcPct val="100000"/>
              </a:lnSpc>
              <a:spcBef>
                <a:spcPct val="0"/>
              </a:spcBef>
              <a:buClrTx/>
              <a:buSzTx/>
              <a:buFontTx/>
              <a:buNone/>
            </a:pPr>
            <a:r>
              <a:rPr lang="en-US" altLang="en-US" sz="2000" b="0" i="0" dirty="0"/>
              <a:t>Delta Side</a:t>
            </a:r>
          </a:p>
        </p:txBody>
      </p:sp>
      <p:sp>
        <p:nvSpPr>
          <p:cNvPr id="700492" name="Rectangle 76"/>
          <p:cNvSpPr>
            <a:spLocks noChangeArrowheads="1"/>
          </p:cNvSpPr>
          <p:nvPr/>
        </p:nvSpPr>
        <p:spPr bwMode="auto">
          <a:xfrm>
            <a:off x="4627563" y="5562410"/>
            <a:ext cx="4221163" cy="292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lnSpc>
                <a:spcPct val="100000"/>
              </a:lnSpc>
              <a:spcBef>
                <a:spcPct val="0"/>
              </a:spcBef>
              <a:buClrTx/>
              <a:buSzTx/>
              <a:buFontTx/>
              <a:buNone/>
            </a:pPr>
            <a:r>
              <a:rPr lang="en-US" altLang="en-US" sz="1400" b="0" i="0"/>
              <a:t>0.1</a:t>
            </a:r>
            <a:r>
              <a:rPr lang="en-US" altLang="en-US" sz="1800" b="0" i="0"/>
              <a:t>  </a:t>
            </a:r>
            <a:r>
              <a:rPr lang="en-US" altLang="en-US" sz="1400" b="0" i="0"/>
              <a:t>0.2 </a:t>
            </a:r>
            <a:r>
              <a:rPr lang="en-US" altLang="en-US" sz="800" b="0" i="0"/>
              <a:t> </a:t>
            </a:r>
            <a:r>
              <a:rPr lang="en-US" altLang="en-US" sz="1400" b="0" i="0"/>
              <a:t>0.3 </a:t>
            </a:r>
            <a:r>
              <a:rPr lang="en-US" altLang="en-US" sz="800" b="0" i="0"/>
              <a:t> </a:t>
            </a:r>
            <a:r>
              <a:rPr lang="en-US" altLang="en-US" sz="1400" b="0" i="0"/>
              <a:t>0.4</a:t>
            </a:r>
            <a:r>
              <a:rPr lang="en-US" altLang="en-US" sz="800" b="0" i="0"/>
              <a:t> </a:t>
            </a:r>
            <a:r>
              <a:rPr lang="en-US" altLang="en-US" sz="1400" b="0" i="0"/>
              <a:t>  0.5 </a:t>
            </a:r>
            <a:r>
              <a:rPr lang="en-US" altLang="en-US" sz="800" b="0" i="0"/>
              <a:t>  </a:t>
            </a:r>
            <a:r>
              <a:rPr lang="en-US" altLang="en-US" sz="1400" b="0" i="0"/>
              <a:t>0.6 </a:t>
            </a:r>
            <a:r>
              <a:rPr lang="en-US" altLang="en-US" sz="800" b="0" i="0"/>
              <a:t>  </a:t>
            </a:r>
            <a:r>
              <a:rPr lang="en-US" altLang="en-US" sz="1400" b="0" i="0"/>
              <a:t>0.7 </a:t>
            </a:r>
            <a:r>
              <a:rPr lang="en-US" altLang="en-US" sz="800" b="0" i="0"/>
              <a:t>  </a:t>
            </a:r>
            <a:r>
              <a:rPr lang="en-US" altLang="en-US" sz="1400" b="0" i="0"/>
              <a:t>0.8 </a:t>
            </a:r>
            <a:r>
              <a:rPr lang="en-US" altLang="en-US" sz="800" b="0" i="0"/>
              <a:t>  </a:t>
            </a:r>
            <a:r>
              <a:rPr lang="en-US" altLang="en-US" sz="1400" b="0" i="0"/>
              <a:t>0.9   1.0</a:t>
            </a:r>
            <a:endParaRPr lang="en-US" altLang="en-US" sz="1600" b="0" i="0"/>
          </a:p>
        </p:txBody>
      </p:sp>
      <p:sp>
        <p:nvSpPr>
          <p:cNvPr id="700493" name="Rectangle 77"/>
          <p:cNvSpPr>
            <a:spLocks noChangeArrowheads="1"/>
          </p:cNvSpPr>
          <p:nvPr/>
        </p:nvSpPr>
        <p:spPr bwMode="auto">
          <a:xfrm>
            <a:off x="8255000" y="5308410"/>
            <a:ext cx="671513" cy="434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nSpc>
                <a:spcPct val="90000"/>
              </a:lnSpc>
              <a:spcBef>
                <a:spcPct val="0"/>
              </a:spcBef>
              <a:buClrTx/>
              <a:buSzTx/>
              <a:buFontTx/>
              <a:buNone/>
            </a:pPr>
            <a:r>
              <a:rPr lang="en-US" altLang="en-US" sz="2000" b="0" i="0">
                <a:sym typeface="Symbol" panose="05050102010706020507" pitchFamily="18" charset="2"/>
              </a:rPr>
              <a:t></a:t>
            </a:r>
            <a:r>
              <a:rPr lang="en-US" altLang="en-US" sz="2400" b="0" i="0" baseline="-25000"/>
              <a:t> p.u..</a:t>
            </a:r>
            <a:endParaRPr lang="en-US" altLang="en-US" sz="2000" b="0" i="0"/>
          </a:p>
        </p:txBody>
      </p:sp>
      <p:sp>
        <p:nvSpPr>
          <p:cNvPr id="700494" name="Rectangle 78"/>
          <p:cNvSpPr>
            <a:spLocks noChangeArrowheads="1"/>
          </p:cNvSpPr>
          <p:nvPr/>
        </p:nvSpPr>
        <p:spPr bwMode="auto">
          <a:xfrm>
            <a:off x="4243388" y="5987860"/>
            <a:ext cx="4060825"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nSpc>
                <a:spcPct val="90000"/>
              </a:lnSpc>
              <a:spcBef>
                <a:spcPct val="0"/>
              </a:spcBef>
              <a:buClrTx/>
              <a:buSzTx/>
              <a:buFontTx/>
              <a:buNone/>
            </a:pPr>
            <a:r>
              <a:rPr lang="en-US" altLang="en-US" sz="2000" b="0" i="0"/>
              <a:t>Overcurrent Relay Setting  &gt;  </a:t>
            </a:r>
            <a:r>
              <a:rPr lang="en-US" altLang="en-US" sz="2000" b="0" i="0">
                <a:latin typeface="Times New Roman" panose="02020603050405020304" pitchFamily="18" charset="0"/>
              </a:rPr>
              <a:t>I</a:t>
            </a:r>
            <a:r>
              <a:rPr lang="en-US" altLang="en-US" sz="2400" b="0" i="0" baseline="-25000"/>
              <a:t>F.L.</a:t>
            </a:r>
            <a:endParaRPr lang="en-US" altLang="en-US" sz="2000" b="0" i="0"/>
          </a:p>
        </p:txBody>
      </p:sp>
      <p:sp>
        <p:nvSpPr>
          <p:cNvPr id="700418" name="Rectangle 2"/>
          <p:cNvSpPr>
            <a:spLocks noGrp="1" noChangeArrowheads="1"/>
          </p:cNvSpPr>
          <p:nvPr>
            <p:ph type="title"/>
          </p:nvPr>
        </p:nvSpPr>
        <p:spPr>
          <a:xfrm>
            <a:off x="747713" y="0"/>
            <a:ext cx="8077200" cy="698280"/>
          </a:xfrm>
        </p:spPr>
        <p:txBody>
          <a:bodyPr/>
          <a:lstStyle/>
          <a:p>
            <a:r>
              <a:rPr lang="fr-FR" altLang="en-US" sz="3200" dirty="0" err="1"/>
              <a:t>Overcurrent</a:t>
            </a:r>
            <a:r>
              <a:rPr lang="fr-FR" altLang="en-US" sz="3200" dirty="0"/>
              <a:t> Relay Setting </a:t>
            </a:r>
            <a:r>
              <a:rPr lang="en-GB" altLang="en-US" sz="3200" b="0" dirty="0"/>
              <a:t>&gt; </a:t>
            </a:r>
            <a:r>
              <a:rPr lang="en-GB" altLang="en-US" sz="3200" b="0" dirty="0">
                <a:latin typeface="Times New Roman" panose="02020603050405020304" pitchFamily="18" charset="0"/>
              </a:rPr>
              <a:t>I</a:t>
            </a:r>
            <a:r>
              <a:rPr lang="en-GB" altLang="en-US" sz="3200" b="0" baseline="-25000" dirty="0"/>
              <a:t>F.L.</a:t>
            </a:r>
            <a:r>
              <a:rPr lang="fr-FR" altLang="en-US" sz="3200" dirty="0"/>
              <a:t> </a:t>
            </a:r>
          </a:p>
        </p:txBody>
      </p:sp>
      <mc:AlternateContent xmlns:mc="http://schemas.openxmlformats.org/markup-compatibility/2006" xmlns:a14="http://schemas.microsoft.com/office/drawing/2010/main">
        <mc:Choice Requires="a14">
          <p:sp>
            <p:nvSpPr>
              <p:cNvPr id="80" name="Content Placeholder 1"/>
              <p:cNvSpPr>
                <a:spLocks noGrp="1"/>
              </p:cNvSpPr>
              <p:nvPr>
                <p:ph sz="half" idx="1"/>
              </p:nvPr>
            </p:nvSpPr>
            <p:spPr>
              <a:xfrm>
                <a:off x="111734" y="3291588"/>
                <a:ext cx="3613336" cy="2804412"/>
              </a:xfrm>
            </p:spPr>
            <p:txBody>
              <a:bodyPr/>
              <a:lstStyle/>
              <a:p>
                <a:r>
                  <a:rPr lang="en-US" dirty="0">
                    <a:solidFill>
                      <a:srgbClr val="FF0000"/>
                    </a:solidFill>
                  </a:rPr>
                  <a:t>If X=1 </a:t>
                </a:r>
                <a:br>
                  <a:rPr lang="en-US" dirty="0">
                    <a:solidFill>
                      <a:srgbClr val="FF0000"/>
                    </a:solidFill>
                  </a:rPr>
                </a:br>
                <a:r>
                  <a:rPr lang="en-US" dirty="0">
                    <a:solidFill>
                      <a:srgbClr val="FF0000"/>
                    </a:solidFill>
                  </a:rPr>
                  <a:t>I </a:t>
                </a:r>
                <a:r>
                  <a:rPr lang="en-US" sz="1600" dirty="0">
                    <a:solidFill>
                      <a:srgbClr val="FF0000"/>
                    </a:solidFill>
                  </a:rPr>
                  <a:t>Y</a:t>
                </a:r>
                <a:r>
                  <a:rPr lang="en-US" dirty="0">
                    <a:solidFill>
                      <a:srgbClr val="FF0000"/>
                    </a:solidFill>
                  </a:rPr>
                  <a:t> = 1 P.U.</a:t>
                </a:r>
                <a:br>
                  <a:rPr lang="en-US" dirty="0">
                    <a:solidFill>
                      <a:srgbClr val="FF0000"/>
                    </a:solidFill>
                  </a:rPr>
                </a:br>
                <a14:m>
                  <m:oMath xmlns:m="http://schemas.openxmlformats.org/officeDocument/2006/math">
                    <m:r>
                      <a:rPr lang="en-US" i="1">
                        <a:solidFill>
                          <a:srgbClr val="FF0000"/>
                        </a:solidFill>
                        <a:latin typeface="Cambria Math" panose="02040503050406030204" pitchFamily="18" charset="0"/>
                      </a:rPr>
                      <m:t>𝐼</m:t>
                    </m:r>
                    <m:r>
                      <a:rPr lang="en-US" i="1">
                        <a:solidFill>
                          <a:srgbClr val="FF0000"/>
                        </a:solidFill>
                        <a:latin typeface="Cambria Math" panose="02040503050406030204" pitchFamily="18" charset="0"/>
                      </a:rPr>
                      <m:t>𝛥</m:t>
                    </m:r>
                    <m:r>
                      <a:rPr lang="en-US" i="1">
                        <a:solidFill>
                          <a:srgbClr val="FF0000"/>
                        </a:solidFill>
                        <a:latin typeface="Cambria Math" panose="02040503050406030204" pitchFamily="18" charset="0"/>
                      </a:rPr>
                      <m:t>=</m:t>
                    </m:r>
                    <m:f>
                      <m:fPr>
                        <m:ctrlPr>
                          <a:rPr lang="en-US" i="1">
                            <a:solidFill>
                              <a:srgbClr val="FF0000"/>
                            </a:solidFill>
                            <a:latin typeface="Cambria Math" panose="02040503050406030204" pitchFamily="18" charset="0"/>
                          </a:rPr>
                        </m:ctrlPr>
                      </m:fPr>
                      <m:num>
                        <m:sSup>
                          <m:sSupPr>
                            <m:ctrlPr>
                              <a:rPr lang="en-US" i="1">
                                <a:solidFill>
                                  <a:srgbClr val="FF0000"/>
                                </a:solidFill>
                                <a:latin typeface="Cambria Math" panose="02040503050406030204" pitchFamily="18" charset="0"/>
                              </a:rPr>
                            </m:ctrlPr>
                          </m:sSupPr>
                          <m:e>
                            <m:r>
                              <a:rPr lang="en-US" b="0" i="1" smtClean="0">
                                <a:solidFill>
                                  <a:srgbClr val="FF0000"/>
                                </a:solidFill>
                                <a:latin typeface="Cambria Math" panose="02040503050406030204" pitchFamily="18" charset="0"/>
                              </a:rPr>
                              <m:t>1</m:t>
                            </m:r>
                          </m:e>
                          <m:sup>
                            <m:r>
                              <a:rPr lang="en-US" i="1">
                                <a:solidFill>
                                  <a:srgbClr val="FF0000"/>
                                </a:solidFill>
                                <a:latin typeface="Cambria Math" panose="02040503050406030204" pitchFamily="18" charset="0"/>
                              </a:rPr>
                              <m:t>2</m:t>
                            </m:r>
                          </m:sup>
                        </m:sSup>
                      </m:num>
                      <m:den>
                        <m:r>
                          <a:rPr lang="en-US" i="1">
                            <a:solidFill>
                              <a:srgbClr val="FF0000"/>
                            </a:solidFill>
                            <a:latin typeface="Cambria Math" panose="02040503050406030204" pitchFamily="18" charset="0"/>
                          </a:rPr>
                          <m:t>√3</m:t>
                        </m:r>
                      </m:den>
                    </m:f>
                    <m:r>
                      <a:rPr lang="en-US" i="1">
                        <a:solidFill>
                          <a:srgbClr val="FF0000"/>
                        </a:solidFill>
                        <a:latin typeface="Cambria Math" panose="02040503050406030204" pitchFamily="18" charset="0"/>
                      </a:rPr>
                      <m:t> ×</m:t>
                    </m:r>
                    <m:r>
                      <a:rPr lang="en-US" i="1">
                        <a:solidFill>
                          <a:srgbClr val="FF0000"/>
                        </a:solidFill>
                        <a:latin typeface="Cambria Math" panose="02040503050406030204" pitchFamily="18" charset="0"/>
                      </a:rPr>
                      <m:t>𝐼</m:t>
                    </m:r>
                    <m:r>
                      <a:rPr lang="en-US" i="1">
                        <a:solidFill>
                          <a:srgbClr val="FF0000"/>
                        </a:solidFill>
                        <a:latin typeface="Cambria Math" panose="02040503050406030204" pitchFamily="18" charset="0"/>
                      </a:rPr>
                      <m:t> </m:t>
                    </m:r>
                    <m:r>
                      <a:rPr lang="en-US" i="1">
                        <a:solidFill>
                          <a:srgbClr val="FF0000"/>
                        </a:solidFill>
                        <a:latin typeface="Cambria Math" panose="02040503050406030204" pitchFamily="18" charset="0"/>
                      </a:rPr>
                      <m:t>𝑓</m:t>
                    </m:r>
                    <m:r>
                      <a:rPr lang="en-US" i="1">
                        <a:solidFill>
                          <a:srgbClr val="FF0000"/>
                        </a:solidFill>
                        <a:latin typeface="Cambria Math" panose="02040503050406030204" pitchFamily="18" charset="0"/>
                      </a:rPr>
                      <m:t>.</m:t>
                    </m:r>
                    <m:r>
                      <a:rPr lang="en-US" i="1">
                        <a:solidFill>
                          <a:srgbClr val="FF0000"/>
                        </a:solidFill>
                        <a:latin typeface="Cambria Math" panose="02040503050406030204" pitchFamily="18" charset="0"/>
                      </a:rPr>
                      <m:t>𝑙</m:t>
                    </m:r>
                    <m:r>
                      <a:rPr lang="en-US" i="1">
                        <a:solidFill>
                          <a:srgbClr val="FF0000"/>
                        </a:solidFill>
                        <a:latin typeface="Cambria Math" panose="02040503050406030204" pitchFamily="18" charset="0"/>
                      </a:rPr>
                      <m:t>.</m:t>
                    </m:r>
                  </m:oMath>
                </a14:m>
                <a:r>
                  <a:rPr lang="en-US" dirty="0">
                    <a:solidFill>
                      <a:srgbClr val="FF0000"/>
                    </a:solidFill>
                  </a:rPr>
                  <a:t> = 0.58 P.U.</a:t>
                </a:r>
                <a:br>
                  <a:rPr lang="en-US" dirty="0"/>
                </a:br>
                <a:endParaRPr lang="en-US" dirty="0"/>
              </a:p>
              <a:p>
                <a:r>
                  <a:rPr lang="en-US" dirty="0">
                    <a:solidFill>
                      <a:schemeClr val="tx1"/>
                    </a:solidFill>
                  </a:rPr>
                  <a:t>If X= 0.5</a:t>
                </a:r>
                <a:br>
                  <a:rPr lang="en-US" dirty="0">
                    <a:solidFill>
                      <a:schemeClr val="tx1"/>
                    </a:solidFill>
                  </a:rPr>
                </a:br>
                <a:r>
                  <a:rPr lang="en-US" dirty="0">
                    <a:solidFill>
                      <a:schemeClr val="tx1"/>
                    </a:solidFill>
                  </a:rPr>
                  <a:t>I </a:t>
                </a:r>
                <a:r>
                  <a:rPr lang="en-US" sz="1600" dirty="0">
                    <a:solidFill>
                      <a:schemeClr val="tx1"/>
                    </a:solidFill>
                  </a:rPr>
                  <a:t>Y</a:t>
                </a:r>
                <a:r>
                  <a:rPr lang="en-US" dirty="0">
                    <a:solidFill>
                      <a:schemeClr val="tx1"/>
                    </a:solidFill>
                  </a:rPr>
                  <a:t> = 1 P.U.</a:t>
                </a:r>
                <a:br>
                  <a:rPr lang="en-US" dirty="0">
                    <a:solidFill>
                      <a:schemeClr val="tx1"/>
                    </a:solidFill>
                  </a:rPr>
                </a:br>
                <a14:m>
                  <m:oMath xmlns:m="http://schemas.openxmlformats.org/officeDocument/2006/math">
                    <m:r>
                      <a:rPr lang="en-US" i="1">
                        <a:solidFill>
                          <a:schemeClr val="tx1"/>
                        </a:solidFill>
                        <a:latin typeface="Cambria Math" panose="02040503050406030204" pitchFamily="18" charset="0"/>
                      </a:rPr>
                      <m:t>𝐼</m:t>
                    </m:r>
                    <m:r>
                      <a:rPr lang="en-US" i="1">
                        <a:solidFill>
                          <a:schemeClr val="tx1"/>
                        </a:solidFill>
                        <a:latin typeface="Cambria Math" panose="02040503050406030204" pitchFamily="18" charset="0"/>
                      </a:rPr>
                      <m:t>𝛥</m:t>
                    </m:r>
                    <m:r>
                      <a:rPr lang="en-US" i="1">
                        <a:solidFill>
                          <a:schemeClr val="tx1"/>
                        </a:solidFill>
                        <a:latin typeface="Cambria Math" panose="02040503050406030204" pitchFamily="18" charset="0"/>
                      </a:rPr>
                      <m:t>=</m:t>
                    </m:r>
                    <m:f>
                      <m:fPr>
                        <m:ctrlPr>
                          <a:rPr lang="en-US" i="1">
                            <a:solidFill>
                              <a:schemeClr val="tx1"/>
                            </a:solidFill>
                            <a:latin typeface="Cambria Math" panose="02040503050406030204" pitchFamily="18" charset="0"/>
                          </a:rPr>
                        </m:ctrlPr>
                      </m:fPr>
                      <m:num>
                        <m:sSup>
                          <m:sSupPr>
                            <m:ctrlPr>
                              <a:rPr lang="en-US" i="1">
                                <a:solidFill>
                                  <a:schemeClr val="tx1"/>
                                </a:solidFill>
                                <a:latin typeface="Cambria Math" panose="02040503050406030204" pitchFamily="18" charset="0"/>
                              </a:rPr>
                            </m:ctrlPr>
                          </m:sSupPr>
                          <m:e>
                            <m:r>
                              <a:rPr lang="en-US" i="1">
                                <a:solidFill>
                                  <a:schemeClr val="tx1"/>
                                </a:solidFill>
                                <a:latin typeface="Cambria Math" panose="02040503050406030204" pitchFamily="18" charset="0"/>
                              </a:rPr>
                              <m:t>0.</m:t>
                            </m:r>
                            <m:r>
                              <a:rPr lang="en-US" b="0" i="1" smtClean="0">
                                <a:solidFill>
                                  <a:schemeClr val="tx1"/>
                                </a:solidFill>
                                <a:latin typeface="Cambria Math" panose="02040503050406030204" pitchFamily="18" charset="0"/>
                              </a:rPr>
                              <m:t>5</m:t>
                            </m:r>
                          </m:e>
                          <m:sup>
                            <m:r>
                              <a:rPr lang="en-US" i="1">
                                <a:solidFill>
                                  <a:schemeClr val="tx1"/>
                                </a:solidFill>
                                <a:latin typeface="Cambria Math" panose="02040503050406030204" pitchFamily="18" charset="0"/>
                              </a:rPr>
                              <m:t>2</m:t>
                            </m:r>
                          </m:sup>
                        </m:sSup>
                      </m:num>
                      <m:den>
                        <m:r>
                          <a:rPr lang="en-US" i="1">
                            <a:solidFill>
                              <a:schemeClr val="tx1"/>
                            </a:solidFill>
                            <a:latin typeface="Cambria Math" panose="02040503050406030204" pitchFamily="18" charset="0"/>
                          </a:rPr>
                          <m:t>√3</m:t>
                        </m:r>
                      </m:den>
                    </m:f>
                    <m:r>
                      <a:rPr lang="en-US" i="1">
                        <a:solidFill>
                          <a:schemeClr val="tx1"/>
                        </a:solidFill>
                        <a:latin typeface="Cambria Math" panose="02040503050406030204" pitchFamily="18" charset="0"/>
                      </a:rPr>
                      <m:t> ×</m:t>
                    </m:r>
                    <m:r>
                      <a:rPr lang="en-US" i="1">
                        <a:solidFill>
                          <a:schemeClr val="tx1"/>
                        </a:solidFill>
                        <a:latin typeface="Cambria Math" panose="02040503050406030204" pitchFamily="18" charset="0"/>
                      </a:rPr>
                      <m:t>𝐼</m:t>
                    </m:r>
                    <m:r>
                      <a:rPr lang="en-US" i="1">
                        <a:solidFill>
                          <a:schemeClr val="tx1"/>
                        </a:solidFill>
                        <a:latin typeface="Cambria Math" panose="02040503050406030204" pitchFamily="18" charset="0"/>
                      </a:rPr>
                      <m:t> </m:t>
                    </m:r>
                    <m:r>
                      <a:rPr lang="en-US" i="1">
                        <a:solidFill>
                          <a:schemeClr val="tx1"/>
                        </a:solidFill>
                        <a:latin typeface="Cambria Math" panose="02040503050406030204" pitchFamily="18" charset="0"/>
                      </a:rPr>
                      <m:t>𝑓</m:t>
                    </m:r>
                    <m:r>
                      <a:rPr lang="en-US" i="1">
                        <a:solidFill>
                          <a:schemeClr val="tx1"/>
                        </a:solidFill>
                        <a:latin typeface="Cambria Math" panose="02040503050406030204" pitchFamily="18" charset="0"/>
                      </a:rPr>
                      <m:t>.</m:t>
                    </m:r>
                    <m:r>
                      <a:rPr lang="en-US" i="1">
                        <a:solidFill>
                          <a:schemeClr val="tx1"/>
                        </a:solidFill>
                        <a:latin typeface="Cambria Math" panose="02040503050406030204" pitchFamily="18" charset="0"/>
                      </a:rPr>
                      <m:t>𝑙</m:t>
                    </m:r>
                    <m:r>
                      <a:rPr lang="en-US" i="1">
                        <a:solidFill>
                          <a:schemeClr val="tx1"/>
                        </a:solidFill>
                        <a:latin typeface="Cambria Math" panose="02040503050406030204" pitchFamily="18" charset="0"/>
                      </a:rPr>
                      <m:t>.</m:t>
                    </m:r>
                  </m:oMath>
                </a14:m>
                <a:r>
                  <a:rPr lang="en-US" dirty="0">
                    <a:solidFill>
                      <a:schemeClr val="tx1"/>
                    </a:solidFill>
                  </a:rPr>
                  <a:t> = 0.14 P.U.</a:t>
                </a:r>
                <a:br>
                  <a:rPr lang="en-US" dirty="0"/>
                </a:br>
                <a:endParaRPr lang="en-US" dirty="0"/>
              </a:p>
            </p:txBody>
          </p:sp>
        </mc:Choice>
        <mc:Fallback xmlns="">
          <p:sp>
            <p:nvSpPr>
              <p:cNvPr id="80" name="Content Placeholder 1"/>
              <p:cNvSpPr>
                <a:spLocks noGrp="1" noRot="1" noChangeAspect="1" noMove="1" noResize="1" noEditPoints="1" noAdjustHandles="1" noChangeArrowheads="1" noChangeShapeType="1" noTextEdit="1"/>
              </p:cNvSpPr>
              <p:nvPr>
                <p:ph sz="half" idx="1"/>
              </p:nvPr>
            </p:nvSpPr>
            <p:spPr>
              <a:xfrm>
                <a:off x="111734" y="3291588"/>
                <a:ext cx="3613336" cy="2804412"/>
              </a:xfrm>
              <a:blipFill>
                <a:blip r:embed="rId3"/>
                <a:stretch>
                  <a:fillRect l="-4047" t="-2609"/>
                </a:stretch>
              </a:blipFill>
            </p:spPr>
            <p:txBody>
              <a:bodyPr/>
              <a:lstStyle/>
              <a:p>
                <a:r>
                  <a:rPr lang="en-US">
                    <a:noFill/>
                  </a:rPr>
                  <a:t> </a:t>
                </a:r>
              </a:p>
            </p:txBody>
          </p:sp>
        </mc:Fallback>
      </mc:AlternateContent>
      <p:sp>
        <p:nvSpPr>
          <p:cNvPr id="81" name="Line 65"/>
          <p:cNvSpPr>
            <a:spLocks noChangeShapeType="1"/>
          </p:cNvSpPr>
          <p:nvPr/>
        </p:nvSpPr>
        <p:spPr bwMode="auto">
          <a:xfrm>
            <a:off x="7895456" y="2096073"/>
            <a:ext cx="48559" cy="3410775"/>
          </a:xfrm>
          <a:prstGeom prst="line">
            <a:avLst/>
          </a:prstGeom>
          <a:noFill/>
          <a:ln w="19050">
            <a:solidFill>
              <a:srgbClr val="FF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endParaRPr lang="en-US"/>
          </a:p>
        </p:txBody>
      </p:sp>
      <p:sp>
        <p:nvSpPr>
          <p:cNvPr id="82" name="Line 67"/>
          <p:cNvSpPr>
            <a:spLocks noChangeShapeType="1"/>
          </p:cNvSpPr>
          <p:nvPr/>
        </p:nvSpPr>
        <p:spPr bwMode="auto">
          <a:xfrm rot="16200000">
            <a:off x="6117433" y="215679"/>
            <a:ext cx="0" cy="3605213"/>
          </a:xfrm>
          <a:prstGeom prst="line">
            <a:avLst/>
          </a:prstGeom>
          <a:noFill/>
          <a:ln w="19050">
            <a:solidFill>
              <a:srgbClr val="FF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83" name="Line 66"/>
          <p:cNvSpPr>
            <a:spLocks noChangeShapeType="1"/>
          </p:cNvSpPr>
          <p:nvPr/>
        </p:nvSpPr>
        <p:spPr bwMode="auto">
          <a:xfrm rot="16200000" flipH="1">
            <a:off x="5239293" y="2813402"/>
            <a:ext cx="5266" cy="1866900"/>
          </a:xfrm>
          <a:prstGeom prst="line">
            <a:avLst/>
          </a:prstGeom>
          <a:noFill/>
          <a:ln w="19050">
            <a:solidFill>
              <a:schemeClr val="tx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endParaRPr lang="en-US"/>
          </a:p>
        </p:txBody>
      </p:sp>
    </p:spTree>
    <p:extLst>
      <p:ext uri="{BB962C8B-B14F-4D97-AF65-F5344CB8AC3E}">
        <p14:creationId xmlns:p14="http://schemas.microsoft.com/office/powerpoint/2010/main" val="244962588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9106" name="Picture 2" descr="logo AREVA blanc copie - copie"/>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575" y="47625"/>
            <a:ext cx="685800" cy="412750"/>
          </a:xfrm>
          <a:prstGeom prst="rect">
            <a:avLst/>
          </a:prstGeom>
          <a:noFill/>
          <a:extLst>
            <a:ext uri="{909E8E84-426E-40DD-AFC4-6F175D3DCCD1}">
              <a14:hiddenFill xmlns:a14="http://schemas.microsoft.com/office/drawing/2010/main">
                <a:solidFill>
                  <a:srgbClr val="FFFFFF"/>
                </a:solidFill>
              </a14:hiddenFill>
            </a:ext>
          </a:extLst>
        </p:spPr>
      </p:pic>
      <p:sp>
        <p:nvSpPr>
          <p:cNvPr id="559107" name="Rectangle 3"/>
          <p:cNvSpPr>
            <a:spLocks noGrp="1" noChangeArrowheads="1"/>
          </p:cNvSpPr>
          <p:nvPr>
            <p:ph type="title"/>
          </p:nvPr>
        </p:nvSpPr>
        <p:spPr>
          <a:xfrm>
            <a:off x="685800" y="2743200"/>
            <a:ext cx="7772400" cy="838200"/>
          </a:xfrm>
        </p:spPr>
        <p:txBody>
          <a:bodyPr/>
          <a:lstStyle/>
          <a:p>
            <a:r>
              <a:rPr lang="en-GB" altLang="zh-CN" sz="3800">
                <a:ea typeface="SimSun" panose="02010600030101010101" pitchFamily="2" charset="-122"/>
              </a:rPr>
              <a:t>Restricted Earth Fault</a:t>
            </a:r>
            <a:br>
              <a:rPr lang="en-GB" altLang="zh-CN" sz="3800">
                <a:ea typeface="SimSun" panose="02010600030101010101" pitchFamily="2" charset="-122"/>
              </a:rPr>
            </a:br>
            <a:r>
              <a:rPr lang="en-GB" altLang="zh-CN" sz="3800">
                <a:ea typeface="SimSun" panose="02010600030101010101" pitchFamily="2" charset="-122"/>
              </a:rPr>
              <a:t>REF</a:t>
            </a:r>
          </a:p>
        </p:txBody>
      </p:sp>
    </p:spTree>
    <p:extLst>
      <p:ext uri="{BB962C8B-B14F-4D97-AF65-F5344CB8AC3E}">
        <p14:creationId xmlns:p14="http://schemas.microsoft.com/office/powerpoint/2010/main" val="25682948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63" name="Rectangle 11"/>
          <p:cNvSpPr>
            <a:spLocks noGrp="1" noChangeArrowheads="1"/>
          </p:cNvSpPr>
          <p:nvPr>
            <p:ph type="title"/>
          </p:nvPr>
        </p:nvSpPr>
        <p:spPr>
          <a:xfrm>
            <a:off x="762000" y="76200"/>
            <a:ext cx="8077200" cy="914400"/>
          </a:xfrm>
        </p:spPr>
        <p:txBody>
          <a:bodyPr/>
          <a:lstStyle/>
          <a:p>
            <a:r>
              <a:rPr lang="de-DE" altLang="en-US" sz="3200" dirty="0"/>
              <a:t>Restricted Earth Fault Protection:</a:t>
            </a:r>
            <a:br>
              <a:rPr lang="de-DE" altLang="en-US" sz="3200" dirty="0"/>
            </a:br>
            <a:r>
              <a:rPr lang="de-DE" altLang="en-US" sz="3200" dirty="0"/>
              <a:t>Enhanced Ground Fault Sensitivity</a:t>
            </a:r>
          </a:p>
        </p:txBody>
      </p:sp>
      <p:graphicFrame>
        <p:nvGraphicFramePr>
          <p:cNvPr id="125983" name="Object 31"/>
          <p:cNvGraphicFramePr>
            <a:graphicFrameLocks noChangeAspect="1"/>
          </p:cNvGraphicFramePr>
          <p:nvPr/>
        </p:nvGraphicFramePr>
        <p:xfrm>
          <a:off x="468313" y="1736725"/>
          <a:ext cx="8064500" cy="5040313"/>
        </p:xfrm>
        <a:graphic>
          <a:graphicData uri="http://schemas.openxmlformats.org/presentationml/2006/ole">
            <mc:AlternateContent xmlns:mc="http://schemas.openxmlformats.org/markup-compatibility/2006">
              <mc:Choice xmlns:v="urn:schemas-microsoft-com:vml" Requires="v">
                <p:oleObj spid="_x0000_s825414" name="Visio" r:id="rId4" imgW="5788533" imgH="3628644" progId="Visio.Drawing.11">
                  <p:embed/>
                </p:oleObj>
              </mc:Choice>
              <mc:Fallback>
                <p:oleObj name="Visio" r:id="rId4" imgW="5788533" imgH="3628644" progId="Visio.Drawing.11">
                  <p:embed/>
                  <p:pic>
                    <p:nvPicPr>
                      <p:cNvPr id="125983" name="Object 3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8313" y="1736725"/>
                        <a:ext cx="8064500" cy="5040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1401666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7154" name="Rectangle 2"/>
          <p:cNvSpPr>
            <a:spLocks noGrp="1" noChangeArrowheads="1"/>
          </p:cNvSpPr>
          <p:nvPr>
            <p:ph type="title"/>
          </p:nvPr>
        </p:nvSpPr>
        <p:spPr>
          <a:xfrm>
            <a:off x="863600" y="168312"/>
            <a:ext cx="8280400" cy="1150937"/>
          </a:xfrm>
        </p:spPr>
        <p:txBody>
          <a:bodyPr/>
          <a:lstStyle/>
          <a:p>
            <a:r>
              <a:rPr lang="en-GB" altLang="zh-CN" sz="3300" dirty="0">
                <a:ea typeface="SimSun" panose="02010600030101010101" pitchFamily="2" charset="-122"/>
              </a:rPr>
              <a:t>Low Impedance REF Protection</a:t>
            </a:r>
            <a:endParaRPr lang="en-US" altLang="en-US" sz="3300" dirty="0">
              <a:solidFill>
                <a:srgbClr val="333399"/>
              </a:solidFill>
            </a:endParaRPr>
          </a:p>
        </p:txBody>
      </p:sp>
      <p:sp>
        <p:nvSpPr>
          <p:cNvPr id="817155" name="Rectangle 3"/>
          <p:cNvSpPr>
            <a:spLocks noChangeArrowheads="1"/>
          </p:cNvSpPr>
          <p:nvPr/>
        </p:nvSpPr>
        <p:spPr bwMode="auto">
          <a:xfrm>
            <a:off x="863600" y="4056917"/>
            <a:ext cx="3852230" cy="96847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marL="400050" indent="-400050" eaLnBrk="0" hangingPunct="0">
              <a:defRPr sz="2400">
                <a:solidFill>
                  <a:schemeClr val="tx1"/>
                </a:solidFill>
                <a:latin typeface="Times New Roman" panose="02020603050405020304" pitchFamily="18" charset="0"/>
              </a:defRPr>
            </a:lvl1pPr>
            <a:lvl2pPr marL="514350" eaLnBrk="0" hangingPunct="0">
              <a:defRPr sz="2400">
                <a:solidFill>
                  <a:schemeClr val="tx1"/>
                </a:solidFill>
                <a:latin typeface="Times New Roman" panose="02020603050405020304" pitchFamily="18" charset="0"/>
              </a:defRPr>
            </a:lvl2pPr>
            <a:lvl3pPr eaLnBrk="0" hangingPunct="0">
              <a:defRPr sz="2400">
                <a:solidFill>
                  <a:schemeClr val="tx1"/>
                </a:solidFill>
                <a:latin typeface="Times New Roman" panose="02020603050405020304" pitchFamily="18" charset="0"/>
              </a:defRPr>
            </a:lvl3pPr>
            <a:lvl4pPr eaLnBrk="0" hangingPunct="0">
              <a:defRPr sz="2400">
                <a:solidFill>
                  <a:schemeClr val="tx1"/>
                </a:solidFill>
                <a:latin typeface="Times New Roman" panose="02020603050405020304" pitchFamily="18" charset="0"/>
              </a:defRPr>
            </a:lvl4pPr>
            <a:lvl5pPr eaLnBrk="0" hangingPunct="0">
              <a:defRPr sz="2400">
                <a:solidFill>
                  <a:schemeClr val="tx1"/>
                </a:solidFill>
                <a:latin typeface="Times New Roman" panose="02020603050405020304" pitchFamily="18" charset="0"/>
              </a:defRPr>
            </a:lvl5pPr>
            <a:lvl6pPr eaLnBrk="0" fontAlgn="base" hangingPunct="0">
              <a:spcBef>
                <a:spcPct val="0"/>
              </a:spcBef>
              <a:spcAft>
                <a:spcPct val="0"/>
              </a:spcAft>
              <a:defRPr sz="2400">
                <a:solidFill>
                  <a:schemeClr val="tx1"/>
                </a:solidFill>
                <a:latin typeface="Times New Roman" panose="02020603050405020304" pitchFamily="18" charset="0"/>
              </a:defRPr>
            </a:lvl6pPr>
            <a:lvl7pPr eaLnBrk="0" fontAlgn="base" hangingPunct="0">
              <a:spcBef>
                <a:spcPct val="0"/>
              </a:spcBef>
              <a:spcAft>
                <a:spcPct val="0"/>
              </a:spcAft>
              <a:defRPr sz="2400">
                <a:solidFill>
                  <a:schemeClr val="tx1"/>
                </a:solidFill>
                <a:latin typeface="Times New Roman" panose="02020603050405020304" pitchFamily="18" charset="0"/>
              </a:defRPr>
            </a:lvl7pPr>
            <a:lvl8pPr eaLnBrk="0" fontAlgn="base" hangingPunct="0">
              <a:spcBef>
                <a:spcPct val="0"/>
              </a:spcBef>
              <a:spcAft>
                <a:spcPct val="0"/>
              </a:spcAft>
              <a:defRPr sz="2400">
                <a:solidFill>
                  <a:schemeClr val="tx1"/>
                </a:solidFill>
                <a:latin typeface="Times New Roman" panose="02020603050405020304" pitchFamily="18" charset="0"/>
              </a:defRPr>
            </a:lvl8pPr>
            <a:lvl9pPr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dirty="0">
                <a:solidFill>
                  <a:schemeClr val="accent1"/>
                </a:solidFill>
                <a:latin typeface="+mn-lt"/>
              </a:rPr>
              <a:t>calculation of differential and</a:t>
            </a:r>
          </a:p>
          <a:p>
            <a:r>
              <a:rPr lang="en-US" sz="2000" dirty="0">
                <a:solidFill>
                  <a:schemeClr val="accent1"/>
                </a:solidFill>
                <a:latin typeface="+mn-lt"/>
              </a:rPr>
              <a:t>mean bias currents is as follow.</a:t>
            </a:r>
            <a:endParaRPr lang="en-US" altLang="en-US" sz="2000" dirty="0">
              <a:solidFill>
                <a:schemeClr val="accent1"/>
              </a:solidFill>
              <a:latin typeface="+mn-lt"/>
            </a:endParaRPr>
          </a:p>
          <a:p>
            <a:pPr>
              <a:lnSpc>
                <a:spcPct val="95000"/>
              </a:lnSpc>
              <a:spcAft>
                <a:spcPct val="40000"/>
              </a:spcAft>
              <a:buClr>
                <a:schemeClr val="tx2"/>
              </a:buClr>
              <a:buFont typeface="Wingdings 3" panose="05040102010807070707" pitchFamily="18" charset="2"/>
              <a:buChar char="u"/>
            </a:pPr>
            <a:endParaRPr lang="en-US" altLang="en-US" sz="1800" dirty="0">
              <a:latin typeface="Arial" panose="020B0604020202020204" pitchFamily="34" charset="0"/>
            </a:endParaRPr>
          </a:p>
        </p:txBody>
      </p:sp>
      <p:sp>
        <p:nvSpPr>
          <p:cNvPr id="817158" name="Rectangle 6"/>
          <p:cNvSpPr>
            <a:spLocks noChangeArrowheads="1"/>
          </p:cNvSpPr>
          <p:nvPr/>
        </p:nvSpPr>
        <p:spPr bwMode="auto">
          <a:xfrm>
            <a:off x="0" y="24193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817159" name="Rectangle 7"/>
          <p:cNvSpPr>
            <a:spLocks noChangeArrowheads="1"/>
          </p:cNvSpPr>
          <p:nvPr/>
        </p:nvSpPr>
        <p:spPr bwMode="auto">
          <a:xfrm>
            <a:off x="0" y="28162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aphicFrame>
        <p:nvGraphicFramePr>
          <p:cNvPr id="817160" name="Object 8"/>
          <p:cNvGraphicFramePr>
            <a:graphicFrameLocks noChangeAspect="1"/>
          </p:cNvGraphicFramePr>
          <p:nvPr>
            <p:extLst>
              <p:ext uri="{D42A27DB-BD31-4B8C-83A1-F6EECF244321}">
                <p14:modId xmlns:p14="http://schemas.microsoft.com/office/powerpoint/2010/main" val="1601950426"/>
              </p:ext>
            </p:extLst>
          </p:nvPr>
        </p:nvGraphicFramePr>
        <p:xfrm>
          <a:off x="4867276" y="1350435"/>
          <a:ext cx="4181475" cy="3781425"/>
        </p:xfrm>
        <a:graphic>
          <a:graphicData uri="http://schemas.openxmlformats.org/presentationml/2006/ole">
            <mc:AlternateContent xmlns:mc="http://schemas.openxmlformats.org/markup-compatibility/2006">
              <mc:Choice xmlns:v="urn:schemas-microsoft-com:vml" Requires="v">
                <p:oleObj spid="_x0000_s827459" name="Visio" r:id="rId4" imgW="12294108" imgH="12659868" progId="Visio.Drawing.11">
                  <p:embed/>
                </p:oleObj>
              </mc:Choice>
              <mc:Fallback>
                <p:oleObj name="Visio" r:id="rId4" imgW="12294108" imgH="12659868" progId="Visio.Drawing.11">
                  <p:embed/>
                  <p:pic>
                    <p:nvPicPr>
                      <p:cNvPr id="817160" name="Object 8"/>
                      <p:cNvPicPr>
                        <a:picLocks noChangeAspect="1" noChangeArrowheads="1"/>
                      </p:cNvPicPr>
                      <p:nvPr/>
                    </p:nvPicPr>
                    <p:blipFill>
                      <a:blip r:embed="rId5">
                        <a:extLst>
                          <a:ext uri="{28A0092B-C50C-407E-A947-70E740481C1C}">
                            <a14:useLocalDpi xmlns:a14="http://schemas.microsoft.com/office/drawing/2010/main" val="0"/>
                          </a:ext>
                        </a:extLst>
                      </a:blip>
                      <a:srcRect l="25710" t="34067" r="35255" b="28152"/>
                      <a:stretch>
                        <a:fillRect/>
                      </a:stretch>
                    </p:blipFill>
                    <p:spPr bwMode="auto">
                      <a:xfrm>
                        <a:off x="4867276" y="1350435"/>
                        <a:ext cx="4181475" cy="3781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3" name="Picture 2"/>
          <p:cNvPicPr>
            <a:picLocks noChangeAspect="1"/>
          </p:cNvPicPr>
          <p:nvPr/>
        </p:nvPicPr>
        <p:blipFill>
          <a:blip r:embed="rId6"/>
          <a:stretch>
            <a:fillRect/>
          </a:stretch>
        </p:blipFill>
        <p:spPr>
          <a:xfrm>
            <a:off x="935596" y="4713235"/>
            <a:ext cx="4248472" cy="1266283"/>
          </a:xfrm>
          <a:prstGeom prst="rect">
            <a:avLst/>
          </a:prstGeom>
        </p:spPr>
      </p:pic>
      <p:grpSp>
        <p:nvGrpSpPr>
          <p:cNvPr id="15" name="Group 14"/>
          <p:cNvGrpSpPr/>
          <p:nvPr/>
        </p:nvGrpSpPr>
        <p:grpSpPr>
          <a:xfrm>
            <a:off x="788076" y="1317866"/>
            <a:ext cx="4215972" cy="2739050"/>
            <a:chOff x="1720850" y="2105975"/>
            <a:chExt cx="5875338" cy="4239263"/>
          </a:xfrm>
        </p:grpSpPr>
        <p:sp>
          <p:nvSpPr>
            <p:cNvPr id="16" name="Oval 3"/>
            <p:cNvSpPr>
              <a:spLocks noChangeArrowheads="1"/>
            </p:cNvSpPr>
            <p:nvPr/>
          </p:nvSpPr>
          <p:spPr bwMode="auto">
            <a:xfrm>
              <a:off x="4117975" y="2709863"/>
              <a:ext cx="663575" cy="741362"/>
            </a:xfrm>
            <a:prstGeom prst="ellipse">
              <a:avLst/>
            </a:prstGeom>
            <a:noFill/>
            <a:ln w="38100" cap="rnd" cmpd="sng">
              <a:solidFill>
                <a:srgbClr val="114FFB"/>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 name="Oval 4"/>
            <p:cNvSpPr>
              <a:spLocks noChangeArrowheads="1"/>
            </p:cNvSpPr>
            <p:nvPr/>
          </p:nvSpPr>
          <p:spPr bwMode="auto">
            <a:xfrm>
              <a:off x="4640263" y="2709863"/>
              <a:ext cx="660400" cy="741362"/>
            </a:xfrm>
            <a:prstGeom prst="ellipse">
              <a:avLst/>
            </a:prstGeom>
            <a:noFill/>
            <a:ln w="38100" cap="rnd" cmpd="sng">
              <a:solidFill>
                <a:srgbClr val="114FFB"/>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 name="AutoShape 5"/>
            <p:cNvSpPr>
              <a:spLocks noChangeArrowheads="1"/>
            </p:cNvSpPr>
            <p:nvPr/>
          </p:nvSpPr>
          <p:spPr bwMode="auto">
            <a:xfrm>
              <a:off x="4286250" y="2919413"/>
              <a:ext cx="276225" cy="265112"/>
            </a:xfrm>
            <a:prstGeom prst="triangle">
              <a:avLst>
                <a:gd name="adj" fmla="val 49995"/>
              </a:avLst>
            </a:prstGeom>
            <a:noFill/>
            <a:ln w="38100" cap="rnd" cmpd="sng">
              <a:solidFill>
                <a:srgbClr val="114FFB"/>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 name="Line 6"/>
            <p:cNvSpPr>
              <a:spLocks noChangeShapeType="1"/>
            </p:cNvSpPr>
            <p:nvPr/>
          </p:nvSpPr>
          <p:spPr bwMode="auto">
            <a:xfrm flipH="1">
              <a:off x="1720850" y="3089275"/>
              <a:ext cx="1300163" cy="0"/>
            </a:xfrm>
            <a:prstGeom prst="line">
              <a:avLst/>
            </a:prstGeom>
            <a:noFill/>
            <a:ln w="38100" cap="rnd" cmpd="sng">
              <a:solidFill>
                <a:srgbClr val="114FFB"/>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0" name="Line 7"/>
            <p:cNvSpPr>
              <a:spLocks noChangeShapeType="1"/>
            </p:cNvSpPr>
            <p:nvPr/>
          </p:nvSpPr>
          <p:spPr bwMode="auto">
            <a:xfrm flipH="1">
              <a:off x="6391275" y="3094038"/>
              <a:ext cx="1204913" cy="0"/>
            </a:xfrm>
            <a:prstGeom prst="line">
              <a:avLst/>
            </a:prstGeom>
            <a:noFill/>
            <a:ln w="38100" cap="rnd" cmpd="sng">
              <a:solidFill>
                <a:srgbClr val="114FFB"/>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 name="Line 8"/>
            <p:cNvSpPr>
              <a:spLocks noChangeShapeType="1"/>
            </p:cNvSpPr>
            <p:nvPr/>
          </p:nvSpPr>
          <p:spPr bwMode="auto">
            <a:xfrm flipH="1">
              <a:off x="5003800" y="3095625"/>
              <a:ext cx="9525" cy="1125538"/>
            </a:xfrm>
            <a:prstGeom prst="line">
              <a:avLst/>
            </a:prstGeom>
            <a:noFill/>
            <a:ln w="38100" cap="rnd" cmpd="sng">
              <a:solidFill>
                <a:srgbClr val="114FFB"/>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 name="Freeform 9"/>
            <p:cNvSpPr>
              <a:spLocks/>
            </p:cNvSpPr>
            <p:nvPr/>
          </p:nvSpPr>
          <p:spPr bwMode="auto">
            <a:xfrm>
              <a:off x="2357438" y="3175000"/>
              <a:ext cx="4776787" cy="2379663"/>
            </a:xfrm>
            <a:custGeom>
              <a:avLst/>
              <a:gdLst>
                <a:gd name="T0" fmla="*/ 0 w 3385"/>
                <a:gd name="T1" fmla="*/ 2 h 1420"/>
                <a:gd name="T2" fmla="*/ 0 w 3385"/>
                <a:gd name="T3" fmla="*/ 1419 h 1420"/>
                <a:gd name="T4" fmla="*/ 3384 w 3385"/>
                <a:gd name="T5" fmla="*/ 1419 h 1420"/>
                <a:gd name="T6" fmla="*/ 3384 w 3385"/>
                <a:gd name="T7" fmla="*/ 0 h 1420"/>
              </a:gdLst>
              <a:ahLst/>
              <a:cxnLst>
                <a:cxn ang="0">
                  <a:pos x="T0" y="T1"/>
                </a:cxn>
                <a:cxn ang="0">
                  <a:pos x="T2" y="T3"/>
                </a:cxn>
                <a:cxn ang="0">
                  <a:pos x="T4" y="T5"/>
                </a:cxn>
                <a:cxn ang="0">
                  <a:pos x="T6" y="T7"/>
                </a:cxn>
              </a:cxnLst>
              <a:rect l="0" t="0" r="r" b="b"/>
              <a:pathLst>
                <a:path w="3385" h="1420">
                  <a:moveTo>
                    <a:pt x="0" y="2"/>
                  </a:moveTo>
                  <a:lnTo>
                    <a:pt x="0" y="1419"/>
                  </a:lnTo>
                  <a:lnTo>
                    <a:pt x="3384" y="1419"/>
                  </a:lnTo>
                  <a:lnTo>
                    <a:pt x="3384" y="0"/>
                  </a:lnTo>
                </a:path>
              </a:pathLst>
            </a:custGeom>
            <a:noFill/>
            <a:ln w="38100" cap="rnd" cmpd="sng">
              <a:solidFill>
                <a:srgbClr val="114FFB"/>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 name="Rectangle 10"/>
            <p:cNvSpPr>
              <a:spLocks noChangeArrowheads="1"/>
            </p:cNvSpPr>
            <p:nvPr/>
          </p:nvSpPr>
          <p:spPr bwMode="auto">
            <a:xfrm>
              <a:off x="2128838" y="4530725"/>
              <a:ext cx="654050" cy="5000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 name="Line 11"/>
            <p:cNvSpPr>
              <a:spLocks noChangeShapeType="1"/>
            </p:cNvSpPr>
            <p:nvPr/>
          </p:nvSpPr>
          <p:spPr bwMode="auto">
            <a:xfrm flipH="1">
              <a:off x="3227388" y="3089275"/>
              <a:ext cx="903287" cy="0"/>
            </a:xfrm>
            <a:prstGeom prst="line">
              <a:avLst/>
            </a:prstGeom>
            <a:noFill/>
            <a:ln w="38100" cap="rnd" cmpd="sng">
              <a:solidFill>
                <a:srgbClr val="114FFB"/>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 name="Line 12"/>
            <p:cNvSpPr>
              <a:spLocks noChangeShapeType="1"/>
            </p:cNvSpPr>
            <p:nvPr/>
          </p:nvSpPr>
          <p:spPr bwMode="auto">
            <a:xfrm flipH="1">
              <a:off x="5297488" y="3089275"/>
              <a:ext cx="895350" cy="0"/>
            </a:xfrm>
            <a:prstGeom prst="line">
              <a:avLst/>
            </a:prstGeom>
            <a:noFill/>
            <a:ln w="38100" cap="rnd" cmpd="sng">
              <a:solidFill>
                <a:srgbClr val="114FFB"/>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26" name="Group 14"/>
            <p:cNvGrpSpPr>
              <a:grpSpLocks/>
            </p:cNvGrpSpPr>
            <p:nvPr/>
          </p:nvGrpSpPr>
          <p:grpSpPr bwMode="auto">
            <a:xfrm>
              <a:off x="2127250" y="2952750"/>
              <a:ext cx="474663" cy="309563"/>
              <a:chOff x="2264" y="1144"/>
              <a:chExt cx="336" cy="195"/>
            </a:xfrm>
          </p:grpSpPr>
          <p:sp>
            <p:nvSpPr>
              <p:cNvPr id="61" name="Arc 15"/>
              <p:cNvSpPr>
                <a:spLocks/>
              </p:cNvSpPr>
              <p:nvPr/>
            </p:nvSpPr>
            <p:spPr bwMode="auto">
              <a:xfrm>
                <a:off x="2432" y="1144"/>
                <a:ext cx="87" cy="101"/>
              </a:xfrm>
              <a:custGeom>
                <a:avLst/>
                <a:gdLst>
                  <a:gd name="G0" fmla="+- 21600 0 0"/>
                  <a:gd name="G1" fmla="+- 21598 0 0"/>
                  <a:gd name="G2" fmla="+- 21600 0 0"/>
                  <a:gd name="T0" fmla="*/ 0 w 21600"/>
                  <a:gd name="T1" fmla="*/ 21598 h 21598"/>
                  <a:gd name="T2" fmla="*/ 21338 w 21600"/>
                  <a:gd name="T3" fmla="*/ 0 h 21598"/>
                  <a:gd name="T4" fmla="*/ 21600 w 21600"/>
                  <a:gd name="T5" fmla="*/ 21598 h 21598"/>
                </a:gdLst>
                <a:ahLst/>
                <a:cxnLst>
                  <a:cxn ang="0">
                    <a:pos x="T0" y="T1"/>
                  </a:cxn>
                  <a:cxn ang="0">
                    <a:pos x="T2" y="T3"/>
                  </a:cxn>
                  <a:cxn ang="0">
                    <a:pos x="T4" y="T5"/>
                  </a:cxn>
                </a:cxnLst>
                <a:rect l="0" t="0" r="r" b="b"/>
                <a:pathLst>
                  <a:path w="21600" h="21598" fill="none" extrusionOk="0">
                    <a:moveTo>
                      <a:pt x="0" y="21598"/>
                    </a:moveTo>
                    <a:cubicBezTo>
                      <a:pt x="0" y="9770"/>
                      <a:pt x="9511" y="143"/>
                      <a:pt x="21337" y="-1"/>
                    </a:cubicBezTo>
                  </a:path>
                  <a:path w="21600" h="21598" stroke="0" extrusionOk="0">
                    <a:moveTo>
                      <a:pt x="0" y="21598"/>
                    </a:moveTo>
                    <a:cubicBezTo>
                      <a:pt x="0" y="9770"/>
                      <a:pt x="9511" y="143"/>
                      <a:pt x="21337" y="-1"/>
                    </a:cubicBezTo>
                    <a:lnTo>
                      <a:pt x="21600" y="21598"/>
                    </a:lnTo>
                    <a:close/>
                  </a:path>
                </a:pathLst>
              </a:custGeom>
              <a:noFill/>
              <a:ln w="38100" cap="rnd" cmpd="sng">
                <a:solidFill>
                  <a:srgbClr val="114FFB"/>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 name="Arc 16"/>
              <p:cNvSpPr>
                <a:spLocks/>
              </p:cNvSpPr>
              <p:nvPr/>
            </p:nvSpPr>
            <p:spPr bwMode="auto">
              <a:xfrm>
                <a:off x="2512" y="1144"/>
                <a:ext cx="88" cy="101"/>
              </a:xfrm>
              <a:custGeom>
                <a:avLst/>
                <a:gdLst>
                  <a:gd name="G0" fmla="+- 262 0 0"/>
                  <a:gd name="G1" fmla="+- 21600 0 0"/>
                  <a:gd name="G2" fmla="+- 21600 0 0"/>
                  <a:gd name="T0" fmla="*/ 0 w 21862"/>
                  <a:gd name="T1" fmla="*/ 2 h 21600"/>
                  <a:gd name="T2" fmla="*/ 21862 w 21862"/>
                  <a:gd name="T3" fmla="*/ 21600 h 21600"/>
                  <a:gd name="T4" fmla="*/ 262 w 21862"/>
                  <a:gd name="T5" fmla="*/ 21600 h 21600"/>
                </a:gdLst>
                <a:ahLst/>
                <a:cxnLst>
                  <a:cxn ang="0">
                    <a:pos x="T0" y="T1"/>
                  </a:cxn>
                  <a:cxn ang="0">
                    <a:pos x="T2" y="T3"/>
                  </a:cxn>
                  <a:cxn ang="0">
                    <a:pos x="T4" y="T5"/>
                  </a:cxn>
                </a:cxnLst>
                <a:rect l="0" t="0" r="r" b="b"/>
                <a:pathLst>
                  <a:path w="21862" h="21600" fill="none" extrusionOk="0">
                    <a:moveTo>
                      <a:pt x="-1" y="1"/>
                    </a:moveTo>
                    <a:cubicBezTo>
                      <a:pt x="87" y="0"/>
                      <a:pt x="174" y="0"/>
                      <a:pt x="262" y="0"/>
                    </a:cubicBezTo>
                    <a:cubicBezTo>
                      <a:pt x="12191" y="0"/>
                      <a:pt x="21862" y="9670"/>
                      <a:pt x="21862" y="21600"/>
                    </a:cubicBezTo>
                  </a:path>
                  <a:path w="21862" h="21600" stroke="0" extrusionOk="0">
                    <a:moveTo>
                      <a:pt x="-1" y="1"/>
                    </a:moveTo>
                    <a:cubicBezTo>
                      <a:pt x="87" y="0"/>
                      <a:pt x="174" y="0"/>
                      <a:pt x="262" y="0"/>
                    </a:cubicBezTo>
                    <a:cubicBezTo>
                      <a:pt x="12191" y="0"/>
                      <a:pt x="21862" y="9670"/>
                      <a:pt x="21862" y="21600"/>
                    </a:cubicBezTo>
                    <a:lnTo>
                      <a:pt x="262" y="21600"/>
                    </a:lnTo>
                    <a:close/>
                  </a:path>
                </a:pathLst>
              </a:custGeom>
              <a:noFill/>
              <a:ln w="38100" cap="rnd" cmpd="sng">
                <a:solidFill>
                  <a:srgbClr val="114FFB"/>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3" name="Arc 17"/>
              <p:cNvSpPr>
                <a:spLocks/>
              </p:cNvSpPr>
              <p:nvPr/>
            </p:nvSpPr>
            <p:spPr bwMode="auto">
              <a:xfrm>
                <a:off x="2266" y="1144"/>
                <a:ext cx="87" cy="101"/>
              </a:xfrm>
              <a:custGeom>
                <a:avLst/>
                <a:gdLst>
                  <a:gd name="G0" fmla="+- 21600 0 0"/>
                  <a:gd name="G1" fmla="+- 21598 0 0"/>
                  <a:gd name="G2" fmla="+- 21600 0 0"/>
                  <a:gd name="T0" fmla="*/ 0 w 21600"/>
                  <a:gd name="T1" fmla="*/ 21598 h 21598"/>
                  <a:gd name="T2" fmla="*/ 21338 w 21600"/>
                  <a:gd name="T3" fmla="*/ 0 h 21598"/>
                  <a:gd name="T4" fmla="*/ 21600 w 21600"/>
                  <a:gd name="T5" fmla="*/ 21598 h 21598"/>
                </a:gdLst>
                <a:ahLst/>
                <a:cxnLst>
                  <a:cxn ang="0">
                    <a:pos x="T0" y="T1"/>
                  </a:cxn>
                  <a:cxn ang="0">
                    <a:pos x="T2" y="T3"/>
                  </a:cxn>
                  <a:cxn ang="0">
                    <a:pos x="T4" y="T5"/>
                  </a:cxn>
                </a:cxnLst>
                <a:rect l="0" t="0" r="r" b="b"/>
                <a:pathLst>
                  <a:path w="21600" h="21598" fill="none" extrusionOk="0">
                    <a:moveTo>
                      <a:pt x="0" y="21598"/>
                    </a:moveTo>
                    <a:cubicBezTo>
                      <a:pt x="0" y="9770"/>
                      <a:pt x="9511" y="143"/>
                      <a:pt x="21337" y="-1"/>
                    </a:cubicBezTo>
                  </a:path>
                  <a:path w="21600" h="21598" stroke="0" extrusionOk="0">
                    <a:moveTo>
                      <a:pt x="0" y="21598"/>
                    </a:moveTo>
                    <a:cubicBezTo>
                      <a:pt x="0" y="9770"/>
                      <a:pt x="9511" y="143"/>
                      <a:pt x="21337" y="-1"/>
                    </a:cubicBezTo>
                    <a:lnTo>
                      <a:pt x="21600" y="21598"/>
                    </a:lnTo>
                    <a:close/>
                  </a:path>
                </a:pathLst>
              </a:custGeom>
              <a:noFill/>
              <a:ln w="38100" cap="rnd" cmpd="sng">
                <a:solidFill>
                  <a:srgbClr val="114FFB"/>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 name="Arc 18"/>
              <p:cNvSpPr>
                <a:spLocks/>
              </p:cNvSpPr>
              <p:nvPr/>
            </p:nvSpPr>
            <p:spPr bwMode="auto">
              <a:xfrm>
                <a:off x="2346" y="1144"/>
                <a:ext cx="88" cy="101"/>
              </a:xfrm>
              <a:custGeom>
                <a:avLst/>
                <a:gdLst>
                  <a:gd name="G0" fmla="+- 262 0 0"/>
                  <a:gd name="G1" fmla="+- 21600 0 0"/>
                  <a:gd name="G2" fmla="+- 21600 0 0"/>
                  <a:gd name="T0" fmla="*/ 0 w 21862"/>
                  <a:gd name="T1" fmla="*/ 2 h 21600"/>
                  <a:gd name="T2" fmla="*/ 21862 w 21862"/>
                  <a:gd name="T3" fmla="*/ 21600 h 21600"/>
                  <a:gd name="T4" fmla="*/ 262 w 21862"/>
                  <a:gd name="T5" fmla="*/ 21600 h 21600"/>
                </a:gdLst>
                <a:ahLst/>
                <a:cxnLst>
                  <a:cxn ang="0">
                    <a:pos x="T0" y="T1"/>
                  </a:cxn>
                  <a:cxn ang="0">
                    <a:pos x="T2" y="T3"/>
                  </a:cxn>
                  <a:cxn ang="0">
                    <a:pos x="T4" y="T5"/>
                  </a:cxn>
                </a:cxnLst>
                <a:rect l="0" t="0" r="r" b="b"/>
                <a:pathLst>
                  <a:path w="21862" h="21600" fill="none" extrusionOk="0">
                    <a:moveTo>
                      <a:pt x="-1" y="1"/>
                    </a:moveTo>
                    <a:cubicBezTo>
                      <a:pt x="87" y="0"/>
                      <a:pt x="174" y="0"/>
                      <a:pt x="262" y="0"/>
                    </a:cubicBezTo>
                    <a:cubicBezTo>
                      <a:pt x="12191" y="0"/>
                      <a:pt x="21862" y="9670"/>
                      <a:pt x="21862" y="21600"/>
                    </a:cubicBezTo>
                  </a:path>
                  <a:path w="21862" h="21600" stroke="0" extrusionOk="0">
                    <a:moveTo>
                      <a:pt x="-1" y="1"/>
                    </a:moveTo>
                    <a:cubicBezTo>
                      <a:pt x="87" y="0"/>
                      <a:pt x="174" y="0"/>
                      <a:pt x="262" y="0"/>
                    </a:cubicBezTo>
                    <a:cubicBezTo>
                      <a:pt x="12191" y="0"/>
                      <a:pt x="21862" y="9670"/>
                      <a:pt x="21862" y="21600"/>
                    </a:cubicBezTo>
                    <a:lnTo>
                      <a:pt x="262" y="21600"/>
                    </a:lnTo>
                    <a:close/>
                  </a:path>
                </a:pathLst>
              </a:custGeom>
              <a:noFill/>
              <a:ln w="38100" cap="rnd" cmpd="sng">
                <a:solidFill>
                  <a:srgbClr val="114FFB"/>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 name="Line 19"/>
              <p:cNvSpPr>
                <a:spLocks noChangeShapeType="1"/>
              </p:cNvSpPr>
              <p:nvPr/>
            </p:nvSpPr>
            <p:spPr bwMode="auto">
              <a:xfrm>
                <a:off x="2264" y="1238"/>
                <a:ext cx="0" cy="98"/>
              </a:xfrm>
              <a:prstGeom prst="line">
                <a:avLst/>
              </a:prstGeom>
              <a:noFill/>
              <a:ln w="38100" cap="rnd" cmpd="sng">
                <a:solidFill>
                  <a:srgbClr val="114FFB"/>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6" name="Line 20"/>
              <p:cNvSpPr>
                <a:spLocks noChangeShapeType="1"/>
              </p:cNvSpPr>
              <p:nvPr/>
            </p:nvSpPr>
            <p:spPr bwMode="auto">
              <a:xfrm>
                <a:off x="2600" y="1244"/>
                <a:ext cx="0" cy="95"/>
              </a:xfrm>
              <a:prstGeom prst="line">
                <a:avLst/>
              </a:prstGeom>
              <a:noFill/>
              <a:ln w="38100" cap="rnd" cmpd="sng">
                <a:solidFill>
                  <a:srgbClr val="114FFB"/>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7" name="Line 21"/>
              <p:cNvSpPr>
                <a:spLocks noChangeShapeType="1"/>
              </p:cNvSpPr>
              <p:nvPr/>
            </p:nvSpPr>
            <p:spPr bwMode="auto">
              <a:xfrm>
                <a:off x="2433" y="1246"/>
                <a:ext cx="0" cy="29"/>
              </a:xfrm>
              <a:prstGeom prst="line">
                <a:avLst/>
              </a:prstGeom>
              <a:noFill/>
              <a:ln w="508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27" name="Group 22"/>
            <p:cNvGrpSpPr>
              <a:grpSpLocks/>
            </p:cNvGrpSpPr>
            <p:nvPr/>
          </p:nvGrpSpPr>
          <p:grpSpPr bwMode="auto">
            <a:xfrm>
              <a:off x="3057525" y="3008313"/>
              <a:ext cx="139700" cy="157162"/>
              <a:chOff x="714" y="2950"/>
              <a:chExt cx="204" cy="204"/>
            </a:xfrm>
          </p:grpSpPr>
          <p:sp>
            <p:nvSpPr>
              <p:cNvPr id="59" name="Line 23"/>
              <p:cNvSpPr>
                <a:spLocks noChangeShapeType="1"/>
              </p:cNvSpPr>
              <p:nvPr/>
            </p:nvSpPr>
            <p:spPr bwMode="auto">
              <a:xfrm>
                <a:off x="714" y="2950"/>
                <a:ext cx="204" cy="204"/>
              </a:xfrm>
              <a:prstGeom prst="line">
                <a:avLst/>
              </a:prstGeom>
              <a:noFill/>
              <a:ln w="254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60" name="Line 24"/>
              <p:cNvSpPr>
                <a:spLocks noChangeShapeType="1"/>
              </p:cNvSpPr>
              <p:nvPr/>
            </p:nvSpPr>
            <p:spPr bwMode="auto">
              <a:xfrm flipH="1">
                <a:off x="714" y="2950"/>
                <a:ext cx="204" cy="204"/>
              </a:xfrm>
              <a:prstGeom prst="line">
                <a:avLst/>
              </a:prstGeom>
              <a:noFill/>
              <a:ln w="254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pSp>
        <p:grpSp>
          <p:nvGrpSpPr>
            <p:cNvPr id="28" name="Group 25"/>
            <p:cNvGrpSpPr>
              <a:grpSpLocks/>
            </p:cNvGrpSpPr>
            <p:nvPr/>
          </p:nvGrpSpPr>
          <p:grpSpPr bwMode="auto">
            <a:xfrm>
              <a:off x="4805363" y="2855913"/>
              <a:ext cx="409575" cy="366712"/>
              <a:chOff x="1720" y="894"/>
              <a:chExt cx="290" cy="231"/>
            </a:xfrm>
          </p:grpSpPr>
          <p:sp>
            <p:nvSpPr>
              <p:cNvPr id="56" name="Line 26"/>
              <p:cNvSpPr>
                <a:spLocks noChangeShapeType="1"/>
              </p:cNvSpPr>
              <p:nvPr/>
            </p:nvSpPr>
            <p:spPr bwMode="auto">
              <a:xfrm flipH="1">
                <a:off x="1720" y="1046"/>
                <a:ext cx="140" cy="76"/>
              </a:xfrm>
              <a:prstGeom prst="line">
                <a:avLst/>
              </a:prstGeom>
              <a:noFill/>
              <a:ln w="38100" cap="rnd" cmpd="sng">
                <a:solidFill>
                  <a:srgbClr val="114FFB"/>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7" name="Line 27"/>
              <p:cNvSpPr>
                <a:spLocks noChangeShapeType="1"/>
              </p:cNvSpPr>
              <p:nvPr/>
            </p:nvSpPr>
            <p:spPr bwMode="auto">
              <a:xfrm flipV="1">
                <a:off x="1862" y="894"/>
                <a:ext cx="0" cy="171"/>
              </a:xfrm>
              <a:prstGeom prst="line">
                <a:avLst/>
              </a:prstGeom>
              <a:noFill/>
              <a:ln w="38100" cap="rnd" cmpd="sng">
                <a:solidFill>
                  <a:srgbClr val="114FFB"/>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8" name="Line 28"/>
              <p:cNvSpPr>
                <a:spLocks noChangeShapeType="1"/>
              </p:cNvSpPr>
              <p:nvPr/>
            </p:nvSpPr>
            <p:spPr bwMode="auto">
              <a:xfrm>
                <a:off x="1870" y="1049"/>
                <a:ext cx="140" cy="76"/>
              </a:xfrm>
              <a:prstGeom prst="line">
                <a:avLst/>
              </a:prstGeom>
              <a:noFill/>
              <a:ln w="38100" cap="rnd" cmpd="sng">
                <a:solidFill>
                  <a:srgbClr val="114FFB"/>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29" name="Group 29"/>
            <p:cNvGrpSpPr>
              <a:grpSpLocks/>
            </p:cNvGrpSpPr>
            <p:nvPr/>
          </p:nvGrpSpPr>
          <p:grpSpPr bwMode="auto">
            <a:xfrm>
              <a:off x="4819650" y="4221163"/>
              <a:ext cx="377825" cy="163512"/>
              <a:chOff x="3026" y="2091"/>
              <a:chExt cx="159" cy="61"/>
            </a:xfrm>
          </p:grpSpPr>
          <p:sp>
            <p:nvSpPr>
              <p:cNvPr id="53" name="Line 30"/>
              <p:cNvSpPr>
                <a:spLocks noChangeShapeType="1"/>
              </p:cNvSpPr>
              <p:nvPr/>
            </p:nvSpPr>
            <p:spPr bwMode="auto">
              <a:xfrm flipH="1">
                <a:off x="3026" y="2091"/>
                <a:ext cx="159" cy="0"/>
              </a:xfrm>
              <a:prstGeom prst="line">
                <a:avLst/>
              </a:prstGeom>
              <a:noFill/>
              <a:ln w="38100" cap="rnd" cmpd="sng">
                <a:solidFill>
                  <a:srgbClr val="114FFB"/>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4" name="Line 31"/>
              <p:cNvSpPr>
                <a:spLocks noChangeShapeType="1"/>
              </p:cNvSpPr>
              <p:nvPr/>
            </p:nvSpPr>
            <p:spPr bwMode="auto">
              <a:xfrm flipH="1">
                <a:off x="3053" y="2122"/>
                <a:ext cx="106" cy="0"/>
              </a:xfrm>
              <a:prstGeom prst="line">
                <a:avLst/>
              </a:prstGeom>
              <a:noFill/>
              <a:ln w="38100" cap="rnd" cmpd="sng">
                <a:solidFill>
                  <a:srgbClr val="114FFB"/>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5" name="Line 32"/>
              <p:cNvSpPr>
                <a:spLocks noChangeShapeType="1"/>
              </p:cNvSpPr>
              <p:nvPr/>
            </p:nvSpPr>
            <p:spPr bwMode="auto">
              <a:xfrm flipH="1">
                <a:off x="3079" y="2152"/>
                <a:ext cx="55" cy="0"/>
              </a:xfrm>
              <a:prstGeom prst="line">
                <a:avLst/>
              </a:prstGeom>
              <a:noFill/>
              <a:ln w="38100" cap="rnd" cmpd="sng">
                <a:solidFill>
                  <a:srgbClr val="114FFB"/>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30" name="Group 33"/>
            <p:cNvGrpSpPr>
              <a:grpSpLocks/>
            </p:cNvGrpSpPr>
            <p:nvPr/>
          </p:nvGrpSpPr>
          <p:grpSpPr bwMode="auto">
            <a:xfrm>
              <a:off x="6215063" y="3013075"/>
              <a:ext cx="139700" cy="157163"/>
              <a:chOff x="714" y="2950"/>
              <a:chExt cx="204" cy="204"/>
            </a:xfrm>
          </p:grpSpPr>
          <p:sp>
            <p:nvSpPr>
              <p:cNvPr id="51" name="Line 34"/>
              <p:cNvSpPr>
                <a:spLocks noChangeShapeType="1"/>
              </p:cNvSpPr>
              <p:nvPr/>
            </p:nvSpPr>
            <p:spPr bwMode="auto">
              <a:xfrm>
                <a:off x="714" y="2950"/>
                <a:ext cx="204" cy="204"/>
              </a:xfrm>
              <a:prstGeom prst="line">
                <a:avLst/>
              </a:prstGeom>
              <a:noFill/>
              <a:ln w="254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52" name="Line 35"/>
              <p:cNvSpPr>
                <a:spLocks noChangeShapeType="1"/>
              </p:cNvSpPr>
              <p:nvPr/>
            </p:nvSpPr>
            <p:spPr bwMode="auto">
              <a:xfrm flipH="1">
                <a:off x="714" y="2950"/>
                <a:ext cx="204" cy="204"/>
              </a:xfrm>
              <a:prstGeom prst="line">
                <a:avLst/>
              </a:prstGeom>
              <a:noFill/>
              <a:ln w="254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pSp>
        <p:grpSp>
          <p:nvGrpSpPr>
            <p:cNvPr id="31" name="Group 36"/>
            <p:cNvGrpSpPr>
              <a:grpSpLocks/>
            </p:cNvGrpSpPr>
            <p:nvPr/>
          </p:nvGrpSpPr>
          <p:grpSpPr bwMode="auto">
            <a:xfrm>
              <a:off x="6897688" y="2967038"/>
              <a:ext cx="474662" cy="309562"/>
              <a:chOff x="2264" y="1144"/>
              <a:chExt cx="336" cy="195"/>
            </a:xfrm>
          </p:grpSpPr>
          <p:sp>
            <p:nvSpPr>
              <p:cNvPr id="44" name="Arc 37"/>
              <p:cNvSpPr>
                <a:spLocks/>
              </p:cNvSpPr>
              <p:nvPr/>
            </p:nvSpPr>
            <p:spPr bwMode="auto">
              <a:xfrm>
                <a:off x="2432" y="1144"/>
                <a:ext cx="87" cy="101"/>
              </a:xfrm>
              <a:custGeom>
                <a:avLst/>
                <a:gdLst>
                  <a:gd name="G0" fmla="+- 21600 0 0"/>
                  <a:gd name="G1" fmla="+- 21598 0 0"/>
                  <a:gd name="G2" fmla="+- 21600 0 0"/>
                  <a:gd name="T0" fmla="*/ 0 w 21600"/>
                  <a:gd name="T1" fmla="*/ 21598 h 21598"/>
                  <a:gd name="T2" fmla="*/ 21338 w 21600"/>
                  <a:gd name="T3" fmla="*/ 0 h 21598"/>
                  <a:gd name="T4" fmla="*/ 21600 w 21600"/>
                  <a:gd name="T5" fmla="*/ 21598 h 21598"/>
                </a:gdLst>
                <a:ahLst/>
                <a:cxnLst>
                  <a:cxn ang="0">
                    <a:pos x="T0" y="T1"/>
                  </a:cxn>
                  <a:cxn ang="0">
                    <a:pos x="T2" y="T3"/>
                  </a:cxn>
                  <a:cxn ang="0">
                    <a:pos x="T4" y="T5"/>
                  </a:cxn>
                </a:cxnLst>
                <a:rect l="0" t="0" r="r" b="b"/>
                <a:pathLst>
                  <a:path w="21600" h="21598" fill="none" extrusionOk="0">
                    <a:moveTo>
                      <a:pt x="0" y="21598"/>
                    </a:moveTo>
                    <a:cubicBezTo>
                      <a:pt x="0" y="9770"/>
                      <a:pt x="9511" y="143"/>
                      <a:pt x="21337" y="-1"/>
                    </a:cubicBezTo>
                  </a:path>
                  <a:path w="21600" h="21598" stroke="0" extrusionOk="0">
                    <a:moveTo>
                      <a:pt x="0" y="21598"/>
                    </a:moveTo>
                    <a:cubicBezTo>
                      <a:pt x="0" y="9770"/>
                      <a:pt x="9511" y="143"/>
                      <a:pt x="21337" y="-1"/>
                    </a:cubicBezTo>
                    <a:lnTo>
                      <a:pt x="21600" y="21598"/>
                    </a:lnTo>
                    <a:close/>
                  </a:path>
                </a:pathLst>
              </a:custGeom>
              <a:noFill/>
              <a:ln w="38100" cap="rnd" cmpd="sng">
                <a:solidFill>
                  <a:srgbClr val="114FFB"/>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 name="Arc 38"/>
              <p:cNvSpPr>
                <a:spLocks/>
              </p:cNvSpPr>
              <p:nvPr/>
            </p:nvSpPr>
            <p:spPr bwMode="auto">
              <a:xfrm>
                <a:off x="2512" y="1144"/>
                <a:ext cx="88" cy="101"/>
              </a:xfrm>
              <a:custGeom>
                <a:avLst/>
                <a:gdLst>
                  <a:gd name="G0" fmla="+- 262 0 0"/>
                  <a:gd name="G1" fmla="+- 21600 0 0"/>
                  <a:gd name="G2" fmla="+- 21600 0 0"/>
                  <a:gd name="T0" fmla="*/ 0 w 21862"/>
                  <a:gd name="T1" fmla="*/ 2 h 21600"/>
                  <a:gd name="T2" fmla="*/ 21862 w 21862"/>
                  <a:gd name="T3" fmla="*/ 21600 h 21600"/>
                  <a:gd name="T4" fmla="*/ 262 w 21862"/>
                  <a:gd name="T5" fmla="*/ 21600 h 21600"/>
                </a:gdLst>
                <a:ahLst/>
                <a:cxnLst>
                  <a:cxn ang="0">
                    <a:pos x="T0" y="T1"/>
                  </a:cxn>
                  <a:cxn ang="0">
                    <a:pos x="T2" y="T3"/>
                  </a:cxn>
                  <a:cxn ang="0">
                    <a:pos x="T4" y="T5"/>
                  </a:cxn>
                </a:cxnLst>
                <a:rect l="0" t="0" r="r" b="b"/>
                <a:pathLst>
                  <a:path w="21862" h="21600" fill="none" extrusionOk="0">
                    <a:moveTo>
                      <a:pt x="-1" y="1"/>
                    </a:moveTo>
                    <a:cubicBezTo>
                      <a:pt x="87" y="0"/>
                      <a:pt x="174" y="0"/>
                      <a:pt x="262" y="0"/>
                    </a:cubicBezTo>
                    <a:cubicBezTo>
                      <a:pt x="12191" y="0"/>
                      <a:pt x="21862" y="9670"/>
                      <a:pt x="21862" y="21600"/>
                    </a:cubicBezTo>
                  </a:path>
                  <a:path w="21862" h="21600" stroke="0" extrusionOk="0">
                    <a:moveTo>
                      <a:pt x="-1" y="1"/>
                    </a:moveTo>
                    <a:cubicBezTo>
                      <a:pt x="87" y="0"/>
                      <a:pt x="174" y="0"/>
                      <a:pt x="262" y="0"/>
                    </a:cubicBezTo>
                    <a:cubicBezTo>
                      <a:pt x="12191" y="0"/>
                      <a:pt x="21862" y="9670"/>
                      <a:pt x="21862" y="21600"/>
                    </a:cubicBezTo>
                    <a:lnTo>
                      <a:pt x="262" y="21600"/>
                    </a:lnTo>
                    <a:close/>
                  </a:path>
                </a:pathLst>
              </a:custGeom>
              <a:noFill/>
              <a:ln w="38100" cap="rnd" cmpd="sng">
                <a:solidFill>
                  <a:srgbClr val="114FFB"/>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6" name="Arc 39"/>
              <p:cNvSpPr>
                <a:spLocks/>
              </p:cNvSpPr>
              <p:nvPr/>
            </p:nvSpPr>
            <p:spPr bwMode="auto">
              <a:xfrm>
                <a:off x="2266" y="1144"/>
                <a:ext cx="87" cy="101"/>
              </a:xfrm>
              <a:custGeom>
                <a:avLst/>
                <a:gdLst>
                  <a:gd name="G0" fmla="+- 21600 0 0"/>
                  <a:gd name="G1" fmla="+- 21598 0 0"/>
                  <a:gd name="G2" fmla="+- 21600 0 0"/>
                  <a:gd name="T0" fmla="*/ 0 w 21600"/>
                  <a:gd name="T1" fmla="*/ 21598 h 21598"/>
                  <a:gd name="T2" fmla="*/ 21338 w 21600"/>
                  <a:gd name="T3" fmla="*/ 0 h 21598"/>
                  <a:gd name="T4" fmla="*/ 21600 w 21600"/>
                  <a:gd name="T5" fmla="*/ 21598 h 21598"/>
                </a:gdLst>
                <a:ahLst/>
                <a:cxnLst>
                  <a:cxn ang="0">
                    <a:pos x="T0" y="T1"/>
                  </a:cxn>
                  <a:cxn ang="0">
                    <a:pos x="T2" y="T3"/>
                  </a:cxn>
                  <a:cxn ang="0">
                    <a:pos x="T4" y="T5"/>
                  </a:cxn>
                </a:cxnLst>
                <a:rect l="0" t="0" r="r" b="b"/>
                <a:pathLst>
                  <a:path w="21600" h="21598" fill="none" extrusionOk="0">
                    <a:moveTo>
                      <a:pt x="0" y="21598"/>
                    </a:moveTo>
                    <a:cubicBezTo>
                      <a:pt x="0" y="9770"/>
                      <a:pt x="9511" y="143"/>
                      <a:pt x="21337" y="-1"/>
                    </a:cubicBezTo>
                  </a:path>
                  <a:path w="21600" h="21598" stroke="0" extrusionOk="0">
                    <a:moveTo>
                      <a:pt x="0" y="21598"/>
                    </a:moveTo>
                    <a:cubicBezTo>
                      <a:pt x="0" y="9770"/>
                      <a:pt x="9511" y="143"/>
                      <a:pt x="21337" y="-1"/>
                    </a:cubicBezTo>
                    <a:lnTo>
                      <a:pt x="21600" y="21598"/>
                    </a:lnTo>
                    <a:close/>
                  </a:path>
                </a:pathLst>
              </a:custGeom>
              <a:noFill/>
              <a:ln w="38100" cap="rnd" cmpd="sng">
                <a:solidFill>
                  <a:srgbClr val="114FFB"/>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7" name="Arc 40"/>
              <p:cNvSpPr>
                <a:spLocks/>
              </p:cNvSpPr>
              <p:nvPr/>
            </p:nvSpPr>
            <p:spPr bwMode="auto">
              <a:xfrm>
                <a:off x="2346" y="1144"/>
                <a:ext cx="88" cy="101"/>
              </a:xfrm>
              <a:custGeom>
                <a:avLst/>
                <a:gdLst>
                  <a:gd name="G0" fmla="+- 262 0 0"/>
                  <a:gd name="G1" fmla="+- 21600 0 0"/>
                  <a:gd name="G2" fmla="+- 21600 0 0"/>
                  <a:gd name="T0" fmla="*/ 0 w 21862"/>
                  <a:gd name="T1" fmla="*/ 2 h 21600"/>
                  <a:gd name="T2" fmla="*/ 21862 w 21862"/>
                  <a:gd name="T3" fmla="*/ 21600 h 21600"/>
                  <a:gd name="T4" fmla="*/ 262 w 21862"/>
                  <a:gd name="T5" fmla="*/ 21600 h 21600"/>
                </a:gdLst>
                <a:ahLst/>
                <a:cxnLst>
                  <a:cxn ang="0">
                    <a:pos x="T0" y="T1"/>
                  </a:cxn>
                  <a:cxn ang="0">
                    <a:pos x="T2" y="T3"/>
                  </a:cxn>
                  <a:cxn ang="0">
                    <a:pos x="T4" y="T5"/>
                  </a:cxn>
                </a:cxnLst>
                <a:rect l="0" t="0" r="r" b="b"/>
                <a:pathLst>
                  <a:path w="21862" h="21600" fill="none" extrusionOk="0">
                    <a:moveTo>
                      <a:pt x="-1" y="1"/>
                    </a:moveTo>
                    <a:cubicBezTo>
                      <a:pt x="87" y="0"/>
                      <a:pt x="174" y="0"/>
                      <a:pt x="262" y="0"/>
                    </a:cubicBezTo>
                    <a:cubicBezTo>
                      <a:pt x="12191" y="0"/>
                      <a:pt x="21862" y="9670"/>
                      <a:pt x="21862" y="21600"/>
                    </a:cubicBezTo>
                  </a:path>
                  <a:path w="21862" h="21600" stroke="0" extrusionOk="0">
                    <a:moveTo>
                      <a:pt x="-1" y="1"/>
                    </a:moveTo>
                    <a:cubicBezTo>
                      <a:pt x="87" y="0"/>
                      <a:pt x="174" y="0"/>
                      <a:pt x="262" y="0"/>
                    </a:cubicBezTo>
                    <a:cubicBezTo>
                      <a:pt x="12191" y="0"/>
                      <a:pt x="21862" y="9670"/>
                      <a:pt x="21862" y="21600"/>
                    </a:cubicBezTo>
                    <a:lnTo>
                      <a:pt x="262" y="21600"/>
                    </a:lnTo>
                    <a:close/>
                  </a:path>
                </a:pathLst>
              </a:custGeom>
              <a:noFill/>
              <a:ln w="38100" cap="rnd" cmpd="sng">
                <a:solidFill>
                  <a:srgbClr val="114FFB"/>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8" name="Line 41"/>
              <p:cNvSpPr>
                <a:spLocks noChangeShapeType="1"/>
              </p:cNvSpPr>
              <p:nvPr/>
            </p:nvSpPr>
            <p:spPr bwMode="auto">
              <a:xfrm>
                <a:off x="2264" y="1238"/>
                <a:ext cx="0" cy="98"/>
              </a:xfrm>
              <a:prstGeom prst="line">
                <a:avLst/>
              </a:prstGeom>
              <a:noFill/>
              <a:ln w="38100" cap="rnd" cmpd="sng">
                <a:solidFill>
                  <a:srgbClr val="114FFB"/>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9" name="Line 42"/>
              <p:cNvSpPr>
                <a:spLocks noChangeShapeType="1"/>
              </p:cNvSpPr>
              <p:nvPr/>
            </p:nvSpPr>
            <p:spPr bwMode="auto">
              <a:xfrm>
                <a:off x="2600" y="1244"/>
                <a:ext cx="0" cy="95"/>
              </a:xfrm>
              <a:prstGeom prst="line">
                <a:avLst/>
              </a:prstGeom>
              <a:noFill/>
              <a:ln w="38100" cap="rnd" cmpd="sng">
                <a:solidFill>
                  <a:srgbClr val="114FFB"/>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0" name="Line 43"/>
              <p:cNvSpPr>
                <a:spLocks noChangeShapeType="1"/>
              </p:cNvSpPr>
              <p:nvPr/>
            </p:nvSpPr>
            <p:spPr bwMode="auto">
              <a:xfrm>
                <a:off x="2433" y="1246"/>
                <a:ext cx="0" cy="29"/>
              </a:xfrm>
              <a:prstGeom prst="line">
                <a:avLst/>
              </a:prstGeom>
              <a:noFill/>
              <a:ln w="508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32" name="Rectangle 44"/>
            <p:cNvSpPr>
              <a:spLocks noChangeArrowheads="1"/>
            </p:cNvSpPr>
            <p:nvPr/>
          </p:nvSpPr>
          <p:spPr bwMode="auto">
            <a:xfrm>
              <a:off x="4038777" y="2105975"/>
              <a:ext cx="1528082" cy="61528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eaLnBrk="0" hangingPunct="0"/>
              <a:r>
                <a:rPr lang="en-GB" altLang="zh-CN" sz="2000" b="1" dirty="0">
                  <a:solidFill>
                    <a:schemeClr val="accent1"/>
                  </a:solidFill>
                  <a:latin typeface="FuturaA Md BT" pitchFamily="34" charset="0"/>
                  <a:ea typeface="SimSun" panose="02010600030101010101" pitchFamily="2" charset="-122"/>
                </a:rPr>
                <a:t>HV+LV</a:t>
              </a:r>
            </a:p>
          </p:txBody>
        </p:sp>
        <p:grpSp>
          <p:nvGrpSpPr>
            <p:cNvPr id="33" name="Group 45"/>
            <p:cNvGrpSpPr>
              <a:grpSpLocks/>
            </p:cNvGrpSpPr>
            <p:nvPr/>
          </p:nvGrpSpPr>
          <p:grpSpPr bwMode="auto">
            <a:xfrm rot="5400000">
              <a:off x="4776787" y="3686176"/>
              <a:ext cx="474663" cy="309562"/>
              <a:chOff x="2264" y="1144"/>
              <a:chExt cx="336" cy="195"/>
            </a:xfrm>
          </p:grpSpPr>
          <p:sp>
            <p:nvSpPr>
              <p:cNvPr id="37" name="Arc 46"/>
              <p:cNvSpPr>
                <a:spLocks/>
              </p:cNvSpPr>
              <p:nvPr/>
            </p:nvSpPr>
            <p:spPr bwMode="auto">
              <a:xfrm>
                <a:off x="2432" y="1144"/>
                <a:ext cx="87" cy="101"/>
              </a:xfrm>
              <a:custGeom>
                <a:avLst/>
                <a:gdLst>
                  <a:gd name="G0" fmla="+- 21600 0 0"/>
                  <a:gd name="G1" fmla="+- 21598 0 0"/>
                  <a:gd name="G2" fmla="+- 21600 0 0"/>
                  <a:gd name="T0" fmla="*/ 0 w 21600"/>
                  <a:gd name="T1" fmla="*/ 21598 h 21598"/>
                  <a:gd name="T2" fmla="*/ 21338 w 21600"/>
                  <a:gd name="T3" fmla="*/ 0 h 21598"/>
                  <a:gd name="T4" fmla="*/ 21600 w 21600"/>
                  <a:gd name="T5" fmla="*/ 21598 h 21598"/>
                </a:gdLst>
                <a:ahLst/>
                <a:cxnLst>
                  <a:cxn ang="0">
                    <a:pos x="T0" y="T1"/>
                  </a:cxn>
                  <a:cxn ang="0">
                    <a:pos x="T2" y="T3"/>
                  </a:cxn>
                  <a:cxn ang="0">
                    <a:pos x="T4" y="T5"/>
                  </a:cxn>
                </a:cxnLst>
                <a:rect l="0" t="0" r="r" b="b"/>
                <a:pathLst>
                  <a:path w="21600" h="21598" fill="none" extrusionOk="0">
                    <a:moveTo>
                      <a:pt x="0" y="21598"/>
                    </a:moveTo>
                    <a:cubicBezTo>
                      <a:pt x="0" y="9770"/>
                      <a:pt x="9511" y="143"/>
                      <a:pt x="21337" y="-1"/>
                    </a:cubicBezTo>
                  </a:path>
                  <a:path w="21600" h="21598" stroke="0" extrusionOk="0">
                    <a:moveTo>
                      <a:pt x="0" y="21598"/>
                    </a:moveTo>
                    <a:cubicBezTo>
                      <a:pt x="0" y="9770"/>
                      <a:pt x="9511" y="143"/>
                      <a:pt x="21337" y="-1"/>
                    </a:cubicBezTo>
                    <a:lnTo>
                      <a:pt x="21600" y="21598"/>
                    </a:lnTo>
                    <a:close/>
                  </a:path>
                </a:pathLst>
              </a:custGeom>
              <a:noFill/>
              <a:ln w="38100" cap="rnd" cmpd="sng">
                <a:solidFill>
                  <a:srgbClr val="114FFB"/>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8" name="Arc 47"/>
              <p:cNvSpPr>
                <a:spLocks/>
              </p:cNvSpPr>
              <p:nvPr/>
            </p:nvSpPr>
            <p:spPr bwMode="auto">
              <a:xfrm>
                <a:off x="2512" y="1144"/>
                <a:ext cx="88" cy="101"/>
              </a:xfrm>
              <a:custGeom>
                <a:avLst/>
                <a:gdLst>
                  <a:gd name="G0" fmla="+- 262 0 0"/>
                  <a:gd name="G1" fmla="+- 21600 0 0"/>
                  <a:gd name="G2" fmla="+- 21600 0 0"/>
                  <a:gd name="T0" fmla="*/ 0 w 21862"/>
                  <a:gd name="T1" fmla="*/ 2 h 21600"/>
                  <a:gd name="T2" fmla="*/ 21862 w 21862"/>
                  <a:gd name="T3" fmla="*/ 21600 h 21600"/>
                  <a:gd name="T4" fmla="*/ 262 w 21862"/>
                  <a:gd name="T5" fmla="*/ 21600 h 21600"/>
                </a:gdLst>
                <a:ahLst/>
                <a:cxnLst>
                  <a:cxn ang="0">
                    <a:pos x="T0" y="T1"/>
                  </a:cxn>
                  <a:cxn ang="0">
                    <a:pos x="T2" y="T3"/>
                  </a:cxn>
                  <a:cxn ang="0">
                    <a:pos x="T4" y="T5"/>
                  </a:cxn>
                </a:cxnLst>
                <a:rect l="0" t="0" r="r" b="b"/>
                <a:pathLst>
                  <a:path w="21862" h="21600" fill="none" extrusionOk="0">
                    <a:moveTo>
                      <a:pt x="-1" y="1"/>
                    </a:moveTo>
                    <a:cubicBezTo>
                      <a:pt x="87" y="0"/>
                      <a:pt x="174" y="0"/>
                      <a:pt x="262" y="0"/>
                    </a:cubicBezTo>
                    <a:cubicBezTo>
                      <a:pt x="12191" y="0"/>
                      <a:pt x="21862" y="9670"/>
                      <a:pt x="21862" y="21600"/>
                    </a:cubicBezTo>
                  </a:path>
                  <a:path w="21862" h="21600" stroke="0" extrusionOk="0">
                    <a:moveTo>
                      <a:pt x="-1" y="1"/>
                    </a:moveTo>
                    <a:cubicBezTo>
                      <a:pt x="87" y="0"/>
                      <a:pt x="174" y="0"/>
                      <a:pt x="262" y="0"/>
                    </a:cubicBezTo>
                    <a:cubicBezTo>
                      <a:pt x="12191" y="0"/>
                      <a:pt x="21862" y="9670"/>
                      <a:pt x="21862" y="21600"/>
                    </a:cubicBezTo>
                    <a:lnTo>
                      <a:pt x="262" y="21600"/>
                    </a:lnTo>
                    <a:close/>
                  </a:path>
                </a:pathLst>
              </a:custGeom>
              <a:noFill/>
              <a:ln w="38100" cap="rnd" cmpd="sng">
                <a:solidFill>
                  <a:srgbClr val="114FFB"/>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9" name="Arc 48"/>
              <p:cNvSpPr>
                <a:spLocks/>
              </p:cNvSpPr>
              <p:nvPr/>
            </p:nvSpPr>
            <p:spPr bwMode="auto">
              <a:xfrm>
                <a:off x="2266" y="1144"/>
                <a:ext cx="87" cy="101"/>
              </a:xfrm>
              <a:custGeom>
                <a:avLst/>
                <a:gdLst>
                  <a:gd name="G0" fmla="+- 21600 0 0"/>
                  <a:gd name="G1" fmla="+- 21598 0 0"/>
                  <a:gd name="G2" fmla="+- 21600 0 0"/>
                  <a:gd name="T0" fmla="*/ 0 w 21600"/>
                  <a:gd name="T1" fmla="*/ 21598 h 21598"/>
                  <a:gd name="T2" fmla="*/ 21338 w 21600"/>
                  <a:gd name="T3" fmla="*/ 0 h 21598"/>
                  <a:gd name="T4" fmla="*/ 21600 w 21600"/>
                  <a:gd name="T5" fmla="*/ 21598 h 21598"/>
                </a:gdLst>
                <a:ahLst/>
                <a:cxnLst>
                  <a:cxn ang="0">
                    <a:pos x="T0" y="T1"/>
                  </a:cxn>
                  <a:cxn ang="0">
                    <a:pos x="T2" y="T3"/>
                  </a:cxn>
                  <a:cxn ang="0">
                    <a:pos x="T4" y="T5"/>
                  </a:cxn>
                </a:cxnLst>
                <a:rect l="0" t="0" r="r" b="b"/>
                <a:pathLst>
                  <a:path w="21600" h="21598" fill="none" extrusionOk="0">
                    <a:moveTo>
                      <a:pt x="0" y="21598"/>
                    </a:moveTo>
                    <a:cubicBezTo>
                      <a:pt x="0" y="9770"/>
                      <a:pt x="9511" y="143"/>
                      <a:pt x="21337" y="-1"/>
                    </a:cubicBezTo>
                  </a:path>
                  <a:path w="21600" h="21598" stroke="0" extrusionOk="0">
                    <a:moveTo>
                      <a:pt x="0" y="21598"/>
                    </a:moveTo>
                    <a:cubicBezTo>
                      <a:pt x="0" y="9770"/>
                      <a:pt x="9511" y="143"/>
                      <a:pt x="21337" y="-1"/>
                    </a:cubicBezTo>
                    <a:lnTo>
                      <a:pt x="21600" y="21598"/>
                    </a:lnTo>
                    <a:close/>
                  </a:path>
                </a:pathLst>
              </a:custGeom>
              <a:noFill/>
              <a:ln w="38100" cap="rnd" cmpd="sng">
                <a:solidFill>
                  <a:srgbClr val="114FFB"/>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0" name="Arc 49"/>
              <p:cNvSpPr>
                <a:spLocks/>
              </p:cNvSpPr>
              <p:nvPr/>
            </p:nvSpPr>
            <p:spPr bwMode="auto">
              <a:xfrm>
                <a:off x="2346" y="1144"/>
                <a:ext cx="88" cy="101"/>
              </a:xfrm>
              <a:custGeom>
                <a:avLst/>
                <a:gdLst>
                  <a:gd name="G0" fmla="+- 262 0 0"/>
                  <a:gd name="G1" fmla="+- 21600 0 0"/>
                  <a:gd name="G2" fmla="+- 21600 0 0"/>
                  <a:gd name="T0" fmla="*/ 0 w 21862"/>
                  <a:gd name="T1" fmla="*/ 2 h 21600"/>
                  <a:gd name="T2" fmla="*/ 21862 w 21862"/>
                  <a:gd name="T3" fmla="*/ 21600 h 21600"/>
                  <a:gd name="T4" fmla="*/ 262 w 21862"/>
                  <a:gd name="T5" fmla="*/ 21600 h 21600"/>
                </a:gdLst>
                <a:ahLst/>
                <a:cxnLst>
                  <a:cxn ang="0">
                    <a:pos x="T0" y="T1"/>
                  </a:cxn>
                  <a:cxn ang="0">
                    <a:pos x="T2" y="T3"/>
                  </a:cxn>
                  <a:cxn ang="0">
                    <a:pos x="T4" y="T5"/>
                  </a:cxn>
                </a:cxnLst>
                <a:rect l="0" t="0" r="r" b="b"/>
                <a:pathLst>
                  <a:path w="21862" h="21600" fill="none" extrusionOk="0">
                    <a:moveTo>
                      <a:pt x="-1" y="1"/>
                    </a:moveTo>
                    <a:cubicBezTo>
                      <a:pt x="87" y="0"/>
                      <a:pt x="174" y="0"/>
                      <a:pt x="262" y="0"/>
                    </a:cubicBezTo>
                    <a:cubicBezTo>
                      <a:pt x="12191" y="0"/>
                      <a:pt x="21862" y="9670"/>
                      <a:pt x="21862" y="21600"/>
                    </a:cubicBezTo>
                  </a:path>
                  <a:path w="21862" h="21600" stroke="0" extrusionOk="0">
                    <a:moveTo>
                      <a:pt x="-1" y="1"/>
                    </a:moveTo>
                    <a:cubicBezTo>
                      <a:pt x="87" y="0"/>
                      <a:pt x="174" y="0"/>
                      <a:pt x="262" y="0"/>
                    </a:cubicBezTo>
                    <a:cubicBezTo>
                      <a:pt x="12191" y="0"/>
                      <a:pt x="21862" y="9670"/>
                      <a:pt x="21862" y="21600"/>
                    </a:cubicBezTo>
                    <a:lnTo>
                      <a:pt x="262" y="21600"/>
                    </a:lnTo>
                    <a:close/>
                  </a:path>
                </a:pathLst>
              </a:custGeom>
              <a:noFill/>
              <a:ln w="38100" cap="rnd" cmpd="sng">
                <a:solidFill>
                  <a:srgbClr val="114FFB"/>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1" name="Line 50"/>
              <p:cNvSpPr>
                <a:spLocks noChangeShapeType="1"/>
              </p:cNvSpPr>
              <p:nvPr/>
            </p:nvSpPr>
            <p:spPr bwMode="auto">
              <a:xfrm>
                <a:off x="2264" y="1238"/>
                <a:ext cx="0" cy="98"/>
              </a:xfrm>
              <a:prstGeom prst="line">
                <a:avLst/>
              </a:prstGeom>
              <a:noFill/>
              <a:ln w="38100" cap="rnd" cmpd="sng">
                <a:solidFill>
                  <a:srgbClr val="114FFB"/>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2" name="Line 51"/>
              <p:cNvSpPr>
                <a:spLocks noChangeShapeType="1"/>
              </p:cNvSpPr>
              <p:nvPr/>
            </p:nvSpPr>
            <p:spPr bwMode="auto">
              <a:xfrm>
                <a:off x="2600" y="1244"/>
                <a:ext cx="0" cy="95"/>
              </a:xfrm>
              <a:prstGeom prst="line">
                <a:avLst/>
              </a:prstGeom>
              <a:noFill/>
              <a:ln w="38100" cap="rnd" cmpd="sng">
                <a:solidFill>
                  <a:srgbClr val="114FFB"/>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 name="Line 52"/>
              <p:cNvSpPr>
                <a:spLocks noChangeShapeType="1"/>
              </p:cNvSpPr>
              <p:nvPr/>
            </p:nvSpPr>
            <p:spPr bwMode="auto">
              <a:xfrm>
                <a:off x="2433" y="1246"/>
                <a:ext cx="0" cy="29"/>
              </a:xfrm>
              <a:prstGeom prst="line">
                <a:avLst/>
              </a:prstGeom>
              <a:noFill/>
              <a:ln w="508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34" name="Line 53"/>
            <p:cNvSpPr>
              <a:spLocks noChangeShapeType="1"/>
            </p:cNvSpPr>
            <p:nvPr/>
          </p:nvSpPr>
          <p:spPr bwMode="auto">
            <a:xfrm flipH="1">
              <a:off x="4356100" y="3862388"/>
              <a:ext cx="0" cy="1196975"/>
            </a:xfrm>
            <a:prstGeom prst="line">
              <a:avLst/>
            </a:prstGeom>
            <a:noFill/>
            <a:ln w="38100" cap="rnd" cmpd="sng">
              <a:solidFill>
                <a:srgbClr val="114FFB"/>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 name="Line 54"/>
            <p:cNvSpPr>
              <a:spLocks noChangeShapeType="1"/>
            </p:cNvSpPr>
            <p:nvPr/>
          </p:nvSpPr>
          <p:spPr bwMode="auto">
            <a:xfrm>
              <a:off x="4356100" y="3862388"/>
              <a:ext cx="576263" cy="0"/>
            </a:xfrm>
            <a:prstGeom prst="line">
              <a:avLst/>
            </a:prstGeom>
            <a:noFill/>
            <a:ln w="38100" cap="rnd" cmpd="sng">
              <a:solidFill>
                <a:srgbClr val="114FFB"/>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36" name="Picture 55" descr="Px4x_40TE_Front_SE"/>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643313" y="4957763"/>
              <a:ext cx="1612900" cy="1387475"/>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95880759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73794" name="Picture 2" descr="logo AREVA blanc copie - copie"/>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575" y="47625"/>
            <a:ext cx="685800" cy="412750"/>
          </a:xfrm>
          <a:prstGeom prst="rect">
            <a:avLst/>
          </a:prstGeom>
          <a:noFill/>
          <a:extLst>
            <a:ext uri="{909E8E84-426E-40DD-AFC4-6F175D3DCCD1}">
              <a14:hiddenFill xmlns:a14="http://schemas.microsoft.com/office/drawing/2010/main">
                <a:solidFill>
                  <a:srgbClr val="FFFFFF"/>
                </a:solidFill>
              </a14:hiddenFill>
            </a:ext>
          </a:extLst>
        </p:spPr>
      </p:pic>
      <p:sp>
        <p:nvSpPr>
          <p:cNvPr id="673796" name="Rectangle 4"/>
          <p:cNvSpPr>
            <a:spLocks noGrp="1" noChangeArrowheads="1"/>
          </p:cNvSpPr>
          <p:nvPr>
            <p:ph type="title"/>
          </p:nvPr>
        </p:nvSpPr>
        <p:spPr>
          <a:xfrm>
            <a:off x="611560" y="1988840"/>
            <a:ext cx="7772400" cy="1585913"/>
          </a:xfrm>
        </p:spPr>
        <p:txBody>
          <a:bodyPr/>
          <a:lstStyle/>
          <a:p>
            <a:r>
              <a:rPr lang="en-GB" altLang="en-US" sz="3300" dirty="0"/>
              <a:t>Un-Restricted </a:t>
            </a:r>
            <a:r>
              <a:rPr lang="en-GB" altLang="en-US" sz="3300" dirty="0" err="1"/>
              <a:t>Earthfault</a:t>
            </a:r>
            <a:endParaRPr lang="en-GB" altLang="en-US" sz="3300" dirty="0"/>
          </a:p>
        </p:txBody>
      </p:sp>
    </p:spTree>
    <p:extLst>
      <p:ext uri="{BB962C8B-B14F-4D97-AF65-F5344CB8AC3E}">
        <p14:creationId xmlns:p14="http://schemas.microsoft.com/office/powerpoint/2010/main" val="92808187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0658" name="Rectangle 2"/>
          <p:cNvSpPr>
            <a:spLocks noGrp="1" noChangeArrowheads="1"/>
          </p:cNvSpPr>
          <p:nvPr>
            <p:ph type="title"/>
          </p:nvPr>
        </p:nvSpPr>
        <p:spPr/>
        <p:txBody>
          <a:bodyPr/>
          <a:lstStyle/>
          <a:p>
            <a:r>
              <a:rPr lang="fr-FR" altLang="en-US" sz="3200" dirty="0" err="1"/>
              <a:t>Unrestricted</a:t>
            </a:r>
            <a:r>
              <a:rPr lang="fr-FR" altLang="en-US" sz="3200" dirty="0"/>
              <a:t> </a:t>
            </a:r>
            <a:r>
              <a:rPr lang="fr-FR" altLang="en-US" sz="3200" dirty="0" err="1"/>
              <a:t>Earthfault</a:t>
            </a:r>
            <a:r>
              <a:rPr lang="fr-FR" altLang="en-US" sz="3200" dirty="0"/>
              <a:t> Protection (1)</a:t>
            </a:r>
          </a:p>
        </p:txBody>
      </p:sp>
      <p:grpSp>
        <p:nvGrpSpPr>
          <p:cNvPr id="710816" name="Group 160"/>
          <p:cNvGrpSpPr>
            <a:grpSpLocks/>
          </p:cNvGrpSpPr>
          <p:nvPr/>
        </p:nvGrpSpPr>
        <p:grpSpPr bwMode="auto">
          <a:xfrm>
            <a:off x="954088" y="1387475"/>
            <a:ext cx="7727950" cy="2860675"/>
            <a:chOff x="601" y="874"/>
            <a:chExt cx="4868" cy="1802"/>
          </a:xfrm>
        </p:grpSpPr>
        <p:sp>
          <p:nvSpPr>
            <p:cNvPr id="710661" name="Line 5"/>
            <p:cNvSpPr>
              <a:spLocks noChangeShapeType="1"/>
            </p:cNvSpPr>
            <p:nvPr/>
          </p:nvSpPr>
          <p:spPr bwMode="auto">
            <a:xfrm>
              <a:off x="4965" y="1588"/>
              <a:ext cx="0" cy="1067"/>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0662" name="Line 6"/>
            <p:cNvSpPr>
              <a:spLocks noChangeShapeType="1"/>
            </p:cNvSpPr>
            <p:nvPr/>
          </p:nvSpPr>
          <p:spPr bwMode="auto">
            <a:xfrm>
              <a:off x="5305" y="2024"/>
              <a:ext cx="0" cy="634"/>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0663" name="Line 7"/>
            <p:cNvSpPr>
              <a:spLocks noChangeShapeType="1"/>
            </p:cNvSpPr>
            <p:nvPr/>
          </p:nvSpPr>
          <p:spPr bwMode="auto">
            <a:xfrm>
              <a:off x="3566" y="1145"/>
              <a:ext cx="0" cy="1510"/>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0664" name="Oval 8"/>
            <p:cNvSpPr>
              <a:spLocks noChangeArrowheads="1"/>
            </p:cNvSpPr>
            <p:nvPr/>
          </p:nvSpPr>
          <p:spPr bwMode="auto">
            <a:xfrm>
              <a:off x="4807" y="2168"/>
              <a:ext cx="297" cy="296"/>
            </a:xfrm>
            <a:prstGeom prst="ellipse">
              <a:avLst/>
            </a:prstGeom>
            <a:solidFill>
              <a:srgbClr val="FFFFFF"/>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0665" name="Oval 9"/>
            <p:cNvSpPr>
              <a:spLocks noChangeArrowheads="1"/>
            </p:cNvSpPr>
            <p:nvPr/>
          </p:nvSpPr>
          <p:spPr bwMode="auto">
            <a:xfrm>
              <a:off x="5166" y="2168"/>
              <a:ext cx="298" cy="296"/>
            </a:xfrm>
            <a:prstGeom prst="ellipse">
              <a:avLst/>
            </a:prstGeom>
            <a:solidFill>
              <a:srgbClr val="FFFFFF"/>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0666" name="Oval 10"/>
            <p:cNvSpPr>
              <a:spLocks noChangeArrowheads="1"/>
            </p:cNvSpPr>
            <p:nvPr/>
          </p:nvSpPr>
          <p:spPr bwMode="auto">
            <a:xfrm>
              <a:off x="3359" y="2142"/>
              <a:ext cx="413" cy="413"/>
            </a:xfrm>
            <a:prstGeom prst="ellipse">
              <a:avLst/>
            </a:prstGeom>
            <a:solidFill>
              <a:srgbClr val="FFFFFF"/>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0667" name="Line 11"/>
            <p:cNvSpPr>
              <a:spLocks noChangeShapeType="1"/>
            </p:cNvSpPr>
            <p:nvPr/>
          </p:nvSpPr>
          <p:spPr bwMode="auto">
            <a:xfrm>
              <a:off x="1105" y="1228"/>
              <a:ext cx="963" cy="0"/>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0668" name="Line 12"/>
            <p:cNvSpPr>
              <a:spLocks noChangeShapeType="1"/>
            </p:cNvSpPr>
            <p:nvPr/>
          </p:nvSpPr>
          <p:spPr bwMode="auto">
            <a:xfrm flipV="1">
              <a:off x="606" y="1917"/>
              <a:ext cx="667" cy="2"/>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0669" name="Line 13"/>
            <p:cNvSpPr>
              <a:spLocks noChangeShapeType="1"/>
            </p:cNvSpPr>
            <p:nvPr/>
          </p:nvSpPr>
          <p:spPr bwMode="auto">
            <a:xfrm>
              <a:off x="2187" y="1027"/>
              <a:ext cx="0" cy="1097"/>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0670" name="Line 14"/>
            <p:cNvSpPr>
              <a:spLocks noChangeShapeType="1"/>
            </p:cNvSpPr>
            <p:nvPr/>
          </p:nvSpPr>
          <p:spPr bwMode="auto">
            <a:xfrm flipV="1">
              <a:off x="1941" y="1914"/>
              <a:ext cx="124" cy="2"/>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0671" name="Line 15"/>
            <p:cNvSpPr>
              <a:spLocks noChangeShapeType="1"/>
            </p:cNvSpPr>
            <p:nvPr/>
          </p:nvSpPr>
          <p:spPr bwMode="auto">
            <a:xfrm>
              <a:off x="1105" y="1027"/>
              <a:ext cx="0" cy="204"/>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0672" name="Line 16"/>
            <p:cNvSpPr>
              <a:spLocks noChangeShapeType="1"/>
            </p:cNvSpPr>
            <p:nvPr/>
          </p:nvSpPr>
          <p:spPr bwMode="auto">
            <a:xfrm>
              <a:off x="2382" y="1481"/>
              <a:ext cx="72" cy="0"/>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0673" name="Line 17"/>
            <p:cNvSpPr>
              <a:spLocks noChangeShapeType="1"/>
            </p:cNvSpPr>
            <p:nvPr/>
          </p:nvSpPr>
          <p:spPr bwMode="auto">
            <a:xfrm>
              <a:off x="2380" y="1930"/>
              <a:ext cx="74" cy="1"/>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0674" name="Line 18"/>
            <p:cNvSpPr>
              <a:spLocks noChangeShapeType="1"/>
            </p:cNvSpPr>
            <p:nvPr/>
          </p:nvSpPr>
          <p:spPr bwMode="auto">
            <a:xfrm>
              <a:off x="2385" y="1032"/>
              <a:ext cx="0" cy="1548"/>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0675" name="Line 19"/>
            <p:cNvSpPr>
              <a:spLocks noChangeShapeType="1"/>
            </p:cNvSpPr>
            <p:nvPr/>
          </p:nvSpPr>
          <p:spPr bwMode="auto">
            <a:xfrm>
              <a:off x="3123" y="1480"/>
              <a:ext cx="2326" cy="2"/>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0676" name="Line 20"/>
            <p:cNvSpPr>
              <a:spLocks noChangeShapeType="1"/>
            </p:cNvSpPr>
            <p:nvPr/>
          </p:nvSpPr>
          <p:spPr bwMode="auto">
            <a:xfrm flipV="1">
              <a:off x="3123" y="1034"/>
              <a:ext cx="2334" cy="2"/>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0677" name="Line 21"/>
            <p:cNvSpPr>
              <a:spLocks noChangeShapeType="1"/>
            </p:cNvSpPr>
            <p:nvPr/>
          </p:nvSpPr>
          <p:spPr bwMode="auto">
            <a:xfrm>
              <a:off x="3123" y="1925"/>
              <a:ext cx="2334" cy="1"/>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0678" name="Line 22"/>
            <p:cNvSpPr>
              <a:spLocks noChangeShapeType="1"/>
            </p:cNvSpPr>
            <p:nvPr/>
          </p:nvSpPr>
          <p:spPr bwMode="auto">
            <a:xfrm>
              <a:off x="4161" y="1143"/>
              <a:ext cx="408" cy="0"/>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0679" name="Line 23"/>
            <p:cNvSpPr>
              <a:spLocks noChangeShapeType="1"/>
            </p:cNvSpPr>
            <p:nvPr/>
          </p:nvSpPr>
          <p:spPr bwMode="auto">
            <a:xfrm>
              <a:off x="3561" y="1145"/>
              <a:ext cx="148" cy="0"/>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0680" name="Line 24"/>
            <p:cNvSpPr>
              <a:spLocks noChangeShapeType="1"/>
            </p:cNvSpPr>
            <p:nvPr/>
          </p:nvSpPr>
          <p:spPr bwMode="auto">
            <a:xfrm>
              <a:off x="4565" y="1138"/>
              <a:ext cx="0" cy="1517"/>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0681" name="Line 25"/>
            <p:cNvSpPr>
              <a:spLocks noChangeShapeType="1"/>
            </p:cNvSpPr>
            <p:nvPr/>
          </p:nvSpPr>
          <p:spPr bwMode="auto">
            <a:xfrm>
              <a:off x="4167" y="1589"/>
              <a:ext cx="807" cy="0"/>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0682" name="Line 26"/>
            <p:cNvSpPr>
              <a:spLocks noChangeShapeType="1"/>
            </p:cNvSpPr>
            <p:nvPr/>
          </p:nvSpPr>
          <p:spPr bwMode="auto">
            <a:xfrm>
              <a:off x="3566" y="1589"/>
              <a:ext cx="148" cy="0"/>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0683" name="Line 27"/>
            <p:cNvSpPr>
              <a:spLocks noChangeShapeType="1"/>
            </p:cNvSpPr>
            <p:nvPr/>
          </p:nvSpPr>
          <p:spPr bwMode="auto">
            <a:xfrm>
              <a:off x="4166" y="2028"/>
              <a:ext cx="1138" cy="1"/>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0684" name="Line 28"/>
            <p:cNvSpPr>
              <a:spLocks noChangeShapeType="1"/>
            </p:cNvSpPr>
            <p:nvPr/>
          </p:nvSpPr>
          <p:spPr bwMode="auto">
            <a:xfrm>
              <a:off x="3566" y="2033"/>
              <a:ext cx="148" cy="2"/>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0685" name="Line 29"/>
            <p:cNvSpPr>
              <a:spLocks noChangeShapeType="1"/>
            </p:cNvSpPr>
            <p:nvPr/>
          </p:nvSpPr>
          <p:spPr bwMode="auto">
            <a:xfrm>
              <a:off x="3561" y="2649"/>
              <a:ext cx="1738" cy="0"/>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0686" name="Oval 30"/>
            <p:cNvSpPr>
              <a:spLocks noChangeArrowheads="1"/>
            </p:cNvSpPr>
            <p:nvPr/>
          </p:nvSpPr>
          <p:spPr bwMode="auto">
            <a:xfrm>
              <a:off x="4422" y="2173"/>
              <a:ext cx="297" cy="298"/>
            </a:xfrm>
            <a:prstGeom prst="ellipse">
              <a:avLst/>
            </a:prstGeom>
            <a:solidFill>
              <a:srgbClr val="FFFFFF"/>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0687" name="Rectangle 31"/>
            <p:cNvSpPr>
              <a:spLocks noChangeArrowheads="1"/>
            </p:cNvSpPr>
            <p:nvPr/>
          </p:nvSpPr>
          <p:spPr bwMode="auto">
            <a:xfrm>
              <a:off x="4866" y="2220"/>
              <a:ext cx="235"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lnSpc>
                  <a:spcPct val="100000"/>
                </a:lnSpc>
                <a:spcBef>
                  <a:spcPct val="0"/>
                </a:spcBef>
                <a:buClrTx/>
                <a:buSzTx/>
                <a:buFontTx/>
                <a:buNone/>
              </a:pPr>
              <a:r>
                <a:rPr lang="en-US" altLang="en-US" sz="2000" b="0" i="0">
                  <a:latin typeface="FuturaA Md BT" pitchFamily="34" charset="0"/>
                </a:rPr>
                <a:t>51</a:t>
              </a:r>
            </a:p>
          </p:txBody>
        </p:sp>
        <p:sp>
          <p:nvSpPr>
            <p:cNvPr id="710688" name="Rectangle 32"/>
            <p:cNvSpPr>
              <a:spLocks noChangeArrowheads="1"/>
            </p:cNvSpPr>
            <p:nvPr/>
          </p:nvSpPr>
          <p:spPr bwMode="auto">
            <a:xfrm>
              <a:off x="5224" y="2216"/>
              <a:ext cx="245" cy="2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lnSpc>
                  <a:spcPct val="100000"/>
                </a:lnSpc>
                <a:spcBef>
                  <a:spcPct val="0"/>
                </a:spcBef>
                <a:buClrTx/>
                <a:buSzTx/>
                <a:buFontTx/>
                <a:buNone/>
              </a:pPr>
              <a:r>
                <a:rPr lang="en-US" altLang="en-US" sz="2000" b="0" i="0">
                  <a:latin typeface="FuturaA Md BT" pitchFamily="34" charset="0"/>
                </a:rPr>
                <a:t>51</a:t>
              </a:r>
            </a:p>
          </p:txBody>
        </p:sp>
        <p:sp>
          <p:nvSpPr>
            <p:cNvPr id="710689" name="Rectangle 33"/>
            <p:cNvSpPr>
              <a:spLocks noChangeArrowheads="1"/>
            </p:cNvSpPr>
            <p:nvPr/>
          </p:nvSpPr>
          <p:spPr bwMode="auto">
            <a:xfrm>
              <a:off x="4483" y="2223"/>
              <a:ext cx="240" cy="2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lnSpc>
                  <a:spcPct val="100000"/>
                </a:lnSpc>
                <a:spcBef>
                  <a:spcPct val="0"/>
                </a:spcBef>
                <a:buClrTx/>
                <a:buSzTx/>
                <a:buFontTx/>
                <a:buNone/>
              </a:pPr>
              <a:r>
                <a:rPr lang="en-US" altLang="en-US" sz="2000" b="0" i="0">
                  <a:latin typeface="FuturaA Md BT" pitchFamily="34" charset="0"/>
                </a:rPr>
                <a:t>51</a:t>
              </a:r>
            </a:p>
          </p:txBody>
        </p:sp>
        <p:sp>
          <p:nvSpPr>
            <p:cNvPr id="710690" name="Rectangle 34"/>
            <p:cNvSpPr>
              <a:spLocks noChangeArrowheads="1"/>
            </p:cNvSpPr>
            <p:nvPr/>
          </p:nvSpPr>
          <p:spPr bwMode="auto">
            <a:xfrm>
              <a:off x="3399" y="2237"/>
              <a:ext cx="380" cy="2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lnSpc>
                  <a:spcPct val="100000"/>
                </a:lnSpc>
                <a:spcBef>
                  <a:spcPct val="0"/>
                </a:spcBef>
                <a:buClrTx/>
                <a:buSzTx/>
                <a:buFontTx/>
                <a:buNone/>
              </a:pPr>
              <a:r>
                <a:rPr lang="en-US" altLang="en-US" sz="2000" b="0" i="0">
                  <a:latin typeface="FuturaA Md BT" pitchFamily="34" charset="0"/>
                </a:rPr>
                <a:t>51N</a:t>
              </a:r>
            </a:p>
          </p:txBody>
        </p:sp>
        <p:sp>
          <p:nvSpPr>
            <p:cNvPr id="710691" name="Line 35"/>
            <p:cNvSpPr>
              <a:spLocks noChangeShapeType="1"/>
            </p:cNvSpPr>
            <p:nvPr/>
          </p:nvSpPr>
          <p:spPr bwMode="auto">
            <a:xfrm>
              <a:off x="1110" y="2122"/>
              <a:ext cx="1085" cy="0"/>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0692" name="Line 36"/>
            <p:cNvSpPr>
              <a:spLocks noChangeShapeType="1"/>
            </p:cNvSpPr>
            <p:nvPr/>
          </p:nvSpPr>
          <p:spPr bwMode="auto">
            <a:xfrm flipH="1">
              <a:off x="1114" y="1918"/>
              <a:ext cx="0" cy="203"/>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0693" name="Line 37"/>
            <p:cNvSpPr>
              <a:spLocks noChangeShapeType="1"/>
            </p:cNvSpPr>
            <p:nvPr/>
          </p:nvSpPr>
          <p:spPr bwMode="auto">
            <a:xfrm>
              <a:off x="2059" y="1674"/>
              <a:ext cx="0" cy="239"/>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0694" name="Line 38"/>
            <p:cNvSpPr>
              <a:spLocks noChangeShapeType="1"/>
            </p:cNvSpPr>
            <p:nvPr/>
          </p:nvSpPr>
          <p:spPr bwMode="auto">
            <a:xfrm>
              <a:off x="1105" y="1674"/>
              <a:ext cx="963" cy="1"/>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0695" name="Line 39"/>
            <p:cNvSpPr>
              <a:spLocks noChangeShapeType="1"/>
            </p:cNvSpPr>
            <p:nvPr/>
          </p:nvSpPr>
          <p:spPr bwMode="auto">
            <a:xfrm>
              <a:off x="1105" y="1473"/>
              <a:ext cx="0" cy="210"/>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0696" name="Line 40"/>
            <p:cNvSpPr>
              <a:spLocks noChangeShapeType="1"/>
            </p:cNvSpPr>
            <p:nvPr/>
          </p:nvSpPr>
          <p:spPr bwMode="auto">
            <a:xfrm flipV="1">
              <a:off x="2380" y="1037"/>
              <a:ext cx="66" cy="1"/>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nvGrpSpPr>
            <p:cNvPr id="710697" name="Group 41"/>
            <p:cNvGrpSpPr>
              <a:grpSpLocks/>
            </p:cNvGrpSpPr>
            <p:nvPr/>
          </p:nvGrpSpPr>
          <p:grpSpPr bwMode="auto">
            <a:xfrm>
              <a:off x="2264" y="2572"/>
              <a:ext cx="249" cy="104"/>
              <a:chOff x="4079" y="3393"/>
              <a:chExt cx="262" cy="110"/>
            </a:xfrm>
          </p:grpSpPr>
          <p:sp>
            <p:nvSpPr>
              <p:cNvPr id="710698" name="Freeform 42"/>
              <p:cNvSpPr>
                <a:spLocks/>
              </p:cNvSpPr>
              <p:nvPr/>
            </p:nvSpPr>
            <p:spPr bwMode="auto">
              <a:xfrm>
                <a:off x="4079" y="3393"/>
                <a:ext cx="262" cy="1"/>
              </a:xfrm>
              <a:custGeom>
                <a:avLst/>
                <a:gdLst>
                  <a:gd name="T0" fmla="*/ 0 w 20000"/>
                  <a:gd name="T1" fmla="*/ 0 h 20000"/>
                  <a:gd name="T2" fmla="*/ 19953 w 20000"/>
                  <a:gd name="T3" fmla="*/ 0 h 20000"/>
                </a:gdLst>
                <a:ahLst/>
                <a:cxnLst>
                  <a:cxn ang="0">
                    <a:pos x="T0" y="T1"/>
                  </a:cxn>
                  <a:cxn ang="0">
                    <a:pos x="T2" y="T3"/>
                  </a:cxn>
                </a:cxnLst>
                <a:rect l="0" t="0" r="r" b="b"/>
                <a:pathLst>
                  <a:path w="20000" h="20000">
                    <a:moveTo>
                      <a:pt x="0" y="0"/>
                    </a:moveTo>
                    <a:lnTo>
                      <a:pt x="19953"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0699" name="Freeform 43"/>
              <p:cNvSpPr>
                <a:spLocks/>
              </p:cNvSpPr>
              <p:nvPr/>
            </p:nvSpPr>
            <p:spPr bwMode="auto">
              <a:xfrm>
                <a:off x="4131" y="3447"/>
                <a:ext cx="160" cy="0"/>
              </a:xfrm>
              <a:custGeom>
                <a:avLst/>
                <a:gdLst>
                  <a:gd name="T0" fmla="*/ 0 w 20000"/>
                  <a:gd name="T1" fmla="*/ 0 h 20000"/>
                  <a:gd name="T2" fmla="*/ 19924 w 20000"/>
                  <a:gd name="T3" fmla="*/ 0 h 20000"/>
                </a:gdLst>
                <a:ahLst/>
                <a:cxnLst>
                  <a:cxn ang="0">
                    <a:pos x="T0" y="T1"/>
                  </a:cxn>
                  <a:cxn ang="0">
                    <a:pos x="T2" y="T3"/>
                  </a:cxn>
                </a:cxnLst>
                <a:rect l="0" t="0" r="r" b="b"/>
                <a:pathLst>
                  <a:path w="20000" h="20000">
                    <a:moveTo>
                      <a:pt x="0" y="0"/>
                    </a:moveTo>
                    <a:lnTo>
                      <a:pt x="19924"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0700" name="Freeform 44"/>
              <p:cNvSpPr>
                <a:spLocks/>
              </p:cNvSpPr>
              <p:nvPr/>
            </p:nvSpPr>
            <p:spPr bwMode="auto">
              <a:xfrm>
                <a:off x="4185" y="3503"/>
                <a:ext cx="60" cy="0"/>
              </a:xfrm>
              <a:custGeom>
                <a:avLst/>
                <a:gdLst>
                  <a:gd name="T0" fmla="*/ 0 w 20000"/>
                  <a:gd name="T1" fmla="*/ 0 h 20000"/>
                  <a:gd name="T2" fmla="*/ 19798 w 20000"/>
                  <a:gd name="T3" fmla="*/ 0 h 20000"/>
                </a:gdLst>
                <a:ahLst/>
                <a:cxnLst>
                  <a:cxn ang="0">
                    <a:pos x="T0" y="T1"/>
                  </a:cxn>
                  <a:cxn ang="0">
                    <a:pos x="T2" y="T3"/>
                  </a:cxn>
                </a:cxnLst>
                <a:rect l="0" t="0" r="r" b="b"/>
                <a:pathLst>
                  <a:path w="20000" h="20000">
                    <a:moveTo>
                      <a:pt x="0" y="0"/>
                    </a:moveTo>
                    <a:lnTo>
                      <a:pt x="19798"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710701" name="Group 45"/>
            <p:cNvGrpSpPr>
              <a:grpSpLocks/>
            </p:cNvGrpSpPr>
            <p:nvPr/>
          </p:nvGrpSpPr>
          <p:grpSpPr bwMode="auto">
            <a:xfrm>
              <a:off x="1271" y="1768"/>
              <a:ext cx="676" cy="154"/>
              <a:chOff x="309" y="2529"/>
              <a:chExt cx="1821" cy="415"/>
            </a:xfrm>
          </p:grpSpPr>
          <p:sp>
            <p:nvSpPr>
              <p:cNvPr id="710702" name="Freeform 46"/>
              <p:cNvSpPr>
                <a:spLocks/>
              </p:cNvSpPr>
              <p:nvPr/>
            </p:nvSpPr>
            <p:spPr bwMode="auto">
              <a:xfrm>
                <a:off x="766" y="2777"/>
                <a:ext cx="2" cy="167"/>
              </a:xfrm>
              <a:custGeom>
                <a:avLst/>
                <a:gdLst>
                  <a:gd name="T0" fmla="*/ 0 w 20000"/>
                  <a:gd name="T1" fmla="*/ 19811 h 20000"/>
                  <a:gd name="T2" fmla="*/ 0 w 20000"/>
                  <a:gd name="T3" fmla="*/ 0 h 20000"/>
                </a:gdLst>
                <a:ahLst/>
                <a:cxnLst>
                  <a:cxn ang="0">
                    <a:pos x="T0" y="T1"/>
                  </a:cxn>
                  <a:cxn ang="0">
                    <a:pos x="T2" y="T3"/>
                  </a:cxn>
                </a:cxnLst>
                <a:rect l="0" t="0" r="r" b="b"/>
                <a:pathLst>
                  <a:path w="20000" h="20000">
                    <a:moveTo>
                      <a:pt x="0" y="19811"/>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0703" name="Arc 47"/>
              <p:cNvSpPr>
                <a:spLocks/>
              </p:cNvSpPr>
              <p:nvPr/>
            </p:nvSpPr>
            <p:spPr bwMode="auto">
              <a:xfrm>
                <a:off x="530" y="2540"/>
                <a:ext cx="231" cy="25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0704" name="Arc 48"/>
              <p:cNvSpPr>
                <a:spLocks/>
              </p:cNvSpPr>
              <p:nvPr/>
            </p:nvSpPr>
            <p:spPr bwMode="auto">
              <a:xfrm flipH="1">
                <a:off x="309" y="2538"/>
                <a:ext cx="228" cy="25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0705" name="Freeform 49"/>
              <p:cNvSpPr>
                <a:spLocks/>
              </p:cNvSpPr>
              <p:nvPr/>
            </p:nvSpPr>
            <p:spPr bwMode="auto">
              <a:xfrm>
                <a:off x="309" y="2756"/>
                <a:ext cx="2" cy="185"/>
              </a:xfrm>
              <a:custGeom>
                <a:avLst/>
                <a:gdLst>
                  <a:gd name="T0" fmla="*/ 0 w 20000"/>
                  <a:gd name="T1" fmla="*/ 0 h 20000"/>
                  <a:gd name="T2" fmla="*/ 0 w 20000"/>
                  <a:gd name="T3" fmla="*/ 19829 h 20000"/>
                </a:gdLst>
                <a:ahLst/>
                <a:cxnLst>
                  <a:cxn ang="0">
                    <a:pos x="T0" y="T1"/>
                  </a:cxn>
                  <a:cxn ang="0">
                    <a:pos x="T2" y="T3"/>
                  </a:cxn>
                </a:cxnLst>
                <a:rect l="0" t="0" r="r" b="b"/>
                <a:pathLst>
                  <a:path w="20000" h="20000">
                    <a:moveTo>
                      <a:pt x="0" y="0"/>
                    </a:moveTo>
                    <a:lnTo>
                      <a:pt x="0" y="19829"/>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0706" name="Freeform 50"/>
              <p:cNvSpPr>
                <a:spLocks/>
              </p:cNvSpPr>
              <p:nvPr/>
            </p:nvSpPr>
            <p:spPr bwMode="auto">
              <a:xfrm>
                <a:off x="1222" y="2777"/>
                <a:ext cx="2" cy="167"/>
              </a:xfrm>
              <a:custGeom>
                <a:avLst/>
                <a:gdLst>
                  <a:gd name="T0" fmla="*/ 0 w 20000"/>
                  <a:gd name="T1" fmla="*/ 19811 h 20000"/>
                  <a:gd name="T2" fmla="*/ 0 w 20000"/>
                  <a:gd name="T3" fmla="*/ 0 h 20000"/>
                </a:gdLst>
                <a:ahLst/>
                <a:cxnLst>
                  <a:cxn ang="0">
                    <a:pos x="T0" y="T1"/>
                  </a:cxn>
                  <a:cxn ang="0">
                    <a:pos x="T2" y="T3"/>
                  </a:cxn>
                </a:cxnLst>
                <a:rect l="0" t="0" r="r" b="b"/>
                <a:pathLst>
                  <a:path w="20000" h="20000">
                    <a:moveTo>
                      <a:pt x="0" y="19811"/>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0707" name="Arc 51"/>
              <p:cNvSpPr>
                <a:spLocks/>
              </p:cNvSpPr>
              <p:nvPr/>
            </p:nvSpPr>
            <p:spPr bwMode="auto">
              <a:xfrm>
                <a:off x="986" y="2540"/>
                <a:ext cx="231" cy="25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0708" name="Arc 52"/>
              <p:cNvSpPr>
                <a:spLocks/>
              </p:cNvSpPr>
              <p:nvPr/>
            </p:nvSpPr>
            <p:spPr bwMode="auto">
              <a:xfrm flipH="1">
                <a:off x="765" y="2538"/>
                <a:ext cx="228" cy="25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0709" name="Freeform 53"/>
              <p:cNvSpPr>
                <a:spLocks/>
              </p:cNvSpPr>
              <p:nvPr/>
            </p:nvSpPr>
            <p:spPr bwMode="auto">
              <a:xfrm>
                <a:off x="1675" y="2777"/>
                <a:ext cx="2" cy="167"/>
              </a:xfrm>
              <a:custGeom>
                <a:avLst/>
                <a:gdLst>
                  <a:gd name="T0" fmla="*/ 0 w 20000"/>
                  <a:gd name="T1" fmla="*/ 19811 h 20000"/>
                  <a:gd name="T2" fmla="*/ 0 w 20000"/>
                  <a:gd name="T3" fmla="*/ 0 h 20000"/>
                </a:gdLst>
                <a:ahLst/>
                <a:cxnLst>
                  <a:cxn ang="0">
                    <a:pos x="T0" y="T1"/>
                  </a:cxn>
                  <a:cxn ang="0">
                    <a:pos x="T2" y="T3"/>
                  </a:cxn>
                </a:cxnLst>
                <a:rect l="0" t="0" r="r" b="b"/>
                <a:pathLst>
                  <a:path w="20000" h="20000">
                    <a:moveTo>
                      <a:pt x="0" y="19811"/>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0710" name="Arc 54"/>
              <p:cNvSpPr>
                <a:spLocks/>
              </p:cNvSpPr>
              <p:nvPr/>
            </p:nvSpPr>
            <p:spPr bwMode="auto">
              <a:xfrm>
                <a:off x="1439" y="2540"/>
                <a:ext cx="231" cy="25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0711" name="Arc 55"/>
              <p:cNvSpPr>
                <a:spLocks/>
              </p:cNvSpPr>
              <p:nvPr/>
            </p:nvSpPr>
            <p:spPr bwMode="auto">
              <a:xfrm flipH="1">
                <a:off x="1218" y="2538"/>
                <a:ext cx="228" cy="25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0712" name="Freeform 56"/>
              <p:cNvSpPr>
                <a:spLocks/>
              </p:cNvSpPr>
              <p:nvPr/>
            </p:nvSpPr>
            <p:spPr bwMode="auto">
              <a:xfrm>
                <a:off x="2128" y="2768"/>
                <a:ext cx="2" cy="167"/>
              </a:xfrm>
              <a:custGeom>
                <a:avLst/>
                <a:gdLst>
                  <a:gd name="T0" fmla="*/ 0 w 20000"/>
                  <a:gd name="T1" fmla="*/ 19811 h 20000"/>
                  <a:gd name="T2" fmla="*/ 0 w 20000"/>
                  <a:gd name="T3" fmla="*/ 0 h 20000"/>
                </a:gdLst>
                <a:ahLst/>
                <a:cxnLst>
                  <a:cxn ang="0">
                    <a:pos x="T0" y="T1"/>
                  </a:cxn>
                  <a:cxn ang="0">
                    <a:pos x="T2" y="T3"/>
                  </a:cxn>
                </a:cxnLst>
                <a:rect l="0" t="0" r="r" b="b"/>
                <a:pathLst>
                  <a:path w="20000" h="20000">
                    <a:moveTo>
                      <a:pt x="0" y="19811"/>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0713" name="Arc 57"/>
              <p:cNvSpPr>
                <a:spLocks/>
              </p:cNvSpPr>
              <p:nvPr/>
            </p:nvSpPr>
            <p:spPr bwMode="auto">
              <a:xfrm>
                <a:off x="1892" y="2531"/>
                <a:ext cx="231" cy="25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0714" name="Arc 58"/>
              <p:cNvSpPr>
                <a:spLocks/>
              </p:cNvSpPr>
              <p:nvPr/>
            </p:nvSpPr>
            <p:spPr bwMode="auto">
              <a:xfrm flipH="1">
                <a:off x="1671" y="2529"/>
                <a:ext cx="228" cy="25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710715" name="Line 59"/>
            <p:cNvSpPr>
              <a:spLocks noChangeShapeType="1"/>
            </p:cNvSpPr>
            <p:nvPr/>
          </p:nvSpPr>
          <p:spPr bwMode="auto">
            <a:xfrm>
              <a:off x="613" y="1464"/>
              <a:ext cx="666" cy="1"/>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0716" name="Line 60"/>
            <p:cNvSpPr>
              <a:spLocks noChangeShapeType="1"/>
            </p:cNvSpPr>
            <p:nvPr/>
          </p:nvSpPr>
          <p:spPr bwMode="auto">
            <a:xfrm>
              <a:off x="1947" y="1464"/>
              <a:ext cx="127" cy="1"/>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0717" name="Line 61"/>
            <p:cNvSpPr>
              <a:spLocks noChangeShapeType="1"/>
            </p:cNvSpPr>
            <p:nvPr/>
          </p:nvSpPr>
          <p:spPr bwMode="auto">
            <a:xfrm>
              <a:off x="2064" y="1222"/>
              <a:ext cx="0" cy="239"/>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nvGrpSpPr>
            <p:cNvPr id="710718" name="Group 62"/>
            <p:cNvGrpSpPr>
              <a:grpSpLocks/>
            </p:cNvGrpSpPr>
            <p:nvPr/>
          </p:nvGrpSpPr>
          <p:grpSpPr bwMode="auto">
            <a:xfrm>
              <a:off x="1276" y="1315"/>
              <a:ext cx="678" cy="155"/>
              <a:chOff x="309" y="2529"/>
              <a:chExt cx="1821" cy="415"/>
            </a:xfrm>
          </p:grpSpPr>
          <p:sp>
            <p:nvSpPr>
              <p:cNvPr id="710719" name="Freeform 63"/>
              <p:cNvSpPr>
                <a:spLocks/>
              </p:cNvSpPr>
              <p:nvPr/>
            </p:nvSpPr>
            <p:spPr bwMode="auto">
              <a:xfrm>
                <a:off x="766" y="2777"/>
                <a:ext cx="2" cy="167"/>
              </a:xfrm>
              <a:custGeom>
                <a:avLst/>
                <a:gdLst>
                  <a:gd name="T0" fmla="*/ 0 w 20000"/>
                  <a:gd name="T1" fmla="*/ 19811 h 20000"/>
                  <a:gd name="T2" fmla="*/ 0 w 20000"/>
                  <a:gd name="T3" fmla="*/ 0 h 20000"/>
                </a:gdLst>
                <a:ahLst/>
                <a:cxnLst>
                  <a:cxn ang="0">
                    <a:pos x="T0" y="T1"/>
                  </a:cxn>
                  <a:cxn ang="0">
                    <a:pos x="T2" y="T3"/>
                  </a:cxn>
                </a:cxnLst>
                <a:rect l="0" t="0" r="r" b="b"/>
                <a:pathLst>
                  <a:path w="20000" h="20000">
                    <a:moveTo>
                      <a:pt x="0" y="19811"/>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0720" name="Arc 64"/>
              <p:cNvSpPr>
                <a:spLocks/>
              </p:cNvSpPr>
              <p:nvPr/>
            </p:nvSpPr>
            <p:spPr bwMode="auto">
              <a:xfrm>
                <a:off x="530" y="2540"/>
                <a:ext cx="231" cy="25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0721" name="Arc 65"/>
              <p:cNvSpPr>
                <a:spLocks/>
              </p:cNvSpPr>
              <p:nvPr/>
            </p:nvSpPr>
            <p:spPr bwMode="auto">
              <a:xfrm flipH="1">
                <a:off x="309" y="2538"/>
                <a:ext cx="228" cy="25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0722" name="Freeform 66"/>
              <p:cNvSpPr>
                <a:spLocks/>
              </p:cNvSpPr>
              <p:nvPr/>
            </p:nvSpPr>
            <p:spPr bwMode="auto">
              <a:xfrm>
                <a:off x="309" y="2756"/>
                <a:ext cx="2" cy="185"/>
              </a:xfrm>
              <a:custGeom>
                <a:avLst/>
                <a:gdLst>
                  <a:gd name="T0" fmla="*/ 0 w 20000"/>
                  <a:gd name="T1" fmla="*/ 0 h 20000"/>
                  <a:gd name="T2" fmla="*/ 0 w 20000"/>
                  <a:gd name="T3" fmla="*/ 19829 h 20000"/>
                </a:gdLst>
                <a:ahLst/>
                <a:cxnLst>
                  <a:cxn ang="0">
                    <a:pos x="T0" y="T1"/>
                  </a:cxn>
                  <a:cxn ang="0">
                    <a:pos x="T2" y="T3"/>
                  </a:cxn>
                </a:cxnLst>
                <a:rect l="0" t="0" r="r" b="b"/>
                <a:pathLst>
                  <a:path w="20000" h="20000">
                    <a:moveTo>
                      <a:pt x="0" y="0"/>
                    </a:moveTo>
                    <a:lnTo>
                      <a:pt x="0" y="19829"/>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0723" name="Freeform 67"/>
              <p:cNvSpPr>
                <a:spLocks/>
              </p:cNvSpPr>
              <p:nvPr/>
            </p:nvSpPr>
            <p:spPr bwMode="auto">
              <a:xfrm>
                <a:off x="1222" y="2777"/>
                <a:ext cx="2" cy="167"/>
              </a:xfrm>
              <a:custGeom>
                <a:avLst/>
                <a:gdLst>
                  <a:gd name="T0" fmla="*/ 0 w 20000"/>
                  <a:gd name="T1" fmla="*/ 19811 h 20000"/>
                  <a:gd name="T2" fmla="*/ 0 w 20000"/>
                  <a:gd name="T3" fmla="*/ 0 h 20000"/>
                </a:gdLst>
                <a:ahLst/>
                <a:cxnLst>
                  <a:cxn ang="0">
                    <a:pos x="T0" y="T1"/>
                  </a:cxn>
                  <a:cxn ang="0">
                    <a:pos x="T2" y="T3"/>
                  </a:cxn>
                </a:cxnLst>
                <a:rect l="0" t="0" r="r" b="b"/>
                <a:pathLst>
                  <a:path w="20000" h="20000">
                    <a:moveTo>
                      <a:pt x="0" y="19811"/>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0724" name="Arc 68"/>
              <p:cNvSpPr>
                <a:spLocks/>
              </p:cNvSpPr>
              <p:nvPr/>
            </p:nvSpPr>
            <p:spPr bwMode="auto">
              <a:xfrm>
                <a:off x="986" y="2540"/>
                <a:ext cx="231" cy="25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0725" name="Arc 69"/>
              <p:cNvSpPr>
                <a:spLocks/>
              </p:cNvSpPr>
              <p:nvPr/>
            </p:nvSpPr>
            <p:spPr bwMode="auto">
              <a:xfrm flipH="1">
                <a:off x="765" y="2538"/>
                <a:ext cx="228" cy="25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0726" name="Freeform 70"/>
              <p:cNvSpPr>
                <a:spLocks/>
              </p:cNvSpPr>
              <p:nvPr/>
            </p:nvSpPr>
            <p:spPr bwMode="auto">
              <a:xfrm>
                <a:off x="1675" y="2777"/>
                <a:ext cx="2" cy="167"/>
              </a:xfrm>
              <a:custGeom>
                <a:avLst/>
                <a:gdLst>
                  <a:gd name="T0" fmla="*/ 0 w 20000"/>
                  <a:gd name="T1" fmla="*/ 19811 h 20000"/>
                  <a:gd name="T2" fmla="*/ 0 w 20000"/>
                  <a:gd name="T3" fmla="*/ 0 h 20000"/>
                </a:gdLst>
                <a:ahLst/>
                <a:cxnLst>
                  <a:cxn ang="0">
                    <a:pos x="T0" y="T1"/>
                  </a:cxn>
                  <a:cxn ang="0">
                    <a:pos x="T2" y="T3"/>
                  </a:cxn>
                </a:cxnLst>
                <a:rect l="0" t="0" r="r" b="b"/>
                <a:pathLst>
                  <a:path w="20000" h="20000">
                    <a:moveTo>
                      <a:pt x="0" y="19811"/>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0727" name="Arc 71"/>
              <p:cNvSpPr>
                <a:spLocks/>
              </p:cNvSpPr>
              <p:nvPr/>
            </p:nvSpPr>
            <p:spPr bwMode="auto">
              <a:xfrm>
                <a:off x="1439" y="2540"/>
                <a:ext cx="231" cy="25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0728" name="Arc 72"/>
              <p:cNvSpPr>
                <a:spLocks/>
              </p:cNvSpPr>
              <p:nvPr/>
            </p:nvSpPr>
            <p:spPr bwMode="auto">
              <a:xfrm flipH="1">
                <a:off x="1218" y="2538"/>
                <a:ext cx="228" cy="25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0729" name="Freeform 73"/>
              <p:cNvSpPr>
                <a:spLocks/>
              </p:cNvSpPr>
              <p:nvPr/>
            </p:nvSpPr>
            <p:spPr bwMode="auto">
              <a:xfrm>
                <a:off x="2128" y="2768"/>
                <a:ext cx="2" cy="167"/>
              </a:xfrm>
              <a:custGeom>
                <a:avLst/>
                <a:gdLst>
                  <a:gd name="T0" fmla="*/ 0 w 20000"/>
                  <a:gd name="T1" fmla="*/ 19811 h 20000"/>
                  <a:gd name="T2" fmla="*/ 0 w 20000"/>
                  <a:gd name="T3" fmla="*/ 0 h 20000"/>
                </a:gdLst>
                <a:ahLst/>
                <a:cxnLst>
                  <a:cxn ang="0">
                    <a:pos x="T0" y="T1"/>
                  </a:cxn>
                  <a:cxn ang="0">
                    <a:pos x="T2" y="T3"/>
                  </a:cxn>
                </a:cxnLst>
                <a:rect l="0" t="0" r="r" b="b"/>
                <a:pathLst>
                  <a:path w="20000" h="20000">
                    <a:moveTo>
                      <a:pt x="0" y="19811"/>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0730" name="Arc 74"/>
              <p:cNvSpPr>
                <a:spLocks/>
              </p:cNvSpPr>
              <p:nvPr/>
            </p:nvSpPr>
            <p:spPr bwMode="auto">
              <a:xfrm>
                <a:off x="1892" y="2531"/>
                <a:ext cx="231" cy="25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0731" name="Arc 75"/>
              <p:cNvSpPr>
                <a:spLocks/>
              </p:cNvSpPr>
              <p:nvPr/>
            </p:nvSpPr>
            <p:spPr bwMode="auto">
              <a:xfrm flipH="1">
                <a:off x="1671" y="2529"/>
                <a:ext cx="228" cy="25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710732" name="Line 76"/>
            <p:cNvSpPr>
              <a:spLocks noChangeShapeType="1"/>
            </p:cNvSpPr>
            <p:nvPr/>
          </p:nvSpPr>
          <p:spPr bwMode="auto">
            <a:xfrm>
              <a:off x="601" y="1023"/>
              <a:ext cx="667" cy="1"/>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0733" name="Line 77"/>
            <p:cNvSpPr>
              <a:spLocks noChangeShapeType="1"/>
            </p:cNvSpPr>
            <p:nvPr/>
          </p:nvSpPr>
          <p:spPr bwMode="auto">
            <a:xfrm>
              <a:off x="1935" y="1023"/>
              <a:ext cx="262" cy="2"/>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nvGrpSpPr>
            <p:cNvPr id="710734" name="Group 78"/>
            <p:cNvGrpSpPr>
              <a:grpSpLocks/>
            </p:cNvGrpSpPr>
            <p:nvPr/>
          </p:nvGrpSpPr>
          <p:grpSpPr bwMode="auto">
            <a:xfrm>
              <a:off x="1265" y="874"/>
              <a:ext cx="677" cy="154"/>
              <a:chOff x="309" y="2529"/>
              <a:chExt cx="1821" cy="415"/>
            </a:xfrm>
          </p:grpSpPr>
          <p:sp>
            <p:nvSpPr>
              <p:cNvPr id="710735" name="Freeform 79"/>
              <p:cNvSpPr>
                <a:spLocks/>
              </p:cNvSpPr>
              <p:nvPr/>
            </p:nvSpPr>
            <p:spPr bwMode="auto">
              <a:xfrm>
                <a:off x="766" y="2777"/>
                <a:ext cx="2" cy="167"/>
              </a:xfrm>
              <a:custGeom>
                <a:avLst/>
                <a:gdLst>
                  <a:gd name="T0" fmla="*/ 0 w 20000"/>
                  <a:gd name="T1" fmla="*/ 19811 h 20000"/>
                  <a:gd name="T2" fmla="*/ 0 w 20000"/>
                  <a:gd name="T3" fmla="*/ 0 h 20000"/>
                </a:gdLst>
                <a:ahLst/>
                <a:cxnLst>
                  <a:cxn ang="0">
                    <a:pos x="T0" y="T1"/>
                  </a:cxn>
                  <a:cxn ang="0">
                    <a:pos x="T2" y="T3"/>
                  </a:cxn>
                </a:cxnLst>
                <a:rect l="0" t="0" r="r" b="b"/>
                <a:pathLst>
                  <a:path w="20000" h="20000">
                    <a:moveTo>
                      <a:pt x="0" y="19811"/>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0736" name="Arc 80"/>
              <p:cNvSpPr>
                <a:spLocks/>
              </p:cNvSpPr>
              <p:nvPr/>
            </p:nvSpPr>
            <p:spPr bwMode="auto">
              <a:xfrm>
                <a:off x="530" y="2540"/>
                <a:ext cx="231" cy="25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0737" name="Arc 81"/>
              <p:cNvSpPr>
                <a:spLocks/>
              </p:cNvSpPr>
              <p:nvPr/>
            </p:nvSpPr>
            <p:spPr bwMode="auto">
              <a:xfrm flipH="1">
                <a:off x="309" y="2538"/>
                <a:ext cx="228" cy="25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0738" name="Freeform 82"/>
              <p:cNvSpPr>
                <a:spLocks/>
              </p:cNvSpPr>
              <p:nvPr/>
            </p:nvSpPr>
            <p:spPr bwMode="auto">
              <a:xfrm>
                <a:off x="309" y="2756"/>
                <a:ext cx="2" cy="185"/>
              </a:xfrm>
              <a:custGeom>
                <a:avLst/>
                <a:gdLst>
                  <a:gd name="T0" fmla="*/ 0 w 20000"/>
                  <a:gd name="T1" fmla="*/ 0 h 20000"/>
                  <a:gd name="T2" fmla="*/ 0 w 20000"/>
                  <a:gd name="T3" fmla="*/ 19829 h 20000"/>
                </a:gdLst>
                <a:ahLst/>
                <a:cxnLst>
                  <a:cxn ang="0">
                    <a:pos x="T0" y="T1"/>
                  </a:cxn>
                  <a:cxn ang="0">
                    <a:pos x="T2" y="T3"/>
                  </a:cxn>
                </a:cxnLst>
                <a:rect l="0" t="0" r="r" b="b"/>
                <a:pathLst>
                  <a:path w="20000" h="20000">
                    <a:moveTo>
                      <a:pt x="0" y="0"/>
                    </a:moveTo>
                    <a:lnTo>
                      <a:pt x="0" y="19829"/>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0739" name="Freeform 83"/>
              <p:cNvSpPr>
                <a:spLocks/>
              </p:cNvSpPr>
              <p:nvPr/>
            </p:nvSpPr>
            <p:spPr bwMode="auto">
              <a:xfrm>
                <a:off x="1222" y="2777"/>
                <a:ext cx="2" cy="167"/>
              </a:xfrm>
              <a:custGeom>
                <a:avLst/>
                <a:gdLst>
                  <a:gd name="T0" fmla="*/ 0 w 20000"/>
                  <a:gd name="T1" fmla="*/ 19811 h 20000"/>
                  <a:gd name="T2" fmla="*/ 0 w 20000"/>
                  <a:gd name="T3" fmla="*/ 0 h 20000"/>
                </a:gdLst>
                <a:ahLst/>
                <a:cxnLst>
                  <a:cxn ang="0">
                    <a:pos x="T0" y="T1"/>
                  </a:cxn>
                  <a:cxn ang="0">
                    <a:pos x="T2" y="T3"/>
                  </a:cxn>
                </a:cxnLst>
                <a:rect l="0" t="0" r="r" b="b"/>
                <a:pathLst>
                  <a:path w="20000" h="20000">
                    <a:moveTo>
                      <a:pt x="0" y="19811"/>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0740" name="Arc 84"/>
              <p:cNvSpPr>
                <a:spLocks/>
              </p:cNvSpPr>
              <p:nvPr/>
            </p:nvSpPr>
            <p:spPr bwMode="auto">
              <a:xfrm>
                <a:off x="986" y="2540"/>
                <a:ext cx="231" cy="25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0741" name="Arc 85"/>
              <p:cNvSpPr>
                <a:spLocks/>
              </p:cNvSpPr>
              <p:nvPr/>
            </p:nvSpPr>
            <p:spPr bwMode="auto">
              <a:xfrm flipH="1">
                <a:off x="765" y="2538"/>
                <a:ext cx="228" cy="25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0742" name="Freeform 86"/>
              <p:cNvSpPr>
                <a:spLocks/>
              </p:cNvSpPr>
              <p:nvPr/>
            </p:nvSpPr>
            <p:spPr bwMode="auto">
              <a:xfrm>
                <a:off x="1675" y="2777"/>
                <a:ext cx="2" cy="167"/>
              </a:xfrm>
              <a:custGeom>
                <a:avLst/>
                <a:gdLst>
                  <a:gd name="T0" fmla="*/ 0 w 20000"/>
                  <a:gd name="T1" fmla="*/ 19811 h 20000"/>
                  <a:gd name="T2" fmla="*/ 0 w 20000"/>
                  <a:gd name="T3" fmla="*/ 0 h 20000"/>
                </a:gdLst>
                <a:ahLst/>
                <a:cxnLst>
                  <a:cxn ang="0">
                    <a:pos x="T0" y="T1"/>
                  </a:cxn>
                  <a:cxn ang="0">
                    <a:pos x="T2" y="T3"/>
                  </a:cxn>
                </a:cxnLst>
                <a:rect l="0" t="0" r="r" b="b"/>
                <a:pathLst>
                  <a:path w="20000" h="20000">
                    <a:moveTo>
                      <a:pt x="0" y="19811"/>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0743" name="Arc 87"/>
              <p:cNvSpPr>
                <a:spLocks/>
              </p:cNvSpPr>
              <p:nvPr/>
            </p:nvSpPr>
            <p:spPr bwMode="auto">
              <a:xfrm>
                <a:off x="1439" y="2540"/>
                <a:ext cx="231" cy="25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0744" name="Arc 88"/>
              <p:cNvSpPr>
                <a:spLocks/>
              </p:cNvSpPr>
              <p:nvPr/>
            </p:nvSpPr>
            <p:spPr bwMode="auto">
              <a:xfrm flipH="1">
                <a:off x="1218" y="2538"/>
                <a:ext cx="228" cy="25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0745" name="Freeform 89"/>
              <p:cNvSpPr>
                <a:spLocks/>
              </p:cNvSpPr>
              <p:nvPr/>
            </p:nvSpPr>
            <p:spPr bwMode="auto">
              <a:xfrm>
                <a:off x="2128" y="2768"/>
                <a:ext cx="2" cy="167"/>
              </a:xfrm>
              <a:custGeom>
                <a:avLst/>
                <a:gdLst>
                  <a:gd name="T0" fmla="*/ 0 w 20000"/>
                  <a:gd name="T1" fmla="*/ 19811 h 20000"/>
                  <a:gd name="T2" fmla="*/ 0 w 20000"/>
                  <a:gd name="T3" fmla="*/ 0 h 20000"/>
                </a:gdLst>
                <a:ahLst/>
                <a:cxnLst>
                  <a:cxn ang="0">
                    <a:pos x="T0" y="T1"/>
                  </a:cxn>
                  <a:cxn ang="0">
                    <a:pos x="T2" y="T3"/>
                  </a:cxn>
                </a:cxnLst>
                <a:rect l="0" t="0" r="r" b="b"/>
                <a:pathLst>
                  <a:path w="20000" h="20000">
                    <a:moveTo>
                      <a:pt x="0" y="19811"/>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0746" name="Arc 90"/>
              <p:cNvSpPr>
                <a:spLocks/>
              </p:cNvSpPr>
              <p:nvPr/>
            </p:nvSpPr>
            <p:spPr bwMode="auto">
              <a:xfrm>
                <a:off x="1892" y="2531"/>
                <a:ext cx="231" cy="25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0747" name="Arc 91"/>
              <p:cNvSpPr>
                <a:spLocks/>
              </p:cNvSpPr>
              <p:nvPr/>
            </p:nvSpPr>
            <p:spPr bwMode="auto">
              <a:xfrm flipH="1">
                <a:off x="1671" y="2529"/>
                <a:ext cx="228" cy="25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710748" name="Group 92"/>
            <p:cNvGrpSpPr>
              <a:grpSpLocks/>
            </p:cNvGrpSpPr>
            <p:nvPr/>
          </p:nvGrpSpPr>
          <p:grpSpPr bwMode="auto">
            <a:xfrm>
              <a:off x="2448" y="1785"/>
              <a:ext cx="677" cy="154"/>
              <a:chOff x="309" y="2529"/>
              <a:chExt cx="1821" cy="415"/>
            </a:xfrm>
          </p:grpSpPr>
          <p:sp>
            <p:nvSpPr>
              <p:cNvPr id="710749" name="Freeform 93"/>
              <p:cNvSpPr>
                <a:spLocks/>
              </p:cNvSpPr>
              <p:nvPr/>
            </p:nvSpPr>
            <p:spPr bwMode="auto">
              <a:xfrm>
                <a:off x="766" y="2777"/>
                <a:ext cx="2" cy="167"/>
              </a:xfrm>
              <a:custGeom>
                <a:avLst/>
                <a:gdLst>
                  <a:gd name="T0" fmla="*/ 0 w 20000"/>
                  <a:gd name="T1" fmla="*/ 19811 h 20000"/>
                  <a:gd name="T2" fmla="*/ 0 w 20000"/>
                  <a:gd name="T3" fmla="*/ 0 h 20000"/>
                </a:gdLst>
                <a:ahLst/>
                <a:cxnLst>
                  <a:cxn ang="0">
                    <a:pos x="T0" y="T1"/>
                  </a:cxn>
                  <a:cxn ang="0">
                    <a:pos x="T2" y="T3"/>
                  </a:cxn>
                </a:cxnLst>
                <a:rect l="0" t="0" r="r" b="b"/>
                <a:pathLst>
                  <a:path w="20000" h="20000">
                    <a:moveTo>
                      <a:pt x="0" y="19811"/>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0750" name="Arc 94"/>
              <p:cNvSpPr>
                <a:spLocks/>
              </p:cNvSpPr>
              <p:nvPr/>
            </p:nvSpPr>
            <p:spPr bwMode="auto">
              <a:xfrm>
                <a:off x="530" y="2540"/>
                <a:ext cx="231" cy="25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0751" name="Arc 95"/>
              <p:cNvSpPr>
                <a:spLocks/>
              </p:cNvSpPr>
              <p:nvPr/>
            </p:nvSpPr>
            <p:spPr bwMode="auto">
              <a:xfrm flipH="1">
                <a:off x="309" y="2538"/>
                <a:ext cx="228" cy="25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0752" name="Freeform 96"/>
              <p:cNvSpPr>
                <a:spLocks/>
              </p:cNvSpPr>
              <p:nvPr/>
            </p:nvSpPr>
            <p:spPr bwMode="auto">
              <a:xfrm>
                <a:off x="309" y="2756"/>
                <a:ext cx="2" cy="185"/>
              </a:xfrm>
              <a:custGeom>
                <a:avLst/>
                <a:gdLst>
                  <a:gd name="T0" fmla="*/ 0 w 20000"/>
                  <a:gd name="T1" fmla="*/ 0 h 20000"/>
                  <a:gd name="T2" fmla="*/ 0 w 20000"/>
                  <a:gd name="T3" fmla="*/ 19829 h 20000"/>
                </a:gdLst>
                <a:ahLst/>
                <a:cxnLst>
                  <a:cxn ang="0">
                    <a:pos x="T0" y="T1"/>
                  </a:cxn>
                  <a:cxn ang="0">
                    <a:pos x="T2" y="T3"/>
                  </a:cxn>
                </a:cxnLst>
                <a:rect l="0" t="0" r="r" b="b"/>
                <a:pathLst>
                  <a:path w="20000" h="20000">
                    <a:moveTo>
                      <a:pt x="0" y="0"/>
                    </a:moveTo>
                    <a:lnTo>
                      <a:pt x="0" y="19829"/>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0753" name="Freeform 97"/>
              <p:cNvSpPr>
                <a:spLocks/>
              </p:cNvSpPr>
              <p:nvPr/>
            </p:nvSpPr>
            <p:spPr bwMode="auto">
              <a:xfrm>
                <a:off x="1222" y="2777"/>
                <a:ext cx="2" cy="167"/>
              </a:xfrm>
              <a:custGeom>
                <a:avLst/>
                <a:gdLst>
                  <a:gd name="T0" fmla="*/ 0 w 20000"/>
                  <a:gd name="T1" fmla="*/ 19811 h 20000"/>
                  <a:gd name="T2" fmla="*/ 0 w 20000"/>
                  <a:gd name="T3" fmla="*/ 0 h 20000"/>
                </a:gdLst>
                <a:ahLst/>
                <a:cxnLst>
                  <a:cxn ang="0">
                    <a:pos x="T0" y="T1"/>
                  </a:cxn>
                  <a:cxn ang="0">
                    <a:pos x="T2" y="T3"/>
                  </a:cxn>
                </a:cxnLst>
                <a:rect l="0" t="0" r="r" b="b"/>
                <a:pathLst>
                  <a:path w="20000" h="20000">
                    <a:moveTo>
                      <a:pt x="0" y="19811"/>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0754" name="Arc 98"/>
              <p:cNvSpPr>
                <a:spLocks/>
              </p:cNvSpPr>
              <p:nvPr/>
            </p:nvSpPr>
            <p:spPr bwMode="auto">
              <a:xfrm>
                <a:off x="986" y="2540"/>
                <a:ext cx="231" cy="25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0755" name="Arc 99"/>
              <p:cNvSpPr>
                <a:spLocks/>
              </p:cNvSpPr>
              <p:nvPr/>
            </p:nvSpPr>
            <p:spPr bwMode="auto">
              <a:xfrm flipH="1">
                <a:off x="765" y="2538"/>
                <a:ext cx="228" cy="25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0756" name="Freeform 100"/>
              <p:cNvSpPr>
                <a:spLocks/>
              </p:cNvSpPr>
              <p:nvPr/>
            </p:nvSpPr>
            <p:spPr bwMode="auto">
              <a:xfrm>
                <a:off x="1675" y="2777"/>
                <a:ext cx="2" cy="167"/>
              </a:xfrm>
              <a:custGeom>
                <a:avLst/>
                <a:gdLst>
                  <a:gd name="T0" fmla="*/ 0 w 20000"/>
                  <a:gd name="T1" fmla="*/ 19811 h 20000"/>
                  <a:gd name="T2" fmla="*/ 0 w 20000"/>
                  <a:gd name="T3" fmla="*/ 0 h 20000"/>
                </a:gdLst>
                <a:ahLst/>
                <a:cxnLst>
                  <a:cxn ang="0">
                    <a:pos x="T0" y="T1"/>
                  </a:cxn>
                  <a:cxn ang="0">
                    <a:pos x="T2" y="T3"/>
                  </a:cxn>
                </a:cxnLst>
                <a:rect l="0" t="0" r="r" b="b"/>
                <a:pathLst>
                  <a:path w="20000" h="20000">
                    <a:moveTo>
                      <a:pt x="0" y="19811"/>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0757" name="Arc 101"/>
              <p:cNvSpPr>
                <a:spLocks/>
              </p:cNvSpPr>
              <p:nvPr/>
            </p:nvSpPr>
            <p:spPr bwMode="auto">
              <a:xfrm>
                <a:off x="1439" y="2540"/>
                <a:ext cx="231" cy="25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0758" name="Arc 102"/>
              <p:cNvSpPr>
                <a:spLocks/>
              </p:cNvSpPr>
              <p:nvPr/>
            </p:nvSpPr>
            <p:spPr bwMode="auto">
              <a:xfrm flipH="1">
                <a:off x="1218" y="2538"/>
                <a:ext cx="228" cy="25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0759" name="Freeform 103"/>
              <p:cNvSpPr>
                <a:spLocks/>
              </p:cNvSpPr>
              <p:nvPr/>
            </p:nvSpPr>
            <p:spPr bwMode="auto">
              <a:xfrm>
                <a:off x="2128" y="2768"/>
                <a:ext cx="2" cy="167"/>
              </a:xfrm>
              <a:custGeom>
                <a:avLst/>
                <a:gdLst>
                  <a:gd name="T0" fmla="*/ 0 w 20000"/>
                  <a:gd name="T1" fmla="*/ 19811 h 20000"/>
                  <a:gd name="T2" fmla="*/ 0 w 20000"/>
                  <a:gd name="T3" fmla="*/ 0 h 20000"/>
                </a:gdLst>
                <a:ahLst/>
                <a:cxnLst>
                  <a:cxn ang="0">
                    <a:pos x="T0" y="T1"/>
                  </a:cxn>
                  <a:cxn ang="0">
                    <a:pos x="T2" y="T3"/>
                  </a:cxn>
                </a:cxnLst>
                <a:rect l="0" t="0" r="r" b="b"/>
                <a:pathLst>
                  <a:path w="20000" h="20000">
                    <a:moveTo>
                      <a:pt x="0" y="19811"/>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0760" name="Arc 104"/>
              <p:cNvSpPr>
                <a:spLocks/>
              </p:cNvSpPr>
              <p:nvPr/>
            </p:nvSpPr>
            <p:spPr bwMode="auto">
              <a:xfrm>
                <a:off x="1892" y="2531"/>
                <a:ext cx="231" cy="25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0761" name="Arc 105"/>
              <p:cNvSpPr>
                <a:spLocks/>
              </p:cNvSpPr>
              <p:nvPr/>
            </p:nvSpPr>
            <p:spPr bwMode="auto">
              <a:xfrm flipH="1">
                <a:off x="1671" y="2529"/>
                <a:ext cx="228" cy="25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710762" name="Group 106"/>
            <p:cNvGrpSpPr>
              <a:grpSpLocks/>
            </p:cNvGrpSpPr>
            <p:nvPr/>
          </p:nvGrpSpPr>
          <p:grpSpPr bwMode="auto">
            <a:xfrm>
              <a:off x="3697" y="928"/>
              <a:ext cx="470" cy="215"/>
              <a:chOff x="4835" y="948"/>
              <a:chExt cx="358" cy="163"/>
            </a:xfrm>
          </p:grpSpPr>
          <p:sp>
            <p:nvSpPr>
              <p:cNvPr id="710763" name="Freeform 107"/>
              <p:cNvSpPr>
                <a:spLocks/>
              </p:cNvSpPr>
              <p:nvPr/>
            </p:nvSpPr>
            <p:spPr bwMode="auto">
              <a:xfrm>
                <a:off x="4837" y="1045"/>
                <a:ext cx="1" cy="66"/>
              </a:xfrm>
              <a:custGeom>
                <a:avLst/>
                <a:gdLst>
                  <a:gd name="T0" fmla="*/ 0 w 20000"/>
                  <a:gd name="T1" fmla="*/ 19811 h 20000"/>
                  <a:gd name="T2" fmla="*/ 0 w 20000"/>
                  <a:gd name="T3" fmla="*/ 0 h 20000"/>
                </a:gdLst>
                <a:ahLst/>
                <a:cxnLst>
                  <a:cxn ang="0">
                    <a:pos x="T0" y="T1"/>
                  </a:cxn>
                  <a:cxn ang="0">
                    <a:pos x="T2" y="T3"/>
                  </a:cxn>
                </a:cxnLst>
                <a:rect l="0" t="0" r="r" b="b"/>
                <a:pathLst>
                  <a:path w="20000" h="20000">
                    <a:moveTo>
                      <a:pt x="0" y="19811"/>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0764" name="Freeform 108"/>
              <p:cNvSpPr>
                <a:spLocks/>
              </p:cNvSpPr>
              <p:nvPr/>
            </p:nvSpPr>
            <p:spPr bwMode="auto">
              <a:xfrm>
                <a:off x="5015" y="1045"/>
                <a:ext cx="0" cy="66"/>
              </a:xfrm>
              <a:custGeom>
                <a:avLst/>
                <a:gdLst>
                  <a:gd name="T0" fmla="*/ 0 w 20000"/>
                  <a:gd name="T1" fmla="*/ 19811 h 20000"/>
                  <a:gd name="T2" fmla="*/ 0 w 20000"/>
                  <a:gd name="T3" fmla="*/ 0 h 20000"/>
                </a:gdLst>
                <a:ahLst/>
                <a:cxnLst>
                  <a:cxn ang="0">
                    <a:pos x="T0" y="T1"/>
                  </a:cxn>
                  <a:cxn ang="0">
                    <a:pos x="T2" y="T3"/>
                  </a:cxn>
                </a:cxnLst>
                <a:rect l="0" t="0" r="r" b="b"/>
                <a:pathLst>
                  <a:path w="20000" h="20000">
                    <a:moveTo>
                      <a:pt x="0" y="19811"/>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0765" name="Arc 109"/>
              <p:cNvSpPr>
                <a:spLocks/>
              </p:cNvSpPr>
              <p:nvPr/>
            </p:nvSpPr>
            <p:spPr bwMode="auto">
              <a:xfrm>
                <a:off x="4922" y="952"/>
                <a:ext cx="91" cy="10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0766" name="Arc 110"/>
              <p:cNvSpPr>
                <a:spLocks/>
              </p:cNvSpPr>
              <p:nvPr/>
            </p:nvSpPr>
            <p:spPr bwMode="auto">
              <a:xfrm flipH="1">
                <a:off x="4835" y="952"/>
                <a:ext cx="90" cy="1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0767" name="Freeform 111"/>
              <p:cNvSpPr>
                <a:spLocks/>
              </p:cNvSpPr>
              <p:nvPr/>
            </p:nvSpPr>
            <p:spPr bwMode="auto">
              <a:xfrm>
                <a:off x="5192" y="1042"/>
                <a:ext cx="1" cy="65"/>
              </a:xfrm>
              <a:custGeom>
                <a:avLst/>
                <a:gdLst>
                  <a:gd name="T0" fmla="*/ 0 w 20000"/>
                  <a:gd name="T1" fmla="*/ 19811 h 20000"/>
                  <a:gd name="T2" fmla="*/ 0 w 20000"/>
                  <a:gd name="T3" fmla="*/ 0 h 20000"/>
                </a:gdLst>
                <a:ahLst/>
                <a:cxnLst>
                  <a:cxn ang="0">
                    <a:pos x="T0" y="T1"/>
                  </a:cxn>
                  <a:cxn ang="0">
                    <a:pos x="T2" y="T3"/>
                  </a:cxn>
                </a:cxnLst>
                <a:rect l="0" t="0" r="r" b="b"/>
                <a:pathLst>
                  <a:path w="20000" h="20000">
                    <a:moveTo>
                      <a:pt x="0" y="19811"/>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0768" name="Arc 112"/>
              <p:cNvSpPr>
                <a:spLocks/>
              </p:cNvSpPr>
              <p:nvPr/>
            </p:nvSpPr>
            <p:spPr bwMode="auto">
              <a:xfrm>
                <a:off x="5100" y="949"/>
                <a:ext cx="90" cy="1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0769" name="Arc 113"/>
              <p:cNvSpPr>
                <a:spLocks/>
              </p:cNvSpPr>
              <p:nvPr/>
            </p:nvSpPr>
            <p:spPr bwMode="auto">
              <a:xfrm flipH="1">
                <a:off x="5013" y="948"/>
                <a:ext cx="89" cy="10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710770" name="Group 114"/>
            <p:cNvGrpSpPr>
              <a:grpSpLocks/>
            </p:cNvGrpSpPr>
            <p:nvPr/>
          </p:nvGrpSpPr>
          <p:grpSpPr bwMode="auto">
            <a:xfrm>
              <a:off x="2443" y="891"/>
              <a:ext cx="677" cy="154"/>
              <a:chOff x="309" y="2529"/>
              <a:chExt cx="1821" cy="415"/>
            </a:xfrm>
          </p:grpSpPr>
          <p:sp>
            <p:nvSpPr>
              <p:cNvPr id="710771" name="Freeform 115"/>
              <p:cNvSpPr>
                <a:spLocks/>
              </p:cNvSpPr>
              <p:nvPr/>
            </p:nvSpPr>
            <p:spPr bwMode="auto">
              <a:xfrm>
                <a:off x="766" y="2777"/>
                <a:ext cx="2" cy="167"/>
              </a:xfrm>
              <a:custGeom>
                <a:avLst/>
                <a:gdLst>
                  <a:gd name="T0" fmla="*/ 0 w 20000"/>
                  <a:gd name="T1" fmla="*/ 19811 h 20000"/>
                  <a:gd name="T2" fmla="*/ 0 w 20000"/>
                  <a:gd name="T3" fmla="*/ 0 h 20000"/>
                </a:gdLst>
                <a:ahLst/>
                <a:cxnLst>
                  <a:cxn ang="0">
                    <a:pos x="T0" y="T1"/>
                  </a:cxn>
                  <a:cxn ang="0">
                    <a:pos x="T2" y="T3"/>
                  </a:cxn>
                </a:cxnLst>
                <a:rect l="0" t="0" r="r" b="b"/>
                <a:pathLst>
                  <a:path w="20000" h="20000">
                    <a:moveTo>
                      <a:pt x="0" y="19811"/>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0772" name="Arc 116"/>
              <p:cNvSpPr>
                <a:spLocks/>
              </p:cNvSpPr>
              <p:nvPr/>
            </p:nvSpPr>
            <p:spPr bwMode="auto">
              <a:xfrm>
                <a:off x="530" y="2540"/>
                <a:ext cx="231" cy="25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0773" name="Arc 117"/>
              <p:cNvSpPr>
                <a:spLocks/>
              </p:cNvSpPr>
              <p:nvPr/>
            </p:nvSpPr>
            <p:spPr bwMode="auto">
              <a:xfrm flipH="1">
                <a:off x="309" y="2538"/>
                <a:ext cx="228" cy="25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0774" name="Freeform 118"/>
              <p:cNvSpPr>
                <a:spLocks/>
              </p:cNvSpPr>
              <p:nvPr/>
            </p:nvSpPr>
            <p:spPr bwMode="auto">
              <a:xfrm>
                <a:off x="309" y="2756"/>
                <a:ext cx="2" cy="185"/>
              </a:xfrm>
              <a:custGeom>
                <a:avLst/>
                <a:gdLst>
                  <a:gd name="T0" fmla="*/ 0 w 20000"/>
                  <a:gd name="T1" fmla="*/ 0 h 20000"/>
                  <a:gd name="T2" fmla="*/ 0 w 20000"/>
                  <a:gd name="T3" fmla="*/ 19829 h 20000"/>
                </a:gdLst>
                <a:ahLst/>
                <a:cxnLst>
                  <a:cxn ang="0">
                    <a:pos x="T0" y="T1"/>
                  </a:cxn>
                  <a:cxn ang="0">
                    <a:pos x="T2" y="T3"/>
                  </a:cxn>
                </a:cxnLst>
                <a:rect l="0" t="0" r="r" b="b"/>
                <a:pathLst>
                  <a:path w="20000" h="20000">
                    <a:moveTo>
                      <a:pt x="0" y="0"/>
                    </a:moveTo>
                    <a:lnTo>
                      <a:pt x="0" y="19829"/>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0775" name="Freeform 119"/>
              <p:cNvSpPr>
                <a:spLocks/>
              </p:cNvSpPr>
              <p:nvPr/>
            </p:nvSpPr>
            <p:spPr bwMode="auto">
              <a:xfrm>
                <a:off x="1222" y="2777"/>
                <a:ext cx="2" cy="167"/>
              </a:xfrm>
              <a:custGeom>
                <a:avLst/>
                <a:gdLst>
                  <a:gd name="T0" fmla="*/ 0 w 20000"/>
                  <a:gd name="T1" fmla="*/ 19811 h 20000"/>
                  <a:gd name="T2" fmla="*/ 0 w 20000"/>
                  <a:gd name="T3" fmla="*/ 0 h 20000"/>
                </a:gdLst>
                <a:ahLst/>
                <a:cxnLst>
                  <a:cxn ang="0">
                    <a:pos x="T0" y="T1"/>
                  </a:cxn>
                  <a:cxn ang="0">
                    <a:pos x="T2" y="T3"/>
                  </a:cxn>
                </a:cxnLst>
                <a:rect l="0" t="0" r="r" b="b"/>
                <a:pathLst>
                  <a:path w="20000" h="20000">
                    <a:moveTo>
                      <a:pt x="0" y="19811"/>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0776" name="Arc 120"/>
              <p:cNvSpPr>
                <a:spLocks/>
              </p:cNvSpPr>
              <p:nvPr/>
            </p:nvSpPr>
            <p:spPr bwMode="auto">
              <a:xfrm>
                <a:off x="986" y="2540"/>
                <a:ext cx="231" cy="25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0777" name="Arc 121"/>
              <p:cNvSpPr>
                <a:spLocks/>
              </p:cNvSpPr>
              <p:nvPr/>
            </p:nvSpPr>
            <p:spPr bwMode="auto">
              <a:xfrm flipH="1">
                <a:off x="765" y="2538"/>
                <a:ext cx="228" cy="25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0778" name="Freeform 122"/>
              <p:cNvSpPr>
                <a:spLocks/>
              </p:cNvSpPr>
              <p:nvPr/>
            </p:nvSpPr>
            <p:spPr bwMode="auto">
              <a:xfrm>
                <a:off x="1675" y="2777"/>
                <a:ext cx="2" cy="167"/>
              </a:xfrm>
              <a:custGeom>
                <a:avLst/>
                <a:gdLst>
                  <a:gd name="T0" fmla="*/ 0 w 20000"/>
                  <a:gd name="T1" fmla="*/ 19811 h 20000"/>
                  <a:gd name="T2" fmla="*/ 0 w 20000"/>
                  <a:gd name="T3" fmla="*/ 0 h 20000"/>
                </a:gdLst>
                <a:ahLst/>
                <a:cxnLst>
                  <a:cxn ang="0">
                    <a:pos x="T0" y="T1"/>
                  </a:cxn>
                  <a:cxn ang="0">
                    <a:pos x="T2" y="T3"/>
                  </a:cxn>
                </a:cxnLst>
                <a:rect l="0" t="0" r="r" b="b"/>
                <a:pathLst>
                  <a:path w="20000" h="20000">
                    <a:moveTo>
                      <a:pt x="0" y="19811"/>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0779" name="Arc 123"/>
              <p:cNvSpPr>
                <a:spLocks/>
              </p:cNvSpPr>
              <p:nvPr/>
            </p:nvSpPr>
            <p:spPr bwMode="auto">
              <a:xfrm>
                <a:off x="1439" y="2540"/>
                <a:ext cx="231" cy="25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0780" name="Arc 124"/>
              <p:cNvSpPr>
                <a:spLocks/>
              </p:cNvSpPr>
              <p:nvPr/>
            </p:nvSpPr>
            <p:spPr bwMode="auto">
              <a:xfrm flipH="1">
                <a:off x="1218" y="2538"/>
                <a:ext cx="228" cy="25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0781" name="Freeform 125"/>
              <p:cNvSpPr>
                <a:spLocks/>
              </p:cNvSpPr>
              <p:nvPr/>
            </p:nvSpPr>
            <p:spPr bwMode="auto">
              <a:xfrm>
                <a:off x="2128" y="2768"/>
                <a:ext cx="2" cy="167"/>
              </a:xfrm>
              <a:custGeom>
                <a:avLst/>
                <a:gdLst>
                  <a:gd name="T0" fmla="*/ 0 w 20000"/>
                  <a:gd name="T1" fmla="*/ 19811 h 20000"/>
                  <a:gd name="T2" fmla="*/ 0 w 20000"/>
                  <a:gd name="T3" fmla="*/ 0 h 20000"/>
                </a:gdLst>
                <a:ahLst/>
                <a:cxnLst>
                  <a:cxn ang="0">
                    <a:pos x="T0" y="T1"/>
                  </a:cxn>
                  <a:cxn ang="0">
                    <a:pos x="T2" y="T3"/>
                  </a:cxn>
                </a:cxnLst>
                <a:rect l="0" t="0" r="r" b="b"/>
                <a:pathLst>
                  <a:path w="20000" h="20000">
                    <a:moveTo>
                      <a:pt x="0" y="19811"/>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0782" name="Arc 126"/>
              <p:cNvSpPr>
                <a:spLocks/>
              </p:cNvSpPr>
              <p:nvPr/>
            </p:nvSpPr>
            <p:spPr bwMode="auto">
              <a:xfrm>
                <a:off x="1892" y="2531"/>
                <a:ext cx="231" cy="25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0783" name="Arc 127"/>
              <p:cNvSpPr>
                <a:spLocks/>
              </p:cNvSpPr>
              <p:nvPr/>
            </p:nvSpPr>
            <p:spPr bwMode="auto">
              <a:xfrm flipH="1">
                <a:off x="1671" y="2529"/>
                <a:ext cx="228" cy="25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710784" name="Group 128"/>
            <p:cNvGrpSpPr>
              <a:grpSpLocks/>
            </p:cNvGrpSpPr>
            <p:nvPr/>
          </p:nvGrpSpPr>
          <p:grpSpPr bwMode="auto">
            <a:xfrm>
              <a:off x="3702" y="1375"/>
              <a:ext cx="471" cy="214"/>
              <a:chOff x="4835" y="948"/>
              <a:chExt cx="358" cy="163"/>
            </a:xfrm>
          </p:grpSpPr>
          <p:sp>
            <p:nvSpPr>
              <p:cNvPr id="710785" name="Freeform 129"/>
              <p:cNvSpPr>
                <a:spLocks/>
              </p:cNvSpPr>
              <p:nvPr/>
            </p:nvSpPr>
            <p:spPr bwMode="auto">
              <a:xfrm>
                <a:off x="4837" y="1045"/>
                <a:ext cx="1" cy="66"/>
              </a:xfrm>
              <a:custGeom>
                <a:avLst/>
                <a:gdLst>
                  <a:gd name="T0" fmla="*/ 0 w 20000"/>
                  <a:gd name="T1" fmla="*/ 19811 h 20000"/>
                  <a:gd name="T2" fmla="*/ 0 w 20000"/>
                  <a:gd name="T3" fmla="*/ 0 h 20000"/>
                </a:gdLst>
                <a:ahLst/>
                <a:cxnLst>
                  <a:cxn ang="0">
                    <a:pos x="T0" y="T1"/>
                  </a:cxn>
                  <a:cxn ang="0">
                    <a:pos x="T2" y="T3"/>
                  </a:cxn>
                </a:cxnLst>
                <a:rect l="0" t="0" r="r" b="b"/>
                <a:pathLst>
                  <a:path w="20000" h="20000">
                    <a:moveTo>
                      <a:pt x="0" y="19811"/>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0786" name="Freeform 130"/>
              <p:cNvSpPr>
                <a:spLocks/>
              </p:cNvSpPr>
              <p:nvPr/>
            </p:nvSpPr>
            <p:spPr bwMode="auto">
              <a:xfrm>
                <a:off x="5015" y="1045"/>
                <a:ext cx="0" cy="66"/>
              </a:xfrm>
              <a:custGeom>
                <a:avLst/>
                <a:gdLst>
                  <a:gd name="T0" fmla="*/ 0 w 20000"/>
                  <a:gd name="T1" fmla="*/ 19811 h 20000"/>
                  <a:gd name="T2" fmla="*/ 0 w 20000"/>
                  <a:gd name="T3" fmla="*/ 0 h 20000"/>
                </a:gdLst>
                <a:ahLst/>
                <a:cxnLst>
                  <a:cxn ang="0">
                    <a:pos x="T0" y="T1"/>
                  </a:cxn>
                  <a:cxn ang="0">
                    <a:pos x="T2" y="T3"/>
                  </a:cxn>
                </a:cxnLst>
                <a:rect l="0" t="0" r="r" b="b"/>
                <a:pathLst>
                  <a:path w="20000" h="20000">
                    <a:moveTo>
                      <a:pt x="0" y="19811"/>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0787" name="Arc 131"/>
              <p:cNvSpPr>
                <a:spLocks/>
              </p:cNvSpPr>
              <p:nvPr/>
            </p:nvSpPr>
            <p:spPr bwMode="auto">
              <a:xfrm>
                <a:off x="4922" y="952"/>
                <a:ext cx="91" cy="10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0788" name="Arc 132"/>
              <p:cNvSpPr>
                <a:spLocks/>
              </p:cNvSpPr>
              <p:nvPr/>
            </p:nvSpPr>
            <p:spPr bwMode="auto">
              <a:xfrm flipH="1">
                <a:off x="4835" y="952"/>
                <a:ext cx="90" cy="1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0789" name="Freeform 133"/>
              <p:cNvSpPr>
                <a:spLocks/>
              </p:cNvSpPr>
              <p:nvPr/>
            </p:nvSpPr>
            <p:spPr bwMode="auto">
              <a:xfrm>
                <a:off x="5192" y="1042"/>
                <a:ext cx="1" cy="65"/>
              </a:xfrm>
              <a:custGeom>
                <a:avLst/>
                <a:gdLst>
                  <a:gd name="T0" fmla="*/ 0 w 20000"/>
                  <a:gd name="T1" fmla="*/ 19811 h 20000"/>
                  <a:gd name="T2" fmla="*/ 0 w 20000"/>
                  <a:gd name="T3" fmla="*/ 0 h 20000"/>
                </a:gdLst>
                <a:ahLst/>
                <a:cxnLst>
                  <a:cxn ang="0">
                    <a:pos x="T0" y="T1"/>
                  </a:cxn>
                  <a:cxn ang="0">
                    <a:pos x="T2" y="T3"/>
                  </a:cxn>
                </a:cxnLst>
                <a:rect l="0" t="0" r="r" b="b"/>
                <a:pathLst>
                  <a:path w="20000" h="20000">
                    <a:moveTo>
                      <a:pt x="0" y="19811"/>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0790" name="Arc 134"/>
              <p:cNvSpPr>
                <a:spLocks/>
              </p:cNvSpPr>
              <p:nvPr/>
            </p:nvSpPr>
            <p:spPr bwMode="auto">
              <a:xfrm>
                <a:off x="5100" y="949"/>
                <a:ext cx="90" cy="1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0791" name="Arc 135"/>
              <p:cNvSpPr>
                <a:spLocks/>
              </p:cNvSpPr>
              <p:nvPr/>
            </p:nvSpPr>
            <p:spPr bwMode="auto">
              <a:xfrm flipH="1">
                <a:off x="5013" y="948"/>
                <a:ext cx="89" cy="10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710792" name="Group 136"/>
            <p:cNvGrpSpPr>
              <a:grpSpLocks/>
            </p:cNvGrpSpPr>
            <p:nvPr/>
          </p:nvGrpSpPr>
          <p:grpSpPr bwMode="auto">
            <a:xfrm>
              <a:off x="3702" y="1824"/>
              <a:ext cx="471" cy="214"/>
              <a:chOff x="4835" y="948"/>
              <a:chExt cx="358" cy="163"/>
            </a:xfrm>
          </p:grpSpPr>
          <p:sp>
            <p:nvSpPr>
              <p:cNvPr id="710793" name="Freeform 137"/>
              <p:cNvSpPr>
                <a:spLocks/>
              </p:cNvSpPr>
              <p:nvPr/>
            </p:nvSpPr>
            <p:spPr bwMode="auto">
              <a:xfrm>
                <a:off x="4837" y="1045"/>
                <a:ext cx="1" cy="66"/>
              </a:xfrm>
              <a:custGeom>
                <a:avLst/>
                <a:gdLst>
                  <a:gd name="T0" fmla="*/ 0 w 20000"/>
                  <a:gd name="T1" fmla="*/ 19811 h 20000"/>
                  <a:gd name="T2" fmla="*/ 0 w 20000"/>
                  <a:gd name="T3" fmla="*/ 0 h 20000"/>
                </a:gdLst>
                <a:ahLst/>
                <a:cxnLst>
                  <a:cxn ang="0">
                    <a:pos x="T0" y="T1"/>
                  </a:cxn>
                  <a:cxn ang="0">
                    <a:pos x="T2" y="T3"/>
                  </a:cxn>
                </a:cxnLst>
                <a:rect l="0" t="0" r="r" b="b"/>
                <a:pathLst>
                  <a:path w="20000" h="20000">
                    <a:moveTo>
                      <a:pt x="0" y="19811"/>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0794" name="Freeform 138"/>
              <p:cNvSpPr>
                <a:spLocks/>
              </p:cNvSpPr>
              <p:nvPr/>
            </p:nvSpPr>
            <p:spPr bwMode="auto">
              <a:xfrm>
                <a:off x="5015" y="1045"/>
                <a:ext cx="0" cy="66"/>
              </a:xfrm>
              <a:custGeom>
                <a:avLst/>
                <a:gdLst>
                  <a:gd name="T0" fmla="*/ 0 w 20000"/>
                  <a:gd name="T1" fmla="*/ 19811 h 20000"/>
                  <a:gd name="T2" fmla="*/ 0 w 20000"/>
                  <a:gd name="T3" fmla="*/ 0 h 20000"/>
                </a:gdLst>
                <a:ahLst/>
                <a:cxnLst>
                  <a:cxn ang="0">
                    <a:pos x="T0" y="T1"/>
                  </a:cxn>
                  <a:cxn ang="0">
                    <a:pos x="T2" y="T3"/>
                  </a:cxn>
                </a:cxnLst>
                <a:rect l="0" t="0" r="r" b="b"/>
                <a:pathLst>
                  <a:path w="20000" h="20000">
                    <a:moveTo>
                      <a:pt x="0" y="19811"/>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0795" name="Arc 139"/>
              <p:cNvSpPr>
                <a:spLocks/>
              </p:cNvSpPr>
              <p:nvPr/>
            </p:nvSpPr>
            <p:spPr bwMode="auto">
              <a:xfrm>
                <a:off x="4922" y="952"/>
                <a:ext cx="91" cy="10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0796" name="Arc 140"/>
              <p:cNvSpPr>
                <a:spLocks/>
              </p:cNvSpPr>
              <p:nvPr/>
            </p:nvSpPr>
            <p:spPr bwMode="auto">
              <a:xfrm flipH="1">
                <a:off x="4835" y="952"/>
                <a:ext cx="90" cy="1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0797" name="Freeform 141"/>
              <p:cNvSpPr>
                <a:spLocks/>
              </p:cNvSpPr>
              <p:nvPr/>
            </p:nvSpPr>
            <p:spPr bwMode="auto">
              <a:xfrm>
                <a:off x="5192" y="1042"/>
                <a:ext cx="1" cy="65"/>
              </a:xfrm>
              <a:custGeom>
                <a:avLst/>
                <a:gdLst>
                  <a:gd name="T0" fmla="*/ 0 w 20000"/>
                  <a:gd name="T1" fmla="*/ 19811 h 20000"/>
                  <a:gd name="T2" fmla="*/ 0 w 20000"/>
                  <a:gd name="T3" fmla="*/ 0 h 20000"/>
                </a:gdLst>
                <a:ahLst/>
                <a:cxnLst>
                  <a:cxn ang="0">
                    <a:pos x="T0" y="T1"/>
                  </a:cxn>
                  <a:cxn ang="0">
                    <a:pos x="T2" y="T3"/>
                  </a:cxn>
                </a:cxnLst>
                <a:rect l="0" t="0" r="r" b="b"/>
                <a:pathLst>
                  <a:path w="20000" h="20000">
                    <a:moveTo>
                      <a:pt x="0" y="19811"/>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0798" name="Arc 142"/>
              <p:cNvSpPr>
                <a:spLocks/>
              </p:cNvSpPr>
              <p:nvPr/>
            </p:nvSpPr>
            <p:spPr bwMode="auto">
              <a:xfrm>
                <a:off x="5100" y="949"/>
                <a:ext cx="90" cy="1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0799" name="Arc 143"/>
              <p:cNvSpPr>
                <a:spLocks/>
              </p:cNvSpPr>
              <p:nvPr/>
            </p:nvSpPr>
            <p:spPr bwMode="auto">
              <a:xfrm flipH="1">
                <a:off x="5013" y="948"/>
                <a:ext cx="89" cy="10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710800" name="Group 144"/>
            <p:cNvGrpSpPr>
              <a:grpSpLocks/>
            </p:cNvGrpSpPr>
            <p:nvPr/>
          </p:nvGrpSpPr>
          <p:grpSpPr bwMode="auto">
            <a:xfrm>
              <a:off x="2446" y="1336"/>
              <a:ext cx="677" cy="154"/>
              <a:chOff x="309" y="2529"/>
              <a:chExt cx="1821" cy="415"/>
            </a:xfrm>
          </p:grpSpPr>
          <p:sp>
            <p:nvSpPr>
              <p:cNvPr id="710801" name="Freeform 145"/>
              <p:cNvSpPr>
                <a:spLocks/>
              </p:cNvSpPr>
              <p:nvPr/>
            </p:nvSpPr>
            <p:spPr bwMode="auto">
              <a:xfrm>
                <a:off x="766" y="2777"/>
                <a:ext cx="2" cy="167"/>
              </a:xfrm>
              <a:custGeom>
                <a:avLst/>
                <a:gdLst>
                  <a:gd name="T0" fmla="*/ 0 w 20000"/>
                  <a:gd name="T1" fmla="*/ 19811 h 20000"/>
                  <a:gd name="T2" fmla="*/ 0 w 20000"/>
                  <a:gd name="T3" fmla="*/ 0 h 20000"/>
                </a:gdLst>
                <a:ahLst/>
                <a:cxnLst>
                  <a:cxn ang="0">
                    <a:pos x="T0" y="T1"/>
                  </a:cxn>
                  <a:cxn ang="0">
                    <a:pos x="T2" y="T3"/>
                  </a:cxn>
                </a:cxnLst>
                <a:rect l="0" t="0" r="r" b="b"/>
                <a:pathLst>
                  <a:path w="20000" h="20000">
                    <a:moveTo>
                      <a:pt x="0" y="19811"/>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0802" name="Arc 146"/>
              <p:cNvSpPr>
                <a:spLocks/>
              </p:cNvSpPr>
              <p:nvPr/>
            </p:nvSpPr>
            <p:spPr bwMode="auto">
              <a:xfrm>
                <a:off x="530" y="2540"/>
                <a:ext cx="231" cy="25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0803" name="Arc 147"/>
              <p:cNvSpPr>
                <a:spLocks/>
              </p:cNvSpPr>
              <p:nvPr/>
            </p:nvSpPr>
            <p:spPr bwMode="auto">
              <a:xfrm flipH="1">
                <a:off x="309" y="2538"/>
                <a:ext cx="228" cy="25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0804" name="Freeform 148"/>
              <p:cNvSpPr>
                <a:spLocks/>
              </p:cNvSpPr>
              <p:nvPr/>
            </p:nvSpPr>
            <p:spPr bwMode="auto">
              <a:xfrm>
                <a:off x="309" y="2756"/>
                <a:ext cx="2" cy="185"/>
              </a:xfrm>
              <a:custGeom>
                <a:avLst/>
                <a:gdLst>
                  <a:gd name="T0" fmla="*/ 0 w 20000"/>
                  <a:gd name="T1" fmla="*/ 0 h 20000"/>
                  <a:gd name="T2" fmla="*/ 0 w 20000"/>
                  <a:gd name="T3" fmla="*/ 19829 h 20000"/>
                </a:gdLst>
                <a:ahLst/>
                <a:cxnLst>
                  <a:cxn ang="0">
                    <a:pos x="T0" y="T1"/>
                  </a:cxn>
                  <a:cxn ang="0">
                    <a:pos x="T2" y="T3"/>
                  </a:cxn>
                </a:cxnLst>
                <a:rect l="0" t="0" r="r" b="b"/>
                <a:pathLst>
                  <a:path w="20000" h="20000">
                    <a:moveTo>
                      <a:pt x="0" y="0"/>
                    </a:moveTo>
                    <a:lnTo>
                      <a:pt x="0" y="19829"/>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0805" name="Freeform 149"/>
              <p:cNvSpPr>
                <a:spLocks/>
              </p:cNvSpPr>
              <p:nvPr/>
            </p:nvSpPr>
            <p:spPr bwMode="auto">
              <a:xfrm>
                <a:off x="1222" y="2777"/>
                <a:ext cx="2" cy="167"/>
              </a:xfrm>
              <a:custGeom>
                <a:avLst/>
                <a:gdLst>
                  <a:gd name="T0" fmla="*/ 0 w 20000"/>
                  <a:gd name="T1" fmla="*/ 19811 h 20000"/>
                  <a:gd name="T2" fmla="*/ 0 w 20000"/>
                  <a:gd name="T3" fmla="*/ 0 h 20000"/>
                </a:gdLst>
                <a:ahLst/>
                <a:cxnLst>
                  <a:cxn ang="0">
                    <a:pos x="T0" y="T1"/>
                  </a:cxn>
                  <a:cxn ang="0">
                    <a:pos x="T2" y="T3"/>
                  </a:cxn>
                </a:cxnLst>
                <a:rect l="0" t="0" r="r" b="b"/>
                <a:pathLst>
                  <a:path w="20000" h="20000">
                    <a:moveTo>
                      <a:pt x="0" y="19811"/>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0806" name="Arc 150"/>
              <p:cNvSpPr>
                <a:spLocks/>
              </p:cNvSpPr>
              <p:nvPr/>
            </p:nvSpPr>
            <p:spPr bwMode="auto">
              <a:xfrm>
                <a:off x="986" y="2540"/>
                <a:ext cx="231" cy="25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0807" name="Arc 151"/>
              <p:cNvSpPr>
                <a:spLocks/>
              </p:cNvSpPr>
              <p:nvPr/>
            </p:nvSpPr>
            <p:spPr bwMode="auto">
              <a:xfrm flipH="1">
                <a:off x="765" y="2538"/>
                <a:ext cx="228" cy="25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0808" name="Freeform 152"/>
              <p:cNvSpPr>
                <a:spLocks/>
              </p:cNvSpPr>
              <p:nvPr/>
            </p:nvSpPr>
            <p:spPr bwMode="auto">
              <a:xfrm>
                <a:off x="1675" y="2777"/>
                <a:ext cx="2" cy="167"/>
              </a:xfrm>
              <a:custGeom>
                <a:avLst/>
                <a:gdLst>
                  <a:gd name="T0" fmla="*/ 0 w 20000"/>
                  <a:gd name="T1" fmla="*/ 19811 h 20000"/>
                  <a:gd name="T2" fmla="*/ 0 w 20000"/>
                  <a:gd name="T3" fmla="*/ 0 h 20000"/>
                </a:gdLst>
                <a:ahLst/>
                <a:cxnLst>
                  <a:cxn ang="0">
                    <a:pos x="T0" y="T1"/>
                  </a:cxn>
                  <a:cxn ang="0">
                    <a:pos x="T2" y="T3"/>
                  </a:cxn>
                </a:cxnLst>
                <a:rect l="0" t="0" r="r" b="b"/>
                <a:pathLst>
                  <a:path w="20000" h="20000">
                    <a:moveTo>
                      <a:pt x="0" y="19811"/>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0809" name="Arc 153"/>
              <p:cNvSpPr>
                <a:spLocks/>
              </p:cNvSpPr>
              <p:nvPr/>
            </p:nvSpPr>
            <p:spPr bwMode="auto">
              <a:xfrm>
                <a:off x="1439" y="2540"/>
                <a:ext cx="231" cy="25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0810" name="Arc 154"/>
              <p:cNvSpPr>
                <a:spLocks/>
              </p:cNvSpPr>
              <p:nvPr/>
            </p:nvSpPr>
            <p:spPr bwMode="auto">
              <a:xfrm flipH="1">
                <a:off x="1218" y="2538"/>
                <a:ext cx="228" cy="25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0811" name="Freeform 155"/>
              <p:cNvSpPr>
                <a:spLocks/>
              </p:cNvSpPr>
              <p:nvPr/>
            </p:nvSpPr>
            <p:spPr bwMode="auto">
              <a:xfrm>
                <a:off x="2128" y="2768"/>
                <a:ext cx="2" cy="167"/>
              </a:xfrm>
              <a:custGeom>
                <a:avLst/>
                <a:gdLst>
                  <a:gd name="T0" fmla="*/ 0 w 20000"/>
                  <a:gd name="T1" fmla="*/ 19811 h 20000"/>
                  <a:gd name="T2" fmla="*/ 0 w 20000"/>
                  <a:gd name="T3" fmla="*/ 0 h 20000"/>
                </a:gdLst>
                <a:ahLst/>
                <a:cxnLst>
                  <a:cxn ang="0">
                    <a:pos x="T0" y="T1"/>
                  </a:cxn>
                  <a:cxn ang="0">
                    <a:pos x="T2" y="T3"/>
                  </a:cxn>
                </a:cxnLst>
                <a:rect l="0" t="0" r="r" b="b"/>
                <a:pathLst>
                  <a:path w="20000" h="20000">
                    <a:moveTo>
                      <a:pt x="0" y="19811"/>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0812" name="Arc 156"/>
              <p:cNvSpPr>
                <a:spLocks/>
              </p:cNvSpPr>
              <p:nvPr/>
            </p:nvSpPr>
            <p:spPr bwMode="auto">
              <a:xfrm>
                <a:off x="1892" y="2531"/>
                <a:ext cx="231" cy="25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0813" name="Arc 157"/>
              <p:cNvSpPr>
                <a:spLocks/>
              </p:cNvSpPr>
              <p:nvPr/>
            </p:nvSpPr>
            <p:spPr bwMode="auto">
              <a:xfrm flipH="1">
                <a:off x="1671" y="2529"/>
                <a:ext cx="228" cy="25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sp>
        <p:nvSpPr>
          <p:cNvPr id="710814" name="Rectangle 158"/>
          <p:cNvSpPr>
            <a:spLocks noChangeArrowheads="1"/>
          </p:cNvSpPr>
          <p:nvPr/>
        </p:nvSpPr>
        <p:spPr bwMode="auto">
          <a:xfrm>
            <a:off x="1587500" y="4948238"/>
            <a:ext cx="6526213" cy="11112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marL="476250" indent="-476250" algn="l">
              <a:spcBef>
                <a:spcPct val="0"/>
              </a:spcBef>
              <a:tabLst>
                <a:tab pos="476250" algn="l"/>
              </a:tabLst>
              <a:defRPr sz="2400">
                <a:solidFill>
                  <a:schemeClr val="tx1"/>
                </a:solidFill>
                <a:latin typeface="Arial" panose="020B0604020202020204" pitchFamily="34" charset="0"/>
              </a:defRPr>
            </a:lvl1pPr>
            <a:lvl2pPr marL="666750" algn="l">
              <a:spcBef>
                <a:spcPct val="0"/>
              </a:spcBef>
              <a:tabLst>
                <a:tab pos="476250" algn="l"/>
              </a:tabLst>
              <a:defRPr sz="2400">
                <a:solidFill>
                  <a:schemeClr val="tx1"/>
                </a:solidFill>
                <a:latin typeface="Arial" panose="020B0604020202020204" pitchFamily="34" charset="0"/>
              </a:defRPr>
            </a:lvl2pPr>
            <a:lvl3pPr algn="l">
              <a:spcBef>
                <a:spcPct val="0"/>
              </a:spcBef>
              <a:tabLst>
                <a:tab pos="476250" algn="l"/>
              </a:tabLst>
              <a:defRPr sz="2400">
                <a:solidFill>
                  <a:schemeClr val="tx1"/>
                </a:solidFill>
                <a:latin typeface="Arial" panose="020B0604020202020204" pitchFamily="34" charset="0"/>
              </a:defRPr>
            </a:lvl3pPr>
            <a:lvl4pPr algn="l">
              <a:spcBef>
                <a:spcPct val="0"/>
              </a:spcBef>
              <a:tabLst>
                <a:tab pos="476250" algn="l"/>
              </a:tabLst>
              <a:defRPr sz="2400">
                <a:solidFill>
                  <a:schemeClr val="tx1"/>
                </a:solidFill>
                <a:latin typeface="Arial" panose="020B0604020202020204" pitchFamily="34" charset="0"/>
              </a:defRPr>
            </a:lvl4pPr>
            <a:lvl5pPr algn="l">
              <a:spcBef>
                <a:spcPct val="0"/>
              </a:spcBef>
              <a:tabLst>
                <a:tab pos="476250" algn="l"/>
              </a:tabLst>
              <a:defRPr sz="2400">
                <a:solidFill>
                  <a:schemeClr val="tx1"/>
                </a:solidFill>
                <a:latin typeface="Arial" panose="020B0604020202020204" pitchFamily="34" charset="0"/>
              </a:defRPr>
            </a:lvl5pPr>
            <a:lvl6pPr eaLnBrk="0" fontAlgn="base" hangingPunct="0">
              <a:spcBef>
                <a:spcPct val="0"/>
              </a:spcBef>
              <a:spcAft>
                <a:spcPct val="0"/>
              </a:spcAft>
              <a:tabLst>
                <a:tab pos="476250" algn="l"/>
              </a:tabLst>
              <a:defRPr sz="2400">
                <a:solidFill>
                  <a:schemeClr val="tx1"/>
                </a:solidFill>
                <a:latin typeface="Arial" panose="020B0604020202020204" pitchFamily="34" charset="0"/>
              </a:defRPr>
            </a:lvl6pPr>
            <a:lvl7pPr eaLnBrk="0" fontAlgn="base" hangingPunct="0">
              <a:spcBef>
                <a:spcPct val="0"/>
              </a:spcBef>
              <a:spcAft>
                <a:spcPct val="0"/>
              </a:spcAft>
              <a:tabLst>
                <a:tab pos="476250" algn="l"/>
              </a:tabLst>
              <a:defRPr sz="2400">
                <a:solidFill>
                  <a:schemeClr val="tx1"/>
                </a:solidFill>
                <a:latin typeface="Arial" panose="020B0604020202020204" pitchFamily="34" charset="0"/>
              </a:defRPr>
            </a:lvl7pPr>
            <a:lvl8pPr eaLnBrk="0" fontAlgn="base" hangingPunct="0">
              <a:spcBef>
                <a:spcPct val="0"/>
              </a:spcBef>
              <a:spcAft>
                <a:spcPct val="0"/>
              </a:spcAft>
              <a:tabLst>
                <a:tab pos="476250" algn="l"/>
              </a:tabLst>
              <a:defRPr sz="2400">
                <a:solidFill>
                  <a:schemeClr val="tx1"/>
                </a:solidFill>
                <a:latin typeface="Arial" panose="020B0604020202020204" pitchFamily="34" charset="0"/>
              </a:defRPr>
            </a:lvl8pPr>
            <a:lvl9pPr eaLnBrk="0" fontAlgn="base" hangingPunct="0">
              <a:spcBef>
                <a:spcPct val="0"/>
              </a:spcBef>
              <a:spcAft>
                <a:spcPct val="0"/>
              </a:spcAft>
              <a:tabLst>
                <a:tab pos="476250" algn="l"/>
              </a:tabLst>
              <a:defRPr sz="2400">
                <a:solidFill>
                  <a:schemeClr val="tx1"/>
                </a:solidFill>
                <a:latin typeface="Arial" panose="020B0604020202020204" pitchFamily="34" charset="0"/>
              </a:defRPr>
            </a:lvl9pPr>
          </a:lstStyle>
          <a:p>
            <a:pPr>
              <a:lnSpc>
                <a:spcPct val="100000"/>
              </a:lnSpc>
              <a:spcAft>
                <a:spcPct val="40000"/>
              </a:spcAft>
              <a:buClrTx/>
              <a:buSzTx/>
              <a:buFontTx/>
              <a:buNone/>
            </a:pPr>
            <a:r>
              <a:rPr lang="en-GB" altLang="en-US" i="0"/>
              <a:t>-	Provides back-up protection for system</a:t>
            </a:r>
          </a:p>
          <a:p>
            <a:pPr>
              <a:lnSpc>
                <a:spcPct val="100000"/>
              </a:lnSpc>
              <a:spcAft>
                <a:spcPct val="40000"/>
              </a:spcAft>
              <a:buClrTx/>
              <a:buSzTx/>
              <a:buFontTx/>
              <a:buNone/>
            </a:pPr>
            <a:r>
              <a:rPr lang="en-GB" altLang="en-US" i="0"/>
              <a:t>-	Time delay required for co-ordination</a:t>
            </a:r>
            <a:endParaRPr lang="en-GB" altLang="en-US" sz="2800" i="0"/>
          </a:p>
        </p:txBody>
      </p:sp>
    </p:spTree>
    <p:extLst>
      <p:ext uri="{BB962C8B-B14F-4D97-AF65-F5344CB8AC3E}">
        <p14:creationId xmlns:p14="http://schemas.microsoft.com/office/powerpoint/2010/main" val="51731255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2706" name="Rectangle 2"/>
          <p:cNvSpPr>
            <a:spLocks noGrp="1" noChangeArrowheads="1"/>
          </p:cNvSpPr>
          <p:nvPr>
            <p:ph type="title"/>
          </p:nvPr>
        </p:nvSpPr>
        <p:spPr>
          <a:xfrm>
            <a:off x="431800" y="77789"/>
            <a:ext cx="8280400" cy="757238"/>
          </a:xfrm>
        </p:spPr>
        <p:txBody>
          <a:bodyPr/>
          <a:lstStyle/>
          <a:p>
            <a:r>
              <a:rPr lang="fr-FR" altLang="en-US" sz="3200" dirty="0" err="1"/>
              <a:t>Unrestricted</a:t>
            </a:r>
            <a:r>
              <a:rPr lang="fr-FR" altLang="en-US" sz="3200" dirty="0"/>
              <a:t> </a:t>
            </a:r>
            <a:r>
              <a:rPr lang="fr-FR" altLang="en-US" sz="3200" dirty="0" err="1"/>
              <a:t>Earthfault</a:t>
            </a:r>
            <a:r>
              <a:rPr lang="fr-FR" altLang="en-US" sz="3200" dirty="0"/>
              <a:t> Protection (2)</a:t>
            </a:r>
          </a:p>
        </p:txBody>
      </p:sp>
      <p:sp>
        <p:nvSpPr>
          <p:cNvPr id="712709" name="Rectangle 5"/>
          <p:cNvSpPr>
            <a:spLocks noChangeArrowheads="1"/>
          </p:cNvSpPr>
          <p:nvPr/>
        </p:nvSpPr>
        <p:spPr bwMode="auto">
          <a:xfrm>
            <a:off x="1327150" y="4889500"/>
            <a:ext cx="7588250" cy="16129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marL="476250" indent="-476250" algn="l">
              <a:spcBef>
                <a:spcPct val="0"/>
              </a:spcBef>
              <a:tabLst>
                <a:tab pos="476250" algn="l"/>
              </a:tabLst>
              <a:defRPr sz="2400">
                <a:solidFill>
                  <a:schemeClr val="tx1"/>
                </a:solidFill>
                <a:latin typeface="Arial" panose="020B0604020202020204" pitchFamily="34" charset="0"/>
              </a:defRPr>
            </a:lvl1pPr>
            <a:lvl2pPr marL="666750" algn="l">
              <a:spcBef>
                <a:spcPct val="0"/>
              </a:spcBef>
              <a:tabLst>
                <a:tab pos="476250" algn="l"/>
              </a:tabLst>
              <a:defRPr sz="2400">
                <a:solidFill>
                  <a:schemeClr val="tx1"/>
                </a:solidFill>
                <a:latin typeface="Arial" panose="020B0604020202020204" pitchFamily="34" charset="0"/>
              </a:defRPr>
            </a:lvl2pPr>
            <a:lvl3pPr algn="l">
              <a:spcBef>
                <a:spcPct val="0"/>
              </a:spcBef>
              <a:tabLst>
                <a:tab pos="476250" algn="l"/>
              </a:tabLst>
              <a:defRPr sz="2400">
                <a:solidFill>
                  <a:schemeClr val="tx1"/>
                </a:solidFill>
                <a:latin typeface="Arial" panose="020B0604020202020204" pitchFamily="34" charset="0"/>
              </a:defRPr>
            </a:lvl3pPr>
            <a:lvl4pPr algn="l">
              <a:spcBef>
                <a:spcPct val="0"/>
              </a:spcBef>
              <a:tabLst>
                <a:tab pos="476250" algn="l"/>
              </a:tabLst>
              <a:defRPr sz="2400">
                <a:solidFill>
                  <a:schemeClr val="tx1"/>
                </a:solidFill>
                <a:latin typeface="Arial" panose="020B0604020202020204" pitchFamily="34" charset="0"/>
              </a:defRPr>
            </a:lvl4pPr>
            <a:lvl5pPr algn="l">
              <a:spcBef>
                <a:spcPct val="0"/>
              </a:spcBef>
              <a:tabLst>
                <a:tab pos="476250" algn="l"/>
              </a:tabLst>
              <a:defRPr sz="2400">
                <a:solidFill>
                  <a:schemeClr val="tx1"/>
                </a:solidFill>
                <a:latin typeface="Arial" panose="020B0604020202020204" pitchFamily="34" charset="0"/>
              </a:defRPr>
            </a:lvl5pPr>
            <a:lvl6pPr eaLnBrk="0" fontAlgn="base" hangingPunct="0">
              <a:spcBef>
                <a:spcPct val="0"/>
              </a:spcBef>
              <a:spcAft>
                <a:spcPct val="0"/>
              </a:spcAft>
              <a:tabLst>
                <a:tab pos="476250" algn="l"/>
              </a:tabLst>
              <a:defRPr sz="2400">
                <a:solidFill>
                  <a:schemeClr val="tx1"/>
                </a:solidFill>
                <a:latin typeface="Arial" panose="020B0604020202020204" pitchFamily="34" charset="0"/>
              </a:defRPr>
            </a:lvl6pPr>
            <a:lvl7pPr eaLnBrk="0" fontAlgn="base" hangingPunct="0">
              <a:spcBef>
                <a:spcPct val="0"/>
              </a:spcBef>
              <a:spcAft>
                <a:spcPct val="0"/>
              </a:spcAft>
              <a:tabLst>
                <a:tab pos="476250" algn="l"/>
              </a:tabLst>
              <a:defRPr sz="2400">
                <a:solidFill>
                  <a:schemeClr val="tx1"/>
                </a:solidFill>
                <a:latin typeface="Arial" panose="020B0604020202020204" pitchFamily="34" charset="0"/>
              </a:defRPr>
            </a:lvl7pPr>
            <a:lvl8pPr eaLnBrk="0" fontAlgn="base" hangingPunct="0">
              <a:spcBef>
                <a:spcPct val="0"/>
              </a:spcBef>
              <a:spcAft>
                <a:spcPct val="0"/>
              </a:spcAft>
              <a:tabLst>
                <a:tab pos="476250" algn="l"/>
              </a:tabLst>
              <a:defRPr sz="2400">
                <a:solidFill>
                  <a:schemeClr val="tx1"/>
                </a:solidFill>
                <a:latin typeface="Arial" panose="020B0604020202020204" pitchFamily="34" charset="0"/>
              </a:defRPr>
            </a:lvl8pPr>
            <a:lvl9pPr eaLnBrk="0" fontAlgn="base" hangingPunct="0">
              <a:spcBef>
                <a:spcPct val="0"/>
              </a:spcBef>
              <a:spcAft>
                <a:spcPct val="0"/>
              </a:spcAft>
              <a:tabLst>
                <a:tab pos="476250" algn="l"/>
              </a:tabLst>
              <a:defRPr sz="2400">
                <a:solidFill>
                  <a:schemeClr val="tx1"/>
                </a:solidFill>
                <a:latin typeface="Arial" panose="020B0604020202020204" pitchFamily="34" charset="0"/>
              </a:defRPr>
            </a:lvl9pPr>
          </a:lstStyle>
          <a:p>
            <a:pPr>
              <a:lnSpc>
                <a:spcPct val="100000"/>
              </a:lnSpc>
              <a:buClrTx/>
              <a:buSzTx/>
              <a:buFontTx/>
              <a:buNone/>
            </a:pPr>
            <a:r>
              <a:rPr lang="en-GB" altLang="en-US" i="0"/>
              <a:t>-	</a:t>
            </a:r>
            <a:r>
              <a:rPr lang="en-GB" altLang="en-US" sz="2000" i="0"/>
              <a:t>Can provide better sensitivity</a:t>
            </a:r>
          </a:p>
          <a:p>
            <a:pPr>
              <a:lnSpc>
                <a:spcPct val="100000"/>
              </a:lnSpc>
              <a:buClrTx/>
              <a:buSzTx/>
              <a:buFontTx/>
              <a:buNone/>
            </a:pPr>
            <a:r>
              <a:rPr lang="en-GB" altLang="en-US" sz="2000" i="0"/>
              <a:t>	(C.T. ratio not related to full load current)</a:t>
            </a:r>
          </a:p>
          <a:p>
            <a:pPr>
              <a:lnSpc>
                <a:spcPct val="100000"/>
              </a:lnSpc>
              <a:spcAft>
                <a:spcPct val="40000"/>
              </a:spcAft>
              <a:buClrTx/>
              <a:buSzTx/>
              <a:buFontTx/>
              <a:buNone/>
            </a:pPr>
            <a:r>
              <a:rPr lang="en-GB" altLang="en-US" sz="2000" i="0"/>
              <a:t>	(Improved “effective” setting)</a:t>
            </a:r>
          </a:p>
          <a:p>
            <a:pPr>
              <a:lnSpc>
                <a:spcPct val="100000"/>
              </a:lnSpc>
              <a:spcAft>
                <a:spcPct val="40000"/>
              </a:spcAft>
              <a:buClrTx/>
              <a:buSzTx/>
              <a:buFontTx/>
              <a:buNone/>
            </a:pPr>
            <a:r>
              <a:rPr lang="en-GB" altLang="en-US" sz="2000" i="0"/>
              <a:t>-	Provides back up protection for transformer and system</a:t>
            </a:r>
          </a:p>
        </p:txBody>
      </p:sp>
      <p:grpSp>
        <p:nvGrpSpPr>
          <p:cNvPr id="712879" name="Group 175"/>
          <p:cNvGrpSpPr>
            <a:grpSpLocks/>
          </p:cNvGrpSpPr>
          <p:nvPr/>
        </p:nvGrpSpPr>
        <p:grpSpPr bwMode="auto">
          <a:xfrm>
            <a:off x="1252538" y="1216025"/>
            <a:ext cx="6742112" cy="3671888"/>
            <a:chOff x="789" y="766"/>
            <a:chExt cx="4247" cy="2313"/>
          </a:xfrm>
        </p:grpSpPr>
        <p:sp>
          <p:nvSpPr>
            <p:cNvPr id="712710" name="Line 6"/>
            <p:cNvSpPr>
              <a:spLocks noChangeShapeType="1"/>
            </p:cNvSpPr>
            <p:nvPr/>
          </p:nvSpPr>
          <p:spPr bwMode="auto">
            <a:xfrm>
              <a:off x="4601" y="1390"/>
              <a:ext cx="0" cy="931"/>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2711" name="Line 7"/>
            <p:cNvSpPr>
              <a:spLocks noChangeShapeType="1"/>
            </p:cNvSpPr>
            <p:nvPr/>
          </p:nvSpPr>
          <p:spPr bwMode="auto">
            <a:xfrm>
              <a:off x="4898" y="1771"/>
              <a:ext cx="0" cy="554"/>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2712" name="Line 8"/>
            <p:cNvSpPr>
              <a:spLocks noChangeShapeType="1"/>
            </p:cNvSpPr>
            <p:nvPr/>
          </p:nvSpPr>
          <p:spPr bwMode="auto">
            <a:xfrm>
              <a:off x="3379" y="1003"/>
              <a:ext cx="0" cy="1318"/>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2713" name="Oval 9"/>
            <p:cNvSpPr>
              <a:spLocks noChangeArrowheads="1"/>
            </p:cNvSpPr>
            <p:nvPr/>
          </p:nvSpPr>
          <p:spPr bwMode="auto">
            <a:xfrm>
              <a:off x="4463" y="1896"/>
              <a:ext cx="259" cy="259"/>
            </a:xfrm>
            <a:prstGeom prst="ellipse">
              <a:avLst/>
            </a:prstGeom>
            <a:solidFill>
              <a:srgbClr val="FFFFFF"/>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2714" name="Oval 10"/>
            <p:cNvSpPr>
              <a:spLocks noChangeArrowheads="1"/>
            </p:cNvSpPr>
            <p:nvPr/>
          </p:nvSpPr>
          <p:spPr bwMode="auto">
            <a:xfrm>
              <a:off x="4777" y="1896"/>
              <a:ext cx="259" cy="259"/>
            </a:xfrm>
            <a:prstGeom prst="ellipse">
              <a:avLst/>
            </a:prstGeom>
            <a:solidFill>
              <a:srgbClr val="FFFFFF"/>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2715" name="Oval 11"/>
            <p:cNvSpPr>
              <a:spLocks noChangeArrowheads="1"/>
            </p:cNvSpPr>
            <p:nvPr/>
          </p:nvSpPr>
          <p:spPr bwMode="auto">
            <a:xfrm>
              <a:off x="3198" y="1874"/>
              <a:ext cx="360" cy="360"/>
            </a:xfrm>
            <a:prstGeom prst="ellipse">
              <a:avLst/>
            </a:prstGeom>
            <a:solidFill>
              <a:srgbClr val="FFFFFF"/>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2716" name="Line 12"/>
            <p:cNvSpPr>
              <a:spLocks noChangeShapeType="1"/>
            </p:cNvSpPr>
            <p:nvPr/>
          </p:nvSpPr>
          <p:spPr bwMode="auto">
            <a:xfrm>
              <a:off x="1230" y="1075"/>
              <a:ext cx="840" cy="0"/>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2717" name="Line 13"/>
            <p:cNvSpPr>
              <a:spLocks noChangeShapeType="1"/>
            </p:cNvSpPr>
            <p:nvPr/>
          </p:nvSpPr>
          <p:spPr bwMode="auto">
            <a:xfrm flipV="1">
              <a:off x="794" y="1677"/>
              <a:ext cx="582" cy="2"/>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2718" name="Line 14"/>
            <p:cNvSpPr>
              <a:spLocks noChangeShapeType="1"/>
            </p:cNvSpPr>
            <p:nvPr/>
          </p:nvSpPr>
          <p:spPr bwMode="auto">
            <a:xfrm>
              <a:off x="2174" y="900"/>
              <a:ext cx="0" cy="958"/>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2719" name="Line 15"/>
            <p:cNvSpPr>
              <a:spLocks noChangeShapeType="1"/>
            </p:cNvSpPr>
            <p:nvPr/>
          </p:nvSpPr>
          <p:spPr bwMode="auto">
            <a:xfrm flipV="1">
              <a:off x="1960" y="1675"/>
              <a:ext cx="108" cy="1"/>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2720" name="Line 16"/>
            <p:cNvSpPr>
              <a:spLocks noChangeShapeType="1"/>
            </p:cNvSpPr>
            <p:nvPr/>
          </p:nvSpPr>
          <p:spPr bwMode="auto">
            <a:xfrm>
              <a:off x="1230" y="900"/>
              <a:ext cx="0" cy="178"/>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2721" name="Line 17"/>
            <p:cNvSpPr>
              <a:spLocks noChangeShapeType="1"/>
            </p:cNvSpPr>
            <p:nvPr/>
          </p:nvSpPr>
          <p:spPr bwMode="auto">
            <a:xfrm>
              <a:off x="2345" y="1296"/>
              <a:ext cx="63" cy="0"/>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2722" name="Line 18"/>
            <p:cNvSpPr>
              <a:spLocks noChangeShapeType="1"/>
            </p:cNvSpPr>
            <p:nvPr/>
          </p:nvSpPr>
          <p:spPr bwMode="auto">
            <a:xfrm>
              <a:off x="2342" y="1689"/>
              <a:ext cx="66" cy="1"/>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2723" name="Line 19"/>
            <p:cNvSpPr>
              <a:spLocks noChangeShapeType="1"/>
            </p:cNvSpPr>
            <p:nvPr/>
          </p:nvSpPr>
          <p:spPr bwMode="auto">
            <a:xfrm>
              <a:off x="2347" y="904"/>
              <a:ext cx="0" cy="2086"/>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nvGrpSpPr>
            <p:cNvPr id="712724" name="Group 20"/>
            <p:cNvGrpSpPr>
              <a:grpSpLocks/>
            </p:cNvGrpSpPr>
            <p:nvPr/>
          </p:nvGrpSpPr>
          <p:grpSpPr bwMode="auto">
            <a:xfrm>
              <a:off x="2991" y="907"/>
              <a:ext cx="2040" cy="778"/>
              <a:chOff x="0" y="562"/>
              <a:chExt cx="20000" cy="18876"/>
            </a:xfrm>
          </p:grpSpPr>
          <p:sp>
            <p:nvSpPr>
              <p:cNvPr id="712725" name="Line 21"/>
              <p:cNvSpPr>
                <a:spLocks noChangeShapeType="1"/>
              </p:cNvSpPr>
              <p:nvPr/>
            </p:nvSpPr>
            <p:spPr bwMode="auto">
              <a:xfrm>
                <a:off x="0" y="9994"/>
                <a:ext cx="20000" cy="12"/>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2726" name="Line 22"/>
              <p:cNvSpPr>
                <a:spLocks noChangeShapeType="1"/>
              </p:cNvSpPr>
              <p:nvPr/>
            </p:nvSpPr>
            <p:spPr bwMode="auto">
              <a:xfrm>
                <a:off x="0" y="562"/>
                <a:ext cx="20000" cy="12"/>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2727" name="Line 23"/>
              <p:cNvSpPr>
                <a:spLocks noChangeShapeType="1"/>
              </p:cNvSpPr>
              <p:nvPr/>
            </p:nvSpPr>
            <p:spPr bwMode="auto">
              <a:xfrm>
                <a:off x="0" y="19426"/>
                <a:ext cx="20000" cy="12"/>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712728" name="Line 24"/>
            <p:cNvSpPr>
              <a:spLocks noChangeShapeType="1"/>
            </p:cNvSpPr>
            <p:nvPr/>
          </p:nvSpPr>
          <p:spPr bwMode="auto">
            <a:xfrm>
              <a:off x="3898" y="1001"/>
              <a:ext cx="357" cy="0"/>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2729" name="Line 25"/>
            <p:cNvSpPr>
              <a:spLocks noChangeShapeType="1"/>
            </p:cNvSpPr>
            <p:nvPr/>
          </p:nvSpPr>
          <p:spPr bwMode="auto">
            <a:xfrm>
              <a:off x="3374" y="1003"/>
              <a:ext cx="129" cy="0"/>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2730" name="Line 26"/>
            <p:cNvSpPr>
              <a:spLocks noChangeShapeType="1"/>
            </p:cNvSpPr>
            <p:nvPr/>
          </p:nvSpPr>
          <p:spPr bwMode="auto">
            <a:xfrm>
              <a:off x="4251" y="997"/>
              <a:ext cx="0" cy="1324"/>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2731" name="Line 27"/>
            <p:cNvSpPr>
              <a:spLocks noChangeShapeType="1"/>
            </p:cNvSpPr>
            <p:nvPr/>
          </p:nvSpPr>
          <p:spPr bwMode="auto">
            <a:xfrm>
              <a:off x="3904" y="1391"/>
              <a:ext cx="705" cy="0"/>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2732" name="Line 28"/>
            <p:cNvSpPr>
              <a:spLocks noChangeShapeType="1"/>
            </p:cNvSpPr>
            <p:nvPr/>
          </p:nvSpPr>
          <p:spPr bwMode="auto">
            <a:xfrm>
              <a:off x="3379" y="1391"/>
              <a:ext cx="130" cy="0"/>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2733" name="Line 29"/>
            <p:cNvSpPr>
              <a:spLocks noChangeShapeType="1"/>
            </p:cNvSpPr>
            <p:nvPr/>
          </p:nvSpPr>
          <p:spPr bwMode="auto">
            <a:xfrm>
              <a:off x="3903" y="1774"/>
              <a:ext cx="994" cy="1"/>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2734" name="Line 30"/>
            <p:cNvSpPr>
              <a:spLocks noChangeShapeType="1"/>
            </p:cNvSpPr>
            <p:nvPr/>
          </p:nvSpPr>
          <p:spPr bwMode="auto">
            <a:xfrm flipV="1">
              <a:off x="3376" y="1780"/>
              <a:ext cx="133" cy="1"/>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2735" name="Line 31"/>
            <p:cNvSpPr>
              <a:spLocks noChangeShapeType="1"/>
            </p:cNvSpPr>
            <p:nvPr/>
          </p:nvSpPr>
          <p:spPr bwMode="auto">
            <a:xfrm>
              <a:off x="3374" y="2317"/>
              <a:ext cx="1519" cy="0"/>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2736" name="Oval 32"/>
            <p:cNvSpPr>
              <a:spLocks noChangeArrowheads="1"/>
            </p:cNvSpPr>
            <p:nvPr/>
          </p:nvSpPr>
          <p:spPr bwMode="auto">
            <a:xfrm>
              <a:off x="4127" y="1901"/>
              <a:ext cx="258" cy="260"/>
            </a:xfrm>
            <a:prstGeom prst="ellipse">
              <a:avLst/>
            </a:prstGeom>
            <a:solidFill>
              <a:srgbClr val="FFFFFF"/>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2737" name="Rectangle 33"/>
            <p:cNvSpPr>
              <a:spLocks noChangeArrowheads="1"/>
            </p:cNvSpPr>
            <p:nvPr/>
          </p:nvSpPr>
          <p:spPr bwMode="auto">
            <a:xfrm>
              <a:off x="4498" y="1927"/>
              <a:ext cx="220" cy="18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lnSpc>
                  <a:spcPct val="100000"/>
                </a:lnSpc>
                <a:spcBef>
                  <a:spcPct val="0"/>
                </a:spcBef>
                <a:buClrTx/>
                <a:buSzTx/>
                <a:buFontTx/>
                <a:buNone/>
              </a:pPr>
              <a:r>
                <a:rPr lang="en-US" altLang="en-US" sz="2000" b="0" i="0"/>
                <a:t>51</a:t>
              </a:r>
            </a:p>
          </p:txBody>
        </p:sp>
        <p:sp>
          <p:nvSpPr>
            <p:cNvPr id="712738" name="Rectangle 34"/>
            <p:cNvSpPr>
              <a:spLocks noChangeArrowheads="1"/>
            </p:cNvSpPr>
            <p:nvPr/>
          </p:nvSpPr>
          <p:spPr bwMode="auto">
            <a:xfrm>
              <a:off x="4815" y="1921"/>
              <a:ext cx="214" cy="18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lnSpc>
                  <a:spcPct val="100000"/>
                </a:lnSpc>
                <a:spcBef>
                  <a:spcPct val="0"/>
                </a:spcBef>
                <a:buClrTx/>
                <a:buSzTx/>
                <a:buFontTx/>
                <a:buNone/>
              </a:pPr>
              <a:r>
                <a:rPr lang="en-US" altLang="en-US" sz="2000" b="0" i="0"/>
                <a:t>51</a:t>
              </a:r>
            </a:p>
          </p:txBody>
        </p:sp>
        <p:sp>
          <p:nvSpPr>
            <p:cNvPr id="712739" name="Rectangle 35"/>
            <p:cNvSpPr>
              <a:spLocks noChangeArrowheads="1"/>
            </p:cNvSpPr>
            <p:nvPr/>
          </p:nvSpPr>
          <p:spPr bwMode="auto">
            <a:xfrm>
              <a:off x="4160" y="1930"/>
              <a:ext cx="229" cy="1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lnSpc>
                  <a:spcPct val="100000"/>
                </a:lnSpc>
                <a:spcBef>
                  <a:spcPct val="0"/>
                </a:spcBef>
                <a:buClrTx/>
                <a:buSzTx/>
                <a:buFontTx/>
                <a:buNone/>
              </a:pPr>
              <a:r>
                <a:rPr lang="en-US" altLang="en-US" sz="2000" b="0" i="0"/>
                <a:t>51</a:t>
              </a:r>
            </a:p>
          </p:txBody>
        </p:sp>
        <p:sp>
          <p:nvSpPr>
            <p:cNvPr id="712740" name="Rectangle 36"/>
            <p:cNvSpPr>
              <a:spLocks noChangeArrowheads="1"/>
            </p:cNvSpPr>
            <p:nvPr/>
          </p:nvSpPr>
          <p:spPr bwMode="auto">
            <a:xfrm>
              <a:off x="3226" y="1950"/>
              <a:ext cx="365" cy="1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lnSpc>
                  <a:spcPct val="100000"/>
                </a:lnSpc>
                <a:spcBef>
                  <a:spcPct val="0"/>
                </a:spcBef>
                <a:buClrTx/>
                <a:buSzTx/>
                <a:buFontTx/>
                <a:buNone/>
              </a:pPr>
              <a:r>
                <a:rPr lang="en-US" altLang="en-US" sz="2000" b="0" i="0"/>
                <a:t>51N</a:t>
              </a:r>
            </a:p>
          </p:txBody>
        </p:sp>
        <p:sp>
          <p:nvSpPr>
            <p:cNvPr id="712741" name="Line 37"/>
            <p:cNvSpPr>
              <a:spLocks noChangeShapeType="1"/>
            </p:cNvSpPr>
            <p:nvPr/>
          </p:nvSpPr>
          <p:spPr bwMode="auto">
            <a:xfrm>
              <a:off x="1234" y="1857"/>
              <a:ext cx="947" cy="0"/>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2742" name="Line 38"/>
            <p:cNvSpPr>
              <a:spLocks noChangeShapeType="1"/>
            </p:cNvSpPr>
            <p:nvPr/>
          </p:nvSpPr>
          <p:spPr bwMode="auto">
            <a:xfrm flipH="1">
              <a:off x="1234" y="1678"/>
              <a:ext cx="2" cy="180"/>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2743" name="Line 39"/>
            <p:cNvSpPr>
              <a:spLocks noChangeShapeType="1"/>
            </p:cNvSpPr>
            <p:nvPr/>
          </p:nvSpPr>
          <p:spPr bwMode="auto">
            <a:xfrm>
              <a:off x="2062" y="1465"/>
              <a:ext cx="0" cy="209"/>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2744" name="Line 40"/>
            <p:cNvSpPr>
              <a:spLocks noChangeShapeType="1"/>
            </p:cNvSpPr>
            <p:nvPr/>
          </p:nvSpPr>
          <p:spPr bwMode="auto">
            <a:xfrm>
              <a:off x="1230" y="1465"/>
              <a:ext cx="840" cy="1"/>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2745" name="Line 41"/>
            <p:cNvSpPr>
              <a:spLocks noChangeShapeType="1"/>
            </p:cNvSpPr>
            <p:nvPr/>
          </p:nvSpPr>
          <p:spPr bwMode="auto">
            <a:xfrm>
              <a:off x="1230" y="1289"/>
              <a:ext cx="0" cy="183"/>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2746" name="Line 42"/>
            <p:cNvSpPr>
              <a:spLocks noChangeShapeType="1"/>
            </p:cNvSpPr>
            <p:nvPr/>
          </p:nvSpPr>
          <p:spPr bwMode="auto">
            <a:xfrm flipV="1">
              <a:off x="2342" y="909"/>
              <a:ext cx="59" cy="0"/>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nvGrpSpPr>
            <p:cNvPr id="712747" name="Group 43"/>
            <p:cNvGrpSpPr>
              <a:grpSpLocks/>
            </p:cNvGrpSpPr>
            <p:nvPr/>
          </p:nvGrpSpPr>
          <p:grpSpPr bwMode="auto">
            <a:xfrm>
              <a:off x="2241" y="2988"/>
              <a:ext cx="217" cy="91"/>
              <a:chOff x="4079" y="3393"/>
              <a:chExt cx="262" cy="110"/>
            </a:xfrm>
          </p:grpSpPr>
          <p:sp>
            <p:nvSpPr>
              <p:cNvPr id="712748" name="Freeform 44"/>
              <p:cNvSpPr>
                <a:spLocks/>
              </p:cNvSpPr>
              <p:nvPr/>
            </p:nvSpPr>
            <p:spPr bwMode="auto">
              <a:xfrm>
                <a:off x="4079" y="3393"/>
                <a:ext cx="262" cy="1"/>
              </a:xfrm>
              <a:custGeom>
                <a:avLst/>
                <a:gdLst>
                  <a:gd name="T0" fmla="*/ 0 w 20000"/>
                  <a:gd name="T1" fmla="*/ 0 h 20000"/>
                  <a:gd name="T2" fmla="*/ 19953 w 20000"/>
                  <a:gd name="T3" fmla="*/ 0 h 20000"/>
                </a:gdLst>
                <a:ahLst/>
                <a:cxnLst>
                  <a:cxn ang="0">
                    <a:pos x="T0" y="T1"/>
                  </a:cxn>
                  <a:cxn ang="0">
                    <a:pos x="T2" y="T3"/>
                  </a:cxn>
                </a:cxnLst>
                <a:rect l="0" t="0" r="r" b="b"/>
                <a:pathLst>
                  <a:path w="20000" h="20000">
                    <a:moveTo>
                      <a:pt x="0" y="0"/>
                    </a:moveTo>
                    <a:lnTo>
                      <a:pt x="19953"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2749" name="Freeform 45"/>
              <p:cNvSpPr>
                <a:spLocks/>
              </p:cNvSpPr>
              <p:nvPr/>
            </p:nvSpPr>
            <p:spPr bwMode="auto">
              <a:xfrm>
                <a:off x="4131" y="3447"/>
                <a:ext cx="160" cy="0"/>
              </a:xfrm>
              <a:custGeom>
                <a:avLst/>
                <a:gdLst>
                  <a:gd name="T0" fmla="*/ 0 w 20000"/>
                  <a:gd name="T1" fmla="*/ 0 h 20000"/>
                  <a:gd name="T2" fmla="*/ 19924 w 20000"/>
                  <a:gd name="T3" fmla="*/ 0 h 20000"/>
                </a:gdLst>
                <a:ahLst/>
                <a:cxnLst>
                  <a:cxn ang="0">
                    <a:pos x="T0" y="T1"/>
                  </a:cxn>
                  <a:cxn ang="0">
                    <a:pos x="T2" y="T3"/>
                  </a:cxn>
                </a:cxnLst>
                <a:rect l="0" t="0" r="r" b="b"/>
                <a:pathLst>
                  <a:path w="20000" h="20000">
                    <a:moveTo>
                      <a:pt x="0" y="0"/>
                    </a:moveTo>
                    <a:lnTo>
                      <a:pt x="19924"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2750" name="Freeform 46"/>
              <p:cNvSpPr>
                <a:spLocks/>
              </p:cNvSpPr>
              <p:nvPr/>
            </p:nvSpPr>
            <p:spPr bwMode="auto">
              <a:xfrm>
                <a:off x="4185" y="3503"/>
                <a:ext cx="60" cy="0"/>
              </a:xfrm>
              <a:custGeom>
                <a:avLst/>
                <a:gdLst>
                  <a:gd name="T0" fmla="*/ 0 w 20000"/>
                  <a:gd name="T1" fmla="*/ 0 h 20000"/>
                  <a:gd name="T2" fmla="*/ 19798 w 20000"/>
                  <a:gd name="T3" fmla="*/ 0 h 20000"/>
                </a:gdLst>
                <a:ahLst/>
                <a:cxnLst>
                  <a:cxn ang="0">
                    <a:pos x="T0" y="T1"/>
                  </a:cxn>
                  <a:cxn ang="0">
                    <a:pos x="T2" y="T3"/>
                  </a:cxn>
                </a:cxnLst>
                <a:rect l="0" t="0" r="r" b="b"/>
                <a:pathLst>
                  <a:path w="20000" h="20000">
                    <a:moveTo>
                      <a:pt x="0" y="0"/>
                    </a:moveTo>
                    <a:lnTo>
                      <a:pt x="19798"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712751" name="Group 47"/>
            <p:cNvGrpSpPr>
              <a:grpSpLocks/>
            </p:cNvGrpSpPr>
            <p:nvPr/>
          </p:nvGrpSpPr>
          <p:grpSpPr bwMode="auto">
            <a:xfrm>
              <a:off x="1374" y="1546"/>
              <a:ext cx="591" cy="136"/>
              <a:chOff x="309" y="2529"/>
              <a:chExt cx="1821" cy="415"/>
            </a:xfrm>
          </p:grpSpPr>
          <p:sp>
            <p:nvSpPr>
              <p:cNvPr id="712752" name="Freeform 48"/>
              <p:cNvSpPr>
                <a:spLocks/>
              </p:cNvSpPr>
              <p:nvPr/>
            </p:nvSpPr>
            <p:spPr bwMode="auto">
              <a:xfrm>
                <a:off x="766" y="2777"/>
                <a:ext cx="2" cy="167"/>
              </a:xfrm>
              <a:custGeom>
                <a:avLst/>
                <a:gdLst>
                  <a:gd name="T0" fmla="*/ 0 w 20000"/>
                  <a:gd name="T1" fmla="*/ 19811 h 20000"/>
                  <a:gd name="T2" fmla="*/ 0 w 20000"/>
                  <a:gd name="T3" fmla="*/ 0 h 20000"/>
                </a:gdLst>
                <a:ahLst/>
                <a:cxnLst>
                  <a:cxn ang="0">
                    <a:pos x="T0" y="T1"/>
                  </a:cxn>
                  <a:cxn ang="0">
                    <a:pos x="T2" y="T3"/>
                  </a:cxn>
                </a:cxnLst>
                <a:rect l="0" t="0" r="r" b="b"/>
                <a:pathLst>
                  <a:path w="20000" h="20000">
                    <a:moveTo>
                      <a:pt x="0" y="19811"/>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2753" name="Arc 49"/>
              <p:cNvSpPr>
                <a:spLocks/>
              </p:cNvSpPr>
              <p:nvPr/>
            </p:nvSpPr>
            <p:spPr bwMode="auto">
              <a:xfrm>
                <a:off x="530" y="2540"/>
                <a:ext cx="231" cy="25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2754" name="Arc 50"/>
              <p:cNvSpPr>
                <a:spLocks/>
              </p:cNvSpPr>
              <p:nvPr/>
            </p:nvSpPr>
            <p:spPr bwMode="auto">
              <a:xfrm flipH="1">
                <a:off x="309" y="2538"/>
                <a:ext cx="228" cy="25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2755" name="Freeform 51"/>
              <p:cNvSpPr>
                <a:spLocks/>
              </p:cNvSpPr>
              <p:nvPr/>
            </p:nvSpPr>
            <p:spPr bwMode="auto">
              <a:xfrm>
                <a:off x="309" y="2756"/>
                <a:ext cx="2" cy="185"/>
              </a:xfrm>
              <a:custGeom>
                <a:avLst/>
                <a:gdLst>
                  <a:gd name="T0" fmla="*/ 0 w 20000"/>
                  <a:gd name="T1" fmla="*/ 0 h 20000"/>
                  <a:gd name="T2" fmla="*/ 0 w 20000"/>
                  <a:gd name="T3" fmla="*/ 19829 h 20000"/>
                </a:gdLst>
                <a:ahLst/>
                <a:cxnLst>
                  <a:cxn ang="0">
                    <a:pos x="T0" y="T1"/>
                  </a:cxn>
                  <a:cxn ang="0">
                    <a:pos x="T2" y="T3"/>
                  </a:cxn>
                </a:cxnLst>
                <a:rect l="0" t="0" r="r" b="b"/>
                <a:pathLst>
                  <a:path w="20000" h="20000">
                    <a:moveTo>
                      <a:pt x="0" y="0"/>
                    </a:moveTo>
                    <a:lnTo>
                      <a:pt x="0" y="19829"/>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2756" name="Freeform 52"/>
              <p:cNvSpPr>
                <a:spLocks/>
              </p:cNvSpPr>
              <p:nvPr/>
            </p:nvSpPr>
            <p:spPr bwMode="auto">
              <a:xfrm>
                <a:off x="1222" y="2777"/>
                <a:ext cx="2" cy="167"/>
              </a:xfrm>
              <a:custGeom>
                <a:avLst/>
                <a:gdLst>
                  <a:gd name="T0" fmla="*/ 0 w 20000"/>
                  <a:gd name="T1" fmla="*/ 19811 h 20000"/>
                  <a:gd name="T2" fmla="*/ 0 w 20000"/>
                  <a:gd name="T3" fmla="*/ 0 h 20000"/>
                </a:gdLst>
                <a:ahLst/>
                <a:cxnLst>
                  <a:cxn ang="0">
                    <a:pos x="T0" y="T1"/>
                  </a:cxn>
                  <a:cxn ang="0">
                    <a:pos x="T2" y="T3"/>
                  </a:cxn>
                </a:cxnLst>
                <a:rect l="0" t="0" r="r" b="b"/>
                <a:pathLst>
                  <a:path w="20000" h="20000">
                    <a:moveTo>
                      <a:pt x="0" y="19811"/>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2757" name="Arc 53"/>
              <p:cNvSpPr>
                <a:spLocks/>
              </p:cNvSpPr>
              <p:nvPr/>
            </p:nvSpPr>
            <p:spPr bwMode="auto">
              <a:xfrm>
                <a:off x="986" y="2540"/>
                <a:ext cx="231" cy="25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2758" name="Arc 54"/>
              <p:cNvSpPr>
                <a:spLocks/>
              </p:cNvSpPr>
              <p:nvPr/>
            </p:nvSpPr>
            <p:spPr bwMode="auto">
              <a:xfrm flipH="1">
                <a:off x="765" y="2538"/>
                <a:ext cx="228" cy="25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2759" name="Freeform 55"/>
              <p:cNvSpPr>
                <a:spLocks/>
              </p:cNvSpPr>
              <p:nvPr/>
            </p:nvSpPr>
            <p:spPr bwMode="auto">
              <a:xfrm>
                <a:off x="1675" y="2777"/>
                <a:ext cx="2" cy="167"/>
              </a:xfrm>
              <a:custGeom>
                <a:avLst/>
                <a:gdLst>
                  <a:gd name="T0" fmla="*/ 0 w 20000"/>
                  <a:gd name="T1" fmla="*/ 19811 h 20000"/>
                  <a:gd name="T2" fmla="*/ 0 w 20000"/>
                  <a:gd name="T3" fmla="*/ 0 h 20000"/>
                </a:gdLst>
                <a:ahLst/>
                <a:cxnLst>
                  <a:cxn ang="0">
                    <a:pos x="T0" y="T1"/>
                  </a:cxn>
                  <a:cxn ang="0">
                    <a:pos x="T2" y="T3"/>
                  </a:cxn>
                </a:cxnLst>
                <a:rect l="0" t="0" r="r" b="b"/>
                <a:pathLst>
                  <a:path w="20000" h="20000">
                    <a:moveTo>
                      <a:pt x="0" y="19811"/>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2760" name="Arc 56"/>
              <p:cNvSpPr>
                <a:spLocks/>
              </p:cNvSpPr>
              <p:nvPr/>
            </p:nvSpPr>
            <p:spPr bwMode="auto">
              <a:xfrm>
                <a:off x="1439" y="2540"/>
                <a:ext cx="231" cy="25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2761" name="Arc 57"/>
              <p:cNvSpPr>
                <a:spLocks/>
              </p:cNvSpPr>
              <p:nvPr/>
            </p:nvSpPr>
            <p:spPr bwMode="auto">
              <a:xfrm flipH="1">
                <a:off x="1218" y="2538"/>
                <a:ext cx="228" cy="25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2762" name="Freeform 58"/>
              <p:cNvSpPr>
                <a:spLocks/>
              </p:cNvSpPr>
              <p:nvPr/>
            </p:nvSpPr>
            <p:spPr bwMode="auto">
              <a:xfrm>
                <a:off x="2128" y="2768"/>
                <a:ext cx="2" cy="167"/>
              </a:xfrm>
              <a:custGeom>
                <a:avLst/>
                <a:gdLst>
                  <a:gd name="T0" fmla="*/ 0 w 20000"/>
                  <a:gd name="T1" fmla="*/ 19811 h 20000"/>
                  <a:gd name="T2" fmla="*/ 0 w 20000"/>
                  <a:gd name="T3" fmla="*/ 0 h 20000"/>
                </a:gdLst>
                <a:ahLst/>
                <a:cxnLst>
                  <a:cxn ang="0">
                    <a:pos x="T0" y="T1"/>
                  </a:cxn>
                  <a:cxn ang="0">
                    <a:pos x="T2" y="T3"/>
                  </a:cxn>
                </a:cxnLst>
                <a:rect l="0" t="0" r="r" b="b"/>
                <a:pathLst>
                  <a:path w="20000" h="20000">
                    <a:moveTo>
                      <a:pt x="0" y="19811"/>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2763" name="Arc 59"/>
              <p:cNvSpPr>
                <a:spLocks/>
              </p:cNvSpPr>
              <p:nvPr/>
            </p:nvSpPr>
            <p:spPr bwMode="auto">
              <a:xfrm>
                <a:off x="1892" y="2531"/>
                <a:ext cx="231" cy="25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2764" name="Arc 60"/>
              <p:cNvSpPr>
                <a:spLocks/>
              </p:cNvSpPr>
              <p:nvPr/>
            </p:nvSpPr>
            <p:spPr bwMode="auto">
              <a:xfrm flipH="1">
                <a:off x="1671" y="2529"/>
                <a:ext cx="228" cy="25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712765" name="Line 61"/>
            <p:cNvSpPr>
              <a:spLocks noChangeShapeType="1"/>
            </p:cNvSpPr>
            <p:nvPr/>
          </p:nvSpPr>
          <p:spPr bwMode="auto">
            <a:xfrm>
              <a:off x="799" y="1281"/>
              <a:ext cx="583" cy="1"/>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2766" name="Line 62"/>
            <p:cNvSpPr>
              <a:spLocks noChangeShapeType="1"/>
            </p:cNvSpPr>
            <p:nvPr/>
          </p:nvSpPr>
          <p:spPr bwMode="auto">
            <a:xfrm>
              <a:off x="1964" y="1281"/>
              <a:ext cx="112" cy="1"/>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2767" name="Line 63"/>
            <p:cNvSpPr>
              <a:spLocks noChangeShapeType="1"/>
            </p:cNvSpPr>
            <p:nvPr/>
          </p:nvSpPr>
          <p:spPr bwMode="auto">
            <a:xfrm>
              <a:off x="2067" y="1070"/>
              <a:ext cx="0" cy="209"/>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nvGrpSpPr>
            <p:cNvPr id="712768" name="Group 64"/>
            <p:cNvGrpSpPr>
              <a:grpSpLocks/>
            </p:cNvGrpSpPr>
            <p:nvPr/>
          </p:nvGrpSpPr>
          <p:grpSpPr bwMode="auto">
            <a:xfrm>
              <a:off x="1379" y="1151"/>
              <a:ext cx="591" cy="135"/>
              <a:chOff x="309" y="2529"/>
              <a:chExt cx="1821" cy="415"/>
            </a:xfrm>
          </p:grpSpPr>
          <p:sp>
            <p:nvSpPr>
              <p:cNvPr id="712769" name="Freeform 65"/>
              <p:cNvSpPr>
                <a:spLocks/>
              </p:cNvSpPr>
              <p:nvPr/>
            </p:nvSpPr>
            <p:spPr bwMode="auto">
              <a:xfrm>
                <a:off x="766" y="2777"/>
                <a:ext cx="2" cy="167"/>
              </a:xfrm>
              <a:custGeom>
                <a:avLst/>
                <a:gdLst>
                  <a:gd name="T0" fmla="*/ 0 w 20000"/>
                  <a:gd name="T1" fmla="*/ 19811 h 20000"/>
                  <a:gd name="T2" fmla="*/ 0 w 20000"/>
                  <a:gd name="T3" fmla="*/ 0 h 20000"/>
                </a:gdLst>
                <a:ahLst/>
                <a:cxnLst>
                  <a:cxn ang="0">
                    <a:pos x="T0" y="T1"/>
                  </a:cxn>
                  <a:cxn ang="0">
                    <a:pos x="T2" y="T3"/>
                  </a:cxn>
                </a:cxnLst>
                <a:rect l="0" t="0" r="r" b="b"/>
                <a:pathLst>
                  <a:path w="20000" h="20000">
                    <a:moveTo>
                      <a:pt x="0" y="19811"/>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2770" name="Arc 66"/>
              <p:cNvSpPr>
                <a:spLocks/>
              </p:cNvSpPr>
              <p:nvPr/>
            </p:nvSpPr>
            <p:spPr bwMode="auto">
              <a:xfrm>
                <a:off x="530" y="2540"/>
                <a:ext cx="231" cy="25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2771" name="Arc 67"/>
              <p:cNvSpPr>
                <a:spLocks/>
              </p:cNvSpPr>
              <p:nvPr/>
            </p:nvSpPr>
            <p:spPr bwMode="auto">
              <a:xfrm flipH="1">
                <a:off x="309" y="2538"/>
                <a:ext cx="228" cy="25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2772" name="Freeform 68"/>
              <p:cNvSpPr>
                <a:spLocks/>
              </p:cNvSpPr>
              <p:nvPr/>
            </p:nvSpPr>
            <p:spPr bwMode="auto">
              <a:xfrm>
                <a:off x="309" y="2756"/>
                <a:ext cx="2" cy="185"/>
              </a:xfrm>
              <a:custGeom>
                <a:avLst/>
                <a:gdLst>
                  <a:gd name="T0" fmla="*/ 0 w 20000"/>
                  <a:gd name="T1" fmla="*/ 0 h 20000"/>
                  <a:gd name="T2" fmla="*/ 0 w 20000"/>
                  <a:gd name="T3" fmla="*/ 19829 h 20000"/>
                </a:gdLst>
                <a:ahLst/>
                <a:cxnLst>
                  <a:cxn ang="0">
                    <a:pos x="T0" y="T1"/>
                  </a:cxn>
                  <a:cxn ang="0">
                    <a:pos x="T2" y="T3"/>
                  </a:cxn>
                </a:cxnLst>
                <a:rect l="0" t="0" r="r" b="b"/>
                <a:pathLst>
                  <a:path w="20000" h="20000">
                    <a:moveTo>
                      <a:pt x="0" y="0"/>
                    </a:moveTo>
                    <a:lnTo>
                      <a:pt x="0" y="19829"/>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2773" name="Freeform 69"/>
              <p:cNvSpPr>
                <a:spLocks/>
              </p:cNvSpPr>
              <p:nvPr/>
            </p:nvSpPr>
            <p:spPr bwMode="auto">
              <a:xfrm>
                <a:off x="1222" y="2777"/>
                <a:ext cx="2" cy="167"/>
              </a:xfrm>
              <a:custGeom>
                <a:avLst/>
                <a:gdLst>
                  <a:gd name="T0" fmla="*/ 0 w 20000"/>
                  <a:gd name="T1" fmla="*/ 19811 h 20000"/>
                  <a:gd name="T2" fmla="*/ 0 w 20000"/>
                  <a:gd name="T3" fmla="*/ 0 h 20000"/>
                </a:gdLst>
                <a:ahLst/>
                <a:cxnLst>
                  <a:cxn ang="0">
                    <a:pos x="T0" y="T1"/>
                  </a:cxn>
                  <a:cxn ang="0">
                    <a:pos x="T2" y="T3"/>
                  </a:cxn>
                </a:cxnLst>
                <a:rect l="0" t="0" r="r" b="b"/>
                <a:pathLst>
                  <a:path w="20000" h="20000">
                    <a:moveTo>
                      <a:pt x="0" y="19811"/>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2774" name="Arc 70"/>
              <p:cNvSpPr>
                <a:spLocks/>
              </p:cNvSpPr>
              <p:nvPr/>
            </p:nvSpPr>
            <p:spPr bwMode="auto">
              <a:xfrm>
                <a:off x="986" y="2540"/>
                <a:ext cx="231" cy="25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2775" name="Arc 71"/>
              <p:cNvSpPr>
                <a:spLocks/>
              </p:cNvSpPr>
              <p:nvPr/>
            </p:nvSpPr>
            <p:spPr bwMode="auto">
              <a:xfrm flipH="1">
                <a:off x="765" y="2538"/>
                <a:ext cx="228" cy="25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2776" name="Freeform 72"/>
              <p:cNvSpPr>
                <a:spLocks/>
              </p:cNvSpPr>
              <p:nvPr/>
            </p:nvSpPr>
            <p:spPr bwMode="auto">
              <a:xfrm>
                <a:off x="1675" y="2777"/>
                <a:ext cx="2" cy="167"/>
              </a:xfrm>
              <a:custGeom>
                <a:avLst/>
                <a:gdLst>
                  <a:gd name="T0" fmla="*/ 0 w 20000"/>
                  <a:gd name="T1" fmla="*/ 19811 h 20000"/>
                  <a:gd name="T2" fmla="*/ 0 w 20000"/>
                  <a:gd name="T3" fmla="*/ 0 h 20000"/>
                </a:gdLst>
                <a:ahLst/>
                <a:cxnLst>
                  <a:cxn ang="0">
                    <a:pos x="T0" y="T1"/>
                  </a:cxn>
                  <a:cxn ang="0">
                    <a:pos x="T2" y="T3"/>
                  </a:cxn>
                </a:cxnLst>
                <a:rect l="0" t="0" r="r" b="b"/>
                <a:pathLst>
                  <a:path w="20000" h="20000">
                    <a:moveTo>
                      <a:pt x="0" y="19811"/>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2777" name="Arc 73"/>
              <p:cNvSpPr>
                <a:spLocks/>
              </p:cNvSpPr>
              <p:nvPr/>
            </p:nvSpPr>
            <p:spPr bwMode="auto">
              <a:xfrm>
                <a:off x="1439" y="2540"/>
                <a:ext cx="231" cy="25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2778" name="Arc 74"/>
              <p:cNvSpPr>
                <a:spLocks/>
              </p:cNvSpPr>
              <p:nvPr/>
            </p:nvSpPr>
            <p:spPr bwMode="auto">
              <a:xfrm flipH="1">
                <a:off x="1218" y="2538"/>
                <a:ext cx="228" cy="25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2779" name="Freeform 75"/>
              <p:cNvSpPr>
                <a:spLocks/>
              </p:cNvSpPr>
              <p:nvPr/>
            </p:nvSpPr>
            <p:spPr bwMode="auto">
              <a:xfrm>
                <a:off x="2128" y="2768"/>
                <a:ext cx="2" cy="167"/>
              </a:xfrm>
              <a:custGeom>
                <a:avLst/>
                <a:gdLst>
                  <a:gd name="T0" fmla="*/ 0 w 20000"/>
                  <a:gd name="T1" fmla="*/ 19811 h 20000"/>
                  <a:gd name="T2" fmla="*/ 0 w 20000"/>
                  <a:gd name="T3" fmla="*/ 0 h 20000"/>
                </a:gdLst>
                <a:ahLst/>
                <a:cxnLst>
                  <a:cxn ang="0">
                    <a:pos x="T0" y="T1"/>
                  </a:cxn>
                  <a:cxn ang="0">
                    <a:pos x="T2" y="T3"/>
                  </a:cxn>
                </a:cxnLst>
                <a:rect l="0" t="0" r="r" b="b"/>
                <a:pathLst>
                  <a:path w="20000" h="20000">
                    <a:moveTo>
                      <a:pt x="0" y="19811"/>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2780" name="Arc 76"/>
              <p:cNvSpPr>
                <a:spLocks/>
              </p:cNvSpPr>
              <p:nvPr/>
            </p:nvSpPr>
            <p:spPr bwMode="auto">
              <a:xfrm>
                <a:off x="1892" y="2531"/>
                <a:ext cx="231" cy="25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2781" name="Arc 77"/>
              <p:cNvSpPr>
                <a:spLocks/>
              </p:cNvSpPr>
              <p:nvPr/>
            </p:nvSpPr>
            <p:spPr bwMode="auto">
              <a:xfrm flipH="1">
                <a:off x="1671" y="2529"/>
                <a:ext cx="228" cy="25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712782" name="Line 78"/>
            <p:cNvSpPr>
              <a:spLocks noChangeShapeType="1"/>
            </p:cNvSpPr>
            <p:nvPr/>
          </p:nvSpPr>
          <p:spPr bwMode="auto">
            <a:xfrm>
              <a:off x="789" y="896"/>
              <a:ext cx="583" cy="1"/>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2783" name="Line 79"/>
            <p:cNvSpPr>
              <a:spLocks noChangeShapeType="1"/>
            </p:cNvSpPr>
            <p:nvPr/>
          </p:nvSpPr>
          <p:spPr bwMode="auto">
            <a:xfrm>
              <a:off x="1954" y="896"/>
              <a:ext cx="228" cy="2"/>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nvGrpSpPr>
            <p:cNvPr id="712784" name="Group 80"/>
            <p:cNvGrpSpPr>
              <a:grpSpLocks/>
            </p:cNvGrpSpPr>
            <p:nvPr/>
          </p:nvGrpSpPr>
          <p:grpSpPr bwMode="auto">
            <a:xfrm>
              <a:off x="1369" y="766"/>
              <a:ext cx="591" cy="135"/>
              <a:chOff x="309" y="2529"/>
              <a:chExt cx="1821" cy="415"/>
            </a:xfrm>
          </p:grpSpPr>
          <p:sp>
            <p:nvSpPr>
              <p:cNvPr id="712785" name="Freeform 81"/>
              <p:cNvSpPr>
                <a:spLocks/>
              </p:cNvSpPr>
              <p:nvPr/>
            </p:nvSpPr>
            <p:spPr bwMode="auto">
              <a:xfrm>
                <a:off x="766" y="2777"/>
                <a:ext cx="2" cy="167"/>
              </a:xfrm>
              <a:custGeom>
                <a:avLst/>
                <a:gdLst>
                  <a:gd name="T0" fmla="*/ 0 w 20000"/>
                  <a:gd name="T1" fmla="*/ 19811 h 20000"/>
                  <a:gd name="T2" fmla="*/ 0 w 20000"/>
                  <a:gd name="T3" fmla="*/ 0 h 20000"/>
                </a:gdLst>
                <a:ahLst/>
                <a:cxnLst>
                  <a:cxn ang="0">
                    <a:pos x="T0" y="T1"/>
                  </a:cxn>
                  <a:cxn ang="0">
                    <a:pos x="T2" y="T3"/>
                  </a:cxn>
                </a:cxnLst>
                <a:rect l="0" t="0" r="r" b="b"/>
                <a:pathLst>
                  <a:path w="20000" h="20000">
                    <a:moveTo>
                      <a:pt x="0" y="19811"/>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2786" name="Arc 82"/>
              <p:cNvSpPr>
                <a:spLocks/>
              </p:cNvSpPr>
              <p:nvPr/>
            </p:nvSpPr>
            <p:spPr bwMode="auto">
              <a:xfrm>
                <a:off x="530" y="2540"/>
                <a:ext cx="231" cy="25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2787" name="Arc 83"/>
              <p:cNvSpPr>
                <a:spLocks/>
              </p:cNvSpPr>
              <p:nvPr/>
            </p:nvSpPr>
            <p:spPr bwMode="auto">
              <a:xfrm flipH="1">
                <a:off x="309" y="2538"/>
                <a:ext cx="228" cy="25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2788" name="Freeform 84"/>
              <p:cNvSpPr>
                <a:spLocks/>
              </p:cNvSpPr>
              <p:nvPr/>
            </p:nvSpPr>
            <p:spPr bwMode="auto">
              <a:xfrm>
                <a:off x="309" y="2756"/>
                <a:ext cx="2" cy="185"/>
              </a:xfrm>
              <a:custGeom>
                <a:avLst/>
                <a:gdLst>
                  <a:gd name="T0" fmla="*/ 0 w 20000"/>
                  <a:gd name="T1" fmla="*/ 0 h 20000"/>
                  <a:gd name="T2" fmla="*/ 0 w 20000"/>
                  <a:gd name="T3" fmla="*/ 19829 h 20000"/>
                </a:gdLst>
                <a:ahLst/>
                <a:cxnLst>
                  <a:cxn ang="0">
                    <a:pos x="T0" y="T1"/>
                  </a:cxn>
                  <a:cxn ang="0">
                    <a:pos x="T2" y="T3"/>
                  </a:cxn>
                </a:cxnLst>
                <a:rect l="0" t="0" r="r" b="b"/>
                <a:pathLst>
                  <a:path w="20000" h="20000">
                    <a:moveTo>
                      <a:pt x="0" y="0"/>
                    </a:moveTo>
                    <a:lnTo>
                      <a:pt x="0" y="19829"/>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2789" name="Freeform 85"/>
              <p:cNvSpPr>
                <a:spLocks/>
              </p:cNvSpPr>
              <p:nvPr/>
            </p:nvSpPr>
            <p:spPr bwMode="auto">
              <a:xfrm>
                <a:off x="1222" y="2777"/>
                <a:ext cx="2" cy="167"/>
              </a:xfrm>
              <a:custGeom>
                <a:avLst/>
                <a:gdLst>
                  <a:gd name="T0" fmla="*/ 0 w 20000"/>
                  <a:gd name="T1" fmla="*/ 19811 h 20000"/>
                  <a:gd name="T2" fmla="*/ 0 w 20000"/>
                  <a:gd name="T3" fmla="*/ 0 h 20000"/>
                </a:gdLst>
                <a:ahLst/>
                <a:cxnLst>
                  <a:cxn ang="0">
                    <a:pos x="T0" y="T1"/>
                  </a:cxn>
                  <a:cxn ang="0">
                    <a:pos x="T2" y="T3"/>
                  </a:cxn>
                </a:cxnLst>
                <a:rect l="0" t="0" r="r" b="b"/>
                <a:pathLst>
                  <a:path w="20000" h="20000">
                    <a:moveTo>
                      <a:pt x="0" y="19811"/>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2790" name="Arc 86"/>
              <p:cNvSpPr>
                <a:spLocks/>
              </p:cNvSpPr>
              <p:nvPr/>
            </p:nvSpPr>
            <p:spPr bwMode="auto">
              <a:xfrm>
                <a:off x="986" y="2540"/>
                <a:ext cx="231" cy="25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2791" name="Arc 87"/>
              <p:cNvSpPr>
                <a:spLocks/>
              </p:cNvSpPr>
              <p:nvPr/>
            </p:nvSpPr>
            <p:spPr bwMode="auto">
              <a:xfrm flipH="1">
                <a:off x="765" y="2538"/>
                <a:ext cx="228" cy="25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2792" name="Freeform 88"/>
              <p:cNvSpPr>
                <a:spLocks/>
              </p:cNvSpPr>
              <p:nvPr/>
            </p:nvSpPr>
            <p:spPr bwMode="auto">
              <a:xfrm>
                <a:off x="1675" y="2777"/>
                <a:ext cx="2" cy="167"/>
              </a:xfrm>
              <a:custGeom>
                <a:avLst/>
                <a:gdLst>
                  <a:gd name="T0" fmla="*/ 0 w 20000"/>
                  <a:gd name="T1" fmla="*/ 19811 h 20000"/>
                  <a:gd name="T2" fmla="*/ 0 w 20000"/>
                  <a:gd name="T3" fmla="*/ 0 h 20000"/>
                </a:gdLst>
                <a:ahLst/>
                <a:cxnLst>
                  <a:cxn ang="0">
                    <a:pos x="T0" y="T1"/>
                  </a:cxn>
                  <a:cxn ang="0">
                    <a:pos x="T2" y="T3"/>
                  </a:cxn>
                </a:cxnLst>
                <a:rect l="0" t="0" r="r" b="b"/>
                <a:pathLst>
                  <a:path w="20000" h="20000">
                    <a:moveTo>
                      <a:pt x="0" y="19811"/>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2793" name="Arc 89"/>
              <p:cNvSpPr>
                <a:spLocks/>
              </p:cNvSpPr>
              <p:nvPr/>
            </p:nvSpPr>
            <p:spPr bwMode="auto">
              <a:xfrm>
                <a:off x="1439" y="2540"/>
                <a:ext cx="231" cy="25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2794" name="Arc 90"/>
              <p:cNvSpPr>
                <a:spLocks/>
              </p:cNvSpPr>
              <p:nvPr/>
            </p:nvSpPr>
            <p:spPr bwMode="auto">
              <a:xfrm flipH="1">
                <a:off x="1218" y="2538"/>
                <a:ext cx="228" cy="25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2795" name="Freeform 91"/>
              <p:cNvSpPr>
                <a:spLocks/>
              </p:cNvSpPr>
              <p:nvPr/>
            </p:nvSpPr>
            <p:spPr bwMode="auto">
              <a:xfrm>
                <a:off x="2128" y="2768"/>
                <a:ext cx="2" cy="167"/>
              </a:xfrm>
              <a:custGeom>
                <a:avLst/>
                <a:gdLst>
                  <a:gd name="T0" fmla="*/ 0 w 20000"/>
                  <a:gd name="T1" fmla="*/ 19811 h 20000"/>
                  <a:gd name="T2" fmla="*/ 0 w 20000"/>
                  <a:gd name="T3" fmla="*/ 0 h 20000"/>
                </a:gdLst>
                <a:ahLst/>
                <a:cxnLst>
                  <a:cxn ang="0">
                    <a:pos x="T0" y="T1"/>
                  </a:cxn>
                  <a:cxn ang="0">
                    <a:pos x="T2" y="T3"/>
                  </a:cxn>
                </a:cxnLst>
                <a:rect l="0" t="0" r="r" b="b"/>
                <a:pathLst>
                  <a:path w="20000" h="20000">
                    <a:moveTo>
                      <a:pt x="0" y="19811"/>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2796" name="Arc 92"/>
              <p:cNvSpPr>
                <a:spLocks/>
              </p:cNvSpPr>
              <p:nvPr/>
            </p:nvSpPr>
            <p:spPr bwMode="auto">
              <a:xfrm>
                <a:off x="1892" y="2531"/>
                <a:ext cx="231" cy="25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2797" name="Arc 93"/>
              <p:cNvSpPr>
                <a:spLocks/>
              </p:cNvSpPr>
              <p:nvPr/>
            </p:nvSpPr>
            <p:spPr bwMode="auto">
              <a:xfrm flipH="1">
                <a:off x="1671" y="2529"/>
                <a:ext cx="228" cy="25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712798" name="Group 94"/>
            <p:cNvGrpSpPr>
              <a:grpSpLocks/>
            </p:cNvGrpSpPr>
            <p:nvPr/>
          </p:nvGrpSpPr>
          <p:grpSpPr bwMode="auto">
            <a:xfrm>
              <a:off x="2402" y="1562"/>
              <a:ext cx="592" cy="134"/>
              <a:chOff x="309" y="2529"/>
              <a:chExt cx="1821" cy="415"/>
            </a:xfrm>
          </p:grpSpPr>
          <p:sp>
            <p:nvSpPr>
              <p:cNvPr id="712799" name="Freeform 95"/>
              <p:cNvSpPr>
                <a:spLocks/>
              </p:cNvSpPr>
              <p:nvPr/>
            </p:nvSpPr>
            <p:spPr bwMode="auto">
              <a:xfrm>
                <a:off x="766" y="2777"/>
                <a:ext cx="2" cy="167"/>
              </a:xfrm>
              <a:custGeom>
                <a:avLst/>
                <a:gdLst>
                  <a:gd name="T0" fmla="*/ 0 w 20000"/>
                  <a:gd name="T1" fmla="*/ 19811 h 20000"/>
                  <a:gd name="T2" fmla="*/ 0 w 20000"/>
                  <a:gd name="T3" fmla="*/ 0 h 20000"/>
                </a:gdLst>
                <a:ahLst/>
                <a:cxnLst>
                  <a:cxn ang="0">
                    <a:pos x="T0" y="T1"/>
                  </a:cxn>
                  <a:cxn ang="0">
                    <a:pos x="T2" y="T3"/>
                  </a:cxn>
                </a:cxnLst>
                <a:rect l="0" t="0" r="r" b="b"/>
                <a:pathLst>
                  <a:path w="20000" h="20000">
                    <a:moveTo>
                      <a:pt x="0" y="19811"/>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2800" name="Arc 96"/>
              <p:cNvSpPr>
                <a:spLocks/>
              </p:cNvSpPr>
              <p:nvPr/>
            </p:nvSpPr>
            <p:spPr bwMode="auto">
              <a:xfrm>
                <a:off x="530" y="2540"/>
                <a:ext cx="231" cy="25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2801" name="Arc 97"/>
              <p:cNvSpPr>
                <a:spLocks/>
              </p:cNvSpPr>
              <p:nvPr/>
            </p:nvSpPr>
            <p:spPr bwMode="auto">
              <a:xfrm flipH="1">
                <a:off x="309" y="2538"/>
                <a:ext cx="228" cy="25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2802" name="Freeform 98"/>
              <p:cNvSpPr>
                <a:spLocks/>
              </p:cNvSpPr>
              <p:nvPr/>
            </p:nvSpPr>
            <p:spPr bwMode="auto">
              <a:xfrm>
                <a:off x="309" y="2756"/>
                <a:ext cx="2" cy="185"/>
              </a:xfrm>
              <a:custGeom>
                <a:avLst/>
                <a:gdLst>
                  <a:gd name="T0" fmla="*/ 0 w 20000"/>
                  <a:gd name="T1" fmla="*/ 0 h 20000"/>
                  <a:gd name="T2" fmla="*/ 0 w 20000"/>
                  <a:gd name="T3" fmla="*/ 19829 h 20000"/>
                </a:gdLst>
                <a:ahLst/>
                <a:cxnLst>
                  <a:cxn ang="0">
                    <a:pos x="T0" y="T1"/>
                  </a:cxn>
                  <a:cxn ang="0">
                    <a:pos x="T2" y="T3"/>
                  </a:cxn>
                </a:cxnLst>
                <a:rect l="0" t="0" r="r" b="b"/>
                <a:pathLst>
                  <a:path w="20000" h="20000">
                    <a:moveTo>
                      <a:pt x="0" y="0"/>
                    </a:moveTo>
                    <a:lnTo>
                      <a:pt x="0" y="19829"/>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2803" name="Freeform 99"/>
              <p:cNvSpPr>
                <a:spLocks/>
              </p:cNvSpPr>
              <p:nvPr/>
            </p:nvSpPr>
            <p:spPr bwMode="auto">
              <a:xfrm>
                <a:off x="1222" y="2777"/>
                <a:ext cx="2" cy="167"/>
              </a:xfrm>
              <a:custGeom>
                <a:avLst/>
                <a:gdLst>
                  <a:gd name="T0" fmla="*/ 0 w 20000"/>
                  <a:gd name="T1" fmla="*/ 19811 h 20000"/>
                  <a:gd name="T2" fmla="*/ 0 w 20000"/>
                  <a:gd name="T3" fmla="*/ 0 h 20000"/>
                </a:gdLst>
                <a:ahLst/>
                <a:cxnLst>
                  <a:cxn ang="0">
                    <a:pos x="T0" y="T1"/>
                  </a:cxn>
                  <a:cxn ang="0">
                    <a:pos x="T2" y="T3"/>
                  </a:cxn>
                </a:cxnLst>
                <a:rect l="0" t="0" r="r" b="b"/>
                <a:pathLst>
                  <a:path w="20000" h="20000">
                    <a:moveTo>
                      <a:pt x="0" y="19811"/>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2804" name="Arc 100"/>
              <p:cNvSpPr>
                <a:spLocks/>
              </p:cNvSpPr>
              <p:nvPr/>
            </p:nvSpPr>
            <p:spPr bwMode="auto">
              <a:xfrm>
                <a:off x="986" y="2540"/>
                <a:ext cx="231" cy="25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2805" name="Arc 101"/>
              <p:cNvSpPr>
                <a:spLocks/>
              </p:cNvSpPr>
              <p:nvPr/>
            </p:nvSpPr>
            <p:spPr bwMode="auto">
              <a:xfrm flipH="1">
                <a:off x="765" y="2538"/>
                <a:ext cx="228" cy="25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2806" name="Freeform 102"/>
              <p:cNvSpPr>
                <a:spLocks/>
              </p:cNvSpPr>
              <p:nvPr/>
            </p:nvSpPr>
            <p:spPr bwMode="auto">
              <a:xfrm>
                <a:off x="1675" y="2777"/>
                <a:ext cx="2" cy="167"/>
              </a:xfrm>
              <a:custGeom>
                <a:avLst/>
                <a:gdLst>
                  <a:gd name="T0" fmla="*/ 0 w 20000"/>
                  <a:gd name="T1" fmla="*/ 19811 h 20000"/>
                  <a:gd name="T2" fmla="*/ 0 w 20000"/>
                  <a:gd name="T3" fmla="*/ 0 h 20000"/>
                </a:gdLst>
                <a:ahLst/>
                <a:cxnLst>
                  <a:cxn ang="0">
                    <a:pos x="T0" y="T1"/>
                  </a:cxn>
                  <a:cxn ang="0">
                    <a:pos x="T2" y="T3"/>
                  </a:cxn>
                </a:cxnLst>
                <a:rect l="0" t="0" r="r" b="b"/>
                <a:pathLst>
                  <a:path w="20000" h="20000">
                    <a:moveTo>
                      <a:pt x="0" y="19811"/>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2807" name="Arc 103"/>
              <p:cNvSpPr>
                <a:spLocks/>
              </p:cNvSpPr>
              <p:nvPr/>
            </p:nvSpPr>
            <p:spPr bwMode="auto">
              <a:xfrm>
                <a:off x="1439" y="2540"/>
                <a:ext cx="231" cy="25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2808" name="Arc 104"/>
              <p:cNvSpPr>
                <a:spLocks/>
              </p:cNvSpPr>
              <p:nvPr/>
            </p:nvSpPr>
            <p:spPr bwMode="auto">
              <a:xfrm flipH="1">
                <a:off x="1218" y="2538"/>
                <a:ext cx="228" cy="25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2809" name="Freeform 105"/>
              <p:cNvSpPr>
                <a:spLocks/>
              </p:cNvSpPr>
              <p:nvPr/>
            </p:nvSpPr>
            <p:spPr bwMode="auto">
              <a:xfrm>
                <a:off x="2128" y="2768"/>
                <a:ext cx="2" cy="167"/>
              </a:xfrm>
              <a:custGeom>
                <a:avLst/>
                <a:gdLst>
                  <a:gd name="T0" fmla="*/ 0 w 20000"/>
                  <a:gd name="T1" fmla="*/ 19811 h 20000"/>
                  <a:gd name="T2" fmla="*/ 0 w 20000"/>
                  <a:gd name="T3" fmla="*/ 0 h 20000"/>
                </a:gdLst>
                <a:ahLst/>
                <a:cxnLst>
                  <a:cxn ang="0">
                    <a:pos x="T0" y="T1"/>
                  </a:cxn>
                  <a:cxn ang="0">
                    <a:pos x="T2" y="T3"/>
                  </a:cxn>
                </a:cxnLst>
                <a:rect l="0" t="0" r="r" b="b"/>
                <a:pathLst>
                  <a:path w="20000" h="20000">
                    <a:moveTo>
                      <a:pt x="0" y="19811"/>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2810" name="Arc 106"/>
              <p:cNvSpPr>
                <a:spLocks/>
              </p:cNvSpPr>
              <p:nvPr/>
            </p:nvSpPr>
            <p:spPr bwMode="auto">
              <a:xfrm>
                <a:off x="1892" y="2531"/>
                <a:ext cx="231" cy="25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2811" name="Arc 107"/>
              <p:cNvSpPr>
                <a:spLocks/>
              </p:cNvSpPr>
              <p:nvPr/>
            </p:nvSpPr>
            <p:spPr bwMode="auto">
              <a:xfrm flipH="1">
                <a:off x="1671" y="2529"/>
                <a:ext cx="228" cy="25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712812" name="Group 108"/>
            <p:cNvGrpSpPr>
              <a:grpSpLocks/>
            </p:cNvGrpSpPr>
            <p:nvPr/>
          </p:nvGrpSpPr>
          <p:grpSpPr bwMode="auto">
            <a:xfrm>
              <a:off x="3493" y="813"/>
              <a:ext cx="411" cy="188"/>
              <a:chOff x="4835" y="948"/>
              <a:chExt cx="358" cy="163"/>
            </a:xfrm>
          </p:grpSpPr>
          <p:sp>
            <p:nvSpPr>
              <p:cNvPr id="712813" name="Freeform 109"/>
              <p:cNvSpPr>
                <a:spLocks/>
              </p:cNvSpPr>
              <p:nvPr/>
            </p:nvSpPr>
            <p:spPr bwMode="auto">
              <a:xfrm>
                <a:off x="4837" y="1045"/>
                <a:ext cx="1" cy="66"/>
              </a:xfrm>
              <a:custGeom>
                <a:avLst/>
                <a:gdLst>
                  <a:gd name="T0" fmla="*/ 0 w 20000"/>
                  <a:gd name="T1" fmla="*/ 19811 h 20000"/>
                  <a:gd name="T2" fmla="*/ 0 w 20000"/>
                  <a:gd name="T3" fmla="*/ 0 h 20000"/>
                </a:gdLst>
                <a:ahLst/>
                <a:cxnLst>
                  <a:cxn ang="0">
                    <a:pos x="T0" y="T1"/>
                  </a:cxn>
                  <a:cxn ang="0">
                    <a:pos x="T2" y="T3"/>
                  </a:cxn>
                </a:cxnLst>
                <a:rect l="0" t="0" r="r" b="b"/>
                <a:pathLst>
                  <a:path w="20000" h="20000">
                    <a:moveTo>
                      <a:pt x="0" y="19811"/>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2814" name="Freeform 110"/>
              <p:cNvSpPr>
                <a:spLocks/>
              </p:cNvSpPr>
              <p:nvPr/>
            </p:nvSpPr>
            <p:spPr bwMode="auto">
              <a:xfrm>
                <a:off x="5015" y="1045"/>
                <a:ext cx="0" cy="66"/>
              </a:xfrm>
              <a:custGeom>
                <a:avLst/>
                <a:gdLst>
                  <a:gd name="T0" fmla="*/ 0 w 20000"/>
                  <a:gd name="T1" fmla="*/ 19811 h 20000"/>
                  <a:gd name="T2" fmla="*/ 0 w 20000"/>
                  <a:gd name="T3" fmla="*/ 0 h 20000"/>
                </a:gdLst>
                <a:ahLst/>
                <a:cxnLst>
                  <a:cxn ang="0">
                    <a:pos x="T0" y="T1"/>
                  </a:cxn>
                  <a:cxn ang="0">
                    <a:pos x="T2" y="T3"/>
                  </a:cxn>
                </a:cxnLst>
                <a:rect l="0" t="0" r="r" b="b"/>
                <a:pathLst>
                  <a:path w="20000" h="20000">
                    <a:moveTo>
                      <a:pt x="0" y="19811"/>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2815" name="Arc 111"/>
              <p:cNvSpPr>
                <a:spLocks/>
              </p:cNvSpPr>
              <p:nvPr/>
            </p:nvSpPr>
            <p:spPr bwMode="auto">
              <a:xfrm>
                <a:off x="4922" y="952"/>
                <a:ext cx="91" cy="10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2816" name="Arc 112"/>
              <p:cNvSpPr>
                <a:spLocks/>
              </p:cNvSpPr>
              <p:nvPr/>
            </p:nvSpPr>
            <p:spPr bwMode="auto">
              <a:xfrm flipH="1">
                <a:off x="4835" y="952"/>
                <a:ext cx="90" cy="1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2817" name="Freeform 113"/>
              <p:cNvSpPr>
                <a:spLocks/>
              </p:cNvSpPr>
              <p:nvPr/>
            </p:nvSpPr>
            <p:spPr bwMode="auto">
              <a:xfrm>
                <a:off x="5192" y="1042"/>
                <a:ext cx="1" cy="65"/>
              </a:xfrm>
              <a:custGeom>
                <a:avLst/>
                <a:gdLst>
                  <a:gd name="T0" fmla="*/ 0 w 20000"/>
                  <a:gd name="T1" fmla="*/ 19811 h 20000"/>
                  <a:gd name="T2" fmla="*/ 0 w 20000"/>
                  <a:gd name="T3" fmla="*/ 0 h 20000"/>
                </a:gdLst>
                <a:ahLst/>
                <a:cxnLst>
                  <a:cxn ang="0">
                    <a:pos x="T0" y="T1"/>
                  </a:cxn>
                  <a:cxn ang="0">
                    <a:pos x="T2" y="T3"/>
                  </a:cxn>
                </a:cxnLst>
                <a:rect l="0" t="0" r="r" b="b"/>
                <a:pathLst>
                  <a:path w="20000" h="20000">
                    <a:moveTo>
                      <a:pt x="0" y="19811"/>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2818" name="Arc 114"/>
              <p:cNvSpPr>
                <a:spLocks/>
              </p:cNvSpPr>
              <p:nvPr/>
            </p:nvSpPr>
            <p:spPr bwMode="auto">
              <a:xfrm>
                <a:off x="5100" y="949"/>
                <a:ext cx="90" cy="1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2819" name="Arc 115"/>
              <p:cNvSpPr>
                <a:spLocks/>
              </p:cNvSpPr>
              <p:nvPr/>
            </p:nvSpPr>
            <p:spPr bwMode="auto">
              <a:xfrm flipH="1">
                <a:off x="5013" y="948"/>
                <a:ext cx="89" cy="10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712820" name="Group 116"/>
            <p:cNvGrpSpPr>
              <a:grpSpLocks/>
            </p:cNvGrpSpPr>
            <p:nvPr/>
          </p:nvGrpSpPr>
          <p:grpSpPr bwMode="auto">
            <a:xfrm>
              <a:off x="2398" y="781"/>
              <a:ext cx="591" cy="135"/>
              <a:chOff x="309" y="2529"/>
              <a:chExt cx="1821" cy="415"/>
            </a:xfrm>
          </p:grpSpPr>
          <p:sp>
            <p:nvSpPr>
              <p:cNvPr id="712821" name="Freeform 117"/>
              <p:cNvSpPr>
                <a:spLocks/>
              </p:cNvSpPr>
              <p:nvPr/>
            </p:nvSpPr>
            <p:spPr bwMode="auto">
              <a:xfrm>
                <a:off x="766" y="2777"/>
                <a:ext cx="2" cy="167"/>
              </a:xfrm>
              <a:custGeom>
                <a:avLst/>
                <a:gdLst>
                  <a:gd name="T0" fmla="*/ 0 w 20000"/>
                  <a:gd name="T1" fmla="*/ 19811 h 20000"/>
                  <a:gd name="T2" fmla="*/ 0 w 20000"/>
                  <a:gd name="T3" fmla="*/ 0 h 20000"/>
                </a:gdLst>
                <a:ahLst/>
                <a:cxnLst>
                  <a:cxn ang="0">
                    <a:pos x="T0" y="T1"/>
                  </a:cxn>
                  <a:cxn ang="0">
                    <a:pos x="T2" y="T3"/>
                  </a:cxn>
                </a:cxnLst>
                <a:rect l="0" t="0" r="r" b="b"/>
                <a:pathLst>
                  <a:path w="20000" h="20000">
                    <a:moveTo>
                      <a:pt x="0" y="19811"/>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2822" name="Arc 118"/>
              <p:cNvSpPr>
                <a:spLocks/>
              </p:cNvSpPr>
              <p:nvPr/>
            </p:nvSpPr>
            <p:spPr bwMode="auto">
              <a:xfrm>
                <a:off x="530" y="2540"/>
                <a:ext cx="231" cy="25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2823" name="Arc 119"/>
              <p:cNvSpPr>
                <a:spLocks/>
              </p:cNvSpPr>
              <p:nvPr/>
            </p:nvSpPr>
            <p:spPr bwMode="auto">
              <a:xfrm flipH="1">
                <a:off x="309" y="2538"/>
                <a:ext cx="228" cy="25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2824" name="Freeform 120"/>
              <p:cNvSpPr>
                <a:spLocks/>
              </p:cNvSpPr>
              <p:nvPr/>
            </p:nvSpPr>
            <p:spPr bwMode="auto">
              <a:xfrm>
                <a:off x="309" y="2756"/>
                <a:ext cx="2" cy="185"/>
              </a:xfrm>
              <a:custGeom>
                <a:avLst/>
                <a:gdLst>
                  <a:gd name="T0" fmla="*/ 0 w 20000"/>
                  <a:gd name="T1" fmla="*/ 0 h 20000"/>
                  <a:gd name="T2" fmla="*/ 0 w 20000"/>
                  <a:gd name="T3" fmla="*/ 19829 h 20000"/>
                </a:gdLst>
                <a:ahLst/>
                <a:cxnLst>
                  <a:cxn ang="0">
                    <a:pos x="T0" y="T1"/>
                  </a:cxn>
                  <a:cxn ang="0">
                    <a:pos x="T2" y="T3"/>
                  </a:cxn>
                </a:cxnLst>
                <a:rect l="0" t="0" r="r" b="b"/>
                <a:pathLst>
                  <a:path w="20000" h="20000">
                    <a:moveTo>
                      <a:pt x="0" y="0"/>
                    </a:moveTo>
                    <a:lnTo>
                      <a:pt x="0" y="19829"/>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2825" name="Freeform 121"/>
              <p:cNvSpPr>
                <a:spLocks/>
              </p:cNvSpPr>
              <p:nvPr/>
            </p:nvSpPr>
            <p:spPr bwMode="auto">
              <a:xfrm>
                <a:off x="1222" y="2777"/>
                <a:ext cx="2" cy="167"/>
              </a:xfrm>
              <a:custGeom>
                <a:avLst/>
                <a:gdLst>
                  <a:gd name="T0" fmla="*/ 0 w 20000"/>
                  <a:gd name="T1" fmla="*/ 19811 h 20000"/>
                  <a:gd name="T2" fmla="*/ 0 w 20000"/>
                  <a:gd name="T3" fmla="*/ 0 h 20000"/>
                </a:gdLst>
                <a:ahLst/>
                <a:cxnLst>
                  <a:cxn ang="0">
                    <a:pos x="T0" y="T1"/>
                  </a:cxn>
                  <a:cxn ang="0">
                    <a:pos x="T2" y="T3"/>
                  </a:cxn>
                </a:cxnLst>
                <a:rect l="0" t="0" r="r" b="b"/>
                <a:pathLst>
                  <a:path w="20000" h="20000">
                    <a:moveTo>
                      <a:pt x="0" y="19811"/>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2826" name="Arc 122"/>
              <p:cNvSpPr>
                <a:spLocks/>
              </p:cNvSpPr>
              <p:nvPr/>
            </p:nvSpPr>
            <p:spPr bwMode="auto">
              <a:xfrm>
                <a:off x="986" y="2540"/>
                <a:ext cx="231" cy="25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2827" name="Arc 123"/>
              <p:cNvSpPr>
                <a:spLocks/>
              </p:cNvSpPr>
              <p:nvPr/>
            </p:nvSpPr>
            <p:spPr bwMode="auto">
              <a:xfrm flipH="1">
                <a:off x="765" y="2538"/>
                <a:ext cx="228" cy="25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2828" name="Freeform 124"/>
              <p:cNvSpPr>
                <a:spLocks/>
              </p:cNvSpPr>
              <p:nvPr/>
            </p:nvSpPr>
            <p:spPr bwMode="auto">
              <a:xfrm>
                <a:off x="1675" y="2777"/>
                <a:ext cx="2" cy="167"/>
              </a:xfrm>
              <a:custGeom>
                <a:avLst/>
                <a:gdLst>
                  <a:gd name="T0" fmla="*/ 0 w 20000"/>
                  <a:gd name="T1" fmla="*/ 19811 h 20000"/>
                  <a:gd name="T2" fmla="*/ 0 w 20000"/>
                  <a:gd name="T3" fmla="*/ 0 h 20000"/>
                </a:gdLst>
                <a:ahLst/>
                <a:cxnLst>
                  <a:cxn ang="0">
                    <a:pos x="T0" y="T1"/>
                  </a:cxn>
                  <a:cxn ang="0">
                    <a:pos x="T2" y="T3"/>
                  </a:cxn>
                </a:cxnLst>
                <a:rect l="0" t="0" r="r" b="b"/>
                <a:pathLst>
                  <a:path w="20000" h="20000">
                    <a:moveTo>
                      <a:pt x="0" y="19811"/>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2829" name="Arc 125"/>
              <p:cNvSpPr>
                <a:spLocks/>
              </p:cNvSpPr>
              <p:nvPr/>
            </p:nvSpPr>
            <p:spPr bwMode="auto">
              <a:xfrm>
                <a:off x="1439" y="2540"/>
                <a:ext cx="231" cy="25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2830" name="Arc 126"/>
              <p:cNvSpPr>
                <a:spLocks/>
              </p:cNvSpPr>
              <p:nvPr/>
            </p:nvSpPr>
            <p:spPr bwMode="auto">
              <a:xfrm flipH="1">
                <a:off x="1218" y="2538"/>
                <a:ext cx="228" cy="25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2831" name="Freeform 127"/>
              <p:cNvSpPr>
                <a:spLocks/>
              </p:cNvSpPr>
              <p:nvPr/>
            </p:nvSpPr>
            <p:spPr bwMode="auto">
              <a:xfrm>
                <a:off x="2128" y="2768"/>
                <a:ext cx="2" cy="167"/>
              </a:xfrm>
              <a:custGeom>
                <a:avLst/>
                <a:gdLst>
                  <a:gd name="T0" fmla="*/ 0 w 20000"/>
                  <a:gd name="T1" fmla="*/ 19811 h 20000"/>
                  <a:gd name="T2" fmla="*/ 0 w 20000"/>
                  <a:gd name="T3" fmla="*/ 0 h 20000"/>
                </a:gdLst>
                <a:ahLst/>
                <a:cxnLst>
                  <a:cxn ang="0">
                    <a:pos x="T0" y="T1"/>
                  </a:cxn>
                  <a:cxn ang="0">
                    <a:pos x="T2" y="T3"/>
                  </a:cxn>
                </a:cxnLst>
                <a:rect l="0" t="0" r="r" b="b"/>
                <a:pathLst>
                  <a:path w="20000" h="20000">
                    <a:moveTo>
                      <a:pt x="0" y="19811"/>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2832" name="Arc 128"/>
              <p:cNvSpPr>
                <a:spLocks/>
              </p:cNvSpPr>
              <p:nvPr/>
            </p:nvSpPr>
            <p:spPr bwMode="auto">
              <a:xfrm>
                <a:off x="1892" y="2531"/>
                <a:ext cx="231" cy="25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2833" name="Arc 129"/>
              <p:cNvSpPr>
                <a:spLocks/>
              </p:cNvSpPr>
              <p:nvPr/>
            </p:nvSpPr>
            <p:spPr bwMode="auto">
              <a:xfrm flipH="1">
                <a:off x="1671" y="2529"/>
                <a:ext cx="228" cy="25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712834" name="Group 130"/>
            <p:cNvGrpSpPr>
              <a:grpSpLocks/>
            </p:cNvGrpSpPr>
            <p:nvPr/>
          </p:nvGrpSpPr>
          <p:grpSpPr bwMode="auto">
            <a:xfrm>
              <a:off x="3498" y="1203"/>
              <a:ext cx="410" cy="188"/>
              <a:chOff x="4835" y="948"/>
              <a:chExt cx="358" cy="163"/>
            </a:xfrm>
          </p:grpSpPr>
          <p:sp>
            <p:nvSpPr>
              <p:cNvPr id="712835" name="Freeform 131"/>
              <p:cNvSpPr>
                <a:spLocks/>
              </p:cNvSpPr>
              <p:nvPr/>
            </p:nvSpPr>
            <p:spPr bwMode="auto">
              <a:xfrm>
                <a:off x="4837" y="1045"/>
                <a:ext cx="1" cy="66"/>
              </a:xfrm>
              <a:custGeom>
                <a:avLst/>
                <a:gdLst>
                  <a:gd name="T0" fmla="*/ 0 w 20000"/>
                  <a:gd name="T1" fmla="*/ 19811 h 20000"/>
                  <a:gd name="T2" fmla="*/ 0 w 20000"/>
                  <a:gd name="T3" fmla="*/ 0 h 20000"/>
                </a:gdLst>
                <a:ahLst/>
                <a:cxnLst>
                  <a:cxn ang="0">
                    <a:pos x="T0" y="T1"/>
                  </a:cxn>
                  <a:cxn ang="0">
                    <a:pos x="T2" y="T3"/>
                  </a:cxn>
                </a:cxnLst>
                <a:rect l="0" t="0" r="r" b="b"/>
                <a:pathLst>
                  <a:path w="20000" h="20000">
                    <a:moveTo>
                      <a:pt x="0" y="19811"/>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2836" name="Freeform 132"/>
              <p:cNvSpPr>
                <a:spLocks/>
              </p:cNvSpPr>
              <p:nvPr/>
            </p:nvSpPr>
            <p:spPr bwMode="auto">
              <a:xfrm>
                <a:off x="5015" y="1045"/>
                <a:ext cx="0" cy="66"/>
              </a:xfrm>
              <a:custGeom>
                <a:avLst/>
                <a:gdLst>
                  <a:gd name="T0" fmla="*/ 0 w 20000"/>
                  <a:gd name="T1" fmla="*/ 19811 h 20000"/>
                  <a:gd name="T2" fmla="*/ 0 w 20000"/>
                  <a:gd name="T3" fmla="*/ 0 h 20000"/>
                </a:gdLst>
                <a:ahLst/>
                <a:cxnLst>
                  <a:cxn ang="0">
                    <a:pos x="T0" y="T1"/>
                  </a:cxn>
                  <a:cxn ang="0">
                    <a:pos x="T2" y="T3"/>
                  </a:cxn>
                </a:cxnLst>
                <a:rect l="0" t="0" r="r" b="b"/>
                <a:pathLst>
                  <a:path w="20000" h="20000">
                    <a:moveTo>
                      <a:pt x="0" y="19811"/>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2837" name="Arc 133"/>
              <p:cNvSpPr>
                <a:spLocks/>
              </p:cNvSpPr>
              <p:nvPr/>
            </p:nvSpPr>
            <p:spPr bwMode="auto">
              <a:xfrm>
                <a:off x="4922" y="952"/>
                <a:ext cx="91" cy="10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2838" name="Arc 134"/>
              <p:cNvSpPr>
                <a:spLocks/>
              </p:cNvSpPr>
              <p:nvPr/>
            </p:nvSpPr>
            <p:spPr bwMode="auto">
              <a:xfrm flipH="1">
                <a:off x="4835" y="952"/>
                <a:ext cx="90" cy="1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2839" name="Freeform 135"/>
              <p:cNvSpPr>
                <a:spLocks/>
              </p:cNvSpPr>
              <p:nvPr/>
            </p:nvSpPr>
            <p:spPr bwMode="auto">
              <a:xfrm>
                <a:off x="5192" y="1042"/>
                <a:ext cx="1" cy="65"/>
              </a:xfrm>
              <a:custGeom>
                <a:avLst/>
                <a:gdLst>
                  <a:gd name="T0" fmla="*/ 0 w 20000"/>
                  <a:gd name="T1" fmla="*/ 19811 h 20000"/>
                  <a:gd name="T2" fmla="*/ 0 w 20000"/>
                  <a:gd name="T3" fmla="*/ 0 h 20000"/>
                </a:gdLst>
                <a:ahLst/>
                <a:cxnLst>
                  <a:cxn ang="0">
                    <a:pos x="T0" y="T1"/>
                  </a:cxn>
                  <a:cxn ang="0">
                    <a:pos x="T2" y="T3"/>
                  </a:cxn>
                </a:cxnLst>
                <a:rect l="0" t="0" r="r" b="b"/>
                <a:pathLst>
                  <a:path w="20000" h="20000">
                    <a:moveTo>
                      <a:pt x="0" y="19811"/>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2840" name="Arc 136"/>
              <p:cNvSpPr>
                <a:spLocks/>
              </p:cNvSpPr>
              <p:nvPr/>
            </p:nvSpPr>
            <p:spPr bwMode="auto">
              <a:xfrm>
                <a:off x="5100" y="949"/>
                <a:ext cx="90" cy="1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2841" name="Arc 137"/>
              <p:cNvSpPr>
                <a:spLocks/>
              </p:cNvSpPr>
              <p:nvPr/>
            </p:nvSpPr>
            <p:spPr bwMode="auto">
              <a:xfrm flipH="1">
                <a:off x="5013" y="948"/>
                <a:ext cx="89" cy="10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712842" name="Group 138"/>
            <p:cNvGrpSpPr>
              <a:grpSpLocks/>
            </p:cNvGrpSpPr>
            <p:nvPr/>
          </p:nvGrpSpPr>
          <p:grpSpPr bwMode="auto">
            <a:xfrm>
              <a:off x="3498" y="1596"/>
              <a:ext cx="410" cy="187"/>
              <a:chOff x="4835" y="948"/>
              <a:chExt cx="358" cy="163"/>
            </a:xfrm>
          </p:grpSpPr>
          <p:sp>
            <p:nvSpPr>
              <p:cNvPr id="712843" name="Freeform 139"/>
              <p:cNvSpPr>
                <a:spLocks/>
              </p:cNvSpPr>
              <p:nvPr/>
            </p:nvSpPr>
            <p:spPr bwMode="auto">
              <a:xfrm>
                <a:off x="4837" y="1045"/>
                <a:ext cx="1" cy="66"/>
              </a:xfrm>
              <a:custGeom>
                <a:avLst/>
                <a:gdLst>
                  <a:gd name="T0" fmla="*/ 0 w 20000"/>
                  <a:gd name="T1" fmla="*/ 19811 h 20000"/>
                  <a:gd name="T2" fmla="*/ 0 w 20000"/>
                  <a:gd name="T3" fmla="*/ 0 h 20000"/>
                </a:gdLst>
                <a:ahLst/>
                <a:cxnLst>
                  <a:cxn ang="0">
                    <a:pos x="T0" y="T1"/>
                  </a:cxn>
                  <a:cxn ang="0">
                    <a:pos x="T2" y="T3"/>
                  </a:cxn>
                </a:cxnLst>
                <a:rect l="0" t="0" r="r" b="b"/>
                <a:pathLst>
                  <a:path w="20000" h="20000">
                    <a:moveTo>
                      <a:pt x="0" y="19811"/>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2844" name="Freeform 140"/>
              <p:cNvSpPr>
                <a:spLocks/>
              </p:cNvSpPr>
              <p:nvPr/>
            </p:nvSpPr>
            <p:spPr bwMode="auto">
              <a:xfrm>
                <a:off x="5015" y="1045"/>
                <a:ext cx="0" cy="66"/>
              </a:xfrm>
              <a:custGeom>
                <a:avLst/>
                <a:gdLst>
                  <a:gd name="T0" fmla="*/ 0 w 20000"/>
                  <a:gd name="T1" fmla="*/ 19811 h 20000"/>
                  <a:gd name="T2" fmla="*/ 0 w 20000"/>
                  <a:gd name="T3" fmla="*/ 0 h 20000"/>
                </a:gdLst>
                <a:ahLst/>
                <a:cxnLst>
                  <a:cxn ang="0">
                    <a:pos x="T0" y="T1"/>
                  </a:cxn>
                  <a:cxn ang="0">
                    <a:pos x="T2" y="T3"/>
                  </a:cxn>
                </a:cxnLst>
                <a:rect l="0" t="0" r="r" b="b"/>
                <a:pathLst>
                  <a:path w="20000" h="20000">
                    <a:moveTo>
                      <a:pt x="0" y="19811"/>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2845" name="Arc 141"/>
              <p:cNvSpPr>
                <a:spLocks/>
              </p:cNvSpPr>
              <p:nvPr/>
            </p:nvSpPr>
            <p:spPr bwMode="auto">
              <a:xfrm>
                <a:off x="4922" y="952"/>
                <a:ext cx="91" cy="10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2846" name="Arc 142"/>
              <p:cNvSpPr>
                <a:spLocks/>
              </p:cNvSpPr>
              <p:nvPr/>
            </p:nvSpPr>
            <p:spPr bwMode="auto">
              <a:xfrm flipH="1">
                <a:off x="4835" y="952"/>
                <a:ext cx="90" cy="1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2847" name="Freeform 143"/>
              <p:cNvSpPr>
                <a:spLocks/>
              </p:cNvSpPr>
              <p:nvPr/>
            </p:nvSpPr>
            <p:spPr bwMode="auto">
              <a:xfrm>
                <a:off x="5192" y="1042"/>
                <a:ext cx="1" cy="65"/>
              </a:xfrm>
              <a:custGeom>
                <a:avLst/>
                <a:gdLst>
                  <a:gd name="T0" fmla="*/ 0 w 20000"/>
                  <a:gd name="T1" fmla="*/ 19811 h 20000"/>
                  <a:gd name="T2" fmla="*/ 0 w 20000"/>
                  <a:gd name="T3" fmla="*/ 0 h 20000"/>
                </a:gdLst>
                <a:ahLst/>
                <a:cxnLst>
                  <a:cxn ang="0">
                    <a:pos x="T0" y="T1"/>
                  </a:cxn>
                  <a:cxn ang="0">
                    <a:pos x="T2" y="T3"/>
                  </a:cxn>
                </a:cxnLst>
                <a:rect l="0" t="0" r="r" b="b"/>
                <a:pathLst>
                  <a:path w="20000" h="20000">
                    <a:moveTo>
                      <a:pt x="0" y="19811"/>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2848" name="Arc 144"/>
              <p:cNvSpPr>
                <a:spLocks/>
              </p:cNvSpPr>
              <p:nvPr/>
            </p:nvSpPr>
            <p:spPr bwMode="auto">
              <a:xfrm>
                <a:off x="5100" y="949"/>
                <a:ext cx="90" cy="1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2849" name="Arc 145"/>
              <p:cNvSpPr>
                <a:spLocks/>
              </p:cNvSpPr>
              <p:nvPr/>
            </p:nvSpPr>
            <p:spPr bwMode="auto">
              <a:xfrm flipH="1">
                <a:off x="5013" y="948"/>
                <a:ext cx="89" cy="10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712850" name="Group 146"/>
            <p:cNvGrpSpPr>
              <a:grpSpLocks/>
            </p:cNvGrpSpPr>
            <p:nvPr/>
          </p:nvGrpSpPr>
          <p:grpSpPr bwMode="auto">
            <a:xfrm>
              <a:off x="2401" y="1169"/>
              <a:ext cx="590" cy="136"/>
              <a:chOff x="309" y="2529"/>
              <a:chExt cx="1821" cy="415"/>
            </a:xfrm>
          </p:grpSpPr>
          <p:sp>
            <p:nvSpPr>
              <p:cNvPr id="712851" name="Freeform 147"/>
              <p:cNvSpPr>
                <a:spLocks/>
              </p:cNvSpPr>
              <p:nvPr/>
            </p:nvSpPr>
            <p:spPr bwMode="auto">
              <a:xfrm>
                <a:off x="766" y="2777"/>
                <a:ext cx="2" cy="167"/>
              </a:xfrm>
              <a:custGeom>
                <a:avLst/>
                <a:gdLst>
                  <a:gd name="T0" fmla="*/ 0 w 20000"/>
                  <a:gd name="T1" fmla="*/ 19811 h 20000"/>
                  <a:gd name="T2" fmla="*/ 0 w 20000"/>
                  <a:gd name="T3" fmla="*/ 0 h 20000"/>
                </a:gdLst>
                <a:ahLst/>
                <a:cxnLst>
                  <a:cxn ang="0">
                    <a:pos x="T0" y="T1"/>
                  </a:cxn>
                  <a:cxn ang="0">
                    <a:pos x="T2" y="T3"/>
                  </a:cxn>
                </a:cxnLst>
                <a:rect l="0" t="0" r="r" b="b"/>
                <a:pathLst>
                  <a:path w="20000" h="20000">
                    <a:moveTo>
                      <a:pt x="0" y="19811"/>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2852" name="Arc 148"/>
              <p:cNvSpPr>
                <a:spLocks/>
              </p:cNvSpPr>
              <p:nvPr/>
            </p:nvSpPr>
            <p:spPr bwMode="auto">
              <a:xfrm>
                <a:off x="530" y="2540"/>
                <a:ext cx="231" cy="25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2853" name="Arc 149"/>
              <p:cNvSpPr>
                <a:spLocks/>
              </p:cNvSpPr>
              <p:nvPr/>
            </p:nvSpPr>
            <p:spPr bwMode="auto">
              <a:xfrm flipH="1">
                <a:off x="309" y="2538"/>
                <a:ext cx="228" cy="25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2854" name="Freeform 150"/>
              <p:cNvSpPr>
                <a:spLocks/>
              </p:cNvSpPr>
              <p:nvPr/>
            </p:nvSpPr>
            <p:spPr bwMode="auto">
              <a:xfrm>
                <a:off x="309" y="2756"/>
                <a:ext cx="2" cy="185"/>
              </a:xfrm>
              <a:custGeom>
                <a:avLst/>
                <a:gdLst>
                  <a:gd name="T0" fmla="*/ 0 w 20000"/>
                  <a:gd name="T1" fmla="*/ 0 h 20000"/>
                  <a:gd name="T2" fmla="*/ 0 w 20000"/>
                  <a:gd name="T3" fmla="*/ 19829 h 20000"/>
                </a:gdLst>
                <a:ahLst/>
                <a:cxnLst>
                  <a:cxn ang="0">
                    <a:pos x="T0" y="T1"/>
                  </a:cxn>
                  <a:cxn ang="0">
                    <a:pos x="T2" y="T3"/>
                  </a:cxn>
                </a:cxnLst>
                <a:rect l="0" t="0" r="r" b="b"/>
                <a:pathLst>
                  <a:path w="20000" h="20000">
                    <a:moveTo>
                      <a:pt x="0" y="0"/>
                    </a:moveTo>
                    <a:lnTo>
                      <a:pt x="0" y="19829"/>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2855" name="Freeform 151"/>
              <p:cNvSpPr>
                <a:spLocks/>
              </p:cNvSpPr>
              <p:nvPr/>
            </p:nvSpPr>
            <p:spPr bwMode="auto">
              <a:xfrm>
                <a:off x="1222" y="2777"/>
                <a:ext cx="2" cy="167"/>
              </a:xfrm>
              <a:custGeom>
                <a:avLst/>
                <a:gdLst>
                  <a:gd name="T0" fmla="*/ 0 w 20000"/>
                  <a:gd name="T1" fmla="*/ 19811 h 20000"/>
                  <a:gd name="T2" fmla="*/ 0 w 20000"/>
                  <a:gd name="T3" fmla="*/ 0 h 20000"/>
                </a:gdLst>
                <a:ahLst/>
                <a:cxnLst>
                  <a:cxn ang="0">
                    <a:pos x="T0" y="T1"/>
                  </a:cxn>
                  <a:cxn ang="0">
                    <a:pos x="T2" y="T3"/>
                  </a:cxn>
                </a:cxnLst>
                <a:rect l="0" t="0" r="r" b="b"/>
                <a:pathLst>
                  <a:path w="20000" h="20000">
                    <a:moveTo>
                      <a:pt x="0" y="19811"/>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2856" name="Arc 152"/>
              <p:cNvSpPr>
                <a:spLocks/>
              </p:cNvSpPr>
              <p:nvPr/>
            </p:nvSpPr>
            <p:spPr bwMode="auto">
              <a:xfrm>
                <a:off x="986" y="2540"/>
                <a:ext cx="231" cy="25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2857" name="Arc 153"/>
              <p:cNvSpPr>
                <a:spLocks/>
              </p:cNvSpPr>
              <p:nvPr/>
            </p:nvSpPr>
            <p:spPr bwMode="auto">
              <a:xfrm flipH="1">
                <a:off x="765" y="2538"/>
                <a:ext cx="228" cy="25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2858" name="Freeform 154"/>
              <p:cNvSpPr>
                <a:spLocks/>
              </p:cNvSpPr>
              <p:nvPr/>
            </p:nvSpPr>
            <p:spPr bwMode="auto">
              <a:xfrm>
                <a:off x="1675" y="2777"/>
                <a:ext cx="2" cy="167"/>
              </a:xfrm>
              <a:custGeom>
                <a:avLst/>
                <a:gdLst>
                  <a:gd name="T0" fmla="*/ 0 w 20000"/>
                  <a:gd name="T1" fmla="*/ 19811 h 20000"/>
                  <a:gd name="T2" fmla="*/ 0 w 20000"/>
                  <a:gd name="T3" fmla="*/ 0 h 20000"/>
                </a:gdLst>
                <a:ahLst/>
                <a:cxnLst>
                  <a:cxn ang="0">
                    <a:pos x="T0" y="T1"/>
                  </a:cxn>
                  <a:cxn ang="0">
                    <a:pos x="T2" y="T3"/>
                  </a:cxn>
                </a:cxnLst>
                <a:rect l="0" t="0" r="r" b="b"/>
                <a:pathLst>
                  <a:path w="20000" h="20000">
                    <a:moveTo>
                      <a:pt x="0" y="19811"/>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2859" name="Arc 155"/>
              <p:cNvSpPr>
                <a:spLocks/>
              </p:cNvSpPr>
              <p:nvPr/>
            </p:nvSpPr>
            <p:spPr bwMode="auto">
              <a:xfrm>
                <a:off x="1439" y="2540"/>
                <a:ext cx="231" cy="25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2860" name="Arc 156"/>
              <p:cNvSpPr>
                <a:spLocks/>
              </p:cNvSpPr>
              <p:nvPr/>
            </p:nvSpPr>
            <p:spPr bwMode="auto">
              <a:xfrm flipH="1">
                <a:off x="1218" y="2538"/>
                <a:ext cx="228" cy="25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2861" name="Freeform 157"/>
              <p:cNvSpPr>
                <a:spLocks/>
              </p:cNvSpPr>
              <p:nvPr/>
            </p:nvSpPr>
            <p:spPr bwMode="auto">
              <a:xfrm>
                <a:off x="2128" y="2768"/>
                <a:ext cx="2" cy="167"/>
              </a:xfrm>
              <a:custGeom>
                <a:avLst/>
                <a:gdLst>
                  <a:gd name="T0" fmla="*/ 0 w 20000"/>
                  <a:gd name="T1" fmla="*/ 19811 h 20000"/>
                  <a:gd name="T2" fmla="*/ 0 w 20000"/>
                  <a:gd name="T3" fmla="*/ 0 h 20000"/>
                </a:gdLst>
                <a:ahLst/>
                <a:cxnLst>
                  <a:cxn ang="0">
                    <a:pos x="T0" y="T1"/>
                  </a:cxn>
                  <a:cxn ang="0">
                    <a:pos x="T2" y="T3"/>
                  </a:cxn>
                </a:cxnLst>
                <a:rect l="0" t="0" r="r" b="b"/>
                <a:pathLst>
                  <a:path w="20000" h="20000">
                    <a:moveTo>
                      <a:pt x="0" y="19811"/>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2862" name="Arc 158"/>
              <p:cNvSpPr>
                <a:spLocks/>
              </p:cNvSpPr>
              <p:nvPr/>
            </p:nvSpPr>
            <p:spPr bwMode="auto">
              <a:xfrm>
                <a:off x="1892" y="2531"/>
                <a:ext cx="231" cy="25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2863" name="Arc 159"/>
              <p:cNvSpPr>
                <a:spLocks/>
              </p:cNvSpPr>
              <p:nvPr/>
            </p:nvSpPr>
            <p:spPr bwMode="auto">
              <a:xfrm flipH="1">
                <a:off x="1671" y="2529"/>
                <a:ext cx="228" cy="25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712864" name="Group 160"/>
            <p:cNvGrpSpPr>
              <a:grpSpLocks/>
            </p:cNvGrpSpPr>
            <p:nvPr/>
          </p:nvGrpSpPr>
          <p:grpSpPr bwMode="auto">
            <a:xfrm rot="-5400000">
              <a:off x="2125" y="2187"/>
              <a:ext cx="411" cy="187"/>
              <a:chOff x="4835" y="948"/>
              <a:chExt cx="358" cy="163"/>
            </a:xfrm>
          </p:grpSpPr>
          <p:sp>
            <p:nvSpPr>
              <p:cNvPr id="712865" name="Freeform 161"/>
              <p:cNvSpPr>
                <a:spLocks/>
              </p:cNvSpPr>
              <p:nvPr/>
            </p:nvSpPr>
            <p:spPr bwMode="auto">
              <a:xfrm>
                <a:off x="4837" y="1045"/>
                <a:ext cx="1" cy="66"/>
              </a:xfrm>
              <a:custGeom>
                <a:avLst/>
                <a:gdLst>
                  <a:gd name="T0" fmla="*/ 0 w 20000"/>
                  <a:gd name="T1" fmla="*/ 19811 h 20000"/>
                  <a:gd name="T2" fmla="*/ 0 w 20000"/>
                  <a:gd name="T3" fmla="*/ 0 h 20000"/>
                </a:gdLst>
                <a:ahLst/>
                <a:cxnLst>
                  <a:cxn ang="0">
                    <a:pos x="T0" y="T1"/>
                  </a:cxn>
                  <a:cxn ang="0">
                    <a:pos x="T2" y="T3"/>
                  </a:cxn>
                </a:cxnLst>
                <a:rect l="0" t="0" r="r" b="b"/>
                <a:pathLst>
                  <a:path w="20000" h="20000">
                    <a:moveTo>
                      <a:pt x="0" y="19811"/>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2866" name="Freeform 162"/>
              <p:cNvSpPr>
                <a:spLocks/>
              </p:cNvSpPr>
              <p:nvPr/>
            </p:nvSpPr>
            <p:spPr bwMode="auto">
              <a:xfrm>
                <a:off x="5015" y="1045"/>
                <a:ext cx="0" cy="66"/>
              </a:xfrm>
              <a:custGeom>
                <a:avLst/>
                <a:gdLst>
                  <a:gd name="T0" fmla="*/ 0 w 20000"/>
                  <a:gd name="T1" fmla="*/ 19811 h 20000"/>
                  <a:gd name="T2" fmla="*/ 0 w 20000"/>
                  <a:gd name="T3" fmla="*/ 0 h 20000"/>
                </a:gdLst>
                <a:ahLst/>
                <a:cxnLst>
                  <a:cxn ang="0">
                    <a:pos x="T0" y="T1"/>
                  </a:cxn>
                  <a:cxn ang="0">
                    <a:pos x="T2" y="T3"/>
                  </a:cxn>
                </a:cxnLst>
                <a:rect l="0" t="0" r="r" b="b"/>
                <a:pathLst>
                  <a:path w="20000" h="20000">
                    <a:moveTo>
                      <a:pt x="0" y="19811"/>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2867" name="Arc 163"/>
              <p:cNvSpPr>
                <a:spLocks/>
              </p:cNvSpPr>
              <p:nvPr/>
            </p:nvSpPr>
            <p:spPr bwMode="auto">
              <a:xfrm>
                <a:off x="4922" y="952"/>
                <a:ext cx="91" cy="10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2868" name="Arc 164"/>
              <p:cNvSpPr>
                <a:spLocks/>
              </p:cNvSpPr>
              <p:nvPr/>
            </p:nvSpPr>
            <p:spPr bwMode="auto">
              <a:xfrm flipH="1">
                <a:off x="4835" y="952"/>
                <a:ext cx="90" cy="1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2869" name="Freeform 165"/>
              <p:cNvSpPr>
                <a:spLocks/>
              </p:cNvSpPr>
              <p:nvPr/>
            </p:nvSpPr>
            <p:spPr bwMode="auto">
              <a:xfrm>
                <a:off x="5192" y="1042"/>
                <a:ext cx="1" cy="65"/>
              </a:xfrm>
              <a:custGeom>
                <a:avLst/>
                <a:gdLst>
                  <a:gd name="T0" fmla="*/ 0 w 20000"/>
                  <a:gd name="T1" fmla="*/ 19811 h 20000"/>
                  <a:gd name="T2" fmla="*/ 0 w 20000"/>
                  <a:gd name="T3" fmla="*/ 0 h 20000"/>
                </a:gdLst>
                <a:ahLst/>
                <a:cxnLst>
                  <a:cxn ang="0">
                    <a:pos x="T0" y="T1"/>
                  </a:cxn>
                  <a:cxn ang="0">
                    <a:pos x="T2" y="T3"/>
                  </a:cxn>
                </a:cxnLst>
                <a:rect l="0" t="0" r="r" b="b"/>
                <a:pathLst>
                  <a:path w="20000" h="20000">
                    <a:moveTo>
                      <a:pt x="0" y="19811"/>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2870" name="Arc 166"/>
              <p:cNvSpPr>
                <a:spLocks/>
              </p:cNvSpPr>
              <p:nvPr/>
            </p:nvSpPr>
            <p:spPr bwMode="auto">
              <a:xfrm>
                <a:off x="5100" y="949"/>
                <a:ext cx="90" cy="1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2871" name="Arc 167"/>
              <p:cNvSpPr>
                <a:spLocks/>
              </p:cNvSpPr>
              <p:nvPr/>
            </p:nvSpPr>
            <p:spPr bwMode="auto">
              <a:xfrm flipH="1">
                <a:off x="5013" y="948"/>
                <a:ext cx="89" cy="10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712872" name="Line 168"/>
            <p:cNvSpPr>
              <a:spLocks noChangeShapeType="1"/>
            </p:cNvSpPr>
            <p:nvPr/>
          </p:nvSpPr>
          <p:spPr bwMode="auto">
            <a:xfrm>
              <a:off x="2419" y="2485"/>
              <a:ext cx="0" cy="211"/>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2873" name="Line 169"/>
            <p:cNvSpPr>
              <a:spLocks noChangeShapeType="1"/>
            </p:cNvSpPr>
            <p:nvPr/>
          </p:nvSpPr>
          <p:spPr bwMode="auto">
            <a:xfrm>
              <a:off x="2413" y="1861"/>
              <a:ext cx="0" cy="223"/>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2874" name="Line 170"/>
            <p:cNvSpPr>
              <a:spLocks noChangeShapeType="1"/>
            </p:cNvSpPr>
            <p:nvPr/>
          </p:nvSpPr>
          <p:spPr bwMode="auto">
            <a:xfrm>
              <a:off x="2836" y="1864"/>
              <a:ext cx="0" cy="832"/>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2875" name="Line 171"/>
            <p:cNvSpPr>
              <a:spLocks noChangeShapeType="1"/>
            </p:cNvSpPr>
            <p:nvPr/>
          </p:nvSpPr>
          <p:spPr bwMode="auto">
            <a:xfrm>
              <a:off x="2408" y="1866"/>
              <a:ext cx="435" cy="1"/>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2876" name="Line 172"/>
            <p:cNvSpPr>
              <a:spLocks noChangeShapeType="1"/>
            </p:cNvSpPr>
            <p:nvPr/>
          </p:nvSpPr>
          <p:spPr bwMode="auto">
            <a:xfrm>
              <a:off x="2414" y="2688"/>
              <a:ext cx="435" cy="1"/>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2877" name="Oval 173"/>
            <p:cNvSpPr>
              <a:spLocks noChangeArrowheads="1"/>
            </p:cNvSpPr>
            <p:nvPr/>
          </p:nvSpPr>
          <p:spPr bwMode="auto">
            <a:xfrm>
              <a:off x="2652" y="2093"/>
              <a:ext cx="360" cy="360"/>
            </a:xfrm>
            <a:prstGeom prst="ellipse">
              <a:avLst/>
            </a:prstGeom>
            <a:solidFill>
              <a:srgbClr val="FFFFFF"/>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2878" name="Rectangle 174"/>
            <p:cNvSpPr>
              <a:spLocks noChangeArrowheads="1"/>
            </p:cNvSpPr>
            <p:nvPr/>
          </p:nvSpPr>
          <p:spPr bwMode="auto">
            <a:xfrm>
              <a:off x="2674" y="2178"/>
              <a:ext cx="365" cy="1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lnSpc>
                  <a:spcPct val="100000"/>
                </a:lnSpc>
                <a:spcBef>
                  <a:spcPct val="0"/>
                </a:spcBef>
                <a:buClrTx/>
                <a:buSzTx/>
                <a:buFontTx/>
                <a:buNone/>
              </a:pPr>
              <a:r>
                <a:rPr lang="en-US" altLang="en-US" sz="2000" b="0" i="0"/>
                <a:t>51N</a:t>
              </a:r>
            </a:p>
          </p:txBody>
        </p:sp>
      </p:grpSp>
    </p:spTree>
    <p:extLst>
      <p:ext uri="{BB962C8B-B14F-4D97-AF65-F5344CB8AC3E}">
        <p14:creationId xmlns:p14="http://schemas.microsoft.com/office/powerpoint/2010/main" val="328732783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27042" name="Picture 2" descr="logo AREVA blanc copie - copie"/>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575" y="47625"/>
            <a:ext cx="685800" cy="412750"/>
          </a:xfrm>
          <a:prstGeom prst="rect">
            <a:avLst/>
          </a:prstGeom>
          <a:noFill/>
          <a:extLst>
            <a:ext uri="{909E8E84-426E-40DD-AFC4-6F175D3DCCD1}">
              <a14:hiddenFill xmlns:a14="http://schemas.microsoft.com/office/drawing/2010/main">
                <a:solidFill>
                  <a:srgbClr val="FFFFFF"/>
                </a:solidFill>
              </a14:hiddenFill>
            </a:ext>
          </a:extLst>
        </p:spPr>
      </p:pic>
      <p:sp>
        <p:nvSpPr>
          <p:cNvPr id="727043" name="Rectangle 3"/>
          <p:cNvSpPr>
            <a:spLocks noGrp="1" noChangeArrowheads="1"/>
          </p:cNvSpPr>
          <p:nvPr>
            <p:ph type="title"/>
          </p:nvPr>
        </p:nvSpPr>
        <p:spPr>
          <a:xfrm>
            <a:off x="685800" y="2743200"/>
            <a:ext cx="7772400" cy="838200"/>
          </a:xfrm>
        </p:spPr>
        <p:txBody>
          <a:bodyPr/>
          <a:lstStyle/>
          <a:p>
            <a:r>
              <a:rPr lang="en-GB" altLang="en-US" sz="3300"/>
              <a:t>Differential Protection</a:t>
            </a:r>
          </a:p>
        </p:txBody>
      </p:sp>
    </p:spTree>
    <p:extLst>
      <p:ext uri="{BB962C8B-B14F-4D97-AF65-F5344CB8AC3E}">
        <p14:creationId xmlns:p14="http://schemas.microsoft.com/office/powerpoint/2010/main" val="399190292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4754" name="Rectangle 2"/>
          <p:cNvSpPr>
            <a:spLocks noGrp="1" noChangeArrowheads="1"/>
          </p:cNvSpPr>
          <p:nvPr>
            <p:ph type="title"/>
          </p:nvPr>
        </p:nvSpPr>
        <p:spPr>
          <a:xfrm>
            <a:off x="431800" y="77789"/>
            <a:ext cx="8280400" cy="578904"/>
          </a:xfrm>
        </p:spPr>
        <p:txBody>
          <a:bodyPr/>
          <a:lstStyle/>
          <a:p>
            <a:r>
              <a:rPr lang="fr-FR" altLang="en-US" sz="3200" dirty="0" err="1"/>
              <a:t>Differential</a:t>
            </a:r>
            <a:r>
              <a:rPr lang="fr-FR" altLang="en-US" sz="3200" dirty="0"/>
              <a:t> Protection</a:t>
            </a:r>
          </a:p>
        </p:txBody>
      </p:sp>
      <p:sp>
        <p:nvSpPr>
          <p:cNvPr id="714757" name="Rectangle 5"/>
          <p:cNvSpPr>
            <a:spLocks noChangeArrowheads="1"/>
          </p:cNvSpPr>
          <p:nvPr/>
        </p:nvSpPr>
        <p:spPr bwMode="auto">
          <a:xfrm>
            <a:off x="1127125" y="1285875"/>
            <a:ext cx="7686675" cy="47244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algn="l">
              <a:spcBef>
                <a:spcPct val="0"/>
              </a:spcBef>
              <a:defRPr sz="2400">
                <a:solidFill>
                  <a:schemeClr val="tx1"/>
                </a:solidFill>
                <a:latin typeface="Arial" panose="020B0604020202020204" pitchFamily="34" charset="0"/>
              </a:defRPr>
            </a:lvl1pPr>
            <a:lvl2pPr marL="952500" algn="l">
              <a:spcBef>
                <a:spcPct val="0"/>
              </a:spcBef>
              <a:defRPr sz="2400">
                <a:solidFill>
                  <a:schemeClr val="tx1"/>
                </a:solidFill>
                <a:latin typeface="Arial" panose="020B0604020202020204" pitchFamily="34" charset="0"/>
              </a:defRPr>
            </a:lvl2pPr>
            <a:lvl3pPr marL="1143000" algn="l">
              <a:spcBef>
                <a:spcPct val="0"/>
              </a:spcBef>
              <a:defRPr sz="2400">
                <a:solidFill>
                  <a:schemeClr val="tx1"/>
                </a:solidFill>
                <a:latin typeface="Arial" panose="020B0604020202020204" pitchFamily="34" charset="0"/>
              </a:defRPr>
            </a:lvl3pPr>
            <a:lvl4pPr algn="l">
              <a:spcBef>
                <a:spcPct val="0"/>
              </a:spcBef>
              <a:defRPr sz="2400">
                <a:solidFill>
                  <a:schemeClr val="tx1"/>
                </a:solidFill>
                <a:latin typeface="Arial" panose="020B0604020202020204" pitchFamily="34" charset="0"/>
              </a:defRPr>
            </a:lvl4pPr>
            <a:lvl5pPr algn="l">
              <a:spcBef>
                <a:spcPct val="0"/>
              </a:spcBef>
              <a:defRPr sz="2400">
                <a:solidFill>
                  <a:schemeClr val="tx1"/>
                </a:solidFill>
                <a:latin typeface="Arial" panose="020B0604020202020204" pitchFamily="34" charset="0"/>
              </a:defRPr>
            </a:lvl5pPr>
            <a:lvl6pPr eaLnBrk="0" fontAlgn="base" hangingPunct="0">
              <a:spcBef>
                <a:spcPct val="0"/>
              </a:spcBef>
              <a:spcAft>
                <a:spcPct val="0"/>
              </a:spcAft>
              <a:defRPr sz="2400">
                <a:solidFill>
                  <a:schemeClr val="tx1"/>
                </a:solidFill>
                <a:latin typeface="Arial" panose="020B0604020202020204" pitchFamily="34" charset="0"/>
              </a:defRPr>
            </a:lvl6pPr>
            <a:lvl7pPr eaLnBrk="0" fontAlgn="base" hangingPunct="0">
              <a:spcBef>
                <a:spcPct val="0"/>
              </a:spcBef>
              <a:spcAft>
                <a:spcPct val="0"/>
              </a:spcAft>
              <a:defRPr sz="2400">
                <a:solidFill>
                  <a:schemeClr val="tx1"/>
                </a:solidFill>
                <a:latin typeface="Arial" panose="020B0604020202020204" pitchFamily="34" charset="0"/>
              </a:defRPr>
            </a:lvl7pPr>
            <a:lvl8pPr eaLnBrk="0" fontAlgn="base" hangingPunct="0">
              <a:spcBef>
                <a:spcPct val="0"/>
              </a:spcBef>
              <a:spcAft>
                <a:spcPct val="0"/>
              </a:spcAft>
              <a:defRPr sz="2400">
                <a:solidFill>
                  <a:schemeClr val="tx1"/>
                </a:solidFill>
                <a:latin typeface="Arial" panose="020B0604020202020204" pitchFamily="34" charset="0"/>
              </a:defRPr>
            </a:lvl8pPr>
            <a:lvl9pPr eaLnBrk="0" fontAlgn="base" hangingPunct="0">
              <a:spcBef>
                <a:spcPct val="0"/>
              </a:spcBef>
              <a:spcAft>
                <a:spcPct val="0"/>
              </a:spcAft>
              <a:defRPr sz="2400">
                <a:solidFill>
                  <a:schemeClr val="tx1"/>
                </a:solidFill>
                <a:latin typeface="Arial" panose="020B0604020202020204" pitchFamily="34" charset="0"/>
              </a:defRPr>
            </a:lvl9pPr>
          </a:lstStyle>
          <a:p>
            <a:pPr>
              <a:lnSpc>
                <a:spcPct val="100000"/>
              </a:lnSpc>
              <a:spcAft>
                <a:spcPct val="40000"/>
              </a:spcAft>
              <a:buClrTx/>
              <a:buSzTx/>
              <a:buFontTx/>
              <a:buNone/>
            </a:pPr>
            <a:r>
              <a:rPr lang="en-GB" altLang="en-US" sz="2000" i="0" dirty="0"/>
              <a:t>Overall differential protection may be justified for larger transformers (generally &gt; 5MVA).</a:t>
            </a:r>
          </a:p>
          <a:p>
            <a:pPr>
              <a:lnSpc>
                <a:spcPct val="100000"/>
              </a:lnSpc>
              <a:spcAft>
                <a:spcPct val="40000"/>
              </a:spcAft>
              <a:buClrTx/>
              <a:buSzTx/>
              <a:buFontTx/>
              <a:buNone/>
            </a:pPr>
            <a:r>
              <a:rPr lang="en-GB" altLang="en-US" sz="2000" i="0" dirty="0"/>
              <a:t>	Provides fast operation on any winding</a:t>
            </a:r>
          </a:p>
          <a:p>
            <a:pPr>
              <a:lnSpc>
                <a:spcPct val="100000"/>
              </a:lnSpc>
              <a:spcAft>
                <a:spcPct val="40000"/>
              </a:spcAft>
              <a:buClrTx/>
              <a:buSzTx/>
              <a:buFontTx/>
              <a:buNone/>
            </a:pPr>
            <a:r>
              <a:rPr lang="en-GB" altLang="en-US" sz="2000" i="0" dirty="0"/>
              <a:t>Measuring principle :</a:t>
            </a:r>
          </a:p>
          <a:p>
            <a:pPr>
              <a:lnSpc>
                <a:spcPct val="100000"/>
              </a:lnSpc>
              <a:spcAft>
                <a:spcPct val="40000"/>
              </a:spcAft>
              <a:buClrTx/>
              <a:buSzTx/>
              <a:buFontTx/>
              <a:buNone/>
            </a:pPr>
            <a:r>
              <a:rPr lang="en-GB" altLang="en-US" sz="2000" i="0" dirty="0"/>
              <a:t>	Based on the same circulating current principle as the 	restricted earth fault protection</a:t>
            </a:r>
          </a:p>
          <a:p>
            <a:pPr>
              <a:lnSpc>
                <a:spcPct val="100000"/>
              </a:lnSpc>
              <a:spcAft>
                <a:spcPct val="40000"/>
              </a:spcAft>
              <a:buClrTx/>
              <a:buSzTx/>
              <a:buFontTx/>
              <a:buNone/>
            </a:pPr>
            <a:r>
              <a:rPr lang="en-GB" altLang="en-US" sz="2000" i="0" dirty="0"/>
              <a:t>	However, it employs the biasing technique, to 		maintain stability for heavy thro’ fault current</a:t>
            </a:r>
          </a:p>
          <a:p>
            <a:pPr>
              <a:lnSpc>
                <a:spcPct val="100000"/>
              </a:lnSpc>
              <a:spcAft>
                <a:spcPct val="40000"/>
              </a:spcAft>
              <a:buClrTx/>
              <a:buSzTx/>
              <a:buFontTx/>
              <a:buNone/>
            </a:pPr>
            <a:r>
              <a:rPr lang="en-GB" altLang="en-US" sz="2000" i="0" dirty="0"/>
              <a:t>Biasing allows mismatch between CT outputs.</a:t>
            </a:r>
          </a:p>
          <a:p>
            <a:pPr>
              <a:lnSpc>
                <a:spcPct val="100000"/>
              </a:lnSpc>
              <a:spcAft>
                <a:spcPct val="40000"/>
              </a:spcAft>
              <a:buClrTx/>
              <a:buSzTx/>
              <a:buFontTx/>
              <a:buNone/>
            </a:pPr>
            <a:r>
              <a:rPr lang="en-GB" altLang="en-US" sz="2000" i="0" dirty="0"/>
              <a:t>It is essential for transformers with tap changing facility.</a:t>
            </a:r>
          </a:p>
          <a:p>
            <a:pPr>
              <a:lnSpc>
                <a:spcPct val="100000"/>
              </a:lnSpc>
              <a:spcAft>
                <a:spcPct val="40000"/>
              </a:spcAft>
              <a:buClrTx/>
              <a:buSzTx/>
              <a:buFontTx/>
              <a:buNone/>
            </a:pPr>
            <a:r>
              <a:rPr lang="en-GB" altLang="en-US" sz="2000" i="0" dirty="0"/>
              <a:t>Another important requirement of transformer differential protection is immunity to magnetising inrush current.</a:t>
            </a:r>
            <a:endParaRPr lang="en-GB" altLang="en-US" sz="2000" i="0" dirty="0">
              <a:solidFill>
                <a:srgbClr val="1E1E78"/>
              </a:solidFill>
              <a:latin typeface="FuturaA Md BT" pitchFamily="34" charset="0"/>
            </a:endParaRPr>
          </a:p>
        </p:txBody>
      </p:sp>
    </p:spTree>
    <p:extLst>
      <p:ext uri="{BB962C8B-B14F-4D97-AF65-F5344CB8AC3E}">
        <p14:creationId xmlns:p14="http://schemas.microsoft.com/office/powerpoint/2010/main" val="13001008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02" name="Rectangle 2"/>
          <p:cNvSpPr>
            <a:spLocks noGrp="1" noChangeArrowheads="1"/>
          </p:cNvSpPr>
          <p:nvPr>
            <p:ph type="title"/>
          </p:nvPr>
        </p:nvSpPr>
        <p:spPr>
          <a:xfrm>
            <a:off x="431800" y="77789"/>
            <a:ext cx="8280400" cy="663576"/>
          </a:xfrm>
        </p:spPr>
        <p:txBody>
          <a:bodyPr/>
          <a:lstStyle/>
          <a:p>
            <a:r>
              <a:rPr lang="fr-FR" altLang="en-US" sz="3200" dirty="0" err="1"/>
              <a:t>Biased</a:t>
            </a:r>
            <a:r>
              <a:rPr lang="fr-FR" altLang="en-US" sz="3200" dirty="0"/>
              <a:t> </a:t>
            </a:r>
            <a:r>
              <a:rPr lang="fr-FR" altLang="en-US" sz="3200" dirty="0" err="1"/>
              <a:t>Differential</a:t>
            </a:r>
            <a:r>
              <a:rPr lang="fr-FR" altLang="en-US" sz="3200" dirty="0"/>
              <a:t> </a:t>
            </a:r>
            <a:r>
              <a:rPr lang="fr-FR" altLang="en-US" sz="3200" dirty="0" err="1"/>
              <a:t>Scheme</a:t>
            </a:r>
            <a:endParaRPr lang="fr-FR" altLang="en-US" sz="3200" dirty="0"/>
          </a:p>
        </p:txBody>
      </p:sp>
      <p:grpSp>
        <p:nvGrpSpPr>
          <p:cNvPr id="716863" name="Group 63"/>
          <p:cNvGrpSpPr>
            <a:grpSpLocks/>
          </p:cNvGrpSpPr>
          <p:nvPr/>
        </p:nvGrpSpPr>
        <p:grpSpPr bwMode="auto">
          <a:xfrm>
            <a:off x="773113" y="1465262"/>
            <a:ext cx="8069262" cy="3171825"/>
            <a:chOff x="487" y="923"/>
            <a:chExt cx="5083" cy="1998"/>
          </a:xfrm>
        </p:grpSpPr>
        <p:sp>
          <p:nvSpPr>
            <p:cNvPr id="716805" name="Line 5"/>
            <p:cNvSpPr>
              <a:spLocks noChangeShapeType="1"/>
            </p:cNvSpPr>
            <p:nvPr/>
          </p:nvSpPr>
          <p:spPr bwMode="auto">
            <a:xfrm>
              <a:off x="487" y="1507"/>
              <a:ext cx="1127" cy="0"/>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6806" name="Line 6"/>
            <p:cNvSpPr>
              <a:spLocks noChangeShapeType="1"/>
            </p:cNvSpPr>
            <p:nvPr/>
          </p:nvSpPr>
          <p:spPr bwMode="auto">
            <a:xfrm>
              <a:off x="2178" y="1507"/>
              <a:ext cx="1126" cy="0"/>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6807" name="Line 7"/>
            <p:cNvSpPr>
              <a:spLocks noChangeShapeType="1"/>
            </p:cNvSpPr>
            <p:nvPr/>
          </p:nvSpPr>
          <p:spPr bwMode="auto">
            <a:xfrm>
              <a:off x="1132" y="2027"/>
              <a:ext cx="1523" cy="0"/>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6808" name="Line 8"/>
            <p:cNvSpPr>
              <a:spLocks noChangeShapeType="1"/>
            </p:cNvSpPr>
            <p:nvPr/>
          </p:nvSpPr>
          <p:spPr bwMode="auto">
            <a:xfrm>
              <a:off x="704" y="2639"/>
              <a:ext cx="2384" cy="0"/>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6809" name="Line 9"/>
            <p:cNvSpPr>
              <a:spLocks noChangeShapeType="1"/>
            </p:cNvSpPr>
            <p:nvPr/>
          </p:nvSpPr>
          <p:spPr bwMode="auto">
            <a:xfrm>
              <a:off x="1917" y="2027"/>
              <a:ext cx="1" cy="608"/>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6810" name="Rectangle 10"/>
            <p:cNvSpPr>
              <a:spLocks noChangeArrowheads="1"/>
            </p:cNvSpPr>
            <p:nvPr/>
          </p:nvSpPr>
          <p:spPr bwMode="auto">
            <a:xfrm>
              <a:off x="2062" y="1792"/>
              <a:ext cx="380" cy="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lnSpc>
                  <a:spcPct val="100000"/>
                </a:lnSpc>
                <a:spcBef>
                  <a:spcPct val="0"/>
                </a:spcBef>
                <a:buClrTx/>
                <a:buSzTx/>
                <a:buFontTx/>
                <a:buNone/>
              </a:pPr>
              <a:r>
                <a:rPr lang="en-GB" altLang="en-US" sz="1600" b="0" i="0" dirty="0">
                  <a:latin typeface="FuturaA Md BT" pitchFamily="34" charset="0"/>
                </a:rPr>
                <a:t>BIAS</a:t>
              </a:r>
            </a:p>
          </p:txBody>
        </p:sp>
        <p:sp>
          <p:nvSpPr>
            <p:cNvPr id="716811" name="Rectangle 11"/>
            <p:cNvSpPr>
              <a:spLocks noChangeArrowheads="1"/>
            </p:cNvSpPr>
            <p:nvPr/>
          </p:nvSpPr>
          <p:spPr bwMode="auto">
            <a:xfrm>
              <a:off x="1440" y="1789"/>
              <a:ext cx="371" cy="11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lnSpc>
                  <a:spcPct val="100000"/>
                </a:lnSpc>
                <a:spcBef>
                  <a:spcPct val="0"/>
                </a:spcBef>
                <a:buClrTx/>
                <a:buSzTx/>
                <a:buFontTx/>
                <a:buNone/>
              </a:pPr>
              <a:r>
                <a:rPr lang="en-GB" altLang="en-US" sz="1600" b="0" i="0" dirty="0">
                  <a:latin typeface="FuturaA Md BT" pitchFamily="34" charset="0"/>
                </a:rPr>
                <a:t>BIAS</a:t>
              </a:r>
            </a:p>
          </p:txBody>
        </p:sp>
        <p:sp>
          <p:nvSpPr>
            <p:cNvPr id="716812" name="Rectangle 12"/>
            <p:cNvSpPr>
              <a:spLocks noChangeArrowheads="1"/>
            </p:cNvSpPr>
            <p:nvPr/>
          </p:nvSpPr>
          <p:spPr bwMode="auto">
            <a:xfrm>
              <a:off x="2386" y="1825"/>
              <a:ext cx="130" cy="1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lnSpc>
                  <a:spcPct val="100000"/>
                </a:lnSpc>
                <a:spcBef>
                  <a:spcPct val="0"/>
                </a:spcBef>
                <a:buClrTx/>
                <a:buSzTx/>
                <a:buFontTx/>
                <a:buNone/>
              </a:pPr>
              <a:r>
                <a:rPr lang="en-GB" altLang="en-US" sz="1600" b="0" i="0">
                  <a:latin typeface="Times New Roman" panose="02020603050405020304" pitchFamily="18" charset="0"/>
                </a:rPr>
                <a:t>I</a:t>
              </a:r>
              <a:r>
                <a:rPr lang="en-GB" altLang="en-US" sz="1600" b="0" i="0" baseline="-25000">
                  <a:latin typeface="FuturaA Md BT" pitchFamily="34" charset="0"/>
                </a:rPr>
                <a:t>2</a:t>
              </a:r>
              <a:endParaRPr lang="en-GB" altLang="en-US" sz="1600" b="0" i="0">
                <a:latin typeface="FuturaA Md BT" pitchFamily="34" charset="0"/>
              </a:endParaRPr>
            </a:p>
          </p:txBody>
        </p:sp>
        <p:sp>
          <p:nvSpPr>
            <p:cNvPr id="716813" name="Rectangle 13"/>
            <p:cNvSpPr>
              <a:spLocks noChangeArrowheads="1"/>
            </p:cNvSpPr>
            <p:nvPr/>
          </p:nvSpPr>
          <p:spPr bwMode="auto">
            <a:xfrm>
              <a:off x="1225" y="1838"/>
              <a:ext cx="119" cy="15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lnSpc>
                  <a:spcPct val="100000"/>
                </a:lnSpc>
                <a:spcBef>
                  <a:spcPct val="0"/>
                </a:spcBef>
                <a:buClrTx/>
                <a:buSzTx/>
                <a:buFontTx/>
                <a:buNone/>
              </a:pPr>
              <a:r>
                <a:rPr lang="en-GB" altLang="en-US" sz="1600" b="0" i="0">
                  <a:latin typeface="Times New Roman" panose="02020603050405020304" pitchFamily="18" charset="0"/>
                </a:rPr>
                <a:t>I</a:t>
              </a:r>
              <a:r>
                <a:rPr lang="en-GB" altLang="en-US" sz="1600" b="0" i="0" baseline="-25000">
                  <a:latin typeface="FuturaA Md BT" pitchFamily="34" charset="0"/>
                </a:rPr>
                <a:t>1</a:t>
              </a:r>
              <a:endParaRPr lang="en-GB" altLang="en-US" sz="1600" b="0" i="0">
                <a:latin typeface="FuturaA Md BT" pitchFamily="34" charset="0"/>
              </a:endParaRPr>
            </a:p>
          </p:txBody>
        </p:sp>
        <p:sp>
          <p:nvSpPr>
            <p:cNvPr id="716814" name="Rectangle 14"/>
            <p:cNvSpPr>
              <a:spLocks noChangeArrowheads="1"/>
            </p:cNvSpPr>
            <p:nvPr/>
          </p:nvSpPr>
          <p:spPr bwMode="auto">
            <a:xfrm>
              <a:off x="1180" y="2269"/>
              <a:ext cx="640" cy="15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lnSpc>
                  <a:spcPct val="100000"/>
                </a:lnSpc>
                <a:spcBef>
                  <a:spcPct val="0"/>
                </a:spcBef>
                <a:buClrTx/>
                <a:buSzTx/>
                <a:buFontTx/>
                <a:buNone/>
              </a:pPr>
              <a:r>
                <a:rPr lang="en-GB" altLang="en-US" sz="1600" b="0" i="0" dirty="0">
                  <a:latin typeface="FuturaA Md BT" pitchFamily="34" charset="0"/>
                </a:rPr>
                <a:t>OPERATE</a:t>
              </a:r>
            </a:p>
          </p:txBody>
        </p:sp>
        <p:sp>
          <p:nvSpPr>
            <p:cNvPr id="716815" name="Rectangle 15"/>
            <p:cNvSpPr>
              <a:spLocks noChangeArrowheads="1"/>
            </p:cNvSpPr>
            <p:nvPr/>
          </p:nvSpPr>
          <p:spPr bwMode="auto">
            <a:xfrm>
              <a:off x="1947" y="2101"/>
              <a:ext cx="382" cy="1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lnSpc>
                  <a:spcPct val="100000"/>
                </a:lnSpc>
                <a:spcBef>
                  <a:spcPct val="0"/>
                </a:spcBef>
                <a:buClrTx/>
                <a:buSzTx/>
                <a:buFontTx/>
                <a:buNone/>
              </a:pPr>
              <a:r>
                <a:rPr lang="en-GB" altLang="en-US" sz="1600" b="0" i="0" dirty="0">
                  <a:latin typeface="Times New Roman" panose="02020603050405020304" pitchFamily="18" charset="0"/>
                </a:rPr>
                <a:t>I</a:t>
              </a:r>
              <a:r>
                <a:rPr lang="en-GB" altLang="en-US" sz="1600" b="0" i="0" baseline="-25000" dirty="0">
                  <a:latin typeface="FuturaA Md BT" pitchFamily="34" charset="0"/>
                </a:rPr>
                <a:t>1</a:t>
              </a:r>
              <a:r>
                <a:rPr lang="en-GB" altLang="en-US" sz="1600" b="0" i="0" dirty="0">
                  <a:latin typeface="FuturaA Md BT" pitchFamily="34" charset="0"/>
                </a:rPr>
                <a:t> - </a:t>
              </a:r>
              <a:r>
                <a:rPr lang="en-GB" altLang="en-US" sz="1600" b="0" i="0" dirty="0">
                  <a:latin typeface="Times New Roman" panose="02020603050405020304" pitchFamily="18" charset="0"/>
                </a:rPr>
                <a:t>I</a:t>
              </a:r>
              <a:r>
                <a:rPr lang="en-GB" altLang="en-US" sz="1600" b="0" i="0" baseline="-25000" dirty="0">
                  <a:latin typeface="FuturaA Md BT" pitchFamily="34" charset="0"/>
                </a:rPr>
                <a:t>2</a:t>
              </a:r>
              <a:endParaRPr lang="en-GB" altLang="en-US" sz="1600" b="0" i="0" dirty="0">
                <a:latin typeface="FuturaA Md BT" pitchFamily="34" charset="0"/>
              </a:endParaRPr>
            </a:p>
          </p:txBody>
        </p:sp>
        <p:sp>
          <p:nvSpPr>
            <p:cNvPr id="716816" name="Oval 16"/>
            <p:cNvSpPr>
              <a:spLocks noChangeArrowheads="1"/>
            </p:cNvSpPr>
            <p:nvPr/>
          </p:nvSpPr>
          <p:spPr bwMode="auto">
            <a:xfrm>
              <a:off x="1486" y="1938"/>
              <a:ext cx="175" cy="173"/>
            </a:xfrm>
            <a:prstGeom prst="ellipse">
              <a:avLst/>
            </a:prstGeom>
            <a:solidFill>
              <a:srgbClr val="FFFFFF"/>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6817" name="Oval 17"/>
            <p:cNvSpPr>
              <a:spLocks noChangeArrowheads="1"/>
            </p:cNvSpPr>
            <p:nvPr/>
          </p:nvSpPr>
          <p:spPr bwMode="auto">
            <a:xfrm>
              <a:off x="1869" y="1343"/>
              <a:ext cx="305" cy="305"/>
            </a:xfrm>
            <a:prstGeom prst="ellipse">
              <a:avLst/>
            </a:pr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6818" name="Line 18"/>
            <p:cNvSpPr>
              <a:spLocks noChangeShapeType="1"/>
            </p:cNvSpPr>
            <p:nvPr/>
          </p:nvSpPr>
          <p:spPr bwMode="auto">
            <a:xfrm>
              <a:off x="1042" y="1551"/>
              <a:ext cx="95" cy="0"/>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6819" name="Line 19"/>
            <p:cNvSpPr>
              <a:spLocks noChangeShapeType="1"/>
            </p:cNvSpPr>
            <p:nvPr/>
          </p:nvSpPr>
          <p:spPr bwMode="auto">
            <a:xfrm>
              <a:off x="704" y="1551"/>
              <a:ext cx="87" cy="0"/>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6820" name="Line 20"/>
            <p:cNvSpPr>
              <a:spLocks noChangeShapeType="1"/>
            </p:cNvSpPr>
            <p:nvPr/>
          </p:nvSpPr>
          <p:spPr bwMode="auto">
            <a:xfrm>
              <a:off x="704" y="1544"/>
              <a:ext cx="0" cy="1091"/>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6821" name="Line 21"/>
            <p:cNvSpPr>
              <a:spLocks noChangeShapeType="1"/>
            </p:cNvSpPr>
            <p:nvPr/>
          </p:nvSpPr>
          <p:spPr bwMode="auto">
            <a:xfrm>
              <a:off x="1137" y="1544"/>
              <a:ext cx="0" cy="483"/>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6822" name="Line 22"/>
            <p:cNvSpPr>
              <a:spLocks noChangeShapeType="1"/>
            </p:cNvSpPr>
            <p:nvPr/>
          </p:nvSpPr>
          <p:spPr bwMode="auto">
            <a:xfrm flipH="1">
              <a:off x="2654" y="1551"/>
              <a:ext cx="92" cy="0"/>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6823" name="Line 23"/>
            <p:cNvSpPr>
              <a:spLocks noChangeShapeType="1"/>
            </p:cNvSpPr>
            <p:nvPr/>
          </p:nvSpPr>
          <p:spPr bwMode="auto">
            <a:xfrm flipH="1">
              <a:off x="3000" y="1551"/>
              <a:ext cx="88" cy="0"/>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6824" name="Line 24"/>
            <p:cNvSpPr>
              <a:spLocks noChangeShapeType="1"/>
            </p:cNvSpPr>
            <p:nvPr/>
          </p:nvSpPr>
          <p:spPr bwMode="auto">
            <a:xfrm flipH="1">
              <a:off x="3088" y="1546"/>
              <a:ext cx="4" cy="1089"/>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6825" name="Line 25"/>
            <p:cNvSpPr>
              <a:spLocks noChangeShapeType="1"/>
            </p:cNvSpPr>
            <p:nvPr/>
          </p:nvSpPr>
          <p:spPr bwMode="auto">
            <a:xfrm>
              <a:off x="2654" y="1544"/>
              <a:ext cx="1" cy="490"/>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6826" name="Oval 26"/>
            <p:cNvSpPr>
              <a:spLocks noChangeArrowheads="1"/>
            </p:cNvSpPr>
            <p:nvPr/>
          </p:nvSpPr>
          <p:spPr bwMode="auto">
            <a:xfrm>
              <a:off x="1614" y="1352"/>
              <a:ext cx="304" cy="305"/>
            </a:xfrm>
            <a:prstGeom prst="ellipse">
              <a:avLst/>
            </a:pr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6827" name="Oval 27"/>
            <p:cNvSpPr>
              <a:spLocks noChangeArrowheads="1"/>
            </p:cNvSpPr>
            <p:nvPr/>
          </p:nvSpPr>
          <p:spPr bwMode="auto">
            <a:xfrm>
              <a:off x="2133" y="1938"/>
              <a:ext cx="175" cy="173"/>
            </a:xfrm>
            <a:prstGeom prst="ellipse">
              <a:avLst/>
            </a:prstGeom>
            <a:solidFill>
              <a:srgbClr val="FFFFFF"/>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6828" name="Oval 28"/>
            <p:cNvSpPr>
              <a:spLocks noChangeArrowheads="1"/>
            </p:cNvSpPr>
            <p:nvPr/>
          </p:nvSpPr>
          <p:spPr bwMode="auto">
            <a:xfrm>
              <a:off x="1830" y="2245"/>
              <a:ext cx="174" cy="173"/>
            </a:xfrm>
            <a:prstGeom prst="ellipse">
              <a:avLst/>
            </a:prstGeom>
            <a:solidFill>
              <a:srgbClr val="FFFFFF"/>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6829" name="Line 29"/>
            <p:cNvSpPr>
              <a:spLocks noChangeShapeType="1"/>
            </p:cNvSpPr>
            <p:nvPr/>
          </p:nvSpPr>
          <p:spPr bwMode="auto">
            <a:xfrm>
              <a:off x="1917" y="2160"/>
              <a:ext cx="1" cy="43"/>
            </a:xfrm>
            <a:prstGeom prst="line">
              <a:avLst/>
            </a:prstGeom>
            <a:noFill/>
            <a:ln w="28575">
              <a:solidFill>
                <a:schemeClr val="tx1"/>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6830" name="Line 30"/>
            <p:cNvSpPr>
              <a:spLocks noChangeShapeType="1"/>
            </p:cNvSpPr>
            <p:nvPr/>
          </p:nvSpPr>
          <p:spPr bwMode="auto">
            <a:xfrm>
              <a:off x="1311" y="2027"/>
              <a:ext cx="44" cy="0"/>
            </a:xfrm>
            <a:prstGeom prst="line">
              <a:avLst/>
            </a:prstGeom>
            <a:noFill/>
            <a:ln w="28575">
              <a:solidFill>
                <a:schemeClr val="tx1"/>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6831" name="Line 31"/>
            <p:cNvSpPr>
              <a:spLocks noChangeShapeType="1"/>
            </p:cNvSpPr>
            <p:nvPr/>
          </p:nvSpPr>
          <p:spPr bwMode="auto">
            <a:xfrm>
              <a:off x="2481" y="2027"/>
              <a:ext cx="43" cy="0"/>
            </a:xfrm>
            <a:prstGeom prst="line">
              <a:avLst/>
            </a:prstGeom>
            <a:noFill/>
            <a:ln w="28575">
              <a:solidFill>
                <a:schemeClr val="tx1"/>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nvGrpSpPr>
            <p:cNvPr id="716832" name="Group 32"/>
            <p:cNvGrpSpPr>
              <a:grpSpLocks/>
            </p:cNvGrpSpPr>
            <p:nvPr/>
          </p:nvGrpSpPr>
          <p:grpSpPr bwMode="auto">
            <a:xfrm rot="5400000">
              <a:off x="853" y="1358"/>
              <a:ext cx="128" cy="262"/>
              <a:chOff x="235" y="2513"/>
              <a:chExt cx="386" cy="794"/>
            </a:xfrm>
          </p:grpSpPr>
          <p:sp>
            <p:nvSpPr>
              <p:cNvPr id="716833" name="Arc 33"/>
              <p:cNvSpPr>
                <a:spLocks/>
              </p:cNvSpPr>
              <p:nvPr/>
            </p:nvSpPr>
            <p:spPr bwMode="auto">
              <a:xfrm flipH="1" flipV="1">
                <a:off x="235" y="2710"/>
                <a:ext cx="243" cy="20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6834" name="Arc 34"/>
              <p:cNvSpPr>
                <a:spLocks/>
              </p:cNvSpPr>
              <p:nvPr/>
            </p:nvSpPr>
            <p:spPr bwMode="auto">
              <a:xfrm flipH="1">
                <a:off x="235" y="2514"/>
                <a:ext cx="243" cy="198"/>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6835" name="Freeform 35"/>
              <p:cNvSpPr>
                <a:spLocks/>
              </p:cNvSpPr>
              <p:nvPr/>
            </p:nvSpPr>
            <p:spPr bwMode="auto">
              <a:xfrm>
                <a:off x="456" y="2513"/>
                <a:ext cx="165" cy="1"/>
              </a:xfrm>
              <a:custGeom>
                <a:avLst/>
                <a:gdLst>
                  <a:gd name="T0" fmla="*/ 19853 w 20000"/>
                  <a:gd name="T1" fmla="*/ 0 h 20000"/>
                  <a:gd name="T2" fmla="*/ 0 w 20000"/>
                  <a:gd name="T3" fmla="*/ 0 h 20000"/>
                </a:gdLst>
                <a:ahLst/>
                <a:cxnLst>
                  <a:cxn ang="0">
                    <a:pos x="T0" y="T1"/>
                  </a:cxn>
                  <a:cxn ang="0">
                    <a:pos x="T2" y="T3"/>
                  </a:cxn>
                </a:cxnLst>
                <a:rect l="0" t="0" r="r" b="b"/>
                <a:pathLst>
                  <a:path w="20000" h="20000">
                    <a:moveTo>
                      <a:pt x="19853" y="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6836" name="Freeform 36"/>
              <p:cNvSpPr>
                <a:spLocks/>
              </p:cNvSpPr>
              <p:nvPr/>
            </p:nvSpPr>
            <p:spPr bwMode="auto">
              <a:xfrm>
                <a:off x="450" y="2911"/>
                <a:ext cx="171" cy="2"/>
              </a:xfrm>
              <a:custGeom>
                <a:avLst/>
                <a:gdLst>
                  <a:gd name="T0" fmla="*/ 19858 w 20000"/>
                  <a:gd name="T1" fmla="*/ 0 h 20000"/>
                  <a:gd name="T2" fmla="*/ 0 w 20000"/>
                  <a:gd name="T3" fmla="*/ 0 h 20000"/>
                </a:gdLst>
                <a:ahLst/>
                <a:cxnLst>
                  <a:cxn ang="0">
                    <a:pos x="T0" y="T1"/>
                  </a:cxn>
                  <a:cxn ang="0">
                    <a:pos x="T2" y="T3"/>
                  </a:cxn>
                </a:cxnLst>
                <a:rect l="0" t="0" r="r" b="b"/>
                <a:pathLst>
                  <a:path w="20000" h="20000">
                    <a:moveTo>
                      <a:pt x="19858" y="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6837" name="Arc 37"/>
              <p:cNvSpPr>
                <a:spLocks/>
              </p:cNvSpPr>
              <p:nvPr/>
            </p:nvSpPr>
            <p:spPr bwMode="auto">
              <a:xfrm flipH="1" flipV="1">
                <a:off x="238" y="3106"/>
                <a:ext cx="243" cy="2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6838" name="Arc 38"/>
              <p:cNvSpPr>
                <a:spLocks/>
              </p:cNvSpPr>
              <p:nvPr/>
            </p:nvSpPr>
            <p:spPr bwMode="auto">
              <a:xfrm flipH="1">
                <a:off x="238" y="2907"/>
                <a:ext cx="243" cy="19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6839" name="Freeform 39"/>
              <p:cNvSpPr>
                <a:spLocks/>
              </p:cNvSpPr>
              <p:nvPr/>
            </p:nvSpPr>
            <p:spPr bwMode="auto">
              <a:xfrm>
                <a:off x="450" y="3305"/>
                <a:ext cx="171" cy="2"/>
              </a:xfrm>
              <a:custGeom>
                <a:avLst/>
                <a:gdLst>
                  <a:gd name="T0" fmla="*/ 19858 w 20000"/>
                  <a:gd name="T1" fmla="*/ 0 h 20000"/>
                  <a:gd name="T2" fmla="*/ 0 w 20000"/>
                  <a:gd name="T3" fmla="*/ 0 h 20000"/>
                </a:gdLst>
                <a:ahLst/>
                <a:cxnLst>
                  <a:cxn ang="0">
                    <a:pos x="T0" y="T1"/>
                  </a:cxn>
                  <a:cxn ang="0">
                    <a:pos x="T2" y="T3"/>
                  </a:cxn>
                </a:cxnLst>
                <a:rect l="0" t="0" r="r" b="b"/>
                <a:pathLst>
                  <a:path w="20000" h="20000">
                    <a:moveTo>
                      <a:pt x="19858" y="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716840" name="Group 40"/>
            <p:cNvGrpSpPr>
              <a:grpSpLocks/>
            </p:cNvGrpSpPr>
            <p:nvPr/>
          </p:nvGrpSpPr>
          <p:grpSpPr bwMode="auto">
            <a:xfrm rot="5400000">
              <a:off x="2807" y="1361"/>
              <a:ext cx="129" cy="262"/>
              <a:chOff x="235" y="2513"/>
              <a:chExt cx="386" cy="794"/>
            </a:xfrm>
          </p:grpSpPr>
          <p:sp>
            <p:nvSpPr>
              <p:cNvPr id="716841" name="Arc 41"/>
              <p:cNvSpPr>
                <a:spLocks/>
              </p:cNvSpPr>
              <p:nvPr/>
            </p:nvSpPr>
            <p:spPr bwMode="auto">
              <a:xfrm flipH="1" flipV="1">
                <a:off x="235" y="2710"/>
                <a:ext cx="243" cy="20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6842" name="Arc 42"/>
              <p:cNvSpPr>
                <a:spLocks/>
              </p:cNvSpPr>
              <p:nvPr/>
            </p:nvSpPr>
            <p:spPr bwMode="auto">
              <a:xfrm flipH="1">
                <a:off x="235" y="2514"/>
                <a:ext cx="243" cy="198"/>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6843" name="Freeform 43"/>
              <p:cNvSpPr>
                <a:spLocks/>
              </p:cNvSpPr>
              <p:nvPr/>
            </p:nvSpPr>
            <p:spPr bwMode="auto">
              <a:xfrm>
                <a:off x="456" y="2513"/>
                <a:ext cx="165" cy="1"/>
              </a:xfrm>
              <a:custGeom>
                <a:avLst/>
                <a:gdLst>
                  <a:gd name="T0" fmla="*/ 19853 w 20000"/>
                  <a:gd name="T1" fmla="*/ 0 h 20000"/>
                  <a:gd name="T2" fmla="*/ 0 w 20000"/>
                  <a:gd name="T3" fmla="*/ 0 h 20000"/>
                </a:gdLst>
                <a:ahLst/>
                <a:cxnLst>
                  <a:cxn ang="0">
                    <a:pos x="T0" y="T1"/>
                  </a:cxn>
                  <a:cxn ang="0">
                    <a:pos x="T2" y="T3"/>
                  </a:cxn>
                </a:cxnLst>
                <a:rect l="0" t="0" r="r" b="b"/>
                <a:pathLst>
                  <a:path w="20000" h="20000">
                    <a:moveTo>
                      <a:pt x="19853" y="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6844" name="Freeform 44"/>
              <p:cNvSpPr>
                <a:spLocks/>
              </p:cNvSpPr>
              <p:nvPr/>
            </p:nvSpPr>
            <p:spPr bwMode="auto">
              <a:xfrm>
                <a:off x="450" y="2911"/>
                <a:ext cx="171" cy="2"/>
              </a:xfrm>
              <a:custGeom>
                <a:avLst/>
                <a:gdLst>
                  <a:gd name="T0" fmla="*/ 19858 w 20000"/>
                  <a:gd name="T1" fmla="*/ 0 h 20000"/>
                  <a:gd name="T2" fmla="*/ 0 w 20000"/>
                  <a:gd name="T3" fmla="*/ 0 h 20000"/>
                </a:gdLst>
                <a:ahLst/>
                <a:cxnLst>
                  <a:cxn ang="0">
                    <a:pos x="T0" y="T1"/>
                  </a:cxn>
                  <a:cxn ang="0">
                    <a:pos x="T2" y="T3"/>
                  </a:cxn>
                </a:cxnLst>
                <a:rect l="0" t="0" r="r" b="b"/>
                <a:pathLst>
                  <a:path w="20000" h="20000">
                    <a:moveTo>
                      <a:pt x="19858" y="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6845" name="Arc 45"/>
              <p:cNvSpPr>
                <a:spLocks/>
              </p:cNvSpPr>
              <p:nvPr/>
            </p:nvSpPr>
            <p:spPr bwMode="auto">
              <a:xfrm flipH="1" flipV="1">
                <a:off x="238" y="3106"/>
                <a:ext cx="243" cy="2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6846" name="Arc 46"/>
              <p:cNvSpPr>
                <a:spLocks/>
              </p:cNvSpPr>
              <p:nvPr/>
            </p:nvSpPr>
            <p:spPr bwMode="auto">
              <a:xfrm flipH="1">
                <a:off x="238" y="2907"/>
                <a:ext cx="243" cy="19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6847" name="Freeform 47"/>
              <p:cNvSpPr>
                <a:spLocks/>
              </p:cNvSpPr>
              <p:nvPr/>
            </p:nvSpPr>
            <p:spPr bwMode="auto">
              <a:xfrm>
                <a:off x="450" y="3305"/>
                <a:ext cx="171" cy="2"/>
              </a:xfrm>
              <a:custGeom>
                <a:avLst/>
                <a:gdLst>
                  <a:gd name="T0" fmla="*/ 19858 w 20000"/>
                  <a:gd name="T1" fmla="*/ 0 h 20000"/>
                  <a:gd name="T2" fmla="*/ 0 w 20000"/>
                  <a:gd name="T3" fmla="*/ 0 h 20000"/>
                </a:gdLst>
                <a:ahLst/>
                <a:cxnLst>
                  <a:cxn ang="0">
                    <a:pos x="T0" y="T1"/>
                  </a:cxn>
                  <a:cxn ang="0">
                    <a:pos x="T2" y="T3"/>
                  </a:cxn>
                </a:cxnLst>
                <a:rect l="0" t="0" r="r" b="b"/>
                <a:pathLst>
                  <a:path w="20000" h="20000">
                    <a:moveTo>
                      <a:pt x="19858" y="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716848" name="Rectangle 48"/>
            <p:cNvSpPr>
              <a:spLocks noChangeArrowheads="1"/>
            </p:cNvSpPr>
            <p:nvPr/>
          </p:nvSpPr>
          <p:spPr bwMode="auto">
            <a:xfrm>
              <a:off x="3236" y="923"/>
              <a:ext cx="682" cy="21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nSpc>
                  <a:spcPct val="100000"/>
                </a:lnSpc>
                <a:spcBef>
                  <a:spcPct val="0"/>
                </a:spcBef>
                <a:buClrTx/>
                <a:buSzTx/>
                <a:buFontTx/>
                <a:buNone/>
              </a:pPr>
              <a:r>
                <a:rPr lang="en-GB" altLang="en-US" sz="1600" b="0" i="0">
                  <a:latin typeface="FuturaA Md BT" pitchFamily="34" charset="0"/>
                </a:rPr>
                <a:t>Differential</a:t>
              </a:r>
            </a:p>
            <a:p>
              <a:pPr>
                <a:lnSpc>
                  <a:spcPct val="100000"/>
                </a:lnSpc>
                <a:spcBef>
                  <a:spcPct val="0"/>
                </a:spcBef>
                <a:buClrTx/>
                <a:buSzTx/>
                <a:buFontTx/>
                <a:buNone/>
              </a:pPr>
              <a:r>
                <a:rPr lang="en-GB" altLang="en-US" sz="1600" b="0" i="0">
                  <a:latin typeface="FuturaA Md BT" pitchFamily="34" charset="0"/>
                </a:rPr>
                <a:t>Current</a:t>
              </a:r>
            </a:p>
          </p:txBody>
        </p:sp>
        <p:sp>
          <p:nvSpPr>
            <p:cNvPr id="716849" name="Rectangle 49"/>
            <p:cNvSpPr>
              <a:spLocks noChangeArrowheads="1"/>
            </p:cNvSpPr>
            <p:nvPr/>
          </p:nvSpPr>
          <p:spPr bwMode="auto">
            <a:xfrm>
              <a:off x="4198" y="1763"/>
              <a:ext cx="786" cy="1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nSpc>
                  <a:spcPct val="100000"/>
                </a:lnSpc>
                <a:spcBef>
                  <a:spcPct val="0"/>
                </a:spcBef>
                <a:buClrTx/>
                <a:buSzTx/>
                <a:buFontTx/>
                <a:buNone/>
              </a:pPr>
              <a:r>
                <a:rPr lang="en-GB" altLang="en-US" sz="1600" b="0" i="0">
                  <a:latin typeface="FuturaA Md BT" pitchFamily="34" charset="0"/>
                </a:rPr>
                <a:t>OPERATE</a:t>
              </a:r>
            </a:p>
          </p:txBody>
        </p:sp>
        <p:sp>
          <p:nvSpPr>
            <p:cNvPr id="716850" name="Rectangle 50"/>
            <p:cNvSpPr>
              <a:spLocks noChangeArrowheads="1"/>
            </p:cNvSpPr>
            <p:nvPr/>
          </p:nvSpPr>
          <p:spPr bwMode="auto">
            <a:xfrm>
              <a:off x="4558" y="2214"/>
              <a:ext cx="724" cy="15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nSpc>
                  <a:spcPct val="100000"/>
                </a:lnSpc>
                <a:spcBef>
                  <a:spcPct val="0"/>
                </a:spcBef>
                <a:buClrTx/>
                <a:buSzTx/>
                <a:buFontTx/>
                <a:buNone/>
              </a:pPr>
              <a:r>
                <a:rPr lang="en-GB" altLang="en-US" sz="1600" b="0" i="0" dirty="0">
                  <a:latin typeface="FuturaA Md BT" pitchFamily="34" charset="0"/>
                </a:rPr>
                <a:t>RESTRAIN</a:t>
              </a:r>
            </a:p>
          </p:txBody>
        </p:sp>
        <p:sp>
          <p:nvSpPr>
            <p:cNvPr id="716851" name="Rectangle 51"/>
            <p:cNvSpPr>
              <a:spLocks noChangeArrowheads="1"/>
            </p:cNvSpPr>
            <p:nvPr/>
          </p:nvSpPr>
          <p:spPr bwMode="auto">
            <a:xfrm>
              <a:off x="4504" y="2719"/>
              <a:ext cx="1059" cy="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nSpc>
                  <a:spcPct val="100000"/>
                </a:lnSpc>
                <a:spcBef>
                  <a:spcPct val="0"/>
                </a:spcBef>
                <a:buClrTx/>
                <a:buSzTx/>
                <a:buFontTx/>
                <a:buNone/>
              </a:pPr>
              <a:r>
                <a:rPr lang="en-GB" altLang="en-US" sz="1600" b="0" i="0">
                  <a:latin typeface="FuturaA Md BT" pitchFamily="34" charset="0"/>
                </a:rPr>
                <a:t>Mean Thro Current</a:t>
              </a:r>
            </a:p>
          </p:txBody>
        </p:sp>
        <p:sp>
          <p:nvSpPr>
            <p:cNvPr id="716852" name="Rectangle 52"/>
            <p:cNvSpPr>
              <a:spLocks noChangeArrowheads="1"/>
            </p:cNvSpPr>
            <p:nvPr/>
          </p:nvSpPr>
          <p:spPr bwMode="auto">
            <a:xfrm>
              <a:off x="3999" y="2711"/>
              <a:ext cx="438" cy="2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lnSpc>
                  <a:spcPct val="100000"/>
                </a:lnSpc>
                <a:spcBef>
                  <a:spcPct val="0"/>
                </a:spcBef>
                <a:buClrTx/>
                <a:buSzTx/>
                <a:buFontTx/>
                <a:buNone/>
              </a:pPr>
              <a:r>
                <a:rPr lang="en-GB" altLang="en-US" sz="1600" b="0" i="0">
                  <a:latin typeface="Times New Roman" panose="02020603050405020304" pitchFamily="18" charset="0"/>
                </a:rPr>
                <a:t>I</a:t>
              </a:r>
              <a:r>
                <a:rPr lang="en-GB" altLang="en-US" sz="1600" b="0" i="0" baseline="-25000">
                  <a:latin typeface="FuturaA Md BT" pitchFamily="34" charset="0"/>
                </a:rPr>
                <a:t>1</a:t>
              </a:r>
              <a:r>
                <a:rPr lang="en-GB" altLang="en-US" sz="1600" b="0" i="0">
                  <a:latin typeface="FuturaA Md BT" pitchFamily="34" charset="0"/>
                </a:rPr>
                <a:t> + </a:t>
              </a:r>
              <a:r>
                <a:rPr lang="en-GB" altLang="en-US" sz="1600" b="0" i="0">
                  <a:latin typeface="Times New Roman" panose="02020603050405020304" pitchFamily="18" charset="0"/>
                </a:rPr>
                <a:t>I</a:t>
              </a:r>
              <a:r>
                <a:rPr lang="en-GB" altLang="en-US" sz="1600" b="0" i="0" baseline="-25000">
                  <a:latin typeface="FuturaA Md BT" pitchFamily="34" charset="0"/>
                </a:rPr>
                <a:t>2</a:t>
              </a:r>
            </a:p>
            <a:p>
              <a:pPr algn="l">
                <a:lnSpc>
                  <a:spcPct val="100000"/>
                </a:lnSpc>
                <a:spcBef>
                  <a:spcPct val="0"/>
                </a:spcBef>
                <a:buClrTx/>
                <a:buSzTx/>
                <a:buFontTx/>
                <a:buNone/>
              </a:pPr>
              <a:r>
                <a:rPr lang="en-GB" altLang="en-US" sz="1600" b="0" i="0">
                  <a:latin typeface="FuturaA Md BT" pitchFamily="34" charset="0"/>
                </a:rPr>
                <a:t>    2</a:t>
              </a:r>
            </a:p>
          </p:txBody>
        </p:sp>
        <p:sp>
          <p:nvSpPr>
            <p:cNvPr id="716853" name="Line 53"/>
            <p:cNvSpPr>
              <a:spLocks noChangeShapeType="1"/>
            </p:cNvSpPr>
            <p:nvPr/>
          </p:nvSpPr>
          <p:spPr bwMode="auto">
            <a:xfrm flipV="1">
              <a:off x="3558" y="1215"/>
              <a:ext cx="0" cy="1478"/>
            </a:xfrm>
            <a:prstGeom prst="line">
              <a:avLst/>
            </a:prstGeom>
            <a:noFill/>
            <a:ln w="28575">
              <a:solidFill>
                <a:schemeClr val="tx1"/>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6854" name="Line 54"/>
            <p:cNvSpPr>
              <a:spLocks noChangeShapeType="1"/>
            </p:cNvSpPr>
            <p:nvPr/>
          </p:nvSpPr>
          <p:spPr bwMode="auto">
            <a:xfrm>
              <a:off x="3558" y="2692"/>
              <a:ext cx="2012" cy="1"/>
            </a:xfrm>
            <a:prstGeom prst="line">
              <a:avLst/>
            </a:prstGeom>
            <a:noFill/>
            <a:ln w="28575">
              <a:solidFill>
                <a:schemeClr val="tx1"/>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6855" name="Line 55"/>
            <p:cNvSpPr>
              <a:spLocks noChangeShapeType="1"/>
            </p:cNvSpPr>
            <p:nvPr/>
          </p:nvSpPr>
          <p:spPr bwMode="auto">
            <a:xfrm flipV="1">
              <a:off x="3558" y="1789"/>
              <a:ext cx="1889" cy="739"/>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6856" name="Line 56"/>
            <p:cNvSpPr>
              <a:spLocks noChangeShapeType="1"/>
            </p:cNvSpPr>
            <p:nvPr/>
          </p:nvSpPr>
          <p:spPr bwMode="auto">
            <a:xfrm>
              <a:off x="3995" y="2890"/>
              <a:ext cx="414" cy="2"/>
            </a:xfrm>
            <a:prstGeom prst="line">
              <a:avLst/>
            </a:prstGeom>
            <a:noFill/>
            <a:ln w="127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6857" name="Line 57"/>
            <p:cNvSpPr>
              <a:spLocks noChangeShapeType="1"/>
            </p:cNvSpPr>
            <p:nvPr/>
          </p:nvSpPr>
          <p:spPr bwMode="auto">
            <a:xfrm flipH="1" flipV="1">
              <a:off x="4654" y="1945"/>
              <a:ext cx="62" cy="107"/>
            </a:xfrm>
            <a:prstGeom prst="line">
              <a:avLst/>
            </a:prstGeom>
            <a:noFill/>
            <a:ln w="19050">
              <a:solidFill>
                <a:srgbClr val="FF0000"/>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6858" name="Line 58"/>
            <p:cNvSpPr>
              <a:spLocks noChangeShapeType="1"/>
            </p:cNvSpPr>
            <p:nvPr/>
          </p:nvSpPr>
          <p:spPr bwMode="auto">
            <a:xfrm>
              <a:off x="4734" y="2099"/>
              <a:ext cx="63" cy="107"/>
            </a:xfrm>
            <a:prstGeom prst="line">
              <a:avLst/>
            </a:prstGeom>
            <a:noFill/>
            <a:ln w="19050">
              <a:solidFill>
                <a:srgbClr val="FF0000"/>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6859" name="Rectangle 59"/>
            <p:cNvSpPr>
              <a:spLocks noChangeArrowheads="1"/>
            </p:cNvSpPr>
            <p:nvPr/>
          </p:nvSpPr>
          <p:spPr bwMode="auto">
            <a:xfrm>
              <a:off x="3590" y="1215"/>
              <a:ext cx="373" cy="19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lnSpc>
                  <a:spcPct val="100000"/>
                </a:lnSpc>
                <a:spcBef>
                  <a:spcPct val="0"/>
                </a:spcBef>
                <a:buClrTx/>
                <a:buSzTx/>
                <a:buFontTx/>
                <a:buNone/>
              </a:pPr>
              <a:r>
                <a:rPr lang="en-GB" altLang="en-US" sz="1600" b="0" i="0" dirty="0">
                  <a:latin typeface="Times New Roman" panose="02020603050405020304" pitchFamily="18" charset="0"/>
                </a:rPr>
                <a:t>I</a:t>
              </a:r>
              <a:r>
                <a:rPr lang="en-GB" altLang="en-US" sz="1600" b="0" i="0" baseline="-25000" dirty="0">
                  <a:latin typeface="FuturaA Md BT" pitchFamily="34" charset="0"/>
                </a:rPr>
                <a:t>1</a:t>
              </a:r>
              <a:r>
                <a:rPr lang="en-GB" altLang="en-US" sz="1600" b="0" i="0" dirty="0">
                  <a:latin typeface="FuturaA Md BT" pitchFamily="34" charset="0"/>
                </a:rPr>
                <a:t> - </a:t>
              </a:r>
              <a:r>
                <a:rPr lang="en-GB" altLang="en-US" sz="1600" b="0" i="0" dirty="0">
                  <a:latin typeface="Times New Roman" panose="02020603050405020304" pitchFamily="18" charset="0"/>
                </a:rPr>
                <a:t>I</a:t>
              </a:r>
              <a:r>
                <a:rPr lang="en-GB" altLang="en-US" sz="1600" b="0" i="0" baseline="-25000" dirty="0">
                  <a:latin typeface="FuturaA Md BT" pitchFamily="34" charset="0"/>
                </a:rPr>
                <a:t>2</a:t>
              </a:r>
              <a:endParaRPr lang="en-GB" altLang="en-US" sz="1600" b="0" i="0" dirty="0">
                <a:latin typeface="FuturaA Md BT" pitchFamily="34" charset="0"/>
              </a:endParaRPr>
            </a:p>
          </p:txBody>
        </p:sp>
      </p:grpSp>
      <mc:AlternateContent xmlns:mc="http://schemas.openxmlformats.org/markup-compatibility/2006" xmlns:a14="http://schemas.microsoft.com/office/drawing/2010/main">
        <mc:Choice Requires="a14">
          <p:sp>
            <p:nvSpPr>
              <p:cNvPr id="2" name="Rectangle 1"/>
              <p:cNvSpPr/>
              <p:nvPr/>
            </p:nvSpPr>
            <p:spPr>
              <a:xfrm>
                <a:off x="2101699" y="5039383"/>
                <a:ext cx="4237507" cy="67845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i="1" smtClean="0">
                          <a:solidFill>
                            <a:schemeClr val="tx1"/>
                          </a:solidFill>
                          <a:latin typeface="Cambria Math" panose="02040503050406030204" pitchFamily="18" charset="0"/>
                        </a:rPr>
                        <m:t>𝐵𝑖𝑎𝑠</m:t>
                      </m:r>
                      <m:r>
                        <a:rPr lang="en-US" i="0">
                          <a:solidFill>
                            <a:schemeClr val="tx1"/>
                          </a:solidFill>
                          <a:latin typeface="Cambria Math" panose="02040503050406030204" pitchFamily="18" charset="0"/>
                        </a:rPr>
                        <m:t>=</m:t>
                      </m:r>
                      <m:f>
                        <m:fPr>
                          <m:ctrlPr>
                            <a:rPr lang="en-US" i="1">
                              <a:solidFill>
                                <a:schemeClr val="tx1"/>
                              </a:solidFill>
                              <a:latin typeface="Cambria Math" panose="02040503050406030204" pitchFamily="18" charset="0"/>
                            </a:rPr>
                          </m:ctrlPr>
                        </m:fPr>
                        <m:num>
                          <m:r>
                            <a:rPr lang="en-US" i="1" smtClean="0">
                              <a:solidFill>
                                <a:schemeClr val="tx1"/>
                              </a:solidFill>
                              <a:latin typeface="Cambria Math" panose="02040503050406030204" pitchFamily="18" charset="0"/>
                            </a:rPr>
                            <m:t>𝐷𝑖𝑓𝑓𝑒𝑟𝑒𝑛𝑡𝑖𝑎𝑙</m:t>
                          </m:r>
                          <m:r>
                            <a:rPr lang="en-US" i="0">
                              <a:solidFill>
                                <a:schemeClr val="tx1"/>
                              </a:solidFill>
                              <a:latin typeface="Cambria Math" panose="02040503050406030204" pitchFamily="18" charset="0"/>
                            </a:rPr>
                            <m:t> </m:t>
                          </m:r>
                          <m:d>
                            <m:dPr>
                              <m:ctrlPr>
                                <a:rPr lang="en-US" i="1">
                                  <a:solidFill>
                                    <a:schemeClr val="tx1"/>
                                  </a:solidFill>
                                  <a:latin typeface="Cambria Math" panose="02040503050406030204" pitchFamily="18" charset="0"/>
                                </a:rPr>
                              </m:ctrlPr>
                            </m:dPr>
                            <m:e>
                              <m:r>
                                <a:rPr lang="en-US" i="0">
                                  <a:solidFill>
                                    <a:schemeClr val="tx1"/>
                                  </a:solidFill>
                                  <a:latin typeface="Cambria Math" panose="02040503050406030204" pitchFamily="18" charset="0"/>
                                </a:rPr>
                                <m:t> </m:t>
                              </m:r>
                              <m:r>
                                <a:rPr lang="en-US" i="1">
                                  <a:solidFill>
                                    <a:schemeClr val="tx1"/>
                                  </a:solidFill>
                                  <a:latin typeface="Cambria Math" panose="02040503050406030204" pitchFamily="18" charset="0"/>
                                </a:rPr>
                                <m:t>𝑜𝑟</m:t>
                              </m:r>
                              <m:r>
                                <a:rPr lang="en-US" i="0">
                                  <a:solidFill>
                                    <a:schemeClr val="tx1"/>
                                  </a:solidFill>
                                  <a:latin typeface="Cambria Math" panose="02040503050406030204" pitchFamily="18" charset="0"/>
                                </a:rPr>
                                <m:t> </m:t>
                              </m:r>
                              <m:r>
                                <a:rPr lang="en-US" i="1">
                                  <a:solidFill>
                                    <a:schemeClr val="tx1"/>
                                  </a:solidFill>
                                  <a:latin typeface="Cambria Math" panose="02040503050406030204" pitchFamily="18" charset="0"/>
                                </a:rPr>
                                <m:t>𝑆𝑝𝑖𝑙𝑙</m:t>
                              </m:r>
                            </m:e>
                          </m:d>
                          <m:r>
                            <a:rPr lang="en-US" i="1">
                              <a:solidFill>
                                <a:schemeClr val="tx1"/>
                              </a:solidFill>
                              <a:latin typeface="Cambria Math" panose="02040503050406030204" pitchFamily="18" charset="0"/>
                            </a:rPr>
                            <m:t>𝐶𝑢𝑟𝑟𝑒𝑛𝑡</m:t>
                          </m:r>
                        </m:num>
                        <m:den>
                          <m:r>
                            <a:rPr lang="en-US" i="1">
                              <a:solidFill>
                                <a:schemeClr val="tx1"/>
                              </a:solidFill>
                              <a:latin typeface="Cambria Math" panose="02040503050406030204" pitchFamily="18" charset="0"/>
                            </a:rPr>
                            <m:t>𝑀𝑒𝑎𝑛</m:t>
                          </m:r>
                          <m:r>
                            <a:rPr lang="en-US" i="0">
                              <a:solidFill>
                                <a:schemeClr val="tx1"/>
                              </a:solidFill>
                              <a:latin typeface="Cambria Math" panose="02040503050406030204" pitchFamily="18" charset="0"/>
                            </a:rPr>
                            <m:t> </m:t>
                          </m:r>
                          <m:r>
                            <a:rPr lang="en-US" i="1">
                              <a:solidFill>
                                <a:schemeClr val="tx1"/>
                              </a:solidFill>
                              <a:latin typeface="Cambria Math" panose="02040503050406030204" pitchFamily="18" charset="0"/>
                            </a:rPr>
                            <m:t>𝑇𝑟𝑜𝑢𝑔h</m:t>
                          </m:r>
                          <m:r>
                            <a:rPr lang="en-US" i="0">
                              <a:solidFill>
                                <a:schemeClr val="tx1"/>
                              </a:solidFill>
                              <a:latin typeface="Cambria Math" panose="02040503050406030204" pitchFamily="18" charset="0"/>
                            </a:rPr>
                            <m:t> </m:t>
                          </m:r>
                          <m:r>
                            <a:rPr lang="en-US" i="1">
                              <a:solidFill>
                                <a:schemeClr val="tx1"/>
                              </a:solidFill>
                              <a:latin typeface="Cambria Math" panose="02040503050406030204" pitchFamily="18" charset="0"/>
                            </a:rPr>
                            <m:t>𝐶𝑢𝑟𝑟𝑒𝑛𝑡</m:t>
                          </m:r>
                          <m:r>
                            <a:rPr lang="en-US" i="0">
                              <a:solidFill>
                                <a:schemeClr val="tx1"/>
                              </a:solidFill>
                              <a:latin typeface="Cambria Math" panose="02040503050406030204" pitchFamily="18" charset="0"/>
                            </a:rPr>
                            <m:t> </m:t>
                          </m:r>
                        </m:den>
                      </m:f>
                    </m:oMath>
                  </m:oMathPara>
                </a14:m>
                <a:endParaRPr lang="en-US" dirty="0"/>
              </a:p>
            </p:txBody>
          </p:sp>
        </mc:Choice>
        <mc:Fallback xmlns="">
          <p:sp>
            <p:nvSpPr>
              <p:cNvPr id="2" name="Rectangle 1"/>
              <p:cNvSpPr>
                <a:spLocks noRot="1" noChangeAspect="1" noMove="1" noResize="1" noEditPoints="1" noAdjustHandles="1" noChangeArrowheads="1" noChangeShapeType="1" noTextEdit="1"/>
              </p:cNvSpPr>
              <p:nvPr/>
            </p:nvSpPr>
            <p:spPr>
              <a:xfrm>
                <a:off x="2101699" y="5039383"/>
                <a:ext cx="4237507" cy="678455"/>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08380706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7364" name="Rectangle 4"/>
          <p:cNvSpPr>
            <a:spLocks noGrp="1" noChangeArrowheads="1"/>
          </p:cNvSpPr>
          <p:nvPr>
            <p:ph type="title"/>
          </p:nvPr>
        </p:nvSpPr>
        <p:spPr/>
        <p:txBody>
          <a:bodyPr/>
          <a:lstStyle/>
          <a:p>
            <a:r>
              <a:rPr lang="en-GB" altLang="zh-CN" sz="3200" dirty="0">
                <a:ea typeface="SimSun" panose="02010600030101010101" pitchFamily="2" charset="-122"/>
              </a:rPr>
              <a:t>Transformer Differential (87T)</a:t>
            </a:r>
            <a:br>
              <a:rPr lang="en-GB" altLang="zh-CN" sz="3200" dirty="0">
                <a:ea typeface="SimSun" panose="02010600030101010101" pitchFamily="2" charset="-122"/>
              </a:rPr>
            </a:br>
            <a:r>
              <a:rPr lang="en-GB" altLang="zh-CN" sz="3200" dirty="0">
                <a:ea typeface="SimSun" panose="02010600030101010101" pitchFamily="2" charset="-122"/>
              </a:rPr>
              <a:t>Biased differential characteristic</a:t>
            </a:r>
          </a:p>
        </p:txBody>
      </p:sp>
      <p:sp>
        <p:nvSpPr>
          <p:cNvPr id="527366" name="Rectangle 6"/>
          <p:cNvSpPr>
            <a:spLocks noChangeArrowheads="1"/>
          </p:cNvSpPr>
          <p:nvPr/>
        </p:nvSpPr>
        <p:spPr bwMode="auto">
          <a:xfrm>
            <a:off x="0" y="1670050"/>
            <a:ext cx="184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endParaRPr lang="en-US" altLang="zh-CN" sz="2400">
              <a:solidFill>
                <a:schemeClr val="tx1"/>
              </a:solidFill>
              <a:latin typeface="Times New Roman" panose="02020603050405020304" pitchFamily="18" charset="0"/>
              <a:ea typeface="SimSun" panose="02010600030101010101" pitchFamily="2" charset="-122"/>
            </a:endParaRPr>
          </a:p>
        </p:txBody>
      </p:sp>
      <p:sp>
        <p:nvSpPr>
          <p:cNvPr id="527367" name="Rectangle 7"/>
          <p:cNvSpPr>
            <a:spLocks noChangeArrowheads="1"/>
          </p:cNvSpPr>
          <p:nvPr/>
        </p:nvSpPr>
        <p:spPr bwMode="auto">
          <a:xfrm>
            <a:off x="0" y="1670050"/>
            <a:ext cx="184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endParaRPr lang="en-US" altLang="zh-CN" sz="2400">
              <a:solidFill>
                <a:schemeClr val="tx1"/>
              </a:solidFill>
              <a:latin typeface="Times New Roman" panose="02020603050405020304" pitchFamily="18" charset="0"/>
              <a:ea typeface="SimSun" panose="02010600030101010101" pitchFamily="2" charset="-122"/>
            </a:endParaRPr>
          </a:p>
        </p:txBody>
      </p:sp>
      <p:sp>
        <p:nvSpPr>
          <p:cNvPr id="527378" name="Rectangle 18"/>
          <p:cNvSpPr>
            <a:spLocks noChangeArrowheads="1"/>
          </p:cNvSpPr>
          <p:nvPr/>
        </p:nvSpPr>
        <p:spPr bwMode="auto">
          <a:xfrm>
            <a:off x="0" y="30575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endParaRPr lang="en-US" altLang="zh-CN" sz="2400">
              <a:solidFill>
                <a:schemeClr val="tx1"/>
              </a:solidFill>
              <a:ea typeface="SimSun" panose="02010600030101010101" pitchFamily="2" charset="-122"/>
            </a:endParaRPr>
          </a:p>
        </p:txBody>
      </p:sp>
      <p:sp>
        <p:nvSpPr>
          <p:cNvPr id="527382" name="Rectangle 22"/>
          <p:cNvSpPr>
            <a:spLocks noChangeArrowheads="1"/>
          </p:cNvSpPr>
          <p:nvPr/>
        </p:nvSpPr>
        <p:spPr bwMode="auto">
          <a:xfrm>
            <a:off x="0" y="31019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527387" name="Rectangle 27"/>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527399" name="Rectangle 39"/>
          <p:cNvSpPr>
            <a:spLocks noChangeArrowheads="1"/>
          </p:cNvSpPr>
          <p:nvPr/>
        </p:nvSpPr>
        <p:spPr bwMode="auto">
          <a:xfrm>
            <a:off x="0" y="26479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527401" name="Rectangle 41"/>
          <p:cNvSpPr>
            <a:spLocks noChangeArrowheads="1"/>
          </p:cNvSpPr>
          <p:nvPr/>
        </p:nvSpPr>
        <p:spPr bwMode="auto">
          <a:xfrm>
            <a:off x="0" y="30241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aphicFrame>
        <p:nvGraphicFramePr>
          <p:cNvPr id="527400" name="Object 40"/>
          <p:cNvGraphicFramePr>
            <a:graphicFrameLocks noChangeAspect="1"/>
          </p:cNvGraphicFramePr>
          <p:nvPr/>
        </p:nvGraphicFramePr>
        <p:xfrm>
          <a:off x="1090613" y="2066925"/>
          <a:ext cx="1465262" cy="1131888"/>
        </p:xfrm>
        <a:graphic>
          <a:graphicData uri="http://schemas.openxmlformats.org/presentationml/2006/ole">
            <mc:AlternateContent xmlns:mc="http://schemas.openxmlformats.org/markup-compatibility/2006">
              <mc:Choice xmlns:v="urn:schemas-microsoft-com:vml" Requires="v">
                <p:oleObj spid="_x0000_s829678" name="Equation" r:id="rId4" imgW="838080" imgH="647640" progId="Equation.3">
                  <p:embed/>
                </p:oleObj>
              </mc:Choice>
              <mc:Fallback>
                <p:oleObj name="Equation" r:id="rId4" imgW="838080" imgH="647640" progId="Equation.3">
                  <p:embed/>
                  <p:pic>
                    <p:nvPicPr>
                      <p:cNvPr id="527400" name="Object 4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90613" y="2066925"/>
                        <a:ext cx="1465262" cy="11318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27402" name="Object 42"/>
          <p:cNvGraphicFramePr>
            <a:graphicFrameLocks noChangeAspect="1"/>
          </p:cNvGraphicFramePr>
          <p:nvPr>
            <p:extLst>
              <p:ext uri="{D42A27DB-BD31-4B8C-83A1-F6EECF244321}">
                <p14:modId xmlns:p14="http://schemas.microsoft.com/office/powerpoint/2010/main" val="3010743150"/>
              </p:ext>
            </p:extLst>
          </p:nvPr>
        </p:nvGraphicFramePr>
        <p:xfrm>
          <a:off x="1090613" y="3559742"/>
          <a:ext cx="1633537" cy="1157287"/>
        </p:xfrm>
        <a:graphic>
          <a:graphicData uri="http://schemas.openxmlformats.org/presentationml/2006/ole">
            <mc:AlternateContent xmlns:mc="http://schemas.openxmlformats.org/markup-compatibility/2006">
              <mc:Choice xmlns:v="urn:schemas-microsoft-com:vml" Requires="v">
                <p:oleObj spid="_x0000_s829679" name="Equation" r:id="rId6" imgW="914400" imgH="647640" progId="Equation.3">
                  <p:embed/>
                </p:oleObj>
              </mc:Choice>
              <mc:Fallback>
                <p:oleObj name="Equation" r:id="rId6" imgW="914400" imgH="647640" progId="Equation.3">
                  <p:embed/>
                  <p:pic>
                    <p:nvPicPr>
                      <p:cNvPr id="527402" name="Object 4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90613" y="3559742"/>
                        <a:ext cx="1633537" cy="11572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27405" name="Rectangle 45"/>
          <p:cNvSpPr>
            <a:spLocks noChangeArrowheads="1"/>
          </p:cNvSpPr>
          <p:nvPr/>
        </p:nvSpPr>
        <p:spPr bwMode="auto">
          <a:xfrm>
            <a:off x="0" y="31480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aphicFrame>
        <p:nvGraphicFramePr>
          <p:cNvPr id="527404" name="Object 44"/>
          <p:cNvGraphicFramePr>
            <a:graphicFrameLocks noChangeAspect="1"/>
          </p:cNvGraphicFramePr>
          <p:nvPr>
            <p:extLst>
              <p:ext uri="{D42A27DB-BD31-4B8C-83A1-F6EECF244321}">
                <p14:modId xmlns:p14="http://schemas.microsoft.com/office/powerpoint/2010/main" val="922095964"/>
              </p:ext>
            </p:extLst>
          </p:nvPr>
        </p:nvGraphicFramePr>
        <p:xfrm>
          <a:off x="1042988" y="5376407"/>
          <a:ext cx="3043237" cy="798513"/>
        </p:xfrm>
        <a:graphic>
          <a:graphicData uri="http://schemas.openxmlformats.org/presentationml/2006/ole">
            <mc:AlternateContent xmlns:mc="http://schemas.openxmlformats.org/markup-compatibility/2006">
              <mc:Choice xmlns:v="urn:schemas-microsoft-com:vml" Requires="v">
                <p:oleObj spid="_x0000_s829680" name="Equation" r:id="rId8" imgW="1701720" imgH="444240" progId="Equation.3">
                  <p:embed/>
                </p:oleObj>
              </mc:Choice>
              <mc:Fallback>
                <p:oleObj name="Equation" r:id="rId8" imgW="1701720" imgH="444240" progId="Equation.3">
                  <p:embed/>
                  <p:pic>
                    <p:nvPicPr>
                      <p:cNvPr id="527404" name="Object 4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42988" y="5376407"/>
                        <a:ext cx="3043237" cy="7985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27407" name="Rectangle 47"/>
          <p:cNvSpPr>
            <a:spLocks noChangeArrowheads="1"/>
          </p:cNvSpPr>
          <p:nvPr/>
        </p:nvSpPr>
        <p:spPr bwMode="auto">
          <a:xfrm>
            <a:off x="0" y="25050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527408" name="Text Box 48"/>
          <p:cNvSpPr txBox="1">
            <a:spLocks noChangeArrowheads="1"/>
          </p:cNvSpPr>
          <p:nvPr/>
        </p:nvSpPr>
        <p:spPr bwMode="auto">
          <a:xfrm>
            <a:off x="539750" y="1335088"/>
            <a:ext cx="2160588"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GB" altLang="zh-CN" sz="1600" b="1" i="1">
                <a:solidFill>
                  <a:schemeClr val="tx2"/>
                </a:solidFill>
                <a:ea typeface="SimSun" panose="02010600030101010101" pitchFamily="2" charset="-122"/>
              </a:rPr>
              <a:t>Characteristic</a:t>
            </a:r>
            <a:r>
              <a:rPr lang="en-GB" altLang="zh-CN" sz="1400">
                <a:solidFill>
                  <a:schemeClr val="tx1"/>
                </a:solidFill>
                <a:ea typeface="SimSun" panose="02010600030101010101" pitchFamily="2" charset="-122"/>
              </a:rPr>
              <a:t> </a:t>
            </a:r>
            <a:r>
              <a:rPr lang="en-GB" altLang="zh-CN" sz="1600" b="1" i="1">
                <a:solidFill>
                  <a:schemeClr val="tx2"/>
                </a:solidFill>
                <a:ea typeface="SimSun" panose="02010600030101010101" pitchFamily="2" charset="-122"/>
              </a:rPr>
              <a:t>equations:</a:t>
            </a:r>
          </a:p>
        </p:txBody>
      </p:sp>
      <p:sp>
        <p:nvSpPr>
          <p:cNvPr id="527414" name="Rectangle 54"/>
          <p:cNvSpPr>
            <a:spLocks noChangeArrowheads="1"/>
          </p:cNvSpPr>
          <p:nvPr/>
        </p:nvSpPr>
        <p:spPr bwMode="auto">
          <a:xfrm>
            <a:off x="0" y="24479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aphicFrame>
        <p:nvGraphicFramePr>
          <p:cNvPr id="527415" name="Object 55"/>
          <p:cNvGraphicFramePr>
            <a:graphicFrameLocks noChangeAspect="1"/>
          </p:cNvGraphicFramePr>
          <p:nvPr/>
        </p:nvGraphicFramePr>
        <p:xfrm>
          <a:off x="3024188" y="1516063"/>
          <a:ext cx="5724525" cy="4325937"/>
        </p:xfrm>
        <a:graphic>
          <a:graphicData uri="http://schemas.openxmlformats.org/presentationml/2006/ole">
            <mc:AlternateContent xmlns:mc="http://schemas.openxmlformats.org/markup-compatibility/2006">
              <mc:Choice xmlns:v="urn:schemas-microsoft-com:vml" Requires="v">
                <p:oleObj spid="_x0000_s829681" name="Visio" r:id="rId10" imgW="11959209" imgH="12025503" progId="Visio.Drawing.11">
                  <p:embed/>
                </p:oleObj>
              </mc:Choice>
              <mc:Fallback>
                <p:oleObj name="Visio" r:id="rId10" imgW="11959209" imgH="12025503" progId="Visio.Drawing.11">
                  <p:embed/>
                  <p:pic>
                    <p:nvPicPr>
                      <p:cNvPr id="527415" name="Object 55"/>
                      <p:cNvPicPr>
                        <a:picLocks noChangeAspect="1" noChangeArrowheads="1"/>
                      </p:cNvPicPr>
                      <p:nvPr/>
                    </p:nvPicPr>
                    <p:blipFill>
                      <a:blip r:embed="rId11">
                        <a:extLst>
                          <a:ext uri="{28A0092B-C50C-407E-A947-70E740481C1C}">
                            <a14:useLocalDpi xmlns:a14="http://schemas.microsoft.com/office/drawing/2010/main" val="0"/>
                          </a:ext>
                        </a:extLst>
                      </a:blip>
                      <a:srcRect l="26418" t="33403" r="27184" b="31851"/>
                      <a:stretch>
                        <a:fillRect/>
                      </a:stretch>
                    </p:blipFill>
                    <p:spPr bwMode="auto">
                      <a:xfrm>
                        <a:off x="3024188" y="1516063"/>
                        <a:ext cx="5724525" cy="43259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48458125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27400"/>
                                        </p:tgtEl>
                                        <p:attrNameLst>
                                          <p:attrName>style.visibility</p:attrName>
                                        </p:attrNameLst>
                                      </p:cBhvr>
                                      <p:to>
                                        <p:strVal val="visible"/>
                                      </p:to>
                                    </p:set>
                                    <p:animEffect transition="in" filter="blinds(horizontal)">
                                      <p:cBhvr>
                                        <p:cTn id="7" dur="500"/>
                                        <p:tgtEl>
                                          <p:spTgt spid="52740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27402"/>
                                        </p:tgtEl>
                                        <p:attrNameLst>
                                          <p:attrName>style.visibility</p:attrName>
                                        </p:attrNameLst>
                                      </p:cBhvr>
                                      <p:to>
                                        <p:strVal val="visible"/>
                                      </p:to>
                                    </p:set>
                                    <p:animEffect transition="in" filter="blinds(horizontal)">
                                      <p:cBhvr>
                                        <p:cTn id="12" dur="500"/>
                                        <p:tgtEl>
                                          <p:spTgt spid="52740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527404"/>
                                        </p:tgtEl>
                                        <p:attrNameLst>
                                          <p:attrName>style.visibility</p:attrName>
                                        </p:attrNameLst>
                                      </p:cBhvr>
                                      <p:to>
                                        <p:strVal val="visible"/>
                                      </p:to>
                                    </p:set>
                                    <p:animEffect transition="in" filter="blinds(horizontal)">
                                      <p:cBhvr>
                                        <p:cTn id="17" dur="500"/>
                                        <p:tgtEl>
                                          <p:spTgt spid="5274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5794" name="Rectangle 2"/>
          <p:cNvSpPr>
            <a:spLocks noGrp="1" noChangeArrowheads="1"/>
          </p:cNvSpPr>
          <p:nvPr>
            <p:ph type="title"/>
          </p:nvPr>
        </p:nvSpPr>
        <p:spPr>
          <a:xfrm>
            <a:off x="431800" y="77789"/>
            <a:ext cx="8280400" cy="650912"/>
          </a:xfrm>
        </p:spPr>
        <p:txBody>
          <a:bodyPr/>
          <a:lstStyle/>
          <a:p>
            <a:r>
              <a:rPr lang="fr-FR" altLang="en-US" sz="3200" dirty="0" err="1"/>
              <a:t>Stability</a:t>
            </a:r>
            <a:r>
              <a:rPr lang="fr-FR" altLang="en-US" sz="3200" dirty="0"/>
              <a:t> for </a:t>
            </a:r>
            <a:r>
              <a:rPr lang="fr-FR" altLang="en-US" sz="3200" dirty="0" err="1"/>
              <a:t>Magnetising</a:t>
            </a:r>
            <a:r>
              <a:rPr lang="fr-FR" altLang="en-US" sz="3200" dirty="0"/>
              <a:t> </a:t>
            </a:r>
            <a:r>
              <a:rPr lang="fr-FR" altLang="en-US" sz="3200" dirty="0" err="1"/>
              <a:t>Inrush</a:t>
            </a:r>
            <a:r>
              <a:rPr lang="fr-FR" altLang="en-US" sz="3200" dirty="0"/>
              <a:t> </a:t>
            </a:r>
            <a:r>
              <a:rPr lang="fr-FR" altLang="en-US" sz="3200" dirty="0" err="1"/>
              <a:t>Current</a:t>
            </a:r>
            <a:endParaRPr lang="fr-FR" altLang="en-US" sz="3200" dirty="0"/>
          </a:p>
        </p:txBody>
      </p:sp>
      <p:sp>
        <p:nvSpPr>
          <p:cNvPr id="545795" name="Rectangle 3"/>
          <p:cNvSpPr>
            <a:spLocks noGrp="1" noChangeArrowheads="1"/>
          </p:cNvSpPr>
          <p:nvPr>
            <p:ph type="body" idx="1"/>
          </p:nvPr>
        </p:nvSpPr>
        <p:spPr>
          <a:xfrm>
            <a:off x="415424" y="1304764"/>
            <a:ext cx="8404726" cy="4216400"/>
          </a:xfrm>
        </p:spPr>
        <p:txBody>
          <a:bodyPr/>
          <a:lstStyle/>
          <a:p>
            <a:pPr>
              <a:lnSpc>
                <a:spcPct val="80000"/>
              </a:lnSpc>
            </a:pPr>
            <a:r>
              <a:rPr lang="en-US" altLang="en-US" dirty="0"/>
              <a:t>Magnetizing inrush current flows into the one winding during energization.</a:t>
            </a:r>
            <a:br>
              <a:rPr lang="en-US" altLang="en-US" dirty="0"/>
            </a:br>
            <a:endParaRPr lang="en-US" altLang="en-US" dirty="0"/>
          </a:p>
          <a:p>
            <a:pPr>
              <a:lnSpc>
                <a:spcPct val="80000"/>
              </a:lnSpc>
            </a:pPr>
            <a:r>
              <a:rPr lang="en-US" altLang="en-US" dirty="0"/>
              <a:t>This current is not represented as outfeed on other windings</a:t>
            </a:r>
            <a:br>
              <a:rPr lang="en-US" altLang="en-US" dirty="0"/>
            </a:br>
            <a:r>
              <a:rPr lang="en-GB" altLang="en-US" dirty="0"/>
              <a:t>and appears on one side of transformer only</a:t>
            </a:r>
            <a:br>
              <a:rPr lang="en-GB" altLang="en-US" dirty="0"/>
            </a:br>
            <a:endParaRPr lang="en-GB" altLang="en-US" dirty="0"/>
          </a:p>
          <a:p>
            <a:pPr>
              <a:lnSpc>
                <a:spcPct val="80000"/>
              </a:lnSpc>
            </a:pPr>
            <a:r>
              <a:rPr lang="en-GB" altLang="en-US" dirty="0"/>
              <a:t>Seen as fault by differential relay</a:t>
            </a:r>
          </a:p>
          <a:p>
            <a:pPr marL="0" indent="0">
              <a:lnSpc>
                <a:spcPct val="80000"/>
              </a:lnSpc>
              <a:buNone/>
            </a:pPr>
            <a:endParaRPr lang="en-US" altLang="en-US" dirty="0"/>
          </a:p>
          <a:p>
            <a:pPr>
              <a:lnSpc>
                <a:spcPct val="80000"/>
              </a:lnSpc>
            </a:pPr>
            <a:r>
              <a:rPr lang="en-US" altLang="en-US" dirty="0"/>
              <a:t>A method of restraint is required to avoid trips on closure of the breaker:</a:t>
            </a:r>
            <a:endParaRPr lang="fr-FR" altLang="en-US" dirty="0"/>
          </a:p>
          <a:p>
            <a:pPr lvl="1">
              <a:lnSpc>
                <a:spcPct val="80000"/>
              </a:lnSpc>
            </a:pPr>
            <a:r>
              <a:rPr lang="en-US" altLang="en-US" sz="2000" dirty="0"/>
              <a:t>Inrush current is rich in harmonics: 2nd, 5th etc.</a:t>
            </a:r>
            <a:endParaRPr lang="fr-FR" altLang="en-US" sz="2000" dirty="0"/>
          </a:p>
          <a:p>
            <a:pPr lvl="1">
              <a:lnSpc>
                <a:spcPct val="80000"/>
              </a:lnSpc>
            </a:pPr>
            <a:r>
              <a:rPr lang="en-US" altLang="en-US" sz="2000" dirty="0"/>
              <a:t>Use 2</a:t>
            </a:r>
            <a:r>
              <a:rPr lang="en-US" altLang="en-US" sz="2000" baseline="30000" dirty="0"/>
              <a:t>nd</a:t>
            </a:r>
            <a:r>
              <a:rPr lang="en-US" altLang="en-US" sz="2000" dirty="0"/>
              <a:t> harmonic as the basis to detect inrush</a:t>
            </a:r>
            <a:br>
              <a:rPr lang="en-US" altLang="en-US" sz="2000" dirty="0"/>
            </a:br>
            <a:endParaRPr lang="en-US" altLang="en-US" sz="2000" dirty="0"/>
          </a:p>
          <a:p>
            <a:pPr>
              <a:lnSpc>
                <a:spcPct val="80000"/>
              </a:lnSpc>
            </a:pPr>
            <a:r>
              <a:rPr lang="en-GB" altLang="zh-CN" dirty="0">
                <a:ea typeface="SimSun" panose="02010600030101010101" pitchFamily="2" charset="-122"/>
              </a:rPr>
              <a:t>Low set differential element is conditioned to check that the differential current is not inrush</a:t>
            </a:r>
            <a:br>
              <a:rPr lang="en-GB" altLang="zh-CN" dirty="0">
                <a:ea typeface="SimSun" panose="02010600030101010101" pitchFamily="2" charset="-122"/>
              </a:rPr>
            </a:br>
            <a:endParaRPr lang="en-GB" altLang="zh-CN" dirty="0">
              <a:ea typeface="SimSun" panose="02010600030101010101" pitchFamily="2" charset="-122"/>
            </a:endParaRPr>
          </a:p>
          <a:p>
            <a:pPr>
              <a:lnSpc>
                <a:spcPct val="80000"/>
              </a:lnSpc>
            </a:pPr>
            <a:r>
              <a:rPr lang="en-GB" altLang="zh-CN" dirty="0">
                <a:ea typeface="SimSun" panose="02010600030101010101" pitchFamily="2" charset="-122"/>
              </a:rPr>
              <a:t>High set differential elements do not wait for the inrush calculation</a:t>
            </a:r>
          </a:p>
        </p:txBody>
      </p:sp>
    </p:spTree>
    <p:extLst>
      <p:ext uri="{BB962C8B-B14F-4D97-AF65-F5344CB8AC3E}">
        <p14:creationId xmlns:p14="http://schemas.microsoft.com/office/powerpoint/2010/main" val="231569374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45795">
                                            <p:txEl>
                                              <p:pRg st="0" end="0"/>
                                            </p:txEl>
                                          </p:spTgt>
                                        </p:tgtEl>
                                        <p:attrNameLst>
                                          <p:attrName>style.visibility</p:attrName>
                                        </p:attrNameLst>
                                      </p:cBhvr>
                                      <p:to>
                                        <p:strVal val="visible"/>
                                      </p:to>
                                    </p:set>
                                    <p:animEffect transition="in" filter="blinds(horizontal)">
                                      <p:cBhvr>
                                        <p:cTn id="7" dur="500"/>
                                        <p:tgtEl>
                                          <p:spTgt spid="54579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45795">
                                            <p:txEl>
                                              <p:pRg st="1" end="1"/>
                                            </p:txEl>
                                          </p:spTgt>
                                        </p:tgtEl>
                                        <p:attrNameLst>
                                          <p:attrName>style.visibility</p:attrName>
                                        </p:attrNameLst>
                                      </p:cBhvr>
                                      <p:to>
                                        <p:strVal val="visible"/>
                                      </p:to>
                                    </p:set>
                                    <p:animEffect transition="in" filter="blinds(horizontal)">
                                      <p:cBhvr>
                                        <p:cTn id="12" dur="500"/>
                                        <p:tgtEl>
                                          <p:spTgt spid="54579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545795">
                                            <p:txEl>
                                              <p:pRg st="2" end="2"/>
                                            </p:txEl>
                                          </p:spTgt>
                                        </p:tgtEl>
                                        <p:attrNameLst>
                                          <p:attrName>style.visibility</p:attrName>
                                        </p:attrNameLst>
                                      </p:cBhvr>
                                      <p:to>
                                        <p:strVal val="visible"/>
                                      </p:to>
                                    </p:set>
                                    <p:animEffect transition="in" filter="blinds(horizontal)">
                                      <p:cBhvr>
                                        <p:cTn id="17" dur="500"/>
                                        <p:tgtEl>
                                          <p:spTgt spid="54579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545795">
                                            <p:txEl>
                                              <p:pRg st="4" end="4"/>
                                            </p:txEl>
                                          </p:spTgt>
                                        </p:tgtEl>
                                        <p:attrNameLst>
                                          <p:attrName>style.visibility</p:attrName>
                                        </p:attrNameLst>
                                      </p:cBhvr>
                                      <p:to>
                                        <p:strVal val="visible"/>
                                      </p:to>
                                    </p:set>
                                    <p:animEffect transition="in" filter="blinds(horizontal)">
                                      <p:cBhvr>
                                        <p:cTn id="22" dur="500"/>
                                        <p:tgtEl>
                                          <p:spTgt spid="545795">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545795">
                                            <p:txEl>
                                              <p:pRg st="5" end="5"/>
                                            </p:txEl>
                                          </p:spTgt>
                                        </p:tgtEl>
                                        <p:attrNameLst>
                                          <p:attrName>style.visibility</p:attrName>
                                        </p:attrNameLst>
                                      </p:cBhvr>
                                      <p:to>
                                        <p:strVal val="visible"/>
                                      </p:to>
                                    </p:set>
                                    <p:animEffect transition="in" filter="blinds(horizontal)">
                                      <p:cBhvr>
                                        <p:cTn id="27" dur="500"/>
                                        <p:tgtEl>
                                          <p:spTgt spid="545795">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545795">
                                            <p:txEl>
                                              <p:pRg st="6" end="6"/>
                                            </p:txEl>
                                          </p:spTgt>
                                        </p:tgtEl>
                                        <p:attrNameLst>
                                          <p:attrName>style.visibility</p:attrName>
                                        </p:attrNameLst>
                                      </p:cBhvr>
                                      <p:to>
                                        <p:strVal val="visible"/>
                                      </p:to>
                                    </p:set>
                                    <p:animEffect transition="in" filter="blinds(horizontal)">
                                      <p:cBhvr>
                                        <p:cTn id="32" dur="500"/>
                                        <p:tgtEl>
                                          <p:spTgt spid="545795">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545795">
                                            <p:txEl>
                                              <p:pRg st="7" end="7"/>
                                            </p:txEl>
                                          </p:spTgt>
                                        </p:tgtEl>
                                        <p:attrNameLst>
                                          <p:attrName>style.visibility</p:attrName>
                                        </p:attrNameLst>
                                      </p:cBhvr>
                                      <p:to>
                                        <p:strVal val="visible"/>
                                      </p:to>
                                    </p:set>
                                    <p:animEffect transition="in" filter="blinds(horizontal)">
                                      <p:cBhvr>
                                        <p:cTn id="37" dur="500"/>
                                        <p:tgtEl>
                                          <p:spTgt spid="545795">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545795">
                                            <p:txEl>
                                              <p:pRg st="8" end="8"/>
                                            </p:txEl>
                                          </p:spTgt>
                                        </p:tgtEl>
                                        <p:attrNameLst>
                                          <p:attrName>style.visibility</p:attrName>
                                        </p:attrNameLst>
                                      </p:cBhvr>
                                      <p:to>
                                        <p:strVal val="visible"/>
                                      </p:to>
                                    </p:set>
                                    <p:animEffect transition="in" filter="blinds(horizontal)">
                                      <p:cBhvr>
                                        <p:cTn id="42" dur="500"/>
                                        <p:tgtEl>
                                          <p:spTgt spid="545795">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9330" name="Rectangle 2"/>
          <p:cNvSpPr>
            <a:spLocks noGrp="1" noChangeArrowheads="1"/>
          </p:cNvSpPr>
          <p:nvPr>
            <p:ph type="title"/>
          </p:nvPr>
        </p:nvSpPr>
        <p:spPr/>
        <p:txBody>
          <a:bodyPr/>
          <a:lstStyle/>
          <a:p>
            <a:r>
              <a:rPr lang="fr-FR" altLang="en-US"/>
              <a:t>Typical Magnetising Inrush Waveforms</a:t>
            </a:r>
          </a:p>
        </p:txBody>
      </p:sp>
      <p:sp>
        <p:nvSpPr>
          <p:cNvPr id="739333" name="Rectangle 5"/>
          <p:cNvSpPr>
            <a:spLocks noChangeArrowheads="1"/>
          </p:cNvSpPr>
          <p:nvPr/>
        </p:nvSpPr>
        <p:spPr bwMode="auto">
          <a:xfrm>
            <a:off x="2100263" y="1511300"/>
            <a:ext cx="5364162" cy="4238625"/>
          </a:xfrm>
          <a:prstGeom prst="rect">
            <a:avLst/>
          </a:prstGeom>
          <a:gradFill rotWithShape="0">
            <a:gsLst>
              <a:gs pos="0">
                <a:srgbClr val="A2C1FE"/>
              </a:gs>
              <a:gs pos="50000">
                <a:srgbClr val="A2C1FE">
                  <a:gamma/>
                  <a:tint val="0"/>
                  <a:invGamma/>
                </a:srgbClr>
              </a:gs>
              <a:gs pos="100000">
                <a:srgbClr val="A2C1FE"/>
              </a:gs>
            </a:gsLst>
            <a:lin ang="2700000" scaled="1"/>
          </a:gradFill>
          <a:ln w="12700">
            <a:solidFill>
              <a:srgbClr val="092165"/>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739334" name="Group 6"/>
          <p:cNvGrpSpPr>
            <a:grpSpLocks/>
          </p:cNvGrpSpPr>
          <p:nvPr/>
        </p:nvGrpSpPr>
        <p:grpSpPr bwMode="auto">
          <a:xfrm>
            <a:off x="2387600" y="1916113"/>
            <a:ext cx="4500563" cy="3444875"/>
            <a:chOff x="1932" y="1443"/>
            <a:chExt cx="2835" cy="2170"/>
          </a:xfrm>
        </p:grpSpPr>
        <p:sp>
          <p:nvSpPr>
            <p:cNvPr id="739335" name="Oval 7"/>
            <p:cNvSpPr>
              <a:spLocks noChangeArrowheads="1"/>
            </p:cNvSpPr>
            <p:nvPr/>
          </p:nvSpPr>
          <p:spPr bwMode="auto">
            <a:xfrm>
              <a:off x="2351" y="2053"/>
              <a:ext cx="120" cy="120"/>
            </a:xfrm>
            <a:prstGeom prst="ellipse">
              <a:avLst/>
            </a:prstGeom>
            <a:solidFill>
              <a:srgbClr val="114FFB"/>
            </a:solidFill>
            <a:ln w="12700">
              <a:solidFill>
                <a:srgbClr val="114FFB"/>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39336" name="Freeform 8"/>
            <p:cNvSpPr>
              <a:spLocks/>
            </p:cNvSpPr>
            <p:nvPr/>
          </p:nvSpPr>
          <p:spPr bwMode="auto">
            <a:xfrm>
              <a:off x="2621" y="1443"/>
              <a:ext cx="2146" cy="697"/>
            </a:xfrm>
            <a:custGeom>
              <a:avLst/>
              <a:gdLst>
                <a:gd name="T0" fmla="*/ 0 w 2146"/>
                <a:gd name="T1" fmla="*/ 687 h 697"/>
                <a:gd name="T2" fmla="*/ 102 w 2146"/>
                <a:gd name="T3" fmla="*/ 684 h 697"/>
                <a:gd name="T4" fmla="*/ 135 w 2146"/>
                <a:gd name="T5" fmla="*/ 678 h 697"/>
                <a:gd name="T6" fmla="*/ 150 w 2146"/>
                <a:gd name="T7" fmla="*/ 660 h 697"/>
                <a:gd name="T8" fmla="*/ 159 w 2146"/>
                <a:gd name="T9" fmla="*/ 633 h 697"/>
                <a:gd name="T10" fmla="*/ 210 w 2146"/>
                <a:gd name="T11" fmla="*/ 51 h 697"/>
                <a:gd name="T12" fmla="*/ 216 w 2146"/>
                <a:gd name="T13" fmla="*/ 18 h 697"/>
                <a:gd name="T14" fmla="*/ 228 w 2146"/>
                <a:gd name="T15" fmla="*/ 3 h 697"/>
                <a:gd name="T16" fmla="*/ 252 w 2146"/>
                <a:gd name="T17" fmla="*/ 0 h 697"/>
                <a:gd name="T18" fmla="*/ 276 w 2146"/>
                <a:gd name="T19" fmla="*/ 15 h 697"/>
                <a:gd name="T20" fmla="*/ 288 w 2146"/>
                <a:gd name="T21" fmla="*/ 60 h 697"/>
                <a:gd name="T22" fmla="*/ 414 w 2146"/>
                <a:gd name="T23" fmla="*/ 651 h 697"/>
                <a:gd name="T24" fmla="*/ 423 w 2146"/>
                <a:gd name="T25" fmla="*/ 672 h 697"/>
                <a:gd name="T26" fmla="*/ 459 w 2146"/>
                <a:gd name="T27" fmla="*/ 684 h 697"/>
                <a:gd name="T28" fmla="*/ 552 w 2146"/>
                <a:gd name="T29" fmla="*/ 678 h 697"/>
                <a:gd name="T30" fmla="*/ 558 w 2146"/>
                <a:gd name="T31" fmla="*/ 663 h 697"/>
                <a:gd name="T32" fmla="*/ 624 w 2146"/>
                <a:gd name="T33" fmla="*/ 186 h 697"/>
                <a:gd name="T34" fmla="*/ 630 w 2146"/>
                <a:gd name="T35" fmla="*/ 159 h 697"/>
                <a:gd name="T36" fmla="*/ 648 w 2146"/>
                <a:gd name="T37" fmla="*/ 150 h 697"/>
                <a:gd name="T38" fmla="*/ 672 w 2146"/>
                <a:gd name="T39" fmla="*/ 165 h 697"/>
                <a:gd name="T40" fmla="*/ 792 w 2146"/>
                <a:gd name="T41" fmla="*/ 645 h 697"/>
                <a:gd name="T42" fmla="*/ 807 w 2146"/>
                <a:gd name="T43" fmla="*/ 672 h 697"/>
                <a:gd name="T44" fmla="*/ 840 w 2146"/>
                <a:gd name="T45" fmla="*/ 693 h 697"/>
                <a:gd name="T46" fmla="*/ 936 w 2146"/>
                <a:gd name="T47" fmla="*/ 687 h 697"/>
                <a:gd name="T48" fmla="*/ 957 w 2146"/>
                <a:gd name="T49" fmla="*/ 678 h 697"/>
                <a:gd name="T50" fmla="*/ 963 w 2146"/>
                <a:gd name="T51" fmla="*/ 648 h 697"/>
                <a:gd name="T52" fmla="*/ 1014 w 2146"/>
                <a:gd name="T53" fmla="*/ 243 h 697"/>
                <a:gd name="T54" fmla="*/ 1026 w 2146"/>
                <a:gd name="T55" fmla="*/ 219 h 697"/>
                <a:gd name="T56" fmla="*/ 1047 w 2146"/>
                <a:gd name="T57" fmla="*/ 213 h 697"/>
                <a:gd name="T58" fmla="*/ 1068 w 2146"/>
                <a:gd name="T59" fmla="*/ 231 h 697"/>
                <a:gd name="T60" fmla="*/ 1080 w 2146"/>
                <a:gd name="T61" fmla="*/ 273 h 697"/>
                <a:gd name="T62" fmla="*/ 1170 w 2146"/>
                <a:gd name="T63" fmla="*/ 630 h 697"/>
                <a:gd name="T64" fmla="*/ 1179 w 2146"/>
                <a:gd name="T65" fmla="*/ 654 h 697"/>
                <a:gd name="T66" fmla="*/ 1203 w 2146"/>
                <a:gd name="T67" fmla="*/ 687 h 697"/>
                <a:gd name="T68" fmla="*/ 1245 w 2146"/>
                <a:gd name="T69" fmla="*/ 696 h 697"/>
                <a:gd name="T70" fmla="*/ 1341 w 2146"/>
                <a:gd name="T71" fmla="*/ 696 h 697"/>
                <a:gd name="T72" fmla="*/ 1353 w 2146"/>
                <a:gd name="T73" fmla="*/ 681 h 697"/>
                <a:gd name="T74" fmla="*/ 1356 w 2146"/>
                <a:gd name="T75" fmla="*/ 660 h 697"/>
                <a:gd name="T76" fmla="*/ 1410 w 2146"/>
                <a:gd name="T77" fmla="*/ 294 h 697"/>
                <a:gd name="T78" fmla="*/ 1428 w 2146"/>
                <a:gd name="T79" fmla="*/ 267 h 697"/>
                <a:gd name="T80" fmla="*/ 1446 w 2146"/>
                <a:gd name="T81" fmla="*/ 270 h 697"/>
                <a:gd name="T82" fmla="*/ 1464 w 2146"/>
                <a:gd name="T83" fmla="*/ 291 h 697"/>
                <a:gd name="T84" fmla="*/ 1563 w 2146"/>
                <a:gd name="T85" fmla="*/ 639 h 697"/>
                <a:gd name="T86" fmla="*/ 1587 w 2146"/>
                <a:gd name="T87" fmla="*/ 672 h 697"/>
                <a:gd name="T88" fmla="*/ 1620 w 2146"/>
                <a:gd name="T89" fmla="*/ 684 h 697"/>
                <a:gd name="T90" fmla="*/ 1674 w 2146"/>
                <a:gd name="T91" fmla="*/ 690 h 697"/>
                <a:gd name="T92" fmla="*/ 1755 w 2146"/>
                <a:gd name="T93" fmla="*/ 684 h 697"/>
                <a:gd name="T94" fmla="*/ 1776 w 2146"/>
                <a:gd name="T95" fmla="*/ 669 h 697"/>
                <a:gd name="T96" fmla="*/ 1785 w 2146"/>
                <a:gd name="T97" fmla="*/ 636 h 697"/>
                <a:gd name="T98" fmla="*/ 1806 w 2146"/>
                <a:gd name="T99" fmla="*/ 378 h 697"/>
                <a:gd name="T100" fmla="*/ 1821 w 2146"/>
                <a:gd name="T101" fmla="*/ 309 h 697"/>
                <a:gd name="T102" fmla="*/ 1836 w 2146"/>
                <a:gd name="T103" fmla="*/ 288 h 697"/>
                <a:gd name="T104" fmla="*/ 1869 w 2146"/>
                <a:gd name="T105" fmla="*/ 294 h 697"/>
                <a:gd name="T106" fmla="*/ 1881 w 2146"/>
                <a:gd name="T107" fmla="*/ 315 h 697"/>
                <a:gd name="T108" fmla="*/ 1899 w 2146"/>
                <a:gd name="T109" fmla="*/ 459 h 697"/>
                <a:gd name="T110" fmla="*/ 1920 w 2146"/>
                <a:gd name="T111" fmla="*/ 549 h 697"/>
                <a:gd name="T112" fmla="*/ 1959 w 2146"/>
                <a:gd name="T113" fmla="*/ 624 h 697"/>
                <a:gd name="T114" fmla="*/ 2001 w 2146"/>
                <a:gd name="T115" fmla="*/ 675 h 697"/>
                <a:gd name="T116" fmla="*/ 2028 w 2146"/>
                <a:gd name="T117" fmla="*/ 693 h 697"/>
                <a:gd name="T118" fmla="*/ 2145 w 2146"/>
                <a:gd name="T119" fmla="*/ 693 h 6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146" h="697">
                  <a:moveTo>
                    <a:pt x="0" y="687"/>
                  </a:moveTo>
                  <a:lnTo>
                    <a:pt x="102" y="684"/>
                  </a:lnTo>
                  <a:lnTo>
                    <a:pt x="135" y="678"/>
                  </a:lnTo>
                  <a:lnTo>
                    <a:pt x="150" y="660"/>
                  </a:lnTo>
                  <a:lnTo>
                    <a:pt x="159" y="633"/>
                  </a:lnTo>
                  <a:lnTo>
                    <a:pt x="210" y="51"/>
                  </a:lnTo>
                  <a:lnTo>
                    <a:pt x="216" y="18"/>
                  </a:lnTo>
                  <a:lnTo>
                    <a:pt x="228" y="3"/>
                  </a:lnTo>
                  <a:lnTo>
                    <a:pt x="252" y="0"/>
                  </a:lnTo>
                  <a:lnTo>
                    <a:pt x="276" y="15"/>
                  </a:lnTo>
                  <a:lnTo>
                    <a:pt x="288" y="60"/>
                  </a:lnTo>
                  <a:lnTo>
                    <a:pt x="414" y="651"/>
                  </a:lnTo>
                  <a:lnTo>
                    <a:pt x="423" y="672"/>
                  </a:lnTo>
                  <a:lnTo>
                    <a:pt x="459" y="684"/>
                  </a:lnTo>
                  <a:lnTo>
                    <a:pt x="552" y="678"/>
                  </a:lnTo>
                  <a:lnTo>
                    <a:pt x="558" y="663"/>
                  </a:lnTo>
                  <a:lnTo>
                    <a:pt x="624" y="186"/>
                  </a:lnTo>
                  <a:lnTo>
                    <a:pt x="630" y="159"/>
                  </a:lnTo>
                  <a:lnTo>
                    <a:pt x="648" y="150"/>
                  </a:lnTo>
                  <a:lnTo>
                    <a:pt x="672" y="165"/>
                  </a:lnTo>
                  <a:lnTo>
                    <a:pt x="792" y="645"/>
                  </a:lnTo>
                  <a:lnTo>
                    <a:pt x="807" y="672"/>
                  </a:lnTo>
                  <a:lnTo>
                    <a:pt x="840" y="693"/>
                  </a:lnTo>
                  <a:lnTo>
                    <a:pt x="936" y="687"/>
                  </a:lnTo>
                  <a:lnTo>
                    <a:pt x="957" y="678"/>
                  </a:lnTo>
                  <a:lnTo>
                    <a:pt x="963" y="648"/>
                  </a:lnTo>
                  <a:lnTo>
                    <a:pt x="1014" y="243"/>
                  </a:lnTo>
                  <a:lnTo>
                    <a:pt x="1026" y="219"/>
                  </a:lnTo>
                  <a:lnTo>
                    <a:pt x="1047" y="213"/>
                  </a:lnTo>
                  <a:lnTo>
                    <a:pt x="1068" y="231"/>
                  </a:lnTo>
                  <a:lnTo>
                    <a:pt x="1080" y="273"/>
                  </a:lnTo>
                  <a:lnTo>
                    <a:pt x="1170" y="630"/>
                  </a:lnTo>
                  <a:lnTo>
                    <a:pt x="1179" y="654"/>
                  </a:lnTo>
                  <a:lnTo>
                    <a:pt x="1203" y="687"/>
                  </a:lnTo>
                  <a:lnTo>
                    <a:pt x="1245" y="696"/>
                  </a:lnTo>
                  <a:lnTo>
                    <a:pt x="1341" y="696"/>
                  </a:lnTo>
                  <a:lnTo>
                    <a:pt x="1353" y="681"/>
                  </a:lnTo>
                  <a:lnTo>
                    <a:pt x="1356" y="660"/>
                  </a:lnTo>
                  <a:lnTo>
                    <a:pt x="1410" y="294"/>
                  </a:lnTo>
                  <a:lnTo>
                    <a:pt x="1428" y="267"/>
                  </a:lnTo>
                  <a:lnTo>
                    <a:pt x="1446" y="270"/>
                  </a:lnTo>
                  <a:lnTo>
                    <a:pt x="1464" y="291"/>
                  </a:lnTo>
                  <a:lnTo>
                    <a:pt x="1563" y="639"/>
                  </a:lnTo>
                  <a:lnTo>
                    <a:pt x="1587" y="672"/>
                  </a:lnTo>
                  <a:lnTo>
                    <a:pt x="1620" y="684"/>
                  </a:lnTo>
                  <a:lnTo>
                    <a:pt x="1674" y="690"/>
                  </a:lnTo>
                  <a:lnTo>
                    <a:pt x="1755" y="684"/>
                  </a:lnTo>
                  <a:lnTo>
                    <a:pt x="1776" y="669"/>
                  </a:lnTo>
                  <a:lnTo>
                    <a:pt x="1785" y="636"/>
                  </a:lnTo>
                  <a:lnTo>
                    <a:pt x="1806" y="378"/>
                  </a:lnTo>
                  <a:lnTo>
                    <a:pt x="1821" y="309"/>
                  </a:lnTo>
                  <a:lnTo>
                    <a:pt x="1836" y="288"/>
                  </a:lnTo>
                  <a:lnTo>
                    <a:pt x="1869" y="294"/>
                  </a:lnTo>
                  <a:lnTo>
                    <a:pt x="1881" y="315"/>
                  </a:lnTo>
                  <a:lnTo>
                    <a:pt x="1899" y="459"/>
                  </a:lnTo>
                  <a:lnTo>
                    <a:pt x="1920" y="549"/>
                  </a:lnTo>
                  <a:lnTo>
                    <a:pt x="1959" y="624"/>
                  </a:lnTo>
                  <a:lnTo>
                    <a:pt x="2001" y="675"/>
                  </a:lnTo>
                  <a:lnTo>
                    <a:pt x="2028" y="693"/>
                  </a:lnTo>
                  <a:lnTo>
                    <a:pt x="2145" y="693"/>
                  </a:lnTo>
                </a:path>
              </a:pathLst>
            </a:custGeom>
            <a:noFill/>
            <a:ln w="50800" cap="rnd" cmpd="sng">
              <a:solidFill>
                <a:srgbClr val="114FFB"/>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39337" name="Oval 9"/>
            <p:cNvSpPr>
              <a:spLocks noChangeArrowheads="1"/>
            </p:cNvSpPr>
            <p:nvPr/>
          </p:nvSpPr>
          <p:spPr bwMode="auto">
            <a:xfrm>
              <a:off x="2351" y="2929"/>
              <a:ext cx="120" cy="120"/>
            </a:xfrm>
            <a:prstGeom prst="ellipse">
              <a:avLst/>
            </a:prstGeom>
            <a:solidFill>
              <a:srgbClr val="009900"/>
            </a:solidFill>
            <a:ln w="12700">
              <a:solidFill>
                <a:srgbClr val="00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39338" name="Freeform 10"/>
            <p:cNvSpPr>
              <a:spLocks/>
            </p:cNvSpPr>
            <p:nvPr/>
          </p:nvSpPr>
          <p:spPr bwMode="auto">
            <a:xfrm>
              <a:off x="2642" y="2403"/>
              <a:ext cx="2080" cy="340"/>
            </a:xfrm>
            <a:custGeom>
              <a:avLst/>
              <a:gdLst>
                <a:gd name="T0" fmla="*/ 120 w 2080"/>
                <a:gd name="T1" fmla="*/ 153 h 340"/>
                <a:gd name="T2" fmla="*/ 192 w 2080"/>
                <a:gd name="T3" fmla="*/ 309 h 340"/>
                <a:gd name="T4" fmla="*/ 219 w 2080"/>
                <a:gd name="T5" fmla="*/ 339 h 340"/>
                <a:gd name="T6" fmla="*/ 243 w 2080"/>
                <a:gd name="T7" fmla="*/ 309 h 340"/>
                <a:gd name="T8" fmla="*/ 309 w 2080"/>
                <a:gd name="T9" fmla="*/ 0 h 340"/>
                <a:gd name="T10" fmla="*/ 393 w 2080"/>
                <a:gd name="T11" fmla="*/ 141 h 340"/>
                <a:gd name="T12" fmla="*/ 432 w 2080"/>
                <a:gd name="T13" fmla="*/ 159 h 340"/>
                <a:gd name="T14" fmla="*/ 552 w 2080"/>
                <a:gd name="T15" fmla="*/ 174 h 340"/>
                <a:gd name="T16" fmla="*/ 606 w 2080"/>
                <a:gd name="T17" fmla="*/ 273 h 340"/>
                <a:gd name="T18" fmla="*/ 642 w 2080"/>
                <a:gd name="T19" fmla="*/ 285 h 340"/>
                <a:gd name="T20" fmla="*/ 681 w 2080"/>
                <a:gd name="T21" fmla="*/ 54 h 340"/>
                <a:gd name="T22" fmla="*/ 720 w 2080"/>
                <a:gd name="T23" fmla="*/ 24 h 340"/>
                <a:gd name="T24" fmla="*/ 783 w 2080"/>
                <a:gd name="T25" fmla="*/ 153 h 340"/>
                <a:gd name="T26" fmla="*/ 831 w 2080"/>
                <a:gd name="T27" fmla="*/ 174 h 340"/>
                <a:gd name="T28" fmla="*/ 951 w 2080"/>
                <a:gd name="T29" fmla="*/ 180 h 340"/>
                <a:gd name="T30" fmla="*/ 1017 w 2080"/>
                <a:gd name="T31" fmla="*/ 282 h 340"/>
                <a:gd name="T32" fmla="*/ 1044 w 2080"/>
                <a:gd name="T33" fmla="*/ 264 h 340"/>
                <a:gd name="T34" fmla="*/ 1089 w 2080"/>
                <a:gd name="T35" fmla="*/ 48 h 340"/>
                <a:gd name="T36" fmla="*/ 1137 w 2080"/>
                <a:gd name="T37" fmla="*/ 102 h 340"/>
                <a:gd name="T38" fmla="*/ 1185 w 2080"/>
                <a:gd name="T39" fmla="*/ 168 h 340"/>
                <a:gd name="T40" fmla="*/ 1341 w 2080"/>
                <a:gd name="T41" fmla="*/ 177 h 340"/>
                <a:gd name="T42" fmla="*/ 1410 w 2080"/>
                <a:gd name="T43" fmla="*/ 273 h 340"/>
                <a:gd name="T44" fmla="*/ 1440 w 2080"/>
                <a:gd name="T45" fmla="*/ 288 h 340"/>
                <a:gd name="T46" fmla="*/ 1482 w 2080"/>
                <a:gd name="T47" fmla="*/ 69 h 340"/>
                <a:gd name="T48" fmla="*/ 1530 w 2080"/>
                <a:gd name="T49" fmla="*/ 96 h 340"/>
                <a:gd name="T50" fmla="*/ 1569 w 2080"/>
                <a:gd name="T51" fmla="*/ 165 h 340"/>
                <a:gd name="T52" fmla="*/ 1746 w 2080"/>
                <a:gd name="T53" fmla="*/ 171 h 340"/>
                <a:gd name="T54" fmla="*/ 1803 w 2080"/>
                <a:gd name="T55" fmla="*/ 252 h 340"/>
                <a:gd name="T56" fmla="*/ 1848 w 2080"/>
                <a:gd name="T57" fmla="*/ 261 h 340"/>
                <a:gd name="T58" fmla="*/ 1887 w 2080"/>
                <a:gd name="T59" fmla="*/ 75 h 340"/>
                <a:gd name="T60" fmla="*/ 1920 w 2080"/>
                <a:gd name="T61" fmla="*/ 75 h 340"/>
                <a:gd name="T62" fmla="*/ 1998 w 2080"/>
                <a:gd name="T63" fmla="*/ 177 h 3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080" h="340">
                  <a:moveTo>
                    <a:pt x="0" y="156"/>
                  </a:moveTo>
                  <a:lnTo>
                    <a:pt x="120" y="153"/>
                  </a:lnTo>
                  <a:lnTo>
                    <a:pt x="144" y="168"/>
                  </a:lnTo>
                  <a:lnTo>
                    <a:pt x="192" y="309"/>
                  </a:lnTo>
                  <a:lnTo>
                    <a:pt x="204" y="327"/>
                  </a:lnTo>
                  <a:lnTo>
                    <a:pt x="219" y="339"/>
                  </a:lnTo>
                  <a:lnTo>
                    <a:pt x="237" y="333"/>
                  </a:lnTo>
                  <a:lnTo>
                    <a:pt x="243" y="309"/>
                  </a:lnTo>
                  <a:lnTo>
                    <a:pt x="297" y="18"/>
                  </a:lnTo>
                  <a:lnTo>
                    <a:pt x="309" y="0"/>
                  </a:lnTo>
                  <a:lnTo>
                    <a:pt x="327" y="3"/>
                  </a:lnTo>
                  <a:lnTo>
                    <a:pt x="393" y="141"/>
                  </a:lnTo>
                  <a:lnTo>
                    <a:pt x="408" y="156"/>
                  </a:lnTo>
                  <a:lnTo>
                    <a:pt x="432" y="159"/>
                  </a:lnTo>
                  <a:lnTo>
                    <a:pt x="522" y="159"/>
                  </a:lnTo>
                  <a:lnTo>
                    <a:pt x="552" y="174"/>
                  </a:lnTo>
                  <a:lnTo>
                    <a:pt x="570" y="201"/>
                  </a:lnTo>
                  <a:lnTo>
                    <a:pt x="606" y="273"/>
                  </a:lnTo>
                  <a:lnTo>
                    <a:pt x="624" y="288"/>
                  </a:lnTo>
                  <a:lnTo>
                    <a:pt x="642" y="285"/>
                  </a:lnTo>
                  <a:lnTo>
                    <a:pt x="651" y="267"/>
                  </a:lnTo>
                  <a:lnTo>
                    <a:pt x="681" y="54"/>
                  </a:lnTo>
                  <a:lnTo>
                    <a:pt x="696" y="27"/>
                  </a:lnTo>
                  <a:lnTo>
                    <a:pt x="720" y="24"/>
                  </a:lnTo>
                  <a:lnTo>
                    <a:pt x="738" y="39"/>
                  </a:lnTo>
                  <a:lnTo>
                    <a:pt x="783" y="153"/>
                  </a:lnTo>
                  <a:lnTo>
                    <a:pt x="804" y="168"/>
                  </a:lnTo>
                  <a:lnTo>
                    <a:pt x="831" y="174"/>
                  </a:lnTo>
                  <a:lnTo>
                    <a:pt x="924" y="174"/>
                  </a:lnTo>
                  <a:lnTo>
                    <a:pt x="951" y="180"/>
                  </a:lnTo>
                  <a:lnTo>
                    <a:pt x="996" y="255"/>
                  </a:lnTo>
                  <a:lnTo>
                    <a:pt x="1017" y="282"/>
                  </a:lnTo>
                  <a:lnTo>
                    <a:pt x="1038" y="282"/>
                  </a:lnTo>
                  <a:lnTo>
                    <a:pt x="1044" y="264"/>
                  </a:lnTo>
                  <a:lnTo>
                    <a:pt x="1074" y="60"/>
                  </a:lnTo>
                  <a:lnTo>
                    <a:pt x="1089" y="48"/>
                  </a:lnTo>
                  <a:lnTo>
                    <a:pt x="1116" y="60"/>
                  </a:lnTo>
                  <a:lnTo>
                    <a:pt x="1137" y="102"/>
                  </a:lnTo>
                  <a:lnTo>
                    <a:pt x="1161" y="156"/>
                  </a:lnTo>
                  <a:lnTo>
                    <a:pt x="1185" y="168"/>
                  </a:lnTo>
                  <a:lnTo>
                    <a:pt x="1215" y="174"/>
                  </a:lnTo>
                  <a:lnTo>
                    <a:pt x="1341" y="177"/>
                  </a:lnTo>
                  <a:lnTo>
                    <a:pt x="1356" y="189"/>
                  </a:lnTo>
                  <a:lnTo>
                    <a:pt x="1410" y="273"/>
                  </a:lnTo>
                  <a:lnTo>
                    <a:pt x="1425" y="288"/>
                  </a:lnTo>
                  <a:lnTo>
                    <a:pt x="1440" y="288"/>
                  </a:lnTo>
                  <a:lnTo>
                    <a:pt x="1473" y="81"/>
                  </a:lnTo>
                  <a:lnTo>
                    <a:pt x="1482" y="69"/>
                  </a:lnTo>
                  <a:lnTo>
                    <a:pt x="1506" y="63"/>
                  </a:lnTo>
                  <a:lnTo>
                    <a:pt x="1530" y="96"/>
                  </a:lnTo>
                  <a:lnTo>
                    <a:pt x="1551" y="150"/>
                  </a:lnTo>
                  <a:lnTo>
                    <a:pt x="1569" y="165"/>
                  </a:lnTo>
                  <a:lnTo>
                    <a:pt x="1707" y="165"/>
                  </a:lnTo>
                  <a:lnTo>
                    <a:pt x="1746" y="171"/>
                  </a:lnTo>
                  <a:lnTo>
                    <a:pt x="1785" y="207"/>
                  </a:lnTo>
                  <a:lnTo>
                    <a:pt x="1803" y="252"/>
                  </a:lnTo>
                  <a:lnTo>
                    <a:pt x="1827" y="273"/>
                  </a:lnTo>
                  <a:lnTo>
                    <a:pt x="1848" y="261"/>
                  </a:lnTo>
                  <a:lnTo>
                    <a:pt x="1851" y="228"/>
                  </a:lnTo>
                  <a:lnTo>
                    <a:pt x="1887" y="75"/>
                  </a:lnTo>
                  <a:lnTo>
                    <a:pt x="1899" y="69"/>
                  </a:lnTo>
                  <a:lnTo>
                    <a:pt x="1920" y="75"/>
                  </a:lnTo>
                  <a:lnTo>
                    <a:pt x="1977" y="162"/>
                  </a:lnTo>
                  <a:lnTo>
                    <a:pt x="1998" y="177"/>
                  </a:lnTo>
                  <a:lnTo>
                    <a:pt x="2079" y="174"/>
                  </a:lnTo>
                </a:path>
              </a:pathLst>
            </a:custGeom>
            <a:noFill/>
            <a:ln w="50800" cap="rnd" cmpd="sng">
              <a:solidFill>
                <a:srgbClr val="FABB54"/>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39339" name="Freeform 11"/>
            <p:cNvSpPr>
              <a:spLocks/>
            </p:cNvSpPr>
            <p:nvPr/>
          </p:nvSpPr>
          <p:spPr bwMode="auto">
            <a:xfrm>
              <a:off x="2669" y="3003"/>
              <a:ext cx="2068" cy="610"/>
            </a:xfrm>
            <a:custGeom>
              <a:avLst/>
              <a:gdLst>
                <a:gd name="T0" fmla="*/ 84 w 2068"/>
                <a:gd name="T1" fmla="*/ 6 h 610"/>
                <a:gd name="T2" fmla="*/ 141 w 2068"/>
                <a:gd name="T3" fmla="*/ 69 h 610"/>
                <a:gd name="T4" fmla="*/ 195 w 2068"/>
                <a:gd name="T5" fmla="*/ 228 h 610"/>
                <a:gd name="T6" fmla="*/ 204 w 2068"/>
                <a:gd name="T7" fmla="*/ 390 h 610"/>
                <a:gd name="T8" fmla="*/ 237 w 2068"/>
                <a:gd name="T9" fmla="*/ 585 h 610"/>
                <a:gd name="T10" fmla="*/ 279 w 2068"/>
                <a:gd name="T11" fmla="*/ 606 h 610"/>
                <a:gd name="T12" fmla="*/ 369 w 2068"/>
                <a:gd name="T13" fmla="*/ 57 h 610"/>
                <a:gd name="T14" fmla="*/ 411 w 2068"/>
                <a:gd name="T15" fmla="*/ 12 h 610"/>
                <a:gd name="T16" fmla="*/ 540 w 2068"/>
                <a:gd name="T17" fmla="*/ 27 h 610"/>
                <a:gd name="T18" fmla="*/ 609 w 2068"/>
                <a:gd name="T19" fmla="*/ 174 h 610"/>
                <a:gd name="T20" fmla="*/ 663 w 2068"/>
                <a:gd name="T21" fmla="*/ 450 h 610"/>
                <a:gd name="T22" fmla="*/ 693 w 2068"/>
                <a:gd name="T23" fmla="*/ 447 h 610"/>
                <a:gd name="T24" fmla="*/ 762 w 2068"/>
                <a:gd name="T25" fmla="*/ 24 h 610"/>
                <a:gd name="T26" fmla="*/ 900 w 2068"/>
                <a:gd name="T27" fmla="*/ 9 h 610"/>
                <a:gd name="T28" fmla="*/ 963 w 2068"/>
                <a:gd name="T29" fmla="*/ 75 h 610"/>
                <a:gd name="T30" fmla="*/ 1029 w 2068"/>
                <a:gd name="T31" fmla="*/ 363 h 610"/>
                <a:gd name="T32" fmla="*/ 1062 w 2068"/>
                <a:gd name="T33" fmla="*/ 435 h 610"/>
                <a:gd name="T34" fmla="*/ 1086 w 2068"/>
                <a:gd name="T35" fmla="*/ 384 h 610"/>
                <a:gd name="T36" fmla="*/ 1158 w 2068"/>
                <a:gd name="T37" fmla="*/ 27 h 610"/>
                <a:gd name="T38" fmla="*/ 1269 w 2068"/>
                <a:gd name="T39" fmla="*/ 0 h 610"/>
                <a:gd name="T40" fmla="*/ 1374 w 2068"/>
                <a:gd name="T41" fmla="*/ 93 h 610"/>
                <a:gd name="T42" fmla="*/ 1428 w 2068"/>
                <a:gd name="T43" fmla="*/ 330 h 610"/>
                <a:gd name="T44" fmla="*/ 1467 w 2068"/>
                <a:gd name="T45" fmla="*/ 390 h 610"/>
                <a:gd name="T46" fmla="*/ 1491 w 2068"/>
                <a:gd name="T47" fmla="*/ 336 h 610"/>
                <a:gd name="T48" fmla="*/ 1548 w 2068"/>
                <a:gd name="T49" fmla="*/ 30 h 610"/>
                <a:gd name="T50" fmla="*/ 1623 w 2068"/>
                <a:gd name="T51" fmla="*/ 9 h 610"/>
                <a:gd name="T52" fmla="*/ 1761 w 2068"/>
                <a:gd name="T53" fmla="*/ 42 h 610"/>
                <a:gd name="T54" fmla="*/ 1827 w 2068"/>
                <a:gd name="T55" fmla="*/ 183 h 610"/>
                <a:gd name="T56" fmla="*/ 1848 w 2068"/>
                <a:gd name="T57" fmla="*/ 312 h 610"/>
                <a:gd name="T58" fmla="*/ 1881 w 2068"/>
                <a:gd name="T59" fmla="*/ 363 h 610"/>
                <a:gd name="T60" fmla="*/ 1908 w 2068"/>
                <a:gd name="T61" fmla="*/ 264 h 610"/>
                <a:gd name="T62" fmla="*/ 1941 w 2068"/>
                <a:gd name="T63" fmla="*/ 33 h 610"/>
                <a:gd name="T64" fmla="*/ 2067 w 2068"/>
                <a:gd name="T65" fmla="*/ 12 h 6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068" h="610">
                  <a:moveTo>
                    <a:pt x="0" y="3"/>
                  </a:moveTo>
                  <a:lnTo>
                    <a:pt x="84" y="6"/>
                  </a:lnTo>
                  <a:lnTo>
                    <a:pt x="120" y="24"/>
                  </a:lnTo>
                  <a:lnTo>
                    <a:pt x="141" y="69"/>
                  </a:lnTo>
                  <a:lnTo>
                    <a:pt x="168" y="132"/>
                  </a:lnTo>
                  <a:lnTo>
                    <a:pt x="195" y="228"/>
                  </a:lnTo>
                  <a:lnTo>
                    <a:pt x="204" y="282"/>
                  </a:lnTo>
                  <a:lnTo>
                    <a:pt x="204" y="390"/>
                  </a:lnTo>
                  <a:lnTo>
                    <a:pt x="219" y="510"/>
                  </a:lnTo>
                  <a:lnTo>
                    <a:pt x="237" y="585"/>
                  </a:lnTo>
                  <a:lnTo>
                    <a:pt x="258" y="609"/>
                  </a:lnTo>
                  <a:lnTo>
                    <a:pt x="279" y="606"/>
                  </a:lnTo>
                  <a:lnTo>
                    <a:pt x="294" y="579"/>
                  </a:lnTo>
                  <a:lnTo>
                    <a:pt x="369" y="57"/>
                  </a:lnTo>
                  <a:lnTo>
                    <a:pt x="387" y="27"/>
                  </a:lnTo>
                  <a:lnTo>
                    <a:pt x="411" y="12"/>
                  </a:lnTo>
                  <a:lnTo>
                    <a:pt x="477" y="6"/>
                  </a:lnTo>
                  <a:lnTo>
                    <a:pt x="540" y="27"/>
                  </a:lnTo>
                  <a:lnTo>
                    <a:pt x="579" y="78"/>
                  </a:lnTo>
                  <a:lnTo>
                    <a:pt x="609" y="174"/>
                  </a:lnTo>
                  <a:lnTo>
                    <a:pt x="648" y="387"/>
                  </a:lnTo>
                  <a:lnTo>
                    <a:pt x="663" y="450"/>
                  </a:lnTo>
                  <a:lnTo>
                    <a:pt x="681" y="471"/>
                  </a:lnTo>
                  <a:lnTo>
                    <a:pt x="693" y="447"/>
                  </a:lnTo>
                  <a:lnTo>
                    <a:pt x="744" y="69"/>
                  </a:lnTo>
                  <a:lnTo>
                    <a:pt x="762" y="24"/>
                  </a:lnTo>
                  <a:lnTo>
                    <a:pt x="786" y="12"/>
                  </a:lnTo>
                  <a:lnTo>
                    <a:pt x="900" y="9"/>
                  </a:lnTo>
                  <a:lnTo>
                    <a:pt x="939" y="27"/>
                  </a:lnTo>
                  <a:lnTo>
                    <a:pt x="963" y="75"/>
                  </a:lnTo>
                  <a:lnTo>
                    <a:pt x="1014" y="231"/>
                  </a:lnTo>
                  <a:lnTo>
                    <a:pt x="1029" y="363"/>
                  </a:lnTo>
                  <a:lnTo>
                    <a:pt x="1047" y="414"/>
                  </a:lnTo>
                  <a:lnTo>
                    <a:pt x="1062" y="435"/>
                  </a:lnTo>
                  <a:lnTo>
                    <a:pt x="1086" y="417"/>
                  </a:lnTo>
                  <a:lnTo>
                    <a:pt x="1086" y="384"/>
                  </a:lnTo>
                  <a:lnTo>
                    <a:pt x="1134" y="69"/>
                  </a:lnTo>
                  <a:lnTo>
                    <a:pt x="1158" y="27"/>
                  </a:lnTo>
                  <a:lnTo>
                    <a:pt x="1215" y="0"/>
                  </a:lnTo>
                  <a:lnTo>
                    <a:pt x="1269" y="0"/>
                  </a:lnTo>
                  <a:lnTo>
                    <a:pt x="1335" y="27"/>
                  </a:lnTo>
                  <a:lnTo>
                    <a:pt x="1374" y="93"/>
                  </a:lnTo>
                  <a:lnTo>
                    <a:pt x="1407" y="231"/>
                  </a:lnTo>
                  <a:lnTo>
                    <a:pt x="1428" y="330"/>
                  </a:lnTo>
                  <a:lnTo>
                    <a:pt x="1440" y="369"/>
                  </a:lnTo>
                  <a:lnTo>
                    <a:pt x="1467" y="390"/>
                  </a:lnTo>
                  <a:lnTo>
                    <a:pt x="1482" y="372"/>
                  </a:lnTo>
                  <a:lnTo>
                    <a:pt x="1491" y="336"/>
                  </a:lnTo>
                  <a:lnTo>
                    <a:pt x="1536" y="57"/>
                  </a:lnTo>
                  <a:lnTo>
                    <a:pt x="1548" y="30"/>
                  </a:lnTo>
                  <a:lnTo>
                    <a:pt x="1572" y="15"/>
                  </a:lnTo>
                  <a:lnTo>
                    <a:pt x="1623" y="9"/>
                  </a:lnTo>
                  <a:lnTo>
                    <a:pt x="1728" y="12"/>
                  </a:lnTo>
                  <a:lnTo>
                    <a:pt x="1761" y="42"/>
                  </a:lnTo>
                  <a:lnTo>
                    <a:pt x="1800" y="111"/>
                  </a:lnTo>
                  <a:lnTo>
                    <a:pt x="1827" y="183"/>
                  </a:lnTo>
                  <a:lnTo>
                    <a:pt x="1833" y="252"/>
                  </a:lnTo>
                  <a:lnTo>
                    <a:pt x="1848" y="312"/>
                  </a:lnTo>
                  <a:lnTo>
                    <a:pt x="1857" y="351"/>
                  </a:lnTo>
                  <a:lnTo>
                    <a:pt x="1881" y="363"/>
                  </a:lnTo>
                  <a:lnTo>
                    <a:pt x="1899" y="336"/>
                  </a:lnTo>
                  <a:lnTo>
                    <a:pt x="1908" y="264"/>
                  </a:lnTo>
                  <a:lnTo>
                    <a:pt x="1926" y="69"/>
                  </a:lnTo>
                  <a:lnTo>
                    <a:pt x="1941" y="33"/>
                  </a:lnTo>
                  <a:lnTo>
                    <a:pt x="1968" y="9"/>
                  </a:lnTo>
                  <a:lnTo>
                    <a:pt x="2067" y="12"/>
                  </a:lnTo>
                </a:path>
              </a:pathLst>
            </a:custGeom>
            <a:noFill/>
            <a:ln w="50800" cap="rnd" cmpd="sng">
              <a:solidFill>
                <a:srgbClr val="0099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39340" name="Rectangle 12"/>
            <p:cNvSpPr>
              <a:spLocks noChangeArrowheads="1"/>
            </p:cNvSpPr>
            <p:nvPr/>
          </p:nvSpPr>
          <p:spPr bwMode="auto">
            <a:xfrm>
              <a:off x="1932" y="1970"/>
              <a:ext cx="262" cy="3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lnSpc>
                  <a:spcPct val="100000"/>
                </a:lnSpc>
                <a:spcBef>
                  <a:spcPct val="0"/>
                </a:spcBef>
                <a:buClrTx/>
                <a:buSzTx/>
                <a:buFontTx/>
                <a:buNone/>
              </a:pPr>
              <a:r>
                <a:rPr lang="en-GB" altLang="en-US" i="0">
                  <a:solidFill>
                    <a:schemeClr val="tx2"/>
                  </a:solidFill>
                  <a:latin typeface="FuturaA Md BT" pitchFamily="34" charset="0"/>
                </a:rPr>
                <a:t>A</a:t>
              </a:r>
            </a:p>
          </p:txBody>
        </p:sp>
        <p:sp>
          <p:nvSpPr>
            <p:cNvPr id="739341" name="Rectangle 13"/>
            <p:cNvSpPr>
              <a:spLocks noChangeArrowheads="1"/>
            </p:cNvSpPr>
            <p:nvPr/>
          </p:nvSpPr>
          <p:spPr bwMode="auto">
            <a:xfrm>
              <a:off x="1932" y="2812"/>
              <a:ext cx="275" cy="3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lnSpc>
                  <a:spcPct val="100000"/>
                </a:lnSpc>
                <a:spcBef>
                  <a:spcPct val="0"/>
                </a:spcBef>
                <a:buClrTx/>
                <a:buSzTx/>
                <a:buFontTx/>
                <a:buNone/>
              </a:pPr>
              <a:r>
                <a:rPr lang="en-GB" altLang="en-US" i="0">
                  <a:solidFill>
                    <a:schemeClr val="tx2"/>
                  </a:solidFill>
                  <a:latin typeface="FuturaA Md BT" pitchFamily="34" charset="0"/>
                </a:rPr>
                <a:t>C</a:t>
              </a:r>
            </a:p>
          </p:txBody>
        </p:sp>
        <p:sp>
          <p:nvSpPr>
            <p:cNvPr id="739342" name="Oval 14"/>
            <p:cNvSpPr>
              <a:spLocks noChangeArrowheads="1"/>
            </p:cNvSpPr>
            <p:nvPr/>
          </p:nvSpPr>
          <p:spPr bwMode="auto">
            <a:xfrm>
              <a:off x="2351" y="2499"/>
              <a:ext cx="120" cy="120"/>
            </a:xfrm>
            <a:prstGeom prst="ellipse">
              <a:avLst/>
            </a:prstGeom>
            <a:solidFill>
              <a:srgbClr val="FABB54"/>
            </a:solidFill>
            <a:ln w="12700">
              <a:solidFill>
                <a:srgbClr val="FABB54"/>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39343" name="Rectangle 15"/>
            <p:cNvSpPr>
              <a:spLocks noChangeArrowheads="1"/>
            </p:cNvSpPr>
            <p:nvPr/>
          </p:nvSpPr>
          <p:spPr bwMode="auto">
            <a:xfrm>
              <a:off x="1932" y="2394"/>
              <a:ext cx="243" cy="3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lnSpc>
                  <a:spcPct val="100000"/>
                </a:lnSpc>
                <a:spcBef>
                  <a:spcPct val="0"/>
                </a:spcBef>
                <a:buClrTx/>
                <a:buSzTx/>
                <a:buFontTx/>
                <a:buNone/>
              </a:pPr>
              <a:r>
                <a:rPr lang="en-GB" altLang="en-US" i="0">
                  <a:solidFill>
                    <a:schemeClr val="tx2"/>
                  </a:solidFill>
                  <a:latin typeface="FuturaA Md BT" pitchFamily="34" charset="0"/>
                </a:rPr>
                <a:t>B</a:t>
              </a:r>
            </a:p>
          </p:txBody>
        </p:sp>
      </p:grpSp>
    </p:spTree>
    <p:extLst>
      <p:ext uri="{BB962C8B-B14F-4D97-AF65-F5344CB8AC3E}">
        <p14:creationId xmlns:p14="http://schemas.microsoft.com/office/powerpoint/2010/main" val="127083222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7170" name="Rectangle 2"/>
          <p:cNvSpPr>
            <a:spLocks noGrp="1" noChangeArrowheads="1"/>
          </p:cNvSpPr>
          <p:nvPr>
            <p:ph type="title"/>
          </p:nvPr>
        </p:nvSpPr>
        <p:spPr/>
        <p:txBody>
          <a:bodyPr/>
          <a:lstStyle/>
          <a:p>
            <a:r>
              <a:rPr lang="en-GB" altLang="zh-CN" sz="3200" dirty="0">
                <a:ea typeface="SimSun" panose="02010600030101010101" pitchFamily="2" charset="-122"/>
              </a:rPr>
              <a:t>Transformer Differential (87T)</a:t>
            </a:r>
            <a:br>
              <a:rPr lang="en-GB" altLang="zh-CN" sz="3200" dirty="0">
                <a:ea typeface="SimSun" panose="02010600030101010101" pitchFamily="2" charset="-122"/>
              </a:rPr>
            </a:br>
            <a:r>
              <a:rPr lang="en-GB" altLang="zh-CN" sz="2400" dirty="0">
                <a:ea typeface="SimSun" panose="02010600030101010101" pitchFamily="2" charset="-122"/>
              </a:rPr>
              <a:t>Inrush stabilisation (second harmonic blocking)</a:t>
            </a:r>
          </a:p>
        </p:txBody>
      </p:sp>
      <p:sp>
        <p:nvSpPr>
          <p:cNvPr id="647173" name="Rectangle 5"/>
          <p:cNvSpPr>
            <a:spLocks noChangeArrowheads="1"/>
          </p:cNvSpPr>
          <p:nvPr/>
        </p:nvSpPr>
        <p:spPr bwMode="auto">
          <a:xfrm>
            <a:off x="0" y="22431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647178" name="Rectangle 10"/>
          <p:cNvSpPr>
            <a:spLocks noChangeArrowheads="1"/>
          </p:cNvSpPr>
          <p:nvPr/>
        </p:nvSpPr>
        <p:spPr bwMode="auto">
          <a:xfrm>
            <a:off x="0" y="2071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647180" name="Rectangle 12"/>
          <p:cNvSpPr>
            <a:spLocks noChangeArrowheads="1"/>
          </p:cNvSpPr>
          <p:nvPr/>
        </p:nvSpPr>
        <p:spPr bwMode="auto">
          <a:xfrm>
            <a:off x="0" y="9667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aphicFrame>
        <p:nvGraphicFramePr>
          <p:cNvPr id="647179" name="Object 11"/>
          <p:cNvGraphicFramePr>
            <a:graphicFrameLocks noChangeAspect="1"/>
          </p:cNvGraphicFramePr>
          <p:nvPr/>
        </p:nvGraphicFramePr>
        <p:xfrm>
          <a:off x="2627313" y="1304925"/>
          <a:ext cx="4090987" cy="5221288"/>
        </p:xfrm>
        <a:graphic>
          <a:graphicData uri="http://schemas.openxmlformats.org/presentationml/2006/ole">
            <mc:AlternateContent xmlns:mc="http://schemas.openxmlformats.org/markup-compatibility/2006">
              <mc:Choice xmlns:v="urn:schemas-microsoft-com:vml" Requires="v">
                <p:oleObj spid="_x0000_s831549" name="Visio" r:id="rId4" imgW="7605141" imgH="7831836" progId="Visio.Drawing.11">
                  <p:embed/>
                </p:oleObj>
              </mc:Choice>
              <mc:Fallback>
                <p:oleObj name="Visio" r:id="rId4" imgW="7605141" imgH="7831836" progId="Visio.Drawing.11">
                  <p:embed/>
                  <p:pic>
                    <p:nvPicPr>
                      <p:cNvPr id="647179" name="Object 11"/>
                      <p:cNvPicPr>
                        <a:picLocks noChangeAspect="1" noChangeArrowheads="1"/>
                      </p:cNvPicPr>
                      <p:nvPr/>
                    </p:nvPicPr>
                    <p:blipFill>
                      <a:blip r:embed="rId5">
                        <a:extLst>
                          <a:ext uri="{28A0092B-C50C-407E-A947-70E740481C1C}">
                            <a14:useLocalDpi xmlns:a14="http://schemas.microsoft.com/office/drawing/2010/main" val="0"/>
                          </a:ext>
                        </a:extLst>
                      </a:blip>
                      <a:srcRect l="18993" r="10660" b="12799"/>
                      <a:stretch>
                        <a:fillRect/>
                      </a:stretch>
                    </p:blipFill>
                    <p:spPr bwMode="auto">
                      <a:xfrm>
                        <a:off x="2627313" y="1304925"/>
                        <a:ext cx="4090987" cy="5221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40307196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9220" name="Rectangle 4"/>
          <p:cNvSpPr>
            <a:spLocks noGrp="1" noChangeArrowheads="1"/>
          </p:cNvSpPr>
          <p:nvPr>
            <p:ph type="title"/>
          </p:nvPr>
        </p:nvSpPr>
        <p:spPr>
          <a:noFill/>
          <a:ln/>
          <a:extLst>
            <a:ext uri="{AF507438-7753-43E0-B8FC-AC1667EBCBE1}">
              <a14:hiddenEffects xmlns:a14="http://schemas.microsoft.com/office/drawing/2010/main">
                <a:effectLst>
                  <a:outerShdw dist="17961" dir="2700000" algn="ctr" rotWithShape="0">
                    <a:schemeClr val="folHlink"/>
                  </a:outerShdw>
                </a:effectLst>
              </a14:hiddenEffects>
            </a:ext>
          </a:extLst>
        </p:spPr>
        <p:txBody>
          <a:bodyPr/>
          <a:lstStyle/>
          <a:p>
            <a:r>
              <a:rPr lang="en-GB" altLang="zh-CN" sz="3200" dirty="0">
                <a:ea typeface="SimSun" panose="02010600030101010101" pitchFamily="2" charset="-122"/>
              </a:rPr>
              <a:t>Transformer Differential (87T)</a:t>
            </a:r>
            <a:br>
              <a:rPr lang="en-GB" altLang="zh-CN" sz="3200" dirty="0">
                <a:ea typeface="SimSun" panose="02010600030101010101" pitchFamily="2" charset="-122"/>
              </a:rPr>
            </a:br>
            <a:r>
              <a:rPr lang="en-GB" altLang="zh-CN" sz="3200" dirty="0">
                <a:ea typeface="SimSun" panose="02010600030101010101" pitchFamily="2" charset="-122"/>
              </a:rPr>
              <a:t>Fifth harmonic restraint</a:t>
            </a:r>
          </a:p>
        </p:txBody>
      </p:sp>
      <p:sp>
        <p:nvSpPr>
          <p:cNvPr id="649225" name="Rectangle 9"/>
          <p:cNvSpPr>
            <a:spLocks noChangeArrowheads="1"/>
          </p:cNvSpPr>
          <p:nvPr/>
        </p:nvSpPr>
        <p:spPr bwMode="auto">
          <a:xfrm>
            <a:off x="0" y="22431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649229" name="Rectangle 13"/>
          <p:cNvSpPr>
            <a:spLocks noChangeArrowheads="1"/>
          </p:cNvSpPr>
          <p:nvPr/>
        </p:nvSpPr>
        <p:spPr bwMode="auto">
          <a:xfrm>
            <a:off x="0" y="11287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aphicFrame>
        <p:nvGraphicFramePr>
          <p:cNvPr id="649228" name="Object 12"/>
          <p:cNvGraphicFramePr>
            <a:graphicFrameLocks noChangeAspect="1"/>
          </p:cNvGraphicFramePr>
          <p:nvPr/>
        </p:nvGraphicFramePr>
        <p:xfrm>
          <a:off x="2582863" y="1376363"/>
          <a:ext cx="4616450" cy="5148262"/>
        </p:xfrm>
        <a:graphic>
          <a:graphicData uri="http://schemas.openxmlformats.org/presentationml/2006/ole">
            <mc:AlternateContent xmlns:mc="http://schemas.openxmlformats.org/markup-compatibility/2006">
              <mc:Choice xmlns:v="urn:schemas-microsoft-com:vml" Requires="v">
                <p:oleObj spid="_x0000_s832573" name="Visio" r:id="rId4" imgW="6856095" imgH="6597015" progId="Visio.Drawing.11">
                  <p:embed/>
                </p:oleObj>
              </mc:Choice>
              <mc:Fallback>
                <p:oleObj name="Visio" r:id="rId4" imgW="6856095" imgH="6597015" progId="Visio.Drawing.11">
                  <p:embed/>
                  <p:pic>
                    <p:nvPicPr>
                      <p:cNvPr id="649228" name="Object 12"/>
                      <p:cNvPicPr>
                        <a:picLocks noChangeAspect="1" noChangeArrowheads="1"/>
                      </p:cNvPicPr>
                      <p:nvPr/>
                    </p:nvPicPr>
                    <p:blipFill>
                      <a:blip r:embed="rId5">
                        <a:extLst>
                          <a:ext uri="{28A0092B-C50C-407E-A947-70E740481C1C}">
                            <a14:useLocalDpi xmlns:a14="http://schemas.microsoft.com/office/drawing/2010/main" val="0"/>
                          </a:ext>
                        </a:extLst>
                      </a:blip>
                      <a:srcRect l="13379" r="11435" b="12703"/>
                      <a:stretch>
                        <a:fillRect/>
                      </a:stretch>
                    </p:blipFill>
                    <p:spPr bwMode="auto">
                      <a:xfrm>
                        <a:off x="2582863" y="1376363"/>
                        <a:ext cx="4616450" cy="51482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73623668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8850" name="Rectangle 2"/>
          <p:cNvSpPr>
            <a:spLocks noGrp="1" noChangeArrowheads="1"/>
          </p:cNvSpPr>
          <p:nvPr>
            <p:ph type="title"/>
          </p:nvPr>
        </p:nvSpPr>
        <p:spPr>
          <a:xfrm>
            <a:off x="431800" y="77789"/>
            <a:ext cx="8280400" cy="592102"/>
          </a:xfrm>
        </p:spPr>
        <p:txBody>
          <a:bodyPr/>
          <a:lstStyle/>
          <a:p>
            <a:r>
              <a:rPr lang="fr-FR" altLang="en-US" sz="3200" dirty="0" err="1"/>
              <a:t>Differential</a:t>
            </a:r>
            <a:r>
              <a:rPr lang="fr-FR" altLang="en-US" sz="3200" dirty="0"/>
              <a:t> Protection</a:t>
            </a:r>
          </a:p>
        </p:txBody>
      </p:sp>
      <p:grpSp>
        <p:nvGrpSpPr>
          <p:cNvPr id="718904" name="Group 56"/>
          <p:cNvGrpSpPr>
            <a:grpSpLocks/>
          </p:cNvGrpSpPr>
          <p:nvPr/>
        </p:nvGrpSpPr>
        <p:grpSpPr bwMode="auto">
          <a:xfrm>
            <a:off x="1473314" y="1160053"/>
            <a:ext cx="6275388" cy="2692400"/>
            <a:chOff x="1116" y="565"/>
            <a:chExt cx="3953" cy="1696"/>
          </a:xfrm>
        </p:grpSpPr>
        <p:sp>
          <p:nvSpPr>
            <p:cNvPr id="718853" name="Line 5"/>
            <p:cNvSpPr>
              <a:spLocks noChangeShapeType="1"/>
            </p:cNvSpPr>
            <p:nvPr/>
          </p:nvSpPr>
          <p:spPr bwMode="auto">
            <a:xfrm>
              <a:off x="3074" y="1622"/>
              <a:ext cx="1" cy="639"/>
            </a:xfrm>
            <a:prstGeom prst="line">
              <a:avLst/>
            </a:prstGeom>
            <a:noFill/>
            <a:ln w="19050">
              <a:solidFill>
                <a:srgbClr val="FF0000"/>
              </a:solidFill>
              <a:prstDash val="sysDash"/>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8854" name="Oval 6"/>
            <p:cNvSpPr>
              <a:spLocks noChangeArrowheads="1"/>
            </p:cNvSpPr>
            <p:nvPr/>
          </p:nvSpPr>
          <p:spPr bwMode="auto">
            <a:xfrm>
              <a:off x="2931" y="1769"/>
              <a:ext cx="288" cy="288"/>
            </a:xfrm>
            <a:prstGeom prst="ellipse">
              <a:avLst/>
            </a:prstGeom>
            <a:solidFill>
              <a:srgbClr val="FFFFFF"/>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8855" name="Rectangle 7"/>
            <p:cNvSpPr>
              <a:spLocks noChangeArrowheads="1"/>
            </p:cNvSpPr>
            <p:nvPr/>
          </p:nvSpPr>
          <p:spPr bwMode="auto">
            <a:xfrm>
              <a:off x="4823" y="853"/>
              <a:ext cx="246" cy="20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lnSpc>
                  <a:spcPct val="100000"/>
                </a:lnSpc>
                <a:spcBef>
                  <a:spcPct val="0"/>
                </a:spcBef>
                <a:buClrTx/>
                <a:buSzTx/>
                <a:buFontTx/>
                <a:buNone/>
              </a:pPr>
              <a:r>
                <a:rPr lang="en-GB" altLang="en-US" sz="1600" b="0" i="0">
                  <a:latin typeface="FuturaA Md BT" pitchFamily="34" charset="0"/>
                </a:rPr>
                <a:t>LV</a:t>
              </a:r>
            </a:p>
          </p:txBody>
        </p:sp>
        <p:sp>
          <p:nvSpPr>
            <p:cNvPr id="718856" name="Rectangle 8"/>
            <p:cNvSpPr>
              <a:spLocks noChangeArrowheads="1"/>
            </p:cNvSpPr>
            <p:nvPr/>
          </p:nvSpPr>
          <p:spPr bwMode="auto">
            <a:xfrm>
              <a:off x="3026" y="1825"/>
              <a:ext cx="140" cy="1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lnSpc>
                  <a:spcPct val="100000"/>
                </a:lnSpc>
                <a:spcBef>
                  <a:spcPct val="0"/>
                </a:spcBef>
                <a:buClrTx/>
                <a:buSzTx/>
                <a:buFontTx/>
                <a:buNone/>
              </a:pPr>
              <a:r>
                <a:rPr lang="en-GB" altLang="en-US" sz="1600" b="0" i="0">
                  <a:latin typeface="FuturaA Md BT" pitchFamily="34" charset="0"/>
                </a:rPr>
                <a:t>R</a:t>
              </a:r>
            </a:p>
          </p:txBody>
        </p:sp>
        <p:sp>
          <p:nvSpPr>
            <p:cNvPr id="718857" name="Rectangle 9"/>
            <p:cNvSpPr>
              <a:spLocks noChangeArrowheads="1"/>
            </p:cNvSpPr>
            <p:nvPr/>
          </p:nvSpPr>
          <p:spPr bwMode="auto">
            <a:xfrm>
              <a:off x="1116" y="841"/>
              <a:ext cx="247" cy="20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lnSpc>
                  <a:spcPct val="100000"/>
                </a:lnSpc>
                <a:spcBef>
                  <a:spcPct val="0"/>
                </a:spcBef>
                <a:buClrTx/>
                <a:buSzTx/>
                <a:buFontTx/>
                <a:buNone/>
              </a:pPr>
              <a:r>
                <a:rPr lang="en-GB" altLang="en-US" sz="1600" b="0" i="0">
                  <a:latin typeface="FuturaA Md BT" pitchFamily="34" charset="0"/>
                </a:rPr>
                <a:t>HV</a:t>
              </a:r>
            </a:p>
          </p:txBody>
        </p:sp>
        <p:sp>
          <p:nvSpPr>
            <p:cNvPr id="718858" name="Rectangle 10"/>
            <p:cNvSpPr>
              <a:spLocks noChangeArrowheads="1"/>
            </p:cNvSpPr>
            <p:nvPr/>
          </p:nvSpPr>
          <p:spPr bwMode="auto">
            <a:xfrm>
              <a:off x="2565" y="611"/>
              <a:ext cx="1231" cy="14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lnSpc>
                  <a:spcPct val="100000"/>
                </a:lnSpc>
                <a:spcBef>
                  <a:spcPct val="0"/>
                </a:spcBef>
                <a:buClrTx/>
                <a:buSzTx/>
                <a:buFontTx/>
                <a:buNone/>
              </a:pPr>
              <a:r>
                <a:rPr lang="en-GB" altLang="en-US" sz="1600" b="0" i="0">
                  <a:latin typeface="FuturaA Md BT" pitchFamily="34" charset="0"/>
                </a:rPr>
                <a:t>PROTECTED ZONE</a:t>
              </a:r>
            </a:p>
          </p:txBody>
        </p:sp>
        <p:sp>
          <p:nvSpPr>
            <p:cNvPr id="718859" name="Oval 11"/>
            <p:cNvSpPr>
              <a:spLocks noChangeArrowheads="1"/>
            </p:cNvSpPr>
            <p:nvPr/>
          </p:nvSpPr>
          <p:spPr bwMode="auto">
            <a:xfrm>
              <a:off x="2686" y="811"/>
              <a:ext cx="405" cy="405"/>
            </a:xfrm>
            <a:prstGeom prst="ellipse">
              <a:avLst/>
            </a:pr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8860" name="Oval 12"/>
            <p:cNvSpPr>
              <a:spLocks noChangeArrowheads="1"/>
            </p:cNvSpPr>
            <p:nvPr/>
          </p:nvSpPr>
          <p:spPr bwMode="auto">
            <a:xfrm>
              <a:off x="3015" y="815"/>
              <a:ext cx="404" cy="405"/>
            </a:xfrm>
            <a:prstGeom prst="ellipse">
              <a:avLst/>
            </a:pr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8861" name="Line 13"/>
            <p:cNvSpPr>
              <a:spLocks noChangeShapeType="1"/>
            </p:cNvSpPr>
            <p:nvPr/>
          </p:nvSpPr>
          <p:spPr bwMode="auto">
            <a:xfrm>
              <a:off x="3427" y="1013"/>
              <a:ext cx="1572" cy="1"/>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8862" name="Line 14"/>
            <p:cNvSpPr>
              <a:spLocks noChangeShapeType="1"/>
            </p:cNvSpPr>
            <p:nvPr/>
          </p:nvSpPr>
          <p:spPr bwMode="auto">
            <a:xfrm>
              <a:off x="1122" y="1013"/>
              <a:ext cx="1565" cy="1"/>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8863" name="Line 15"/>
            <p:cNvSpPr>
              <a:spLocks noChangeShapeType="1"/>
            </p:cNvSpPr>
            <p:nvPr/>
          </p:nvSpPr>
          <p:spPr bwMode="auto">
            <a:xfrm>
              <a:off x="3225" y="835"/>
              <a:ext cx="0" cy="521"/>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8864" name="Line 16"/>
            <p:cNvSpPr>
              <a:spLocks noChangeShapeType="1"/>
            </p:cNvSpPr>
            <p:nvPr/>
          </p:nvSpPr>
          <p:spPr bwMode="auto">
            <a:xfrm>
              <a:off x="3224" y="1017"/>
              <a:ext cx="138" cy="80"/>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8865" name="Line 17"/>
            <p:cNvSpPr>
              <a:spLocks noChangeShapeType="1"/>
            </p:cNvSpPr>
            <p:nvPr/>
          </p:nvSpPr>
          <p:spPr bwMode="auto">
            <a:xfrm flipH="1">
              <a:off x="3083" y="1021"/>
              <a:ext cx="138" cy="80"/>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nvGrpSpPr>
            <p:cNvPr id="718866" name="Group 18"/>
            <p:cNvGrpSpPr>
              <a:grpSpLocks/>
            </p:cNvGrpSpPr>
            <p:nvPr/>
          </p:nvGrpSpPr>
          <p:grpSpPr bwMode="auto">
            <a:xfrm>
              <a:off x="2780" y="876"/>
              <a:ext cx="218" cy="276"/>
              <a:chOff x="0" y="-1"/>
              <a:chExt cx="20000" cy="20001"/>
            </a:xfrm>
          </p:grpSpPr>
          <p:sp>
            <p:nvSpPr>
              <p:cNvPr id="718867" name="Line 19"/>
              <p:cNvSpPr>
                <a:spLocks noChangeShapeType="1"/>
              </p:cNvSpPr>
              <p:nvPr/>
            </p:nvSpPr>
            <p:spPr bwMode="auto">
              <a:xfrm flipH="1">
                <a:off x="0" y="9985"/>
                <a:ext cx="20000" cy="10015"/>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8868" name="Line 20"/>
              <p:cNvSpPr>
                <a:spLocks noChangeShapeType="1"/>
              </p:cNvSpPr>
              <p:nvPr/>
            </p:nvSpPr>
            <p:spPr bwMode="auto">
              <a:xfrm>
                <a:off x="0" y="289"/>
                <a:ext cx="37" cy="19421"/>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8869" name="Line 21"/>
              <p:cNvSpPr>
                <a:spLocks noChangeShapeType="1"/>
              </p:cNvSpPr>
              <p:nvPr/>
            </p:nvSpPr>
            <p:spPr bwMode="auto">
              <a:xfrm>
                <a:off x="0" y="-1"/>
                <a:ext cx="20000" cy="10015"/>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718870" name="Rectangle 22"/>
            <p:cNvSpPr>
              <a:spLocks noChangeArrowheads="1"/>
            </p:cNvSpPr>
            <p:nvPr/>
          </p:nvSpPr>
          <p:spPr bwMode="auto">
            <a:xfrm>
              <a:off x="2130" y="565"/>
              <a:ext cx="1853" cy="887"/>
            </a:xfrm>
            <a:prstGeom prst="rect">
              <a:avLst/>
            </a:prstGeom>
            <a:noFill/>
            <a:ln w="28575">
              <a:solidFill>
                <a:srgbClr val="FF0000"/>
              </a:solidFill>
              <a:prstDash val="lgDashDot"/>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nvGrpSpPr>
            <p:cNvPr id="718871" name="Group 23"/>
            <p:cNvGrpSpPr>
              <a:grpSpLocks/>
            </p:cNvGrpSpPr>
            <p:nvPr/>
          </p:nvGrpSpPr>
          <p:grpSpPr bwMode="auto">
            <a:xfrm>
              <a:off x="1737" y="709"/>
              <a:ext cx="175" cy="166"/>
              <a:chOff x="148" y="0"/>
              <a:chExt cx="19710" cy="19999"/>
            </a:xfrm>
          </p:grpSpPr>
          <p:sp>
            <p:nvSpPr>
              <p:cNvPr id="718872" name="Line 24"/>
              <p:cNvSpPr>
                <a:spLocks noChangeShapeType="1"/>
              </p:cNvSpPr>
              <p:nvPr/>
            </p:nvSpPr>
            <p:spPr bwMode="auto">
              <a:xfrm>
                <a:off x="10183" y="0"/>
                <a:ext cx="45" cy="14072"/>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8873" name="Line 25"/>
              <p:cNvSpPr>
                <a:spLocks noChangeShapeType="1"/>
              </p:cNvSpPr>
              <p:nvPr/>
            </p:nvSpPr>
            <p:spPr bwMode="auto">
              <a:xfrm>
                <a:off x="10183" y="13686"/>
                <a:ext cx="9675" cy="6024"/>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8874" name="Line 26"/>
              <p:cNvSpPr>
                <a:spLocks noChangeShapeType="1"/>
              </p:cNvSpPr>
              <p:nvPr/>
            </p:nvSpPr>
            <p:spPr bwMode="auto">
              <a:xfrm flipH="1">
                <a:off x="148" y="13975"/>
                <a:ext cx="9675" cy="6024"/>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718875" name="Group 27"/>
            <p:cNvGrpSpPr>
              <a:grpSpLocks/>
            </p:cNvGrpSpPr>
            <p:nvPr/>
          </p:nvGrpSpPr>
          <p:grpSpPr bwMode="auto">
            <a:xfrm rot="-5400000">
              <a:off x="4223" y="715"/>
              <a:ext cx="134" cy="169"/>
              <a:chOff x="0" y="0"/>
              <a:chExt cx="20000" cy="20000"/>
            </a:xfrm>
          </p:grpSpPr>
          <p:sp>
            <p:nvSpPr>
              <p:cNvPr id="718876" name="Line 28"/>
              <p:cNvSpPr>
                <a:spLocks noChangeShapeType="1"/>
              </p:cNvSpPr>
              <p:nvPr/>
            </p:nvSpPr>
            <p:spPr bwMode="auto">
              <a:xfrm flipH="1">
                <a:off x="0" y="10000"/>
                <a:ext cx="20000" cy="10000"/>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8877" name="Line 29"/>
              <p:cNvSpPr>
                <a:spLocks noChangeShapeType="1"/>
              </p:cNvSpPr>
              <p:nvPr/>
            </p:nvSpPr>
            <p:spPr bwMode="auto">
              <a:xfrm>
                <a:off x="0" y="284"/>
                <a:ext cx="60" cy="19432"/>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8878" name="Line 30"/>
              <p:cNvSpPr>
                <a:spLocks noChangeShapeType="1"/>
              </p:cNvSpPr>
              <p:nvPr/>
            </p:nvSpPr>
            <p:spPr bwMode="auto">
              <a:xfrm>
                <a:off x="0" y="0"/>
                <a:ext cx="20000" cy="10000"/>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718879" name="Line 31"/>
            <p:cNvSpPr>
              <a:spLocks noChangeShapeType="1"/>
            </p:cNvSpPr>
            <p:nvPr/>
          </p:nvSpPr>
          <p:spPr bwMode="auto">
            <a:xfrm>
              <a:off x="1816" y="1113"/>
              <a:ext cx="0" cy="507"/>
            </a:xfrm>
            <a:prstGeom prst="line">
              <a:avLst/>
            </a:prstGeom>
            <a:noFill/>
            <a:ln w="19050">
              <a:solidFill>
                <a:srgbClr val="FF0000"/>
              </a:solidFill>
              <a:prstDash val="sysDash"/>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8880" name="Line 32"/>
            <p:cNvSpPr>
              <a:spLocks noChangeShapeType="1"/>
            </p:cNvSpPr>
            <p:nvPr/>
          </p:nvSpPr>
          <p:spPr bwMode="auto">
            <a:xfrm>
              <a:off x="4285" y="1113"/>
              <a:ext cx="1" cy="507"/>
            </a:xfrm>
            <a:prstGeom prst="line">
              <a:avLst/>
            </a:prstGeom>
            <a:noFill/>
            <a:ln w="19050">
              <a:solidFill>
                <a:srgbClr val="FF0000"/>
              </a:solidFill>
              <a:prstDash val="sysDash"/>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8881" name="Line 33"/>
            <p:cNvSpPr>
              <a:spLocks noChangeShapeType="1"/>
            </p:cNvSpPr>
            <p:nvPr/>
          </p:nvSpPr>
          <p:spPr bwMode="auto">
            <a:xfrm flipH="1">
              <a:off x="1816" y="1622"/>
              <a:ext cx="2470" cy="0"/>
            </a:xfrm>
            <a:prstGeom prst="line">
              <a:avLst/>
            </a:prstGeom>
            <a:noFill/>
            <a:ln w="19050">
              <a:solidFill>
                <a:srgbClr val="FF0000"/>
              </a:solidFill>
              <a:prstDash val="sysDash"/>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8882" name="Line 34"/>
            <p:cNvSpPr>
              <a:spLocks noChangeShapeType="1"/>
            </p:cNvSpPr>
            <p:nvPr/>
          </p:nvSpPr>
          <p:spPr bwMode="auto">
            <a:xfrm>
              <a:off x="2940" y="2251"/>
              <a:ext cx="284" cy="1"/>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nvGrpSpPr>
            <p:cNvPr id="718883" name="Group 35"/>
            <p:cNvGrpSpPr>
              <a:grpSpLocks/>
            </p:cNvGrpSpPr>
            <p:nvPr/>
          </p:nvGrpSpPr>
          <p:grpSpPr bwMode="auto">
            <a:xfrm rot="5400000">
              <a:off x="1717" y="815"/>
              <a:ext cx="202" cy="413"/>
              <a:chOff x="235" y="2513"/>
              <a:chExt cx="386" cy="794"/>
            </a:xfrm>
          </p:grpSpPr>
          <p:sp>
            <p:nvSpPr>
              <p:cNvPr id="718884" name="Arc 36"/>
              <p:cNvSpPr>
                <a:spLocks/>
              </p:cNvSpPr>
              <p:nvPr/>
            </p:nvSpPr>
            <p:spPr bwMode="auto">
              <a:xfrm flipH="1" flipV="1">
                <a:off x="235" y="2710"/>
                <a:ext cx="243" cy="20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8885" name="Arc 37"/>
              <p:cNvSpPr>
                <a:spLocks/>
              </p:cNvSpPr>
              <p:nvPr/>
            </p:nvSpPr>
            <p:spPr bwMode="auto">
              <a:xfrm flipH="1">
                <a:off x="235" y="2514"/>
                <a:ext cx="243" cy="198"/>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8886" name="Freeform 38"/>
              <p:cNvSpPr>
                <a:spLocks/>
              </p:cNvSpPr>
              <p:nvPr/>
            </p:nvSpPr>
            <p:spPr bwMode="auto">
              <a:xfrm>
                <a:off x="456" y="2513"/>
                <a:ext cx="165" cy="1"/>
              </a:xfrm>
              <a:custGeom>
                <a:avLst/>
                <a:gdLst>
                  <a:gd name="T0" fmla="*/ 19853 w 20000"/>
                  <a:gd name="T1" fmla="*/ 0 h 20000"/>
                  <a:gd name="T2" fmla="*/ 0 w 20000"/>
                  <a:gd name="T3" fmla="*/ 0 h 20000"/>
                </a:gdLst>
                <a:ahLst/>
                <a:cxnLst>
                  <a:cxn ang="0">
                    <a:pos x="T0" y="T1"/>
                  </a:cxn>
                  <a:cxn ang="0">
                    <a:pos x="T2" y="T3"/>
                  </a:cxn>
                </a:cxnLst>
                <a:rect l="0" t="0" r="r" b="b"/>
                <a:pathLst>
                  <a:path w="20000" h="20000">
                    <a:moveTo>
                      <a:pt x="19853" y="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8887" name="Freeform 39"/>
              <p:cNvSpPr>
                <a:spLocks/>
              </p:cNvSpPr>
              <p:nvPr/>
            </p:nvSpPr>
            <p:spPr bwMode="auto">
              <a:xfrm>
                <a:off x="450" y="2911"/>
                <a:ext cx="171" cy="2"/>
              </a:xfrm>
              <a:custGeom>
                <a:avLst/>
                <a:gdLst>
                  <a:gd name="T0" fmla="*/ 19858 w 20000"/>
                  <a:gd name="T1" fmla="*/ 0 h 20000"/>
                  <a:gd name="T2" fmla="*/ 0 w 20000"/>
                  <a:gd name="T3" fmla="*/ 0 h 20000"/>
                </a:gdLst>
                <a:ahLst/>
                <a:cxnLst>
                  <a:cxn ang="0">
                    <a:pos x="T0" y="T1"/>
                  </a:cxn>
                  <a:cxn ang="0">
                    <a:pos x="T2" y="T3"/>
                  </a:cxn>
                </a:cxnLst>
                <a:rect l="0" t="0" r="r" b="b"/>
                <a:pathLst>
                  <a:path w="20000" h="20000">
                    <a:moveTo>
                      <a:pt x="19858" y="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8888" name="Arc 40"/>
              <p:cNvSpPr>
                <a:spLocks/>
              </p:cNvSpPr>
              <p:nvPr/>
            </p:nvSpPr>
            <p:spPr bwMode="auto">
              <a:xfrm flipH="1" flipV="1">
                <a:off x="238" y="3106"/>
                <a:ext cx="243" cy="2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8889" name="Arc 41"/>
              <p:cNvSpPr>
                <a:spLocks/>
              </p:cNvSpPr>
              <p:nvPr/>
            </p:nvSpPr>
            <p:spPr bwMode="auto">
              <a:xfrm flipH="1">
                <a:off x="238" y="2907"/>
                <a:ext cx="243" cy="19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8890" name="Freeform 42"/>
              <p:cNvSpPr>
                <a:spLocks/>
              </p:cNvSpPr>
              <p:nvPr/>
            </p:nvSpPr>
            <p:spPr bwMode="auto">
              <a:xfrm>
                <a:off x="450" y="3305"/>
                <a:ext cx="171" cy="2"/>
              </a:xfrm>
              <a:custGeom>
                <a:avLst/>
                <a:gdLst>
                  <a:gd name="T0" fmla="*/ 19858 w 20000"/>
                  <a:gd name="T1" fmla="*/ 0 h 20000"/>
                  <a:gd name="T2" fmla="*/ 0 w 20000"/>
                  <a:gd name="T3" fmla="*/ 0 h 20000"/>
                </a:gdLst>
                <a:ahLst/>
                <a:cxnLst>
                  <a:cxn ang="0">
                    <a:pos x="T0" y="T1"/>
                  </a:cxn>
                  <a:cxn ang="0">
                    <a:pos x="T2" y="T3"/>
                  </a:cxn>
                </a:cxnLst>
                <a:rect l="0" t="0" r="r" b="b"/>
                <a:pathLst>
                  <a:path w="20000" h="20000">
                    <a:moveTo>
                      <a:pt x="19858" y="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718891" name="Group 43"/>
            <p:cNvGrpSpPr>
              <a:grpSpLocks/>
            </p:cNvGrpSpPr>
            <p:nvPr/>
          </p:nvGrpSpPr>
          <p:grpSpPr bwMode="auto">
            <a:xfrm rot="5400000">
              <a:off x="4186" y="833"/>
              <a:ext cx="202" cy="413"/>
              <a:chOff x="235" y="2513"/>
              <a:chExt cx="386" cy="794"/>
            </a:xfrm>
          </p:grpSpPr>
          <p:sp>
            <p:nvSpPr>
              <p:cNvPr id="718892" name="Arc 44"/>
              <p:cNvSpPr>
                <a:spLocks/>
              </p:cNvSpPr>
              <p:nvPr/>
            </p:nvSpPr>
            <p:spPr bwMode="auto">
              <a:xfrm flipH="1" flipV="1">
                <a:off x="235" y="2710"/>
                <a:ext cx="243" cy="20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8893" name="Arc 45"/>
              <p:cNvSpPr>
                <a:spLocks/>
              </p:cNvSpPr>
              <p:nvPr/>
            </p:nvSpPr>
            <p:spPr bwMode="auto">
              <a:xfrm flipH="1">
                <a:off x="235" y="2514"/>
                <a:ext cx="243" cy="198"/>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8894" name="Freeform 46"/>
              <p:cNvSpPr>
                <a:spLocks/>
              </p:cNvSpPr>
              <p:nvPr/>
            </p:nvSpPr>
            <p:spPr bwMode="auto">
              <a:xfrm>
                <a:off x="456" y="2513"/>
                <a:ext cx="165" cy="1"/>
              </a:xfrm>
              <a:custGeom>
                <a:avLst/>
                <a:gdLst>
                  <a:gd name="T0" fmla="*/ 19853 w 20000"/>
                  <a:gd name="T1" fmla="*/ 0 h 20000"/>
                  <a:gd name="T2" fmla="*/ 0 w 20000"/>
                  <a:gd name="T3" fmla="*/ 0 h 20000"/>
                </a:gdLst>
                <a:ahLst/>
                <a:cxnLst>
                  <a:cxn ang="0">
                    <a:pos x="T0" y="T1"/>
                  </a:cxn>
                  <a:cxn ang="0">
                    <a:pos x="T2" y="T3"/>
                  </a:cxn>
                </a:cxnLst>
                <a:rect l="0" t="0" r="r" b="b"/>
                <a:pathLst>
                  <a:path w="20000" h="20000">
                    <a:moveTo>
                      <a:pt x="19853" y="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8895" name="Freeform 47"/>
              <p:cNvSpPr>
                <a:spLocks/>
              </p:cNvSpPr>
              <p:nvPr/>
            </p:nvSpPr>
            <p:spPr bwMode="auto">
              <a:xfrm>
                <a:off x="450" y="2911"/>
                <a:ext cx="171" cy="2"/>
              </a:xfrm>
              <a:custGeom>
                <a:avLst/>
                <a:gdLst>
                  <a:gd name="T0" fmla="*/ 19858 w 20000"/>
                  <a:gd name="T1" fmla="*/ 0 h 20000"/>
                  <a:gd name="T2" fmla="*/ 0 w 20000"/>
                  <a:gd name="T3" fmla="*/ 0 h 20000"/>
                </a:gdLst>
                <a:ahLst/>
                <a:cxnLst>
                  <a:cxn ang="0">
                    <a:pos x="T0" y="T1"/>
                  </a:cxn>
                  <a:cxn ang="0">
                    <a:pos x="T2" y="T3"/>
                  </a:cxn>
                </a:cxnLst>
                <a:rect l="0" t="0" r="r" b="b"/>
                <a:pathLst>
                  <a:path w="20000" h="20000">
                    <a:moveTo>
                      <a:pt x="19858" y="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8896" name="Arc 48"/>
              <p:cNvSpPr>
                <a:spLocks/>
              </p:cNvSpPr>
              <p:nvPr/>
            </p:nvSpPr>
            <p:spPr bwMode="auto">
              <a:xfrm flipH="1" flipV="1">
                <a:off x="238" y="3106"/>
                <a:ext cx="243" cy="2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8897" name="Arc 49"/>
              <p:cNvSpPr>
                <a:spLocks/>
              </p:cNvSpPr>
              <p:nvPr/>
            </p:nvSpPr>
            <p:spPr bwMode="auto">
              <a:xfrm flipH="1">
                <a:off x="238" y="2907"/>
                <a:ext cx="243" cy="19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8898" name="Freeform 50"/>
              <p:cNvSpPr>
                <a:spLocks/>
              </p:cNvSpPr>
              <p:nvPr/>
            </p:nvSpPr>
            <p:spPr bwMode="auto">
              <a:xfrm>
                <a:off x="450" y="3305"/>
                <a:ext cx="171" cy="2"/>
              </a:xfrm>
              <a:custGeom>
                <a:avLst/>
                <a:gdLst>
                  <a:gd name="T0" fmla="*/ 19858 w 20000"/>
                  <a:gd name="T1" fmla="*/ 0 h 20000"/>
                  <a:gd name="T2" fmla="*/ 0 w 20000"/>
                  <a:gd name="T3" fmla="*/ 0 h 20000"/>
                </a:gdLst>
                <a:ahLst/>
                <a:cxnLst>
                  <a:cxn ang="0">
                    <a:pos x="T0" y="T1"/>
                  </a:cxn>
                  <a:cxn ang="0">
                    <a:pos x="T2" y="T3"/>
                  </a:cxn>
                </a:cxnLst>
                <a:rect l="0" t="0" r="r" b="b"/>
                <a:pathLst>
                  <a:path w="20000" h="20000">
                    <a:moveTo>
                      <a:pt x="19858" y="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718899" name="Line 51"/>
            <p:cNvSpPr>
              <a:spLocks noChangeShapeType="1"/>
            </p:cNvSpPr>
            <p:nvPr/>
          </p:nvSpPr>
          <p:spPr bwMode="auto">
            <a:xfrm>
              <a:off x="3128" y="1353"/>
              <a:ext cx="204" cy="1"/>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8900" name="Line 52"/>
            <p:cNvSpPr>
              <a:spLocks noChangeShapeType="1"/>
            </p:cNvSpPr>
            <p:nvPr/>
          </p:nvSpPr>
          <p:spPr bwMode="auto">
            <a:xfrm>
              <a:off x="3164" y="1383"/>
              <a:ext cx="135" cy="0"/>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8901" name="Line 53"/>
            <p:cNvSpPr>
              <a:spLocks noChangeShapeType="1"/>
            </p:cNvSpPr>
            <p:nvPr/>
          </p:nvSpPr>
          <p:spPr bwMode="auto">
            <a:xfrm>
              <a:off x="3205" y="1412"/>
              <a:ext cx="58" cy="1"/>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718902" name="Rectangle 54"/>
          <p:cNvSpPr>
            <a:spLocks noChangeArrowheads="1"/>
          </p:cNvSpPr>
          <p:nvPr/>
        </p:nvSpPr>
        <p:spPr bwMode="auto">
          <a:xfrm>
            <a:off x="830114" y="3944937"/>
            <a:ext cx="8067675" cy="236115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algn="l">
              <a:spcBef>
                <a:spcPct val="0"/>
              </a:spcBef>
              <a:tabLst>
                <a:tab pos="476250" algn="l"/>
                <a:tab pos="1241425" algn="l"/>
              </a:tabLst>
              <a:defRPr sz="2400">
                <a:solidFill>
                  <a:schemeClr val="tx1"/>
                </a:solidFill>
                <a:latin typeface="Arial" panose="020B0604020202020204" pitchFamily="34" charset="0"/>
              </a:defRPr>
            </a:lvl1pPr>
            <a:lvl2pPr algn="l">
              <a:spcBef>
                <a:spcPct val="0"/>
              </a:spcBef>
              <a:tabLst>
                <a:tab pos="476250" algn="l"/>
                <a:tab pos="1241425" algn="l"/>
              </a:tabLst>
              <a:defRPr sz="2400">
                <a:solidFill>
                  <a:schemeClr val="tx1"/>
                </a:solidFill>
                <a:latin typeface="Arial" panose="020B0604020202020204" pitchFamily="34" charset="0"/>
              </a:defRPr>
            </a:lvl2pPr>
            <a:lvl3pPr algn="l">
              <a:spcBef>
                <a:spcPct val="0"/>
              </a:spcBef>
              <a:tabLst>
                <a:tab pos="476250" algn="l"/>
                <a:tab pos="1241425" algn="l"/>
              </a:tabLst>
              <a:defRPr sz="2400">
                <a:solidFill>
                  <a:schemeClr val="tx1"/>
                </a:solidFill>
                <a:latin typeface="Arial" panose="020B0604020202020204" pitchFamily="34" charset="0"/>
              </a:defRPr>
            </a:lvl3pPr>
            <a:lvl4pPr algn="l">
              <a:spcBef>
                <a:spcPct val="0"/>
              </a:spcBef>
              <a:tabLst>
                <a:tab pos="476250" algn="l"/>
                <a:tab pos="1241425" algn="l"/>
              </a:tabLst>
              <a:defRPr sz="2400">
                <a:solidFill>
                  <a:schemeClr val="tx1"/>
                </a:solidFill>
                <a:latin typeface="Arial" panose="020B0604020202020204" pitchFamily="34" charset="0"/>
              </a:defRPr>
            </a:lvl4pPr>
            <a:lvl5pPr algn="l">
              <a:spcBef>
                <a:spcPct val="0"/>
              </a:spcBef>
              <a:tabLst>
                <a:tab pos="476250" algn="l"/>
                <a:tab pos="1241425" algn="l"/>
              </a:tabLst>
              <a:defRPr sz="2400">
                <a:solidFill>
                  <a:schemeClr val="tx1"/>
                </a:solidFill>
                <a:latin typeface="Arial" panose="020B0604020202020204" pitchFamily="34" charset="0"/>
              </a:defRPr>
            </a:lvl5pPr>
            <a:lvl6pPr eaLnBrk="0" fontAlgn="base" hangingPunct="0">
              <a:spcBef>
                <a:spcPct val="0"/>
              </a:spcBef>
              <a:spcAft>
                <a:spcPct val="0"/>
              </a:spcAft>
              <a:tabLst>
                <a:tab pos="476250" algn="l"/>
                <a:tab pos="1241425" algn="l"/>
              </a:tabLst>
              <a:defRPr sz="2400">
                <a:solidFill>
                  <a:schemeClr val="tx1"/>
                </a:solidFill>
                <a:latin typeface="Arial" panose="020B0604020202020204" pitchFamily="34" charset="0"/>
              </a:defRPr>
            </a:lvl6pPr>
            <a:lvl7pPr eaLnBrk="0" fontAlgn="base" hangingPunct="0">
              <a:spcBef>
                <a:spcPct val="0"/>
              </a:spcBef>
              <a:spcAft>
                <a:spcPct val="0"/>
              </a:spcAft>
              <a:tabLst>
                <a:tab pos="476250" algn="l"/>
                <a:tab pos="1241425" algn="l"/>
              </a:tabLst>
              <a:defRPr sz="2400">
                <a:solidFill>
                  <a:schemeClr val="tx1"/>
                </a:solidFill>
                <a:latin typeface="Arial" panose="020B0604020202020204" pitchFamily="34" charset="0"/>
              </a:defRPr>
            </a:lvl7pPr>
            <a:lvl8pPr eaLnBrk="0" fontAlgn="base" hangingPunct="0">
              <a:spcBef>
                <a:spcPct val="0"/>
              </a:spcBef>
              <a:spcAft>
                <a:spcPct val="0"/>
              </a:spcAft>
              <a:tabLst>
                <a:tab pos="476250" algn="l"/>
                <a:tab pos="1241425" algn="l"/>
              </a:tabLst>
              <a:defRPr sz="2400">
                <a:solidFill>
                  <a:schemeClr val="tx1"/>
                </a:solidFill>
                <a:latin typeface="Arial" panose="020B0604020202020204" pitchFamily="34" charset="0"/>
              </a:defRPr>
            </a:lvl8pPr>
            <a:lvl9pPr eaLnBrk="0" fontAlgn="base" hangingPunct="0">
              <a:spcBef>
                <a:spcPct val="0"/>
              </a:spcBef>
              <a:spcAft>
                <a:spcPct val="0"/>
              </a:spcAft>
              <a:tabLst>
                <a:tab pos="476250" algn="l"/>
                <a:tab pos="1241425" algn="l"/>
              </a:tabLst>
              <a:defRPr sz="2400">
                <a:solidFill>
                  <a:schemeClr val="tx1"/>
                </a:solidFill>
                <a:latin typeface="Arial" panose="020B0604020202020204" pitchFamily="34" charset="0"/>
              </a:defRPr>
            </a:lvl9pPr>
          </a:lstStyle>
          <a:p>
            <a:pPr>
              <a:lnSpc>
                <a:spcPct val="100000"/>
              </a:lnSpc>
              <a:spcAft>
                <a:spcPct val="40000"/>
              </a:spcAft>
              <a:buClrTx/>
              <a:buSzTx/>
              <a:buFontTx/>
              <a:buNone/>
            </a:pPr>
            <a:r>
              <a:rPr lang="en-GB" altLang="en-US" sz="1800" i="0" dirty="0"/>
              <a:t>Correct application of differential protection requires CT ratio and winding connections to match those of transformer.</a:t>
            </a:r>
          </a:p>
          <a:p>
            <a:pPr>
              <a:lnSpc>
                <a:spcPct val="100000"/>
              </a:lnSpc>
              <a:spcAft>
                <a:spcPct val="40000"/>
              </a:spcAft>
              <a:buClrTx/>
              <a:buSzTx/>
              <a:buFontTx/>
              <a:buNone/>
            </a:pPr>
            <a:r>
              <a:rPr lang="en-GB" altLang="en-US" sz="1800" i="0" dirty="0"/>
              <a:t>CT secondary circuit should be a “replica” of primary system.</a:t>
            </a:r>
          </a:p>
          <a:p>
            <a:pPr>
              <a:lnSpc>
                <a:spcPct val="100000"/>
              </a:lnSpc>
              <a:spcAft>
                <a:spcPct val="40000"/>
              </a:spcAft>
              <a:buClrTx/>
              <a:buSzTx/>
              <a:buFontTx/>
              <a:buNone/>
            </a:pPr>
            <a:r>
              <a:rPr lang="en-GB" altLang="en-US" sz="1800" i="0" dirty="0"/>
              <a:t>Consider :</a:t>
            </a:r>
          </a:p>
          <a:p>
            <a:pPr>
              <a:lnSpc>
                <a:spcPct val="100000"/>
              </a:lnSpc>
              <a:buClrTx/>
              <a:buSzTx/>
              <a:buFontTx/>
              <a:buNone/>
            </a:pPr>
            <a:r>
              <a:rPr lang="en-GB" altLang="en-US" sz="1800" i="0" dirty="0"/>
              <a:t>	(1)	Difference in current magnitude</a:t>
            </a:r>
          </a:p>
          <a:p>
            <a:pPr>
              <a:lnSpc>
                <a:spcPct val="100000"/>
              </a:lnSpc>
              <a:buClrTx/>
              <a:buSzTx/>
              <a:buFontTx/>
              <a:buNone/>
            </a:pPr>
            <a:r>
              <a:rPr lang="en-GB" altLang="en-US" sz="1800" i="0" dirty="0"/>
              <a:t>	(2)	Phase shift</a:t>
            </a:r>
          </a:p>
          <a:p>
            <a:pPr>
              <a:lnSpc>
                <a:spcPct val="100000"/>
              </a:lnSpc>
              <a:buClrTx/>
              <a:buSzTx/>
              <a:buFontTx/>
              <a:buNone/>
            </a:pPr>
            <a:r>
              <a:rPr lang="en-GB" altLang="en-US" sz="1800" i="0" dirty="0"/>
              <a:t>	(3)	Zero sequence currents</a:t>
            </a:r>
          </a:p>
        </p:txBody>
      </p:sp>
    </p:spTree>
    <p:extLst>
      <p:ext uri="{BB962C8B-B14F-4D97-AF65-F5344CB8AC3E}">
        <p14:creationId xmlns:p14="http://schemas.microsoft.com/office/powerpoint/2010/main" val="286592584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7602" name="Rectangle 2"/>
          <p:cNvSpPr>
            <a:spLocks noGrp="1" noChangeArrowheads="1"/>
          </p:cNvSpPr>
          <p:nvPr>
            <p:ph type="title"/>
          </p:nvPr>
        </p:nvSpPr>
        <p:spPr>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0800" rIns="0" bIns="10800" numCol="1" anchor="ctr" anchorCtr="0" compatLnSpc="1">
            <a:prstTxWarp prst="textNoShape">
              <a:avLst/>
            </a:prstTxWarp>
          </a:bodyPr>
          <a:lstStyle/>
          <a:p>
            <a:r>
              <a:rPr lang="en-US" altLang="en-US" sz="3200"/>
              <a:t>Vector Group, Ratio Mismatch and Zero-Sequence Compensation (1)</a:t>
            </a:r>
            <a:endParaRPr lang="en-GB" altLang="zh-CN" sz="3200"/>
          </a:p>
        </p:txBody>
      </p:sp>
      <p:sp>
        <p:nvSpPr>
          <p:cNvPr id="537605" name="Rectangle 5"/>
          <p:cNvSpPr>
            <a:spLocks noChangeArrowheads="1"/>
          </p:cNvSpPr>
          <p:nvPr/>
        </p:nvSpPr>
        <p:spPr bwMode="auto">
          <a:xfrm>
            <a:off x="863600" y="2416175"/>
            <a:ext cx="7605713" cy="4216400"/>
          </a:xfrm>
          <a:prstGeom prst="rect">
            <a:avLst/>
          </a:prstGeom>
          <a:gradFill rotWithShape="1">
            <a:gsLst>
              <a:gs pos="0">
                <a:srgbClr val="0066FF"/>
              </a:gs>
              <a:gs pos="100000">
                <a:srgbClr val="FFFFFF"/>
              </a:gs>
            </a:gsLst>
            <a:lin ang="5400000" scaled="1"/>
          </a:gradFill>
          <a:ln w="25400">
            <a:solidFill>
              <a:srgbClr val="0066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537606" name="Group 6"/>
          <p:cNvGrpSpPr>
            <a:grpSpLocks/>
          </p:cNvGrpSpPr>
          <p:nvPr/>
        </p:nvGrpSpPr>
        <p:grpSpPr bwMode="auto">
          <a:xfrm>
            <a:off x="1563688" y="1954213"/>
            <a:ext cx="374650" cy="276225"/>
            <a:chOff x="1111" y="1455"/>
            <a:chExt cx="260" cy="192"/>
          </a:xfrm>
        </p:grpSpPr>
        <p:grpSp>
          <p:nvGrpSpPr>
            <p:cNvPr id="537607" name="Group 7"/>
            <p:cNvGrpSpPr>
              <a:grpSpLocks/>
            </p:cNvGrpSpPr>
            <p:nvPr/>
          </p:nvGrpSpPr>
          <p:grpSpPr bwMode="auto">
            <a:xfrm>
              <a:off x="1114" y="1455"/>
              <a:ext cx="256" cy="56"/>
              <a:chOff x="1114" y="1455"/>
              <a:chExt cx="256" cy="56"/>
            </a:xfrm>
          </p:grpSpPr>
          <p:sp>
            <p:nvSpPr>
              <p:cNvPr id="537608" name="Arc 8"/>
              <p:cNvSpPr>
                <a:spLocks/>
              </p:cNvSpPr>
              <p:nvPr/>
            </p:nvSpPr>
            <p:spPr bwMode="auto">
              <a:xfrm>
                <a:off x="1114" y="1455"/>
                <a:ext cx="69" cy="56"/>
              </a:xfrm>
              <a:custGeom>
                <a:avLst/>
                <a:gdLst>
                  <a:gd name="G0" fmla="+- 21600 0 0"/>
                  <a:gd name="G1" fmla="+- 21598 0 0"/>
                  <a:gd name="G2" fmla="+- 21600 0 0"/>
                  <a:gd name="T0" fmla="*/ 0 w 21600"/>
                  <a:gd name="T1" fmla="*/ 21598 h 21598"/>
                  <a:gd name="T2" fmla="*/ 21285 w 21600"/>
                  <a:gd name="T3" fmla="*/ 0 h 21598"/>
                  <a:gd name="T4" fmla="*/ 21600 w 21600"/>
                  <a:gd name="T5" fmla="*/ 21598 h 21598"/>
                </a:gdLst>
                <a:ahLst/>
                <a:cxnLst>
                  <a:cxn ang="0">
                    <a:pos x="T0" y="T1"/>
                  </a:cxn>
                  <a:cxn ang="0">
                    <a:pos x="T2" y="T3"/>
                  </a:cxn>
                  <a:cxn ang="0">
                    <a:pos x="T4" y="T5"/>
                  </a:cxn>
                </a:cxnLst>
                <a:rect l="0" t="0" r="r" b="b"/>
                <a:pathLst>
                  <a:path w="21600" h="21598" fill="none" extrusionOk="0">
                    <a:moveTo>
                      <a:pt x="0" y="21598"/>
                    </a:moveTo>
                    <a:cubicBezTo>
                      <a:pt x="0" y="9791"/>
                      <a:pt x="9479" y="172"/>
                      <a:pt x="21285" y="0"/>
                    </a:cubicBezTo>
                  </a:path>
                  <a:path w="21600" h="21598" stroke="0" extrusionOk="0">
                    <a:moveTo>
                      <a:pt x="0" y="21598"/>
                    </a:moveTo>
                    <a:cubicBezTo>
                      <a:pt x="0" y="9791"/>
                      <a:pt x="9479" y="172"/>
                      <a:pt x="21285" y="0"/>
                    </a:cubicBezTo>
                    <a:lnTo>
                      <a:pt x="21600" y="21598"/>
                    </a:lnTo>
                    <a:close/>
                  </a:path>
                </a:pathLst>
              </a:custGeom>
              <a:noFill/>
              <a:ln w="50800" cap="rnd">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7609" name="Arc 9"/>
              <p:cNvSpPr>
                <a:spLocks/>
              </p:cNvSpPr>
              <p:nvPr/>
            </p:nvSpPr>
            <p:spPr bwMode="auto">
              <a:xfrm>
                <a:off x="1165" y="1455"/>
                <a:ext cx="70" cy="56"/>
              </a:xfrm>
              <a:custGeom>
                <a:avLst/>
                <a:gdLst>
                  <a:gd name="G0" fmla="+- 313 0 0"/>
                  <a:gd name="G1" fmla="+- 21600 0 0"/>
                  <a:gd name="G2" fmla="+- 21600 0 0"/>
                  <a:gd name="T0" fmla="*/ 0 w 21913"/>
                  <a:gd name="T1" fmla="*/ 2 h 21600"/>
                  <a:gd name="T2" fmla="*/ 21913 w 21913"/>
                  <a:gd name="T3" fmla="*/ 21600 h 21600"/>
                  <a:gd name="T4" fmla="*/ 313 w 21913"/>
                  <a:gd name="T5" fmla="*/ 21600 h 21600"/>
                </a:gdLst>
                <a:ahLst/>
                <a:cxnLst>
                  <a:cxn ang="0">
                    <a:pos x="T0" y="T1"/>
                  </a:cxn>
                  <a:cxn ang="0">
                    <a:pos x="T2" y="T3"/>
                  </a:cxn>
                  <a:cxn ang="0">
                    <a:pos x="T4" y="T5"/>
                  </a:cxn>
                </a:cxnLst>
                <a:rect l="0" t="0" r="r" b="b"/>
                <a:pathLst>
                  <a:path w="21913" h="21600" fill="none" extrusionOk="0">
                    <a:moveTo>
                      <a:pt x="0" y="2"/>
                    </a:moveTo>
                    <a:cubicBezTo>
                      <a:pt x="104" y="0"/>
                      <a:pt x="208" y="0"/>
                      <a:pt x="313" y="0"/>
                    </a:cubicBezTo>
                    <a:cubicBezTo>
                      <a:pt x="12242" y="0"/>
                      <a:pt x="21913" y="9670"/>
                      <a:pt x="21913" y="21600"/>
                    </a:cubicBezTo>
                  </a:path>
                  <a:path w="21913" h="21600" stroke="0" extrusionOk="0">
                    <a:moveTo>
                      <a:pt x="0" y="2"/>
                    </a:moveTo>
                    <a:cubicBezTo>
                      <a:pt x="104" y="0"/>
                      <a:pt x="208" y="0"/>
                      <a:pt x="313" y="0"/>
                    </a:cubicBezTo>
                    <a:cubicBezTo>
                      <a:pt x="12242" y="0"/>
                      <a:pt x="21913" y="9670"/>
                      <a:pt x="21913" y="21600"/>
                    </a:cubicBezTo>
                    <a:lnTo>
                      <a:pt x="313" y="21600"/>
                    </a:lnTo>
                    <a:close/>
                  </a:path>
                </a:pathLst>
              </a:custGeom>
              <a:noFill/>
              <a:ln w="50800" cap="rnd">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7610" name="Arc 10"/>
              <p:cNvSpPr>
                <a:spLocks/>
              </p:cNvSpPr>
              <p:nvPr/>
            </p:nvSpPr>
            <p:spPr bwMode="auto">
              <a:xfrm>
                <a:off x="1249" y="1455"/>
                <a:ext cx="69" cy="56"/>
              </a:xfrm>
              <a:custGeom>
                <a:avLst/>
                <a:gdLst>
                  <a:gd name="G0" fmla="+- 21600 0 0"/>
                  <a:gd name="G1" fmla="+- 21598 0 0"/>
                  <a:gd name="G2" fmla="+- 21600 0 0"/>
                  <a:gd name="T0" fmla="*/ 0 w 21600"/>
                  <a:gd name="T1" fmla="*/ 21598 h 21598"/>
                  <a:gd name="T2" fmla="*/ 21287 w 21600"/>
                  <a:gd name="T3" fmla="*/ 0 h 21598"/>
                  <a:gd name="T4" fmla="*/ 21600 w 21600"/>
                  <a:gd name="T5" fmla="*/ 21598 h 21598"/>
                </a:gdLst>
                <a:ahLst/>
                <a:cxnLst>
                  <a:cxn ang="0">
                    <a:pos x="T0" y="T1"/>
                  </a:cxn>
                  <a:cxn ang="0">
                    <a:pos x="T2" y="T3"/>
                  </a:cxn>
                  <a:cxn ang="0">
                    <a:pos x="T4" y="T5"/>
                  </a:cxn>
                </a:cxnLst>
                <a:rect l="0" t="0" r="r" b="b"/>
                <a:pathLst>
                  <a:path w="21600" h="21598" fill="none" extrusionOk="0">
                    <a:moveTo>
                      <a:pt x="0" y="21598"/>
                    </a:moveTo>
                    <a:cubicBezTo>
                      <a:pt x="0" y="9790"/>
                      <a:pt x="9480" y="171"/>
                      <a:pt x="21287" y="0"/>
                    </a:cubicBezTo>
                  </a:path>
                  <a:path w="21600" h="21598" stroke="0" extrusionOk="0">
                    <a:moveTo>
                      <a:pt x="0" y="21598"/>
                    </a:moveTo>
                    <a:cubicBezTo>
                      <a:pt x="0" y="9790"/>
                      <a:pt x="9480" y="171"/>
                      <a:pt x="21287" y="0"/>
                    </a:cubicBezTo>
                    <a:lnTo>
                      <a:pt x="21600" y="21598"/>
                    </a:lnTo>
                    <a:close/>
                  </a:path>
                </a:pathLst>
              </a:custGeom>
              <a:noFill/>
              <a:ln w="50800" cap="rnd">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7611" name="Arc 11"/>
              <p:cNvSpPr>
                <a:spLocks/>
              </p:cNvSpPr>
              <p:nvPr/>
            </p:nvSpPr>
            <p:spPr bwMode="auto">
              <a:xfrm>
                <a:off x="1300" y="1455"/>
                <a:ext cx="70" cy="56"/>
              </a:xfrm>
              <a:custGeom>
                <a:avLst/>
                <a:gdLst>
                  <a:gd name="G0" fmla="+- 313 0 0"/>
                  <a:gd name="G1" fmla="+- 21600 0 0"/>
                  <a:gd name="G2" fmla="+- 21600 0 0"/>
                  <a:gd name="T0" fmla="*/ 0 w 21913"/>
                  <a:gd name="T1" fmla="*/ 2 h 21600"/>
                  <a:gd name="T2" fmla="*/ 21913 w 21913"/>
                  <a:gd name="T3" fmla="*/ 21600 h 21600"/>
                  <a:gd name="T4" fmla="*/ 313 w 21913"/>
                  <a:gd name="T5" fmla="*/ 21600 h 21600"/>
                </a:gdLst>
                <a:ahLst/>
                <a:cxnLst>
                  <a:cxn ang="0">
                    <a:pos x="T0" y="T1"/>
                  </a:cxn>
                  <a:cxn ang="0">
                    <a:pos x="T2" y="T3"/>
                  </a:cxn>
                  <a:cxn ang="0">
                    <a:pos x="T4" y="T5"/>
                  </a:cxn>
                </a:cxnLst>
                <a:rect l="0" t="0" r="r" b="b"/>
                <a:pathLst>
                  <a:path w="21913" h="21600" fill="none" extrusionOk="0">
                    <a:moveTo>
                      <a:pt x="0" y="2"/>
                    </a:moveTo>
                    <a:cubicBezTo>
                      <a:pt x="104" y="0"/>
                      <a:pt x="208" y="0"/>
                      <a:pt x="313" y="0"/>
                    </a:cubicBezTo>
                    <a:cubicBezTo>
                      <a:pt x="12242" y="0"/>
                      <a:pt x="21913" y="9670"/>
                      <a:pt x="21913" y="21600"/>
                    </a:cubicBezTo>
                  </a:path>
                  <a:path w="21913" h="21600" stroke="0" extrusionOk="0">
                    <a:moveTo>
                      <a:pt x="0" y="2"/>
                    </a:moveTo>
                    <a:cubicBezTo>
                      <a:pt x="104" y="0"/>
                      <a:pt x="208" y="0"/>
                      <a:pt x="313" y="0"/>
                    </a:cubicBezTo>
                    <a:cubicBezTo>
                      <a:pt x="12242" y="0"/>
                      <a:pt x="21913" y="9670"/>
                      <a:pt x="21913" y="21600"/>
                    </a:cubicBezTo>
                    <a:lnTo>
                      <a:pt x="313" y="21600"/>
                    </a:lnTo>
                    <a:close/>
                  </a:path>
                </a:pathLst>
              </a:custGeom>
              <a:noFill/>
              <a:ln w="50800" cap="rnd">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537612" name="Line 12"/>
            <p:cNvSpPr>
              <a:spLocks noChangeShapeType="1"/>
            </p:cNvSpPr>
            <p:nvPr/>
          </p:nvSpPr>
          <p:spPr bwMode="auto">
            <a:xfrm>
              <a:off x="1241" y="1527"/>
              <a:ext cx="0" cy="53"/>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7613" name="Line 13"/>
            <p:cNvSpPr>
              <a:spLocks noChangeShapeType="1"/>
            </p:cNvSpPr>
            <p:nvPr/>
          </p:nvSpPr>
          <p:spPr bwMode="auto">
            <a:xfrm>
              <a:off x="1111" y="1526"/>
              <a:ext cx="0" cy="117"/>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7614" name="Line 14"/>
            <p:cNvSpPr>
              <a:spLocks noChangeShapeType="1"/>
            </p:cNvSpPr>
            <p:nvPr/>
          </p:nvSpPr>
          <p:spPr bwMode="auto">
            <a:xfrm>
              <a:off x="1371" y="1529"/>
              <a:ext cx="0" cy="118"/>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537615" name="Group 15"/>
          <p:cNvGrpSpPr>
            <a:grpSpLocks/>
          </p:cNvGrpSpPr>
          <p:nvPr/>
        </p:nvGrpSpPr>
        <p:grpSpPr bwMode="auto">
          <a:xfrm>
            <a:off x="6938963" y="1954213"/>
            <a:ext cx="373062" cy="276225"/>
            <a:chOff x="4848" y="1455"/>
            <a:chExt cx="259" cy="192"/>
          </a:xfrm>
        </p:grpSpPr>
        <p:grpSp>
          <p:nvGrpSpPr>
            <p:cNvPr id="537616" name="Group 16"/>
            <p:cNvGrpSpPr>
              <a:grpSpLocks/>
            </p:cNvGrpSpPr>
            <p:nvPr/>
          </p:nvGrpSpPr>
          <p:grpSpPr bwMode="auto">
            <a:xfrm>
              <a:off x="4850" y="1455"/>
              <a:ext cx="256" cy="56"/>
              <a:chOff x="4850" y="1455"/>
              <a:chExt cx="256" cy="56"/>
            </a:xfrm>
          </p:grpSpPr>
          <p:sp>
            <p:nvSpPr>
              <p:cNvPr id="537617" name="Arc 17"/>
              <p:cNvSpPr>
                <a:spLocks/>
              </p:cNvSpPr>
              <p:nvPr/>
            </p:nvSpPr>
            <p:spPr bwMode="auto">
              <a:xfrm>
                <a:off x="4850" y="1455"/>
                <a:ext cx="69" cy="56"/>
              </a:xfrm>
              <a:custGeom>
                <a:avLst/>
                <a:gdLst>
                  <a:gd name="G0" fmla="+- 21600 0 0"/>
                  <a:gd name="G1" fmla="+- 21598 0 0"/>
                  <a:gd name="G2" fmla="+- 21600 0 0"/>
                  <a:gd name="T0" fmla="*/ 0 w 21600"/>
                  <a:gd name="T1" fmla="*/ 21598 h 21598"/>
                  <a:gd name="T2" fmla="*/ 21285 w 21600"/>
                  <a:gd name="T3" fmla="*/ 0 h 21598"/>
                  <a:gd name="T4" fmla="*/ 21600 w 21600"/>
                  <a:gd name="T5" fmla="*/ 21598 h 21598"/>
                </a:gdLst>
                <a:ahLst/>
                <a:cxnLst>
                  <a:cxn ang="0">
                    <a:pos x="T0" y="T1"/>
                  </a:cxn>
                  <a:cxn ang="0">
                    <a:pos x="T2" y="T3"/>
                  </a:cxn>
                  <a:cxn ang="0">
                    <a:pos x="T4" y="T5"/>
                  </a:cxn>
                </a:cxnLst>
                <a:rect l="0" t="0" r="r" b="b"/>
                <a:pathLst>
                  <a:path w="21600" h="21598" fill="none" extrusionOk="0">
                    <a:moveTo>
                      <a:pt x="0" y="21598"/>
                    </a:moveTo>
                    <a:cubicBezTo>
                      <a:pt x="0" y="9791"/>
                      <a:pt x="9479" y="172"/>
                      <a:pt x="21285" y="0"/>
                    </a:cubicBezTo>
                  </a:path>
                  <a:path w="21600" h="21598" stroke="0" extrusionOk="0">
                    <a:moveTo>
                      <a:pt x="0" y="21598"/>
                    </a:moveTo>
                    <a:cubicBezTo>
                      <a:pt x="0" y="9791"/>
                      <a:pt x="9479" y="172"/>
                      <a:pt x="21285" y="0"/>
                    </a:cubicBezTo>
                    <a:lnTo>
                      <a:pt x="21600" y="21598"/>
                    </a:lnTo>
                    <a:close/>
                  </a:path>
                </a:pathLst>
              </a:custGeom>
              <a:noFill/>
              <a:ln w="50800" cap="rnd">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7618" name="Arc 18"/>
              <p:cNvSpPr>
                <a:spLocks/>
              </p:cNvSpPr>
              <p:nvPr/>
            </p:nvSpPr>
            <p:spPr bwMode="auto">
              <a:xfrm>
                <a:off x="4901" y="1455"/>
                <a:ext cx="70" cy="56"/>
              </a:xfrm>
              <a:custGeom>
                <a:avLst/>
                <a:gdLst>
                  <a:gd name="G0" fmla="+- 313 0 0"/>
                  <a:gd name="G1" fmla="+- 21600 0 0"/>
                  <a:gd name="G2" fmla="+- 21600 0 0"/>
                  <a:gd name="T0" fmla="*/ 0 w 21913"/>
                  <a:gd name="T1" fmla="*/ 2 h 21600"/>
                  <a:gd name="T2" fmla="*/ 21913 w 21913"/>
                  <a:gd name="T3" fmla="*/ 21600 h 21600"/>
                  <a:gd name="T4" fmla="*/ 313 w 21913"/>
                  <a:gd name="T5" fmla="*/ 21600 h 21600"/>
                </a:gdLst>
                <a:ahLst/>
                <a:cxnLst>
                  <a:cxn ang="0">
                    <a:pos x="T0" y="T1"/>
                  </a:cxn>
                  <a:cxn ang="0">
                    <a:pos x="T2" y="T3"/>
                  </a:cxn>
                  <a:cxn ang="0">
                    <a:pos x="T4" y="T5"/>
                  </a:cxn>
                </a:cxnLst>
                <a:rect l="0" t="0" r="r" b="b"/>
                <a:pathLst>
                  <a:path w="21913" h="21600" fill="none" extrusionOk="0">
                    <a:moveTo>
                      <a:pt x="0" y="2"/>
                    </a:moveTo>
                    <a:cubicBezTo>
                      <a:pt x="104" y="0"/>
                      <a:pt x="208" y="0"/>
                      <a:pt x="313" y="0"/>
                    </a:cubicBezTo>
                    <a:cubicBezTo>
                      <a:pt x="12242" y="0"/>
                      <a:pt x="21913" y="9670"/>
                      <a:pt x="21913" y="21600"/>
                    </a:cubicBezTo>
                  </a:path>
                  <a:path w="21913" h="21600" stroke="0" extrusionOk="0">
                    <a:moveTo>
                      <a:pt x="0" y="2"/>
                    </a:moveTo>
                    <a:cubicBezTo>
                      <a:pt x="104" y="0"/>
                      <a:pt x="208" y="0"/>
                      <a:pt x="313" y="0"/>
                    </a:cubicBezTo>
                    <a:cubicBezTo>
                      <a:pt x="12242" y="0"/>
                      <a:pt x="21913" y="9670"/>
                      <a:pt x="21913" y="21600"/>
                    </a:cubicBezTo>
                    <a:lnTo>
                      <a:pt x="313" y="21600"/>
                    </a:lnTo>
                    <a:close/>
                  </a:path>
                </a:pathLst>
              </a:custGeom>
              <a:noFill/>
              <a:ln w="50800" cap="rnd">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7619" name="Arc 19"/>
              <p:cNvSpPr>
                <a:spLocks/>
              </p:cNvSpPr>
              <p:nvPr/>
            </p:nvSpPr>
            <p:spPr bwMode="auto">
              <a:xfrm>
                <a:off x="4985" y="1455"/>
                <a:ext cx="69" cy="56"/>
              </a:xfrm>
              <a:custGeom>
                <a:avLst/>
                <a:gdLst>
                  <a:gd name="G0" fmla="+- 21600 0 0"/>
                  <a:gd name="G1" fmla="+- 21598 0 0"/>
                  <a:gd name="G2" fmla="+- 21600 0 0"/>
                  <a:gd name="T0" fmla="*/ 0 w 21600"/>
                  <a:gd name="T1" fmla="*/ 21598 h 21598"/>
                  <a:gd name="T2" fmla="*/ 21287 w 21600"/>
                  <a:gd name="T3" fmla="*/ 0 h 21598"/>
                  <a:gd name="T4" fmla="*/ 21600 w 21600"/>
                  <a:gd name="T5" fmla="*/ 21598 h 21598"/>
                </a:gdLst>
                <a:ahLst/>
                <a:cxnLst>
                  <a:cxn ang="0">
                    <a:pos x="T0" y="T1"/>
                  </a:cxn>
                  <a:cxn ang="0">
                    <a:pos x="T2" y="T3"/>
                  </a:cxn>
                  <a:cxn ang="0">
                    <a:pos x="T4" y="T5"/>
                  </a:cxn>
                </a:cxnLst>
                <a:rect l="0" t="0" r="r" b="b"/>
                <a:pathLst>
                  <a:path w="21600" h="21598" fill="none" extrusionOk="0">
                    <a:moveTo>
                      <a:pt x="0" y="21598"/>
                    </a:moveTo>
                    <a:cubicBezTo>
                      <a:pt x="0" y="9790"/>
                      <a:pt x="9480" y="171"/>
                      <a:pt x="21287" y="0"/>
                    </a:cubicBezTo>
                  </a:path>
                  <a:path w="21600" h="21598" stroke="0" extrusionOk="0">
                    <a:moveTo>
                      <a:pt x="0" y="21598"/>
                    </a:moveTo>
                    <a:cubicBezTo>
                      <a:pt x="0" y="9790"/>
                      <a:pt x="9480" y="171"/>
                      <a:pt x="21287" y="0"/>
                    </a:cubicBezTo>
                    <a:lnTo>
                      <a:pt x="21600" y="21598"/>
                    </a:lnTo>
                    <a:close/>
                  </a:path>
                </a:pathLst>
              </a:custGeom>
              <a:noFill/>
              <a:ln w="50800" cap="rnd">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7620" name="Arc 20"/>
              <p:cNvSpPr>
                <a:spLocks/>
              </p:cNvSpPr>
              <p:nvPr/>
            </p:nvSpPr>
            <p:spPr bwMode="auto">
              <a:xfrm>
                <a:off x="5036" y="1455"/>
                <a:ext cx="70" cy="56"/>
              </a:xfrm>
              <a:custGeom>
                <a:avLst/>
                <a:gdLst>
                  <a:gd name="G0" fmla="+- 313 0 0"/>
                  <a:gd name="G1" fmla="+- 21600 0 0"/>
                  <a:gd name="G2" fmla="+- 21600 0 0"/>
                  <a:gd name="T0" fmla="*/ 0 w 21913"/>
                  <a:gd name="T1" fmla="*/ 2 h 21600"/>
                  <a:gd name="T2" fmla="*/ 21913 w 21913"/>
                  <a:gd name="T3" fmla="*/ 21600 h 21600"/>
                  <a:gd name="T4" fmla="*/ 313 w 21913"/>
                  <a:gd name="T5" fmla="*/ 21600 h 21600"/>
                </a:gdLst>
                <a:ahLst/>
                <a:cxnLst>
                  <a:cxn ang="0">
                    <a:pos x="T0" y="T1"/>
                  </a:cxn>
                  <a:cxn ang="0">
                    <a:pos x="T2" y="T3"/>
                  </a:cxn>
                  <a:cxn ang="0">
                    <a:pos x="T4" y="T5"/>
                  </a:cxn>
                </a:cxnLst>
                <a:rect l="0" t="0" r="r" b="b"/>
                <a:pathLst>
                  <a:path w="21913" h="21600" fill="none" extrusionOk="0">
                    <a:moveTo>
                      <a:pt x="0" y="2"/>
                    </a:moveTo>
                    <a:cubicBezTo>
                      <a:pt x="104" y="0"/>
                      <a:pt x="208" y="0"/>
                      <a:pt x="313" y="0"/>
                    </a:cubicBezTo>
                    <a:cubicBezTo>
                      <a:pt x="12242" y="0"/>
                      <a:pt x="21913" y="9670"/>
                      <a:pt x="21913" y="21600"/>
                    </a:cubicBezTo>
                  </a:path>
                  <a:path w="21913" h="21600" stroke="0" extrusionOk="0">
                    <a:moveTo>
                      <a:pt x="0" y="2"/>
                    </a:moveTo>
                    <a:cubicBezTo>
                      <a:pt x="104" y="0"/>
                      <a:pt x="208" y="0"/>
                      <a:pt x="313" y="0"/>
                    </a:cubicBezTo>
                    <a:cubicBezTo>
                      <a:pt x="12242" y="0"/>
                      <a:pt x="21913" y="9670"/>
                      <a:pt x="21913" y="21600"/>
                    </a:cubicBezTo>
                    <a:lnTo>
                      <a:pt x="313" y="21600"/>
                    </a:lnTo>
                    <a:close/>
                  </a:path>
                </a:pathLst>
              </a:custGeom>
              <a:noFill/>
              <a:ln w="50800" cap="rnd">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537621" name="Line 21"/>
            <p:cNvSpPr>
              <a:spLocks noChangeShapeType="1"/>
            </p:cNvSpPr>
            <p:nvPr/>
          </p:nvSpPr>
          <p:spPr bwMode="auto">
            <a:xfrm>
              <a:off x="4977" y="1527"/>
              <a:ext cx="0" cy="53"/>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7622" name="Line 22"/>
            <p:cNvSpPr>
              <a:spLocks noChangeShapeType="1"/>
            </p:cNvSpPr>
            <p:nvPr/>
          </p:nvSpPr>
          <p:spPr bwMode="auto">
            <a:xfrm>
              <a:off x="4848" y="1526"/>
              <a:ext cx="0" cy="117"/>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7623" name="Line 23"/>
            <p:cNvSpPr>
              <a:spLocks noChangeShapeType="1"/>
            </p:cNvSpPr>
            <p:nvPr/>
          </p:nvSpPr>
          <p:spPr bwMode="auto">
            <a:xfrm>
              <a:off x="5107" y="1529"/>
              <a:ext cx="0" cy="118"/>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537624" name="Line 24"/>
          <p:cNvSpPr>
            <a:spLocks noChangeShapeType="1"/>
          </p:cNvSpPr>
          <p:nvPr/>
        </p:nvSpPr>
        <p:spPr bwMode="auto">
          <a:xfrm flipH="1">
            <a:off x="4232275" y="2081213"/>
            <a:ext cx="111125" cy="635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7625" name="Line 25"/>
          <p:cNvSpPr>
            <a:spLocks noChangeShapeType="1"/>
          </p:cNvSpPr>
          <p:nvPr/>
        </p:nvSpPr>
        <p:spPr bwMode="auto">
          <a:xfrm flipV="1">
            <a:off x="4338638" y="1958975"/>
            <a:ext cx="0" cy="125413"/>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537626" name="Group 26"/>
          <p:cNvGrpSpPr>
            <a:grpSpLocks/>
          </p:cNvGrpSpPr>
          <p:nvPr/>
        </p:nvGrpSpPr>
        <p:grpSpPr bwMode="auto">
          <a:xfrm>
            <a:off x="3784600" y="1871663"/>
            <a:ext cx="739775" cy="398462"/>
            <a:chOff x="2655" y="1398"/>
            <a:chExt cx="514" cy="277"/>
          </a:xfrm>
        </p:grpSpPr>
        <p:sp>
          <p:nvSpPr>
            <p:cNvPr id="537627" name="Oval 27"/>
            <p:cNvSpPr>
              <a:spLocks noChangeArrowheads="1"/>
            </p:cNvSpPr>
            <p:nvPr/>
          </p:nvSpPr>
          <p:spPr bwMode="auto">
            <a:xfrm>
              <a:off x="2655" y="1398"/>
              <a:ext cx="276" cy="277"/>
            </a:xfrm>
            <a:prstGeom prst="ellipse">
              <a:avLst/>
            </a:prstGeom>
            <a:noFill/>
            <a:ln w="50800">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7628" name="Oval 28"/>
            <p:cNvSpPr>
              <a:spLocks noChangeArrowheads="1"/>
            </p:cNvSpPr>
            <p:nvPr/>
          </p:nvSpPr>
          <p:spPr bwMode="auto">
            <a:xfrm>
              <a:off x="2893" y="1398"/>
              <a:ext cx="276" cy="277"/>
            </a:xfrm>
            <a:prstGeom prst="ellipse">
              <a:avLst/>
            </a:prstGeom>
            <a:noFill/>
            <a:ln w="50800">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537629" name="AutoShape 29"/>
          <p:cNvSpPr>
            <a:spLocks noChangeArrowheads="1"/>
          </p:cNvSpPr>
          <p:nvPr/>
        </p:nvSpPr>
        <p:spPr bwMode="auto">
          <a:xfrm>
            <a:off x="3868738" y="1981200"/>
            <a:ext cx="177800" cy="155575"/>
          </a:xfrm>
          <a:prstGeom prst="triangle">
            <a:avLst>
              <a:gd name="adj" fmla="val 49995"/>
            </a:avLst>
          </a:prstGeom>
          <a:noFill/>
          <a:ln w="254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7630" name="Line 30"/>
          <p:cNvSpPr>
            <a:spLocks noChangeShapeType="1"/>
          </p:cNvSpPr>
          <p:nvPr/>
        </p:nvSpPr>
        <p:spPr bwMode="auto">
          <a:xfrm flipH="1">
            <a:off x="1155700" y="2066925"/>
            <a:ext cx="2627313"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7631" name="Line 31"/>
          <p:cNvSpPr>
            <a:spLocks noChangeShapeType="1"/>
          </p:cNvSpPr>
          <p:nvPr/>
        </p:nvSpPr>
        <p:spPr bwMode="auto">
          <a:xfrm flipH="1">
            <a:off x="4500563" y="2066925"/>
            <a:ext cx="3355975"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7632" name="Freeform 32"/>
          <p:cNvSpPr>
            <a:spLocks/>
          </p:cNvSpPr>
          <p:nvPr/>
        </p:nvSpPr>
        <p:spPr bwMode="auto">
          <a:xfrm>
            <a:off x="1747838" y="2473325"/>
            <a:ext cx="5381625" cy="3584575"/>
          </a:xfrm>
          <a:custGeom>
            <a:avLst/>
            <a:gdLst>
              <a:gd name="T0" fmla="*/ 0 w 3741"/>
              <a:gd name="T1" fmla="*/ 0 h 1666"/>
              <a:gd name="T2" fmla="*/ 0 w 3741"/>
              <a:gd name="T3" fmla="*/ 1665 h 1666"/>
              <a:gd name="T4" fmla="*/ 3740 w 3741"/>
              <a:gd name="T5" fmla="*/ 1665 h 1666"/>
              <a:gd name="T6" fmla="*/ 3740 w 3741"/>
              <a:gd name="T7" fmla="*/ 4 h 1666"/>
            </a:gdLst>
            <a:ahLst/>
            <a:cxnLst>
              <a:cxn ang="0">
                <a:pos x="T0" y="T1"/>
              </a:cxn>
              <a:cxn ang="0">
                <a:pos x="T2" y="T3"/>
              </a:cxn>
              <a:cxn ang="0">
                <a:pos x="T4" y="T5"/>
              </a:cxn>
              <a:cxn ang="0">
                <a:pos x="T6" y="T7"/>
              </a:cxn>
            </a:cxnLst>
            <a:rect l="0" t="0" r="r" b="b"/>
            <a:pathLst>
              <a:path w="3741" h="1666">
                <a:moveTo>
                  <a:pt x="0" y="0"/>
                </a:moveTo>
                <a:lnTo>
                  <a:pt x="0" y="1665"/>
                </a:lnTo>
                <a:lnTo>
                  <a:pt x="3740" y="1665"/>
                </a:lnTo>
                <a:lnTo>
                  <a:pt x="3740" y="4"/>
                </a:lnTo>
              </a:path>
            </a:pathLst>
          </a:custGeom>
          <a:noFill/>
          <a:ln w="508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37633" name="Rectangle 33"/>
          <p:cNvSpPr>
            <a:spLocks noChangeArrowheads="1"/>
          </p:cNvSpPr>
          <p:nvPr/>
        </p:nvSpPr>
        <p:spPr bwMode="auto">
          <a:xfrm>
            <a:off x="1012825" y="2543175"/>
            <a:ext cx="2543175" cy="3946525"/>
          </a:xfrm>
          <a:prstGeom prst="rect">
            <a:avLst/>
          </a:prstGeom>
          <a:noFill/>
          <a:ln w="25400">
            <a:solidFill>
              <a:schemeClr val="tx1"/>
            </a:solidFill>
            <a:prstDash val="dash"/>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7634" name="Rectangle 34"/>
          <p:cNvSpPr>
            <a:spLocks noChangeArrowheads="1"/>
          </p:cNvSpPr>
          <p:nvPr/>
        </p:nvSpPr>
        <p:spPr bwMode="auto">
          <a:xfrm>
            <a:off x="2906713" y="1379538"/>
            <a:ext cx="2689225" cy="4000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lnSpc>
                <a:spcPct val="85000"/>
              </a:lnSpc>
            </a:pPr>
            <a:r>
              <a:rPr lang="en-US" altLang="en-US" sz="2400">
                <a:solidFill>
                  <a:schemeClr val="tx2"/>
                </a:solidFill>
              </a:rPr>
              <a:t>Power transformer</a:t>
            </a:r>
            <a:endParaRPr lang="en-US" altLang="en-US" sz="2000">
              <a:solidFill>
                <a:schemeClr val="tx2"/>
              </a:solidFill>
            </a:endParaRPr>
          </a:p>
        </p:txBody>
      </p:sp>
      <p:sp>
        <p:nvSpPr>
          <p:cNvPr id="537635" name="Rectangle 35"/>
          <p:cNvSpPr>
            <a:spLocks noChangeArrowheads="1"/>
          </p:cNvSpPr>
          <p:nvPr/>
        </p:nvSpPr>
        <p:spPr bwMode="auto">
          <a:xfrm>
            <a:off x="4108450" y="3106738"/>
            <a:ext cx="1300163" cy="8191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sz="2400">
                <a:solidFill>
                  <a:schemeClr val="tx2"/>
                </a:solidFill>
              </a:rPr>
              <a:t>  P640</a:t>
            </a:r>
          </a:p>
          <a:p>
            <a:pPr eaLnBrk="0" hangingPunct="0"/>
            <a:r>
              <a:rPr lang="en-US" altLang="en-US" sz="2400">
                <a:solidFill>
                  <a:schemeClr val="tx2"/>
                </a:solidFill>
              </a:rPr>
              <a:t>Scheme</a:t>
            </a:r>
          </a:p>
        </p:txBody>
      </p:sp>
      <p:sp>
        <p:nvSpPr>
          <p:cNvPr id="537636" name="Rectangle 36"/>
          <p:cNvSpPr>
            <a:spLocks noChangeArrowheads="1"/>
          </p:cNvSpPr>
          <p:nvPr/>
        </p:nvSpPr>
        <p:spPr bwMode="auto">
          <a:xfrm>
            <a:off x="979488" y="6167438"/>
            <a:ext cx="2619375" cy="3222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lnSpc>
                <a:spcPct val="85000"/>
              </a:lnSpc>
            </a:pPr>
            <a:r>
              <a:rPr lang="en-US" altLang="en-US">
                <a:solidFill>
                  <a:schemeClr val="tx1"/>
                </a:solidFill>
              </a:rPr>
              <a:t>Software Compensation</a:t>
            </a:r>
          </a:p>
        </p:txBody>
      </p:sp>
      <p:sp useBgFill="1">
        <p:nvSpPr>
          <p:cNvPr id="537637" name="Rectangle 37"/>
          <p:cNvSpPr>
            <a:spLocks noChangeArrowheads="1"/>
          </p:cNvSpPr>
          <p:nvPr/>
        </p:nvSpPr>
        <p:spPr bwMode="auto">
          <a:xfrm>
            <a:off x="5926138" y="2616200"/>
            <a:ext cx="2139950" cy="984250"/>
          </a:xfrm>
          <a:prstGeom prst="rect">
            <a:avLst/>
          </a:prstGeom>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useBgFill="1">
        <p:nvSpPr>
          <p:cNvPr id="537638" name="Rectangle 38"/>
          <p:cNvSpPr>
            <a:spLocks noChangeArrowheads="1"/>
          </p:cNvSpPr>
          <p:nvPr/>
        </p:nvSpPr>
        <p:spPr bwMode="auto">
          <a:xfrm>
            <a:off x="5926138" y="3740150"/>
            <a:ext cx="2139950" cy="985838"/>
          </a:xfrm>
          <a:prstGeom prst="rect">
            <a:avLst/>
          </a:prstGeom>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7639" name="Rectangle 39"/>
          <p:cNvSpPr>
            <a:spLocks noChangeArrowheads="1"/>
          </p:cNvSpPr>
          <p:nvPr/>
        </p:nvSpPr>
        <p:spPr bwMode="auto">
          <a:xfrm>
            <a:off x="6807200" y="3959225"/>
            <a:ext cx="1295400" cy="6064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lnSpc>
                <a:spcPct val="85000"/>
              </a:lnSpc>
            </a:pPr>
            <a:r>
              <a:rPr lang="en-US" altLang="en-US" sz="2000">
                <a:solidFill>
                  <a:schemeClr val="tx1"/>
                </a:solidFill>
              </a:rPr>
              <a:t>Vectorial</a:t>
            </a:r>
          </a:p>
          <a:p>
            <a:pPr algn="ctr" eaLnBrk="0" hangingPunct="0">
              <a:lnSpc>
                <a:spcPct val="85000"/>
              </a:lnSpc>
            </a:pPr>
            <a:r>
              <a:rPr lang="en-US" altLang="en-US" sz="2000">
                <a:solidFill>
                  <a:schemeClr val="tx1"/>
                </a:solidFill>
              </a:rPr>
              <a:t>correction</a:t>
            </a:r>
          </a:p>
        </p:txBody>
      </p:sp>
      <p:sp>
        <p:nvSpPr>
          <p:cNvPr id="537640" name="Rectangle 40"/>
          <p:cNvSpPr>
            <a:spLocks noChangeArrowheads="1"/>
          </p:cNvSpPr>
          <p:nvPr/>
        </p:nvSpPr>
        <p:spPr bwMode="auto">
          <a:xfrm>
            <a:off x="6829425" y="2825750"/>
            <a:ext cx="1295400" cy="6064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lnSpc>
                <a:spcPct val="85000"/>
              </a:lnSpc>
            </a:pPr>
            <a:r>
              <a:rPr lang="en-US" altLang="en-US" sz="2000">
                <a:solidFill>
                  <a:schemeClr val="tx1"/>
                </a:solidFill>
              </a:rPr>
              <a:t>Ratio</a:t>
            </a:r>
          </a:p>
          <a:p>
            <a:pPr algn="ctr" eaLnBrk="0" hangingPunct="0">
              <a:lnSpc>
                <a:spcPct val="85000"/>
              </a:lnSpc>
            </a:pPr>
            <a:r>
              <a:rPr lang="en-US" altLang="en-US" sz="2000">
                <a:solidFill>
                  <a:schemeClr val="tx1"/>
                </a:solidFill>
              </a:rPr>
              <a:t>correction</a:t>
            </a:r>
          </a:p>
        </p:txBody>
      </p:sp>
      <p:sp>
        <p:nvSpPr>
          <p:cNvPr id="537641" name="Freeform 41"/>
          <p:cNvSpPr>
            <a:spLocks/>
          </p:cNvSpPr>
          <p:nvPr/>
        </p:nvSpPr>
        <p:spPr bwMode="auto">
          <a:xfrm>
            <a:off x="6486525" y="3897313"/>
            <a:ext cx="142875" cy="69850"/>
          </a:xfrm>
          <a:custGeom>
            <a:avLst/>
            <a:gdLst>
              <a:gd name="T0" fmla="*/ 98 w 99"/>
              <a:gd name="T1" fmla="*/ 48 h 49"/>
              <a:gd name="T2" fmla="*/ 79 w 99"/>
              <a:gd name="T3" fmla="*/ 19 h 49"/>
              <a:gd name="T4" fmla="*/ 43 w 99"/>
              <a:gd name="T5" fmla="*/ 0 h 49"/>
              <a:gd name="T6" fmla="*/ 0 w 99"/>
              <a:gd name="T7" fmla="*/ 0 h 49"/>
            </a:gdLst>
            <a:ahLst/>
            <a:cxnLst>
              <a:cxn ang="0">
                <a:pos x="T0" y="T1"/>
              </a:cxn>
              <a:cxn ang="0">
                <a:pos x="T2" y="T3"/>
              </a:cxn>
              <a:cxn ang="0">
                <a:pos x="T4" y="T5"/>
              </a:cxn>
              <a:cxn ang="0">
                <a:pos x="T6" y="T7"/>
              </a:cxn>
            </a:cxnLst>
            <a:rect l="0" t="0" r="r" b="b"/>
            <a:pathLst>
              <a:path w="99" h="49">
                <a:moveTo>
                  <a:pt x="98" y="48"/>
                </a:moveTo>
                <a:lnTo>
                  <a:pt x="79" y="19"/>
                </a:lnTo>
                <a:lnTo>
                  <a:pt x="43" y="0"/>
                </a:lnTo>
                <a:lnTo>
                  <a:pt x="0" y="0"/>
                </a:lnTo>
              </a:path>
            </a:pathLst>
          </a:custGeom>
          <a:noFill/>
          <a:ln w="12700" cap="rnd" cmpd="sng">
            <a:solidFill>
              <a:srgbClr val="114FFB"/>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37642" name="AutoShape 42"/>
          <p:cNvSpPr>
            <a:spLocks noChangeArrowheads="1"/>
          </p:cNvSpPr>
          <p:nvPr/>
        </p:nvSpPr>
        <p:spPr bwMode="auto">
          <a:xfrm rot="16320000">
            <a:off x="6488112" y="3865563"/>
            <a:ext cx="47625" cy="57150"/>
          </a:xfrm>
          <a:prstGeom prst="triangle">
            <a:avLst>
              <a:gd name="adj" fmla="val 49995"/>
            </a:avLst>
          </a:prstGeom>
          <a:solidFill>
            <a:srgbClr val="063DE8"/>
          </a:solidFill>
          <a:ln w="12700">
            <a:solidFill>
              <a:srgbClr val="114FFB"/>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7643" name="Freeform 43"/>
          <p:cNvSpPr>
            <a:spLocks/>
          </p:cNvSpPr>
          <p:nvPr/>
        </p:nvSpPr>
        <p:spPr bwMode="auto">
          <a:xfrm>
            <a:off x="6057900" y="4316413"/>
            <a:ext cx="28575" cy="123825"/>
          </a:xfrm>
          <a:custGeom>
            <a:avLst/>
            <a:gdLst>
              <a:gd name="T0" fmla="*/ 18 w 19"/>
              <a:gd name="T1" fmla="*/ 0 h 87"/>
              <a:gd name="T2" fmla="*/ 0 w 19"/>
              <a:gd name="T3" fmla="*/ 32 h 87"/>
              <a:gd name="T4" fmla="*/ 2 w 19"/>
              <a:gd name="T5" fmla="*/ 63 h 87"/>
              <a:gd name="T6" fmla="*/ 16 w 19"/>
              <a:gd name="T7" fmla="*/ 86 h 87"/>
            </a:gdLst>
            <a:ahLst/>
            <a:cxnLst>
              <a:cxn ang="0">
                <a:pos x="T0" y="T1"/>
              </a:cxn>
              <a:cxn ang="0">
                <a:pos x="T2" y="T3"/>
              </a:cxn>
              <a:cxn ang="0">
                <a:pos x="T4" y="T5"/>
              </a:cxn>
              <a:cxn ang="0">
                <a:pos x="T6" y="T7"/>
              </a:cxn>
            </a:cxnLst>
            <a:rect l="0" t="0" r="r" b="b"/>
            <a:pathLst>
              <a:path w="19" h="87">
                <a:moveTo>
                  <a:pt x="18" y="0"/>
                </a:moveTo>
                <a:lnTo>
                  <a:pt x="0" y="32"/>
                </a:lnTo>
                <a:lnTo>
                  <a:pt x="2" y="63"/>
                </a:lnTo>
                <a:lnTo>
                  <a:pt x="16" y="86"/>
                </a:lnTo>
              </a:path>
            </a:pathLst>
          </a:custGeom>
          <a:noFill/>
          <a:ln w="12700" cap="rnd" cmpd="sng">
            <a:solidFill>
              <a:srgbClr val="114FFB"/>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37644" name="AutoShape 44"/>
          <p:cNvSpPr>
            <a:spLocks noChangeArrowheads="1"/>
          </p:cNvSpPr>
          <p:nvPr/>
        </p:nvSpPr>
        <p:spPr bwMode="auto">
          <a:xfrm rot="9180000">
            <a:off x="6049963" y="4402138"/>
            <a:ext cx="47625" cy="57150"/>
          </a:xfrm>
          <a:prstGeom prst="triangle">
            <a:avLst>
              <a:gd name="adj" fmla="val 49995"/>
            </a:avLst>
          </a:prstGeom>
          <a:solidFill>
            <a:srgbClr val="063DE8"/>
          </a:solidFill>
          <a:ln w="12700">
            <a:solidFill>
              <a:srgbClr val="114FFB"/>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7645" name="Freeform 45"/>
          <p:cNvSpPr>
            <a:spLocks/>
          </p:cNvSpPr>
          <p:nvPr/>
        </p:nvSpPr>
        <p:spPr bwMode="auto">
          <a:xfrm>
            <a:off x="6664325" y="4591050"/>
            <a:ext cx="82550" cy="57150"/>
          </a:xfrm>
          <a:custGeom>
            <a:avLst/>
            <a:gdLst>
              <a:gd name="T0" fmla="*/ 0 w 57"/>
              <a:gd name="T1" fmla="*/ 39 h 40"/>
              <a:gd name="T2" fmla="*/ 27 w 57"/>
              <a:gd name="T3" fmla="*/ 34 h 40"/>
              <a:gd name="T4" fmla="*/ 44 w 57"/>
              <a:gd name="T5" fmla="*/ 20 h 40"/>
              <a:gd name="T6" fmla="*/ 56 w 57"/>
              <a:gd name="T7" fmla="*/ 0 h 40"/>
            </a:gdLst>
            <a:ahLst/>
            <a:cxnLst>
              <a:cxn ang="0">
                <a:pos x="T0" y="T1"/>
              </a:cxn>
              <a:cxn ang="0">
                <a:pos x="T2" y="T3"/>
              </a:cxn>
              <a:cxn ang="0">
                <a:pos x="T4" y="T5"/>
              </a:cxn>
              <a:cxn ang="0">
                <a:pos x="T6" y="T7"/>
              </a:cxn>
            </a:cxnLst>
            <a:rect l="0" t="0" r="r" b="b"/>
            <a:pathLst>
              <a:path w="57" h="40">
                <a:moveTo>
                  <a:pt x="0" y="39"/>
                </a:moveTo>
                <a:lnTo>
                  <a:pt x="27" y="34"/>
                </a:lnTo>
                <a:lnTo>
                  <a:pt x="44" y="20"/>
                </a:lnTo>
                <a:lnTo>
                  <a:pt x="56" y="0"/>
                </a:lnTo>
              </a:path>
            </a:pathLst>
          </a:custGeom>
          <a:noFill/>
          <a:ln w="12700" cap="rnd" cmpd="sng">
            <a:solidFill>
              <a:srgbClr val="114FFB"/>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37646" name="AutoShape 46"/>
          <p:cNvSpPr>
            <a:spLocks noChangeArrowheads="1"/>
          </p:cNvSpPr>
          <p:nvPr/>
        </p:nvSpPr>
        <p:spPr bwMode="auto">
          <a:xfrm rot="2040000">
            <a:off x="6727825" y="4538663"/>
            <a:ext cx="47625" cy="57150"/>
          </a:xfrm>
          <a:prstGeom prst="triangle">
            <a:avLst>
              <a:gd name="adj" fmla="val 49995"/>
            </a:avLst>
          </a:prstGeom>
          <a:solidFill>
            <a:srgbClr val="063DE8"/>
          </a:solidFill>
          <a:ln w="12700">
            <a:solidFill>
              <a:srgbClr val="114FFB"/>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7647" name="Rectangle 47"/>
          <p:cNvSpPr>
            <a:spLocks noChangeArrowheads="1"/>
          </p:cNvSpPr>
          <p:nvPr/>
        </p:nvSpPr>
        <p:spPr bwMode="auto">
          <a:xfrm>
            <a:off x="5807075" y="2543175"/>
            <a:ext cx="2516188" cy="3946525"/>
          </a:xfrm>
          <a:prstGeom prst="rect">
            <a:avLst/>
          </a:prstGeom>
          <a:noFill/>
          <a:ln w="25400">
            <a:solidFill>
              <a:schemeClr val="tx1"/>
            </a:solidFill>
            <a:prstDash val="dash"/>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7648" name="Rectangle 48"/>
          <p:cNvSpPr>
            <a:spLocks noChangeArrowheads="1"/>
          </p:cNvSpPr>
          <p:nvPr/>
        </p:nvSpPr>
        <p:spPr bwMode="auto">
          <a:xfrm>
            <a:off x="5765800" y="6167438"/>
            <a:ext cx="2619375" cy="3222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lnSpc>
                <a:spcPct val="85000"/>
              </a:lnSpc>
            </a:pPr>
            <a:r>
              <a:rPr lang="en-US" altLang="en-US">
                <a:solidFill>
                  <a:schemeClr val="tx1"/>
                </a:solidFill>
              </a:rPr>
              <a:t>Software Compensation</a:t>
            </a:r>
          </a:p>
        </p:txBody>
      </p:sp>
      <p:sp useBgFill="1">
        <p:nvSpPr>
          <p:cNvPr id="537649" name="Rectangle 49"/>
          <p:cNvSpPr>
            <a:spLocks noChangeArrowheads="1"/>
          </p:cNvSpPr>
          <p:nvPr/>
        </p:nvSpPr>
        <p:spPr bwMode="auto">
          <a:xfrm>
            <a:off x="1216025" y="2616200"/>
            <a:ext cx="2139950" cy="984250"/>
          </a:xfrm>
          <a:prstGeom prst="rect">
            <a:avLst/>
          </a:prstGeom>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useBgFill="1">
        <p:nvSpPr>
          <p:cNvPr id="537650" name="Rectangle 50"/>
          <p:cNvSpPr>
            <a:spLocks noChangeArrowheads="1"/>
          </p:cNvSpPr>
          <p:nvPr/>
        </p:nvSpPr>
        <p:spPr bwMode="auto">
          <a:xfrm>
            <a:off x="1216025" y="3732213"/>
            <a:ext cx="2139950" cy="984250"/>
          </a:xfrm>
          <a:prstGeom prst="rect">
            <a:avLst/>
          </a:prstGeom>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537651" name="Group 51"/>
          <p:cNvGrpSpPr>
            <a:grpSpLocks/>
          </p:cNvGrpSpPr>
          <p:nvPr/>
        </p:nvGrpSpPr>
        <p:grpSpPr bwMode="auto">
          <a:xfrm>
            <a:off x="1357313" y="1233488"/>
            <a:ext cx="774700" cy="630237"/>
            <a:chOff x="967" y="954"/>
            <a:chExt cx="539" cy="438"/>
          </a:xfrm>
        </p:grpSpPr>
        <p:sp>
          <p:nvSpPr>
            <p:cNvPr id="537652" name="Line 52"/>
            <p:cNvSpPr>
              <a:spLocks noChangeShapeType="1"/>
            </p:cNvSpPr>
            <p:nvPr/>
          </p:nvSpPr>
          <p:spPr bwMode="auto">
            <a:xfrm flipV="1">
              <a:off x="1252" y="954"/>
              <a:ext cx="0" cy="292"/>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7653" name="Line 53"/>
            <p:cNvSpPr>
              <a:spLocks noChangeShapeType="1"/>
            </p:cNvSpPr>
            <p:nvPr/>
          </p:nvSpPr>
          <p:spPr bwMode="auto">
            <a:xfrm flipH="1">
              <a:off x="967" y="1246"/>
              <a:ext cx="288" cy="146"/>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7654" name="Line 54"/>
            <p:cNvSpPr>
              <a:spLocks noChangeShapeType="1"/>
            </p:cNvSpPr>
            <p:nvPr/>
          </p:nvSpPr>
          <p:spPr bwMode="auto">
            <a:xfrm>
              <a:off x="1259" y="1246"/>
              <a:ext cx="247" cy="145"/>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537655" name="Group 55"/>
          <p:cNvGrpSpPr>
            <a:grpSpLocks/>
          </p:cNvGrpSpPr>
          <p:nvPr/>
        </p:nvGrpSpPr>
        <p:grpSpPr bwMode="auto">
          <a:xfrm>
            <a:off x="1765300" y="2692400"/>
            <a:ext cx="989013" cy="800100"/>
            <a:chOff x="1251" y="1968"/>
            <a:chExt cx="688" cy="557"/>
          </a:xfrm>
        </p:grpSpPr>
        <p:sp>
          <p:nvSpPr>
            <p:cNvPr id="537656" name="Line 56"/>
            <p:cNvSpPr>
              <a:spLocks noChangeShapeType="1"/>
            </p:cNvSpPr>
            <p:nvPr/>
          </p:nvSpPr>
          <p:spPr bwMode="auto">
            <a:xfrm flipV="1">
              <a:off x="1612" y="1968"/>
              <a:ext cx="0" cy="367"/>
            </a:xfrm>
            <a:prstGeom prst="line">
              <a:avLst/>
            </a:prstGeom>
            <a:noFill/>
            <a:ln w="25400">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7657" name="Line 57"/>
            <p:cNvSpPr>
              <a:spLocks noChangeShapeType="1"/>
            </p:cNvSpPr>
            <p:nvPr/>
          </p:nvSpPr>
          <p:spPr bwMode="auto">
            <a:xfrm flipH="1">
              <a:off x="1251" y="2335"/>
              <a:ext cx="363" cy="190"/>
            </a:xfrm>
            <a:prstGeom prst="line">
              <a:avLst/>
            </a:prstGeom>
            <a:noFill/>
            <a:ln w="25400">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7658" name="Line 58"/>
            <p:cNvSpPr>
              <a:spLocks noChangeShapeType="1"/>
            </p:cNvSpPr>
            <p:nvPr/>
          </p:nvSpPr>
          <p:spPr bwMode="auto">
            <a:xfrm>
              <a:off x="1619" y="2335"/>
              <a:ext cx="320" cy="189"/>
            </a:xfrm>
            <a:prstGeom prst="line">
              <a:avLst/>
            </a:prstGeom>
            <a:noFill/>
            <a:ln w="25400">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537659" name="Line 59"/>
          <p:cNvSpPr>
            <a:spLocks noChangeShapeType="1"/>
          </p:cNvSpPr>
          <p:nvPr/>
        </p:nvSpPr>
        <p:spPr bwMode="auto">
          <a:xfrm flipV="1">
            <a:off x="2284413" y="3808413"/>
            <a:ext cx="0" cy="527050"/>
          </a:xfrm>
          <a:prstGeom prst="line">
            <a:avLst/>
          </a:prstGeom>
          <a:noFill/>
          <a:ln w="25400">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7660" name="Line 60"/>
          <p:cNvSpPr>
            <a:spLocks noChangeShapeType="1"/>
          </p:cNvSpPr>
          <p:nvPr/>
        </p:nvSpPr>
        <p:spPr bwMode="auto">
          <a:xfrm flipH="1">
            <a:off x="1765300" y="4335463"/>
            <a:ext cx="522288" cy="273050"/>
          </a:xfrm>
          <a:prstGeom prst="line">
            <a:avLst/>
          </a:prstGeom>
          <a:noFill/>
          <a:ln w="25400">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7661" name="Line 61"/>
          <p:cNvSpPr>
            <a:spLocks noChangeShapeType="1"/>
          </p:cNvSpPr>
          <p:nvPr/>
        </p:nvSpPr>
        <p:spPr bwMode="auto">
          <a:xfrm>
            <a:off x="2293938" y="4335463"/>
            <a:ext cx="460375" cy="273050"/>
          </a:xfrm>
          <a:prstGeom prst="line">
            <a:avLst/>
          </a:prstGeom>
          <a:noFill/>
          <a:ln w="25400">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537662" name="Group 62"/>
          <p:cNvGrpSpPr>
            <a:grpSpLocks/>
          </p:cNvGrpSpPr>
          <p:nvPr/>
        </p:nvGrpSpPr>
        <p:grpSpPr bwMode="auto">
          <a:xfrm>
            <a:off x="6808788" y="1255713"/>
            <a:ext cx="536575" cy="660400"/>
            <a:chOff x="4758" y="970"/>
            <a:chExt cx="373" cy="459"/>
          </a:xfrm>
        </p:grpSpPr>
        <p:sp>
          <p:nvSpPr>
            <p:cNvPr id="537663" name="Line 63"/>
            <p:cNvSpPr>
              <a:spLocks noChangeShapeType="1"/>
            </p:cNvSpPr>
            <p:nvPr/>
          </p:nvSpPr>
          <p:spPr bwMode="auto">
            <a:xfrm flipH="1">
              <a:off x="4758" y="1201"/>
              <a:ext cx="251"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7664" name="Line 64"/>
            <p:cNvSpPr>
              <a:spLocks noChangeShapeType="1"/>
            </p:cNvSpPr>
            <p:nvPr/>
          </p:nvSpPr>
          <p:spPr bwMode="auto">
            <a:xfrm>
              <a:off x="5009" y="1213"/>
              <a:ext cx="122" cy="216"/>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7665" name="Line 65"/>
            <p:cNvSpPr>
              <a:spLocks noChangeShapeType="1"/>
            </p:cNvSpPr>
            <p:nvPr/>
          </p:nvSpPr>
          <p:spPr bwMode="auto">
            <a:xfrm flipV="1">
              <a:off x="5009" y="970"/>
              <a:ext cx="121" cy="24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537666" name="Group 66"/>
          <p:cNvGrpSpPr>
            <a:grpSpLocks/>
          </p:cNvGrpSpPr>
          <p:nvPr/>
        </p:nvGrpSpPr>
        <p:grpSpPr bwMode="auto">
          <a:xfrm>
            <a:off x="6037263" y="3889375"/>
            <a:ext cx="774700" cy="628650"/>
            <a:chOff x="4221" y="2800"/>
            <a:chExt cx="539" cy="438"/>
          </a:xfrm>
        </p:grpSpPr>
        <p:sp>
          <p:nvSpPr>
            <p:cNvPr id="537667" name="Line 67"/>
            <p:cNvSpPr>
              <a:spLocks noChangeShapeType="1"/>
            </p:cNvSpPr>
            <p:nvPr/>
          </p:nvSpPr>
          <p:spPr bwMode="auto">
            <a:xfrm flipV="1">
              <a:off x="4506" y="2800"/>
              <a:ext cx="0" cy="292"/>
            </a:xfrm>
            <a:prstGeom prst="line">
              <a:avLst/>
            </a:prstGeom>
            <a:noFill/>
            <a:ln w="25400">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7668" name="Line 68"/>
            <p:cNvSpPr>
              <a:spLocks noChangeShapeType="1"/>
            </p:cNvSpPr>
            <p:nvPr/>
          </p:nvSpPr>
          <p:spPr bwMode="auto">
            <a:xfrm flipH="1">
              <a:off x="4221" y="3092"/>
              <a:ext cx="288" cy="146"/>
            </a:xfrm>
            <a:prstGeom prst="line">
              <a:avLst/>
            </a:prstGeom>
            <a:noFill/>
            <a:ln w="25400">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7669" name="Line 69"/>
            <p:cNvSpPr>
              <a:spLocks noChangeShapeType="1"/>
            </p:cNvSpPr>
            <p:nvPr/>
          </p:nvSpPr>
          <p:spPr bwMode="auto">
            <a:xfrm>
              <a:off x="4513" y="3092"/>
              <a:ext cx="247" cy="145"/>
            </a:xfrm>
            <a:prstGeom prst="line">
              <a:avLst/>
            </a:prstGeom>
            <a:noFill/>
            <a:ln w="25400">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537670" name="Line 70"/>
          <p:cNvSpPr>
            <a:spLocks noChangeShapeType="1"/>
          </p:cNvSpPr>
          <p:nvPr/>
        </p:nvSpPr>
        <p:spPr bwMode="auto">
          <a:xfrm flipH="1">
            <a:off x="6064250" y="4295775"/>
            <a:ext cx="392113" cy="0"/>
          </a:xfrm>
          <a:prstGeom prst="line">
            <a:avLst/>
          </a:prstGeom>
          <a:noFill/>
          <a:ln w="254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7671" name="Line 71"/>
          <p:cNvSpPr>
            <a:spLocks noChangeShapeType="1"/>
          </p:cNvSpPr>
          <p:nvPr/>
        </p:nvSpPr>
        <p:spPr bwMode="auto">
          <a:xfrm>
            <a:off x="6456363" y="4313238"/>
            <a:ext cx="176212" cy="309562"/>
          </a:xfrm>
          <a:prstGeom prst="line">
            <a:avLst/>
          </a:prstGeom>
          <a:noFill/>
          <a:ln w="254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7672" name="Line 72"/>
          <p:cNvSpPr>
            <a:spLocks noChangeShapeType="1"/>
          </p:cNvSpPr>
          <p:nvPr/>
        </p:nvSpPr>
        <p:spPr bwMode="auto">
          <a:xfrm flipV="1">
            <a:off x="6456363" y="3963988"/>
            <a:ext cx="174625" cy="344487"/>
          </a:xfrm>
          <a:prstGeom prst="line">
            <a:avLst/>
          </a:prstGeom>
          <a:noFill/>
          <a:ln w="25400">
            <a:solidFill>
              <a:srgbClr val="0092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537673" name="Group 73"/>
          <p:cNvGrpSpPr>
            <a:grpSpLocks/>
          </p:cNvGrpSpPr>
          <p:nvPr/>
        </p:nvGrpSpPr>
        <p:grpSpPr bwMode="auto">
          <a:xfrm>
            <a:off x="6003925" y="2636838"/>
            <a:ext cx="742950" cy="909637"/>
            <a:chOff x="4198" y="1930"/>
            <a:chExt cx="516" cy="632"/>
          </a:xfrm>
        </p:grpSpPr>
        <p:sp>
          <p:nvSpPr>
            <p:cNvPr id="537674" name="Line 74"/>
            <p:cNvSpPr>
              <a:spLocks noChangeShapeType="1"/>
            </p:cNvSpPr>
            <p:nvPr/>
          </p:nvSpPr>
          <p:spPr bwMode="auto">
            <a:xfrm flipH="1">
              <a:off x="4198" y="2245"/>
              <a:ext cx="341" cy="0"/>
            </a:xfrm>
            <a:prstGeom prst="line">
              <a:avLst/>
            </a:prstGeom>
            <a:noFill/>
            <a:ln w="25400">
              <a:solidFill>
                <a:srgbClr val="0092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7675" name="Line 75"/>
            <p:cNvSpPr>
              <a:spLocks noChangeShapeType="1"/>
            </p:cNvSpPr>
            <p:nvPr/>
          </p:nvSpPr>
          <p:spPr bwMode="auto">
            <a:xfrm>
              <a:off x="4539" y="2259"/>
              <a:ext cx="175" cy="303"/>
            </a:xfrm>
            <a:prstGeom prst="line">
              <a:avLst/>
            </a:prstGeom>
            <a:noFill/>
            <a:ln w="25400">
              <a:solidFill>
                <a:srgbClr val="0092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7676" name="Line 76"/>
            <p:cNvSpPr>
              <a:spLocks noChangeShapeType="1"/>
            </p:cNvSpPr>
            <p:nvPr/>
          </p:nvSpPr>
          <p:spPr bwMode="auto">
            <a:xfrm flipV="1">
              <a:off x="4539" y="1930"/>
              <a:ext cx="174" cy="324"/>
            </a:xfrm>
            <a:prstGeom prst="line">
              <a:avLst/>
            </a:prstGeom>
            <a:noFill/>
            <a:ln w="25400">
              <a:solidFill>
                <a:srgbClr val="0092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537677" name="Group 77"/>
          <p:cNvGrpSpPr>
            <a:grpSpLocks/>
          </p:cNvGrpSpPr>
          <p:nvPr/>
        </p:nvGrpSpPr>
        <p:grpSpPr bwMode="auto">
          <a:xfrm>
            <a:off x="6189663" y="2817813"/>
            <a:ext cx="439737" cy="539750"/>
            <a:chOff x="4327" y="2055"/>
            <a:chExt cx="306" cy="376"/>
          </a:xfrm>
        </p:grpSpPr>
        <p:sp>
          <p:nvSpPr>
            <p:cNvPr id="537678" name="Line 78"/>
            <p:cNvSpPr>
              <a:spLocks noChangeShapeType="1"/>
            </p:cNvSpPr>
            <p:nvPr/>
          </p:nvSpPr>
          <p:spPr bwMode="auto">
            <a:xfrm flipH="1">
              <a:off x="4327" y="2245"/>
              <a:ext cx="209" cy="0"/>
            </a:xfrm>
            <a:prstGeom prst="line">
              <a:avLst/>
            </a:prstGeom>
            <a:noFill/>
            <a:ln w="25400">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7679" name="Line 79"/>
            <p:cNvSpPr>
              <a:spLocks noChangeShapeType="1"/>
            </p:cNvSpPr>
            <p:nvPr/>
          </p:nvSpPr>
          <p:spPr bwMode="auto">
            <a:xfrm>
              <a:off x="4536" y="2257"/>
              <a:ext cx="97" cy="174"/>
            </a:xfrm>
            <a:prstGeom prst="line">
              <a:avLst/>
            </a:prstGeom>
            <a:noFill/>
            <a:ln w="25400">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7680" name="Line 80"/>
            <p:cNvSpPr>
              <a:spLocks noChangeShapeType="1"/>
            </p:cNvSpPr>
            <p:nvPr/>
          </p:nvSpPr>
          <p:spPr bwMode="auto">
            <a:xfrm flipV="1">
              <a:off x="4536" y="2055"/>
              <a:ext cx="96" cy="199"/>
            </a:xfrm>
            <a:prstGeom prst="line">
              <a:avLst/>
            </a:prstGeom>
            <a:noFill/>
            <a:ln w="25400">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537682" name="Line 82"/>
          <p:cNvSpPr>
            <a:spLocks noChangeShapeType="1"/>
          </p:cNvSpPr>
          <p:nvPr/>
        </p:nvSpPr>
        <p:spPr bwMode="auto">
          <a:xfrm>
            <a:off x="4335463" y="2084388"/>
            <a:ext cx="111125" cy="65087"/>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useBgFill="1">
        <p:nvSpPr>
          <p:cNvPr id="537684" name="Rectangle 84"/>
          <p:cNvSpPr>
            <a:spLocks noChangeArrowheads="1"/>
          </p:cNvSpPr>
          <p:nvPr/>
        </p:nvSpPr>
        <p:spPr bwMode="auto">
          <a:xfrm>
            <a:off x="1216025" y="4857750"/>
            <a:ext cx="2139950" cy="984250"/>
          </a:xfrm>
          <a:prstGeom prst="rect">
            <a:avLst/>
          </a:prstGeom>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useBgFill="1">
        <p:nvSpPr>
          <p:cNvPr id="537685" name="Rectangle 85"/>
          <p:cNvSpPr>
            <a:spLocks noChangeArrowheads="1"/>
          </p:cNvSpPr>
          <p:nvPr/>
        </p:nvSpPr>
        <p:spPr bwMode="auto">
          <a:xfrm>
            <a:off x="5948363" y="4857750"/>
            <a:ext cx="2139950" cy="984250"/>
          </a:xfrm>
          <a:prstGeom prst="rect">
            <a:avLst/>
          </a:prstGeom>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7686" name="Rectangle 86"/>
          <p:cNvSpPr>
            <a:spLocks noChangeArrowheads="1"/>
          </p:cNvSpPr>
          <p:nvPr/>
        </p:nvSpPr>
        <p:spPr bwMode="auto">
          <a:xfrm>
            <a:off x="6815138" y="5049838"/>
            <a:ext cx="1295400" cy="6064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lnSpc>
                <a:spcPct val="85000"/>
              </a:lnSpc>
            </a:pPr>
            <a:r>
              <a:rPr lang="en-US" altLang="en-US" sz="2000">
                <a:solidFill>
                  <a:schemeClr val="tx1"/>
                </a:solidFill>
              </a:rPr>
              <a:t>Zero Seq.</a:t>
            </a:r>
          </a:p>
          <a:p>
            <a:pPr algn="ctr" eaLnBrk="0" hangingPunct="0">
              <a:lnSpc>
                <a:spcPct val="85000"/>
              </a:lnSpc>
            </a:pPr>
            <a:r>
              <a:rPr lang="en-US" altLang="en-US" sz="2000">
                <a:solidFill>
                  <a:schemeClr val="tx1"/>
                </a:solidFill>
              </a:rPr>
              <a:t>trap</a:t>
            </a:r>
          </a:p>
        </p:txBody>
      </p:sp>
      <p:sp>
        <p:nvSpPr>
          <p:cNvPr id="537687" name="Line 87"/>
          <p:cNvSpPr>
            <a:spLocks noChangeShapeType="1"/>
          </p:cNvSpPr>
          <p:nvPr/>
        </p:nvSpPr>
        <p:spPr bwMode="auto">
          <a:xfrm flipV="1">
            <a:off x="2290763" y="4905375"/>
            <a:ext cx="0" cy="527050"/>
          </a:xfrm>
          <a:prstGeom prst="line">
            <a:avLst/>
          </a:prstGeom>
          <a:noFill/>
          <a:ln w="25400">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7688" name="Line 88"/>
          <p:cNvSpPr>
            <a:spLocks noChangeShapeType="1"/>
          </p:cNvSpPr>
          <p:nvPr/>
        </p:nvSpPr>
        <p:spPr bwMode="auto">
          <a:xfrm flipH="1">
            <a:off x="1771650" y="5432425"/>
            <a:ext cx="522288" cy="273050"/>
          </a:xfrm>
          <a:prstGeom prst="line">
            <a:avLst/>
          </a:prstGeom>
          <a:noFill/>
          <a:ln w="25400">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7689" name="Line 89"/>
          <p:cNvSpPr>
            <a:spLocks noChangeShapeType="1"/>
          </p:cNvSpPr>
          <p:nvPr/>
        </p:nvSpPr>
        <p:spPr bwMode="auto">
          <a:xfrm>
            <a:off x="2300288" y="5432425"/>
            <a:ext cx="460375" cy="273050"/>
          </a:xfrm>
          <a:prstGeom prst="line">
            <a:avLst/>
          </a:prstGeom>
          <a:noFill/>
          <a:ln w="25400">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7691" name="Freeform 91"/>
          <p:cNvSpPr>
            <a:spLocks/>
          </p:cNvSpPr>
          <p:nvPr/>
        </p:nvSpPr>
        <p:spPr bwMode="auto">
          <a:xfrm>
            <a:off x="6164263" y="5048250"/>
            <a:ext cx="720725" cy="576263"/>
          </a:xfrm>
          <a:custGeom>
            <a:avLst/>
            <a:gdLst>
              <a:gd name="T0" fmla="*/ 0 w 590"/>
              <a:gd name="T1" fmla="*/ 454 h 454"/>
              <a:gd name="T2" fmla="*/ 590 w 590"/>
              <a:gd name="T3" fmla="*/ 454 h 454"/>
              <a:gd name="T4" fmla="*/ 273 w 590"/>
              <a:gd name="T5" fmla="*/ 0 h 454"/>
              <a:gd name="T6" fmla="*/ 0 w 590"/>
              <a:gd name="T7" fmla="*/ 454 h 454"/>
            </a:gdLst>
            <a:ahLst/>
            <a:cxnLst>
              <a:cxn ang="0">
                <a:pos x="T0" y="T1"/>
              </a:cxn>
              <a:cxn ang="0">
                <a:pos x="T2" y="T3"/>
              </a:cxn>
              <a:cxn ang="0">
                <a:pos x="T4" y="T5"/>
              </a:cxn>
              <a:cxn ang="0">
                <a:pos x="T6" y="T7"/>
              </a:cxn>
            </a:cxnLst>
            <a:rect l="0" t="0" r="r" b="b"/>
            <a:pathLst>
              <a:path w="590" h="454">
                <a:moveTo>
                  <a:pt x="0" y="454"/>
                </a:moveTo>
                <a:lnTo>
                  <a:pt x="590" y="454"/>
                </a:lnTo>
                <a:lnTo>
                  <a:pt x="273" y="0"/>
                </a:lnTo>
                <a:lnTo>
                  <a:pt x="0" y="454"/>
                </a:lnTo>
                <a:close/>
              </a:path>
            </a:pathLst>
          </a:custGeom>
          <a:solidFill>
            <a:schemeClr val="bg1"/>
          </a:solidFill>
          <a:ln w="28575" cap="flat" cmpd="sng">
            <a:solidFill>
              <a:schemeClr val="tx2"/>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7693" name="Oval 93"/>
          <p:cNvSpPr>
            <a:spLocks noChangeArrowheads="1"/>
          </p:cNvSpPr>
          <p:nvPr/>
        </p:nvSpPr>
        <p:spPr bwMode="auto">
          <a:xfrm>
            <a:off x="4254500" y="5192713"/>
            <a:ext cx="396875" cy="398462"/>
          </a:xfrm>
          <a:prstGeom prst="ellipse">
            <a:avLst/>
          </a:prstGeom>
          <a:noFill/>
          <a:ln w="50800">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7695" name="Line 95"/>
          <p:cNvSpPr>
            <a:spLocks noChangeShapeType="1"/>
          </p:cNvSpPr>
          <p:nvPr/>
        </p:nvSpPr>
        <p:spPr bwMode="auto">
          <a:xfrm>
            <a:off x="4435475" y="5624513"/>
            <a:ext cx="0" cy="4318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7696" name="Line 96"/>
          <p:cNvSpPr>
            <a:spLocks noChangeShapeType="1"/>
          </p:cNvSpPr>
          <p:nvPr/>
        </p:nvSpPr>
        <p:spPr bwMode="auto">
          <a:xfrm>
            <a:off x="4435475" y="4725392"/>
            <a:ext cx="0" cy="4318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7697" name="Line 97"/>
          <p:cNvSpPr>
            <a:spLocks noChangeShapeType="1"/>
          </p:cNvSpPr>
          <p:nvPr/>
        </p:nvSpPr>
        <p:spPr bwMode="auto">
          <a:xfrm rot="-5400000">
            <a:off x="4435475" y="4509244"/>
            <a:ext cx="0" cy="4318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7698" name="Rectangle 98"/>
          <p:cNvSpPr>
            <a:spLocks noChangeArrowheads="1"/>
          </p:cNvSpPr>
          <p:nvPr/>
        </p:nvSpPr>
        <p:spPr bwMode="auto">
          <a:xfrm>
            <a:off x="4725988" y="5230813"/>
            <a:ext cx="574675" cy="3222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lnSpc>
                <a:spcPct val="85000"/>
              </a:lnSpc>
            </a:pPr>
            <a:r>
              <a:rPr lang="en-US" altLang="en-US" b="1">
                <a:solidFill>
                  <a:schemeClr val="tx1"/>
                </a:solidFill>
              </a:rPr>
              <a:t>87T</a:t>
            </a:r>
          </a:p>
        </p:txBody>
      </p:sp>
    </p:spTree>
    <p:extLst>
      <p:ext uri="{BB962C8B-B14F-4D97-AF65-F5344CB8AC3E}">
        <p14:creationId xmlns:p14="http://schemas.microsoft.com/office/powerpoint/2010/main" val="288315563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9650" name="Rectangle 2"/>
          <p:cNvSpPr>
            <a:spLocks noGrp="1" noChangeArrowheads="1"/>
          </p:cNvSpPr>
          <p:nvPr>
            <p:ph type="title"/>
          </p:nvPr>
        </p:nvSpPr>
        <p:spPr>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0800" rIns="0" bIns="10800" numCol="1" anchor="ctr" anchorCtr="0" compatLnSpc="1">
            <a:prstTxWarp prst="textNoShape">
              <a:avLst/>
            </a:prstTxWarp>
          </a:bodyPr>
          <a:lstStyle/>
          <a:p>
            <a:r>
              <a:rPr lang="en-US" altLang="en-US" sz="3200" dirty="0"/>
              <a:t>Vector Group, Ratio Mismatch and Zero-Sequence Compensation (2)</a:t>
            </a:r>
            <a:endParaRPr lang="de-DE" altLang="en-US" sz="3200" dirty="0"/>
          </a:p>
        </p:txBody>
      </p:sp>
      <p:sp>
        <p:nvSpPr>
          <p:cNvPr id="539663" name="Rectangle 15"/>
          <p:cNvSpPr>
            <a:spLocks noGrp="1" noChangeArrowheads="1"/>
          </p:cNvSpPr>
          <p:nvPr>
            <p:ph type="body" idx="1"/>
          </p:nvPr>
        </p:nvSpPr>
        <p:spPr>
          <a:xfrm>
            <a:off x="1160463" y="4111625"/>
            <a:ext cx="7372350" cy="1873250"/>
          </a:xfrm>
        </p:spPr>
        <p:txBody>
          <a:bodyPr/>
          <a:lstStyle/>
          <a:p>
            <a:pPr>
              <a:lnSpc>
                <a:spcPct val="80000"/>
              </a:lnSpc>
            </a:pPr>
            <a:r>
              <a:rPr lang="en-GB" altLang="zh-CN" sz="1600">
                <a:ea typeface="SimSun" panose="02010600030101010101" pitchFamily="2" charset="-122"/>
              </a:rPr>
              <a:t>Enter reference power (Sn): MVA</a:t>
            </a:r>
          </a:p>
          <a:p>
            <a:pPr>
              <a:lnSpc>
                <a:spcPct val="80000"/>
              </a:lnSpc>
            </a:pPr>
            <a:r>
              <a:rPr lang="en-GB" altLang="zh-CN" sz="1600">
                <a:ea typeface="SimSun" panose="02010600030101010101" pitchFamily="2" charset="-122"/>
              </a:rPr>
              <a:t>Enter line voltage for each winding</a:t>
            </a:r>
          </a:p>
          <a:p>
            <a:pPr>
              <a:lnSpc>
                <a:spcPct val="80000"/>
              </a:lnSpc>
            </a:pPr>
            <a:r>
              <a:rPr lang="en-GB" altLang="zh-CN" sz="1600">
                <a:ea typeface="SimSun" panose="02010600030101010101" pitchFamily="2" charset="-122"/>
              </a:rPr>
              <a:t>Enter CT primary and secondary current ratings</a:t>
            </a:r>
          </a:p>
          <a:p>
            <a:pPr>
              <a:lnSpc>
                <a:spcPct val="80000"/>
              </a:lnSpc>
            </a:pPr>
            <a:r>
              <a:rPr lang="en-GB" altLang="zh-CN" sz="1600">
                <a:ea typeface="SimSun" panose="02010600030101010101" pitchFamily="2" charset="-122"/>
              </a:rPr>
              <a:t>Enter Vector Group (Clock Notation) for LV and TV windings</a:t>
            </a:r>
          </a:p>
          <a:p>
            <a:pPr>
              <a:lnSpc>
                <a:spcPct val="80000"/>
              </a:lnSpc>
            </a:pPr>
            <a:r>
              <a:rPr lang="en-GB" altLang="zh-CN" sz="1600">
                <a:ea typeface="SimSun" panose="02010600030101010101" pitchFamily="2" charset="-122"/>
              </a:rPr>
              <a:t>Set which windings are grounded.  The relay applies a zero sequence filter (“Delta trap”) if the winding is grounded.</a:t>
            </a:r>
          </a:p>
        </p:txBody>
      </p:sp>
      <p:sp>
        <p:nvSpPr>
          <p:cNvPr id="539651" name="Text Box 3"/>
          <p:cNvSpPr txBox="1">
            <a:spLocks noChangeArrowheads="1"/>
          </p:cNvSpPr>
          <p:nvPr/>
        </p:nvSpPr>
        <p:spPr bwMode="auto">
          <a:xfrm>
            <a:off x="815975" y="981075"/>
            <a:ext cx="8077200" cy="427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eaLnBrk="0" hangingPunct="0">
              <a:spcBef>
                <a:spcPct val="50000"/>
              </a:spcBef>
            </a:pPr>
            <a:r>
              <a:rPr lang="en-GB" altLang="zh-CN" sz="2200" b="1" i="1" dirty="0">
                <a:solidFill>
                  <a:schemeClr val="tx1"/>
                </a:solidFill>
                <a:ea typeface="SimSun" panose="02010600030101010101" pitchFamily="2" charset="-122"/>
              </a:rPr>
              <a:t>Setting Wizard</a:t>
            </a:r>
          </a:p>
        </p:txBody>
      </p:sp>
      <p:graphicFrame>
        <p:nvGraphicFramePr>
          <p:cNvPr id="539654" name="Object 6"/>
          <p:cNvGraphicFramePr>
            <a:graphicFrameLocks noChangeAspect="1"/>
          </p:cNvGraphicFramePr>
          <p:nvPr/>
        </p:nvGraphicFramePr>
        <p:xfrm>
          <a:off x="461963" y="1420813"/>
          <a:ext cx="8358187" cy="2800350"/>
        </p:xfrm>
        <a:graphic>
          <a:graphicData uri="http://schemas.openxmlformats.org/presentationml/2006/ole">
            <mc:AlternateContent xmlns:mc="http://schemas.openxmlformats.org/markup-compatibility/2006">
              <mc:Choice xmlns:v="urn:schemas-microsoft-com:vml" Requires="v">
                <p:oleObj spid="_x0000_s833597" name="VISIO" r:id="rId4" imgW="6300000" imgH="1944000" progId="Visio.Drawing.5">
                  <p:embed/>
                </p:oleObj>
              </mc:Choice>
              <mc:Fallback>
                <p:oleObj name="VISIO" r:id="rId4" imgW="6300000" imgH="1944000" progId="Visio.Drawing.5">
                  <p:embed/>
                  <p:pic>
                    <p:nvPicPr>
                      <p:cNvPr id="539654"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1963" y="1420813"/>
                        <a:ext cx="8358187" cy="2800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539655" name="Group 7"/>
          <p:cNvGrpSpPr>
            <a:grpSpLocks/>
          </p:cNvGrpSpPr>
          <p:nvPr/>
        </p:nvGrpSpPr>
        <p:grpSpPr bwMode="auto">
          <a:xfrm>
            <a:off x="920751" y="5692775"/>
            <a:ext cx="7621588" cy="817563"/>
            <a:chOff x="759" y="3602"/>
            <a:chExt cx="4801" cy="515"/>
          </a:xfrm>
        </p:grpSpPr>
        <p:sp>
          <p:nvSpPr>
            <p:cNvPr id="539656" name="AutoShape 8"/>
            <p:cNvSpPr>
              <a:spLocks noChangeArrowheads="1"/>
            </p:cNvSpPr>
            <p:nvPr/>
          </p:nvSpPr>
          <p:spPr bwMode="auto">
            <a:xfrm>
              <a:off x="759" y="3602"/>
              <a:ext cx="4800" cy="453"/>
            </a:xfrm>
            <a:prstGeom prst="flowChartAlternateProcess">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eaLnBrk="0" hangingPunct="0"/>
              <a:r>
                <a:rPr lang="de-DE" altLang="en-US" b="1" dirty="0">
                  <a:solidFill>
                    <a:schemeClr val="tx2"/>
                  </a:solidFill>
                </a:rPr>
                <a:t>All you have to do: Set Transformer Nameplate Data, and CT Ratios</a:t>
              </a:r>
            </a:p>
          </p:txBody>
        </p:sp>
        <p:grpSp>
          <p:nvGrpSpPr>
            <p:cNvPr id="539657" name="Group 9"/>
            <p:cNvGrpSpPr>
              <a:grpSpLocks/>
            </p:cNvGrpSpPr>
            <p:nvPr/>
          </p:nvGrpSpPr>
          <p:grpSpPr bwMode="auto">
            <a:xfrm>
              <a:off x="5347" y="3904"/>
              <a:ext cx="213" cy="213"/>
              <a:chOff x="4716" y="3636"/>
              <a:chExt cx="213" cy="213"/>
            </a:xfrm>
          </p:grpSpPr>
          <p:sp>
            <p:nvSpPr>
              <p:cNvPr id="539658" name="Line 10"/>
              <p:cNvSpPr>
                <a:spLocks noChangeShapeType="1"/>
              </p:cNvSpPr>
              <p:nvPr/>
            </p:nvSpPr>
            <p:spPr bwMode="auto">
              <a:xfrm>
                <a:off x="4926" y="3636"/>
                <a:ext cx="0" cy="213"/>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a:p>
            </p:txBody>
          </p:sp>
          <p:sp>
            <p:nvSpPr>
              <p:cNvPr id="539659" name="Line 11"/>
              <p:cNvSpPr>
                <a:spLocks noChangeShapeType="1"/>
              </p:cNvSpPr>
              <p:nvPr/>
            </p:nvSpPr>
            <p:spPr bwMode="auto">
              <a:xfrm>
                <a:off x="4716" y="3846"/>
                <a:ext cx="213" cy="0"/>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a:p>
            </p:txBody>
          </p:sp>
        </p:grpSp>
        <p:grpSp>
          <p:nvGrpSpPr>
            <p:cNvPr id="539660" name="Group 12"/>
            <p:cNvGrpSpPr>
              <a:grpSpLocks/>
            </p:cNvGrpSpPr>
            <p:nvPr/>
          </p:nvGrpSpPr>
          <p:grpSpPr bwMode="auto">
            <a:xfrm>
              <a:off x="768" y="3628"/>
              <a:ext cx="213" cy="213"/>
              <a:chOff x="888" y="3246"/>
              <a:chExt cx="213" cy="213"/>
            </a:xfrm>
          </p:grpSpPr>
          <p:sp>
            <p:nvSpPr>
              <p:cNvPr id="539661" name="Line 13"/>
              <p:cNvSpPr>
                <a:spLocks noChangeShapeType="1"/>
              </p:cNvSpPr>
              <p:nvPr/>
            </p:nvSpPr>
            <p:spPr bwMode="auto">
              <a:xfrm>
                <a:off x="894" y="3246"/>
                <a:ext cx="0" cy="213"/>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a:p>
            </p:txBody>
          </p:sp>
          <p:sp>
            <p:nvSpPr>
              <p:cNvPr id="539662" name="Line 14"/>
              <p:cNvSpPr>
                <a:spLocks noChangeShapeType="1"/>
              </p:cNvSpPr>
              <p:nvPr/>
            </p:nvSpPr>
            <p:spPr bwMode="auto">
              <a:xfrm>
                <a:off x="888" y="3252"/>
                <a:ext cx="213" cy="0"/>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a:p>
            </p:txBody>
          </p:sp>
        </p:grpSp>
      </p:grpSp>
      <p:pic>
        <p:nvPicPr>
          <p:cNvPr id="539664" name="Picture 16" descr="MCj04326350000[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19700" y="1995488"/>
            <a:ext cx="1289050" cy="1217612"/>
          </a:xfrm>
          <a:prstGeom prst="rect">
            <a:avLst/>
          </a:prstGeom>
          <a:noFill/>
          <a:extLst>
            <a:ext uri="{909E8E84-426E-40DD-AFC4-6F175D3DCCD1}">
              <a14:hiddenFill xmlns:a14="http://schemas.microsoft.com/office/drawing/2010/main">
                <a:solidFill>
                  <a:srgbClr val="FFFFFF"/>
                </a:solidFill>
              </a14:hiddenFill>
            </a:ext>
          </a:extLst>
        </p:spPr>
      </p:pic>
      <p:sp>
        <p:nvSpPr>
          <p:cNvPr id="539665" name="Text Box 17"/>
          <p:cNvSpPr txBox="1">
            <a:spLocks noChangeArrowheads="1"/>
          </p:cNvSpPr>
          <p:nvPr/>
        </p:nvSpPr>
        <p:spPr bwMode="auto">
          <a:xfrm>
            <a:off x="5940425" y="1828800"/>
            <a:ext cx="96678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GB" altLang="zh-CN" sz="1400" b="1">
                <a:solidFill>
                  <a:srgbClr val="CC3300"/>
                </a:solidFill>
                <a:ea typeface="SimSun" panose="02010600030101010101" pitchFamily="2" charset="-122"/>
              </a:rPr>
              <a:t>+ Hour(s)</a:t>
            </a:r>
          </a:p>
        </p:txBody>
      </p:sp>
    </p:spTree>
    <p:extLst>
      <p:ext uri="{BB962C8B-B14F-4D97-AF65-F5344CB8AC3E}">
        <p14:creationId xmlns:p14="http://schemas.microsoft.com/office/powerpoint/2010/main" val="146976020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1010" name="Rectangle 2"/>
          <p:cNvSpPr>
            <a:spLocks noChangeArrowheads="1"/>
          </p:cNvSpPr>
          <p:nvPr/>
        </p:nvSpPr>
        <p:spPr bwMode="auto">
          <a:xfrm>
            <a:off x="828675" y="785813"/>
            <a:ext cx="8315325" cy="2997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marL="476250" indent="-476250" algn="l">
              <a:spcBef>
                <a:spcPct val="0"/>
              </a:spcBef>
              <a:tabLst>
                <a:tab pos="476250" algn="l"/>
              </a:tabLst>
              <a:defRPr sz="2400">
                <a:solidFill>
                  <a:schemeClr val="tx1"/>
                </a:solidFill>
                <a:latin typeface="Arial" panose="020B0604020202020204" pitchFamily="34" charset="0"/>
              </a:defRPr>
            </a:lvl1pPr>
            <a:lvl2pPr marL="666750" algn="l">
              <a:spcBef>
                <a:spcPct val="0"/>
              </a:spcBef>
              <a:tabLst>
                <a:tab pos="476250" algn="l"/>
              </a:tabLst>
              <a:defRPr sz="2400">
                <a:solidFill>
                  <a:schemeClr val="tx1"/>
                </a:solidFill>
                <a:latin typeface="Arial" panose="020B0604020202020204" pitchFamily="34" charset="0"/>
              </a:defRPr>
            </a:lvl2pPr>
            <a:lvl3pPr algn="l">
              <a:spcBef>
                <a:spcPct val="0"/>
              </a:spcBef>
              <a:tabLst>
                <a:tab pos="476250" algn="l"/>
              </a:tabLst>
              <a:defRPr sz="2400">
                <a:solidFill>
                  <a:schemeClr val="tx1"/>
                </a:solidFill>
                <a:latin typeface="Arial" panose="020B0604020202020204" pitchFamily="34" charset="0"/>
              </a:defRPr>
            </a:lvl3pPr>
            <a:lvl4pPr algn="l">
              <a:spcBef>
                <a:spcPct val="0"/>
              </a:spcBef>
              <a:tabLst>
                <a:tab pos="476250" algn="l"/>
              </a:tabLst>
              <a:defRPr sz="2400">
                <a:solidFill>
                  <a:schemeClr val="tx1"/>
                </a:solidFill>
                <a:latin typeface="Arial" panose="020B0604020202020204" pitchFamily="34" charset="0"/>
              </a:defRPr>
            </a:lvl4pPr>
            <a:lvl5pPr algn="l">
              <a:spcBef>
                <a:spcPct val="0"/>
              </a:spcBef>
              <a:tabLst>
                <a:tab pos="476250" algn="l"/>
              </a:tabLst>
              <a:defRPr sz="2400">
                <a:solidFill>
                  <a:schemeClr val="tx1"/>
                </a:solidFill>
                <a:latin typeface="Arial" panose="020B0604020202020204" pitchFamily="34" charset="0"/>
              </a:defRPr>
            </a:lvl5pPr>
            <a:lvl6pPr eaLnBrk="0" fontAlgn="base" hangingPunct="0">
              <a:spcBef>
                <a:spcPct val="0"/>
              </a:spcBef>
              <a:spcAft>
                <a:spcPct val="0"/>
              </a:spcAft>
              <a:tabLst>
                <a:tab pos="476250" algn="l"/>
              </a:tabLst>
              <a:defRPr sz="2400">
                <a:solidFill>
                  <a:schemeClr val="tx1"/>
                </a:solidFill>
                <a:latin typeface="Arial" panose="020B0604020202020204" pitchFamily="34" charset="0"/>
              </a:defRPr>
            </a:lvl6pPr>
            <a:lvl7pPr eaLnBrk="0" fontAlgn="base" hangingPunct="0">
              <a:spcBef>
                <a:spcPct val="0"/>
              </a:spcBef>
              <a:spcAft>
                <a:spcPct val="0"/>
              </a:spcAft>
              <a:tabLst>
                <a:tab pos="476250" algn="l"/>
              </a:tabLst>
              <a:defRPr sz="2400">
                <a:solidFill>
                  <a:schemeClr val="tx1"/>
                </a:solidFill>
                <a:latin typeface="Arial" panose="020B0604020202020204" pitchFamily="34" charset="0"/>
              </a:defRPr>
            </a:lvl7pPr>
            <a:lvl8pPr eaLnBrk="0" fontAlgn="base" hangingPunct="0">
              <a:spcBef>
                <a:spcPct val="0"/>
              </a:spcBef>
              <a:spcAft>
                <a:spcPct val="0"/>
              </a:spcAft>
              <a:tabLst>
                <a:tab pos="476250" algn="l"/>
              </a:tabLst>
              <a:defRPr sz="2400">
                <a:solidFill>
                  <a:schemeClr val="tx1"/>
                </a:solidFill>
                <a:latin typeface="Arial" panose="020B0604020202020204" pitchFamily="34" charset="0"/>
              </a:defRPr>
            </a:lvl8pPr>
            <a:lvl9pPr eaLnBrk="0" fontAlgn="base" hangingPunct="0">
              <a:spcBef>
                <a:spcPct val="0"/>
              </a:spcBef>
              <a:spcAft>
                <a:spcPct val="0"/>
              </a:spcAft>
              <a:tabLst>
                <a:tab pos="476250" algn="l"/>
              </a:tabLst>
              <a:defRPr sz="2400">
                <a:solidFill>
                  <a:schemeClr val="tx1"/>
                </a:solidFill>
                <a:latin typeface="Arial" panose="020B0604020202020204" pitchFamily="34" charset="0"/>
              </a:defRPr>
            </a:lvl9pPr>
          </a:lstStyle>
          <a:p>
            <a:pPr>
              <a:lnSpc>
                <a:spcPct val="100000"/>
              </a:lnSpc>
              <a:spcAft>
                <a:spcPct val="40000"/>
              </a:spcAft>
              <a:buClrTx/>
              <a:buSzTx/>
              <a:buFontTx/>
              <a:buNone/>
            </a:pPr>
            <a:r>
              <a:rPr lang="en-GB" altLang="en-US" b="0" i="0" dirty="0"/>
              <a:t>-	</a:t>
            </a:r>
            <a:r>
              <a:rPr lang="en-GB" altLang="en-US" sz="2200" i="0" dirty="0"/>
              <a:t>“Clock Face” numbers refer to position of :</a:t>
            </a:r>
            <a:br>
              <a:rPr lang="en-GB" altLang="en-US" sz="2200" i="0" dirty="0"/>
            </a:br>
            <a:r>
              <a:rPr lang="en-GB" altLang="en-US" sz="2200" i="0" dirty="0"/>
              <a:t>low voltage phase-neutral vector with respect to</a:t>
            </a:r>
            <a:br>
              <a:rPr lang="en-GB" altLang="en-US" sz="2200" i="0" dirty="0"/>
            </a:br>
            <a:r>
              <a:rPr lang="en-GB" altLang="en-US" sz="2200" i="0" dirty="0"/>
              <a:t>high voltage phase-neutral vector</a:t>
            </a:r>
          </a:p>
          <a:p>
            <a:pPr>
              <a:lnSpc>
                <a:spcPct val="100000"/>
              </a:lnSpc>
              <a:spcAft>
                <a:spcPct val="40000"/>
              </a:spcAft>
              <a:buClrTx/>
              <a:buSzTx/>
              <a:buFontTx/>
              <a:buNone/>
            </a:pPr>
            <a:r>
              <a:rPr lang="en-GB" altLang="en-US" sz="2200" i="0" dirty="0"/>
              <a:t>-	Line connections made to highest numbered winding terminal available ( A2, a2,..)</a:t>
            </a:r>
          </a:p>
          <a:p>
            <a:pPr>
              <a:lnSpc>
                <a:spcPct val="100000"/>
              </a:lnSpc>
              <a:spcAft>
                <a:spcPct val="40000"/>
              </a:spcAft>
              <a:buClrTx/>
              <a:buSzTx/>
              <a:buFontTx/>
              <a:buNone/>
            </a:pPr>
            <a:r>
              <a:rPr lang="en-GB" altLang="en-US" sz="2200" i="0" dirty="0"/>
              <a:t>-	Line phase designation is same as winding</a:t>
            </a:r>
          </a:p>
          <a:p>
            <a:pPr algn="ctr">
              <a:lnSpc>
                <a:spcPct val="100000"/>
              </a:lnSpc>
              <a:spcAft>
                <a:spcPct val="40000"/>
              </a:spcAft>
              <a:buClrTx/>
              <a:buSzTx/>
              <a:buFontTx/>
              <a:buNone/>
            </a:pPr>
            <a:r>
              <a:rPr lang="en-GB" altLang="en-US" sz="2200" i="0" dirty="0"/>
              <a:t>Example 1  :  </a:t>
            </a:r>
            <a:r>
              <a:rPr lang="en-GB" altLang="en-US" sz="2200" i="0" dirty="0" err="1"/>
              <a:t>Dy</a:t>
            </a:r>
            <a:r>
              <a:rPr lang="en-GB" altLang="en-US" sz="2200" i="0" dirty="0"/>
              <a:t> 11 Transformer</a:t>
            </a:r>
            <a:endParaRPr lang="en-GB" altLang="en-US" sz="2800" i="0" dirty="0"/>
          </a:p>
        </p:txBody>
      </p:sp>
      <p:sp>
        <p:nvSpPr>
          <p:cNvPr id="811011" name="Rectangle 3"/>
          <p:cNvSpPr>
            <a:spLocks noChangeArrowheads="1"/>
          </p:cNvSpPr>
          <p:nvPr/>
        </p:nvSpPr>
        <p:spPr bwMode="auto">
          <a:xfrm>
            <a:off x="4327525" y="5475288"/>
            <a:ext cx="282575" cy="252412"/>
          </a:xfrm>
          <a:prstGeom prst="rect">
            <a:avLst/>
          </a:prstGeom>
          <a:solidFill>
            <a:srgbClr val="FFFFFF"/>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lnSpc>
                <a:spcPct val="100000"/>
              </a:lnSpc>
              <a:spcBef>
                <a:spcPct val="0"/>
              </a:spcBef>
              <a:buClrTx/>
              <a:buSzTx/>
              <a:buFontTx/>
              <a:buNone/>
            </a:pPr>
            <a:r>
              <a:rPr lang="en-US" altLang="en-US" sz="1400" b="0" i="0">
                <a:latin typeface="FuturaA Md BT" pitchFamily="34" charset="0"/>
              </a:rPr>
              <a:t>B1</a:t>
            </a:r>
          </a:p>
        </p:txBody>
      </p:sp>
      <p:sp>
        <p:nvSpPr>
          <p:cNvPr id="811012" name="Rectangle 4"/>
          <p:cNvSpPr>
            <a:spLocks noChangeArrowheads="1"/>
          </p:cNvSpPr>
          <p:nvPr/>
        </p:nvSpPr>
        <p:spPr bwMode="auto">
          <a:xfrm>
            <a:off x="3417888" y="5461000"/>
            <a:ext cx="280987" cy="252413"/>
          </a:xfrm>
          <a:prstGeom prst="rect">
            <a:avLst/>
          </a:prstGeom>
          <a:solidFill>
            <a:srgbClr val="FFFFFF"/>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lnSpc>
                <a:spcPct val="100000"/>
              </a:lnSpc>
              <a:spcBef>
                <a:spcPct val="0"/>
              </a:spcBef>
              <a:buClrTx/>
              <a:buSzTx/>
              <a:buFontTx/>
              <a:buNone/>
            </a:pPr>
            <a:r>
              <a:rPr lang="en-US" altLang="en-US" sz="1400" b="0" i="0">
                <a:latin typeface="FuturaA Md BT" pitchFamily="34" charset="0"/>
              </a:rPr>
              <a:t>B2</a:t>
            </a:r>
          </a:p>
        </p:txBody>
      </p:sp>
      <p:sp>
        <p:nvSpPr>
          <p:cNvPr id="811013" name="Rectangle 5"/>
          <p:cNvSpPr>
            <a:spLocks noChangeArrowheads="1"/>
          </p:cNvSpPr>
          <p:nvPr/>
        </p:nvSpPr>
        <p:spPr bwMode="auto">
          <a:xfrm>
            <a:off x="5715000" y="5470525"/>
            <a:ext cx="282575" cy="254000"/>
          </a:xfrm>
          <a:prstGeom prst="rect">
            <a:avLst/>
          </a:prstGeom>
          <a:solidFill>
            <a:srgbClr val="FFFFFF"/>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lnSpc>
                <a:spcPct val="100000"/>
              </a:lnSpc>
              <a:spcBef>
                <a:spcPct val="0"/>
              </a:spcBef>
              <a:buClrTx/>
              <a:buSzTx/>
              <a:buFontTx/>
              <a:buNone/>
            </a:pPr>
            <a:r>
              <a:rPr lang="en-US" altLang="en-US" sz="1400" b="0" i="0">
                <a:latin typeface="FuturaA Md BT" pitchFamily="34" charset="0"/>
              </a:rPr>
              <a:t>b2</a:t>
            </a:r>
          </a:p>
        </p:txBody>
      </p:sp>
      <p:sp>
        <p:nvSpPr>
          <p:cNvPr id="811014" name="Rectangle 6"/>
          <p:cNvSpPr>
            <a:spLocks noChangeArrowheads="1"/>
          </p:cNvSpPr>
          <p:nvPr/>
        </p:nvSpPr>
        <p:spPr bwMode="auto">
          <a:xfrm>
            <a:off x="4783138" y="5461000"/>
            <a:ext cx="280987" cy="254000"/>
          </a:xfrm>
          <a:prstGeom prst="rect">
            <a:avLst/>
          </a:prstGeom>
          <a:solidFill>
            <a:srgbClr val="FFFFFF"/>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lnSpc>
                <a:spcPct val="100000"/>
              </a:lnSpc>
              <a:spcBef>
                <a:spcPct val="0"/>
              </a:spcBef>
              <a:buClrTx/>
              <a:buSzTx/>
              <a:buFontTx/>
              <a:buNone/>
            </a:pPr>
            <a:r>
              <a:rPr lang="en-US" altLang="en-US" sz="1400" b="0" i="0">
                <a:latin typeface="FuturaA Md BT" pitchFamily="34" charset="0"/>
              </a:rPr>
              <a:t>b1</a:t>
            </a:r>
          </a:p>
        </p:txBody>
      </p:sp>
      <p:sp>
        <p:nvSpPr>
          <p:cNvPr id="811015" name="Rectangle 7"/>
          <p:cNvSpPr>
            <a:spLocks noChangeArrowheads="1"/>
          </p:cNvSpPr>
          <p:nvPr/>
        </p:nvSpPr>
        <p:spPr bwMode="auto">
          <a:xfrm>
            <a:off x="5770563" y="4879975"/>
            <a:ext cx="280987" cy="254000"/>
          </a:xfrm>
          <a:prstGeom prst="rect">
            <a:avLst/>
          </a:prstGeom>
          <a:solidFill>
            <a:srgbClr val="FFFFFF"/>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lnSpc>
                <a:spcPct val="100000"/>
              </a:lnSpc>
              <a:spcBef>
                <a:spcPct val="0"/>
              </a:spcBef>
              <a:buClrTx/>
              <a:buSzTx/>
              <a:buFontTx/>
              <a:buNone/>
            </a:pPr>
            <a:r>
              <a:rPr lang="en-US" altLang="en-US" sz="1400" b="0" i="0">
                <a:latin typeface="FuturaA Md BT" pitchFamily="34" charset="0"/>
              </a:rPr>
              <a:t>a2</a:t>
            </a:r>
          </a:p>
        </p:txBody>
      </p:sp>
      <p:sp>
        <p:nvSpPr>
          <p:cNvPr id="811016" name="Rectangle 8"/>
          <p:cNvSpPr>
            <a:spLocks noChangeArrowheads="1"/>
          </p:cNvSpPr>
          <p:nvPr/>
        </p:nvSpPr>
        <p:spPr bwMode="auto">
          <a:xfrm>
            <a:off x="4816475" y="4879975"/>
            <a:ext cx="282575" cy="254000"/>
          </a:xfrm>
          <a:prstGeom prst="rect">
            <a:avLst/>
          </a:prstGeom>
          <a:solidFill>
            <a:srgbClr val="FFFFFF"/>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lnSpc>
                <a:spcPct val="100000"/>
              </a:lnSpc>
              <a:spcBef>
                <a:spcPct val="0"/>
              </a:spcBef>
              <a:buClrTx/>
              <a:buSzTx/>
              <a:buFontTx/>
              <a:buNone/>
            </a:pPr>
            <a:r>
              <a:rPr lang="en-US" altLang="en-US" sz="1400" b="0" i="0">
                <a:latin typeface="FuturaA Md BT" pitchFamily="34" charset="0"/>
              </a:rPr>
              <a:t>a1</a:t>
            </a:r>
            <a:endParaRPr lang="en-US" altLang="en-US" sz="1400" b="0" i="0">
              <a:solidFill>
                <a:schemeClr val="tx2"/>
              </a:solidFill>
              <a:latin typeface="FuturaA Md BT" pitchFamily="34" charset="0"/>
            </a:endParaRPr>
          </a:p>
        </p:txBody>
      </p:sp>
      <p:sp>
        <p:nvSpPr>
          <p:cNvPr id="811017" name="Rectangle 9"/>
          <p:cNvSpPr>
            <a:spLocks noChangeArrowheads="1"/>
          </p:cNvSpPr>
          <p:nvPr/>
        </p:nvSpPr>
        <p:spPr bwMode="auto">
          <a:xfrm>
            <a:off x="4386263" y="4892675"/>
            <a:ext cx="280987" cy="250825"/>
          </a:xfrm>
          <a:prstGeom prst="rect">
            <a:avLst/>
          </a:prstGeom>
          <a:solidFill>
            <a:srgbClr val="FFFFFF"/>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lnSpc>
                <a:spcPct val="100000"/>
              </a:lnSpc>
              <a:spcBef>
                <a:spcPct val="0"/>
              </a:spcBef>
              <a:buClrTx/>
              <a:buSzTx/>
              <a:buFontTx/>
              <a:buNone/>
            </a:pPr>
            <a:r>
              <a:rPr lang="en-US" altLang="en-US" sz="1400" b="0" i="0">
                <a:latin typeface="FuturaA Md BT" pitchFamily="34" charset="0"/>
              </a:rPr>
              <a:t>A1</a:t>
            </a:r>
          </a:p>
        </p:txBody>
      </p:sp>
      <p:sp>
        <p:nvSpPr>
          <p:cNvPr id="811018" name="Rectangle 10"/>
          <p:cNvSpPr>
            <a:spLocks noChangeArrowheads="1"/>
          </p:cNvSpPr>
          <p:nvPr/>
        </p:nvSpPr>
        <p:spPr bwMode="auto">
          <a:xfrm>
            <a:off x="3444875" y="4878388"/>
            <a:ext cx="282575" cy="250825"/>
          </a:xfrm>
          <a:prstGeom prst="rect">
            <a:avLst/>
          </a:prstGeom>
          <a:solidFill>
            <a:srgbClr val="FFFFFF"/>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lnSpc>
                <a:spcPct val="100000"/>
              </a:lnSpc>
              <a:spcBef>
                <a:spcPct val="0"/>
              </a:spcBef>
              <a:buClrTx/>
              <a:buSzTx/>
              <a:buFontTx/>
              <a:buNone/>
            </a:pPr>
            <a:r>
              <a:rPr lang="en-US" altLang="en-US" sz="1400" b="0" i="0">
                <a:latin typeface="FuturaA Md BT" pitchFamily="34" charset="0"/>
              </a:rPr>
              <a:t>A2</a:t>
            </a:r>
            <a:endParaRPr lang="en-US" altLang="en-US" sz="1400" b="0" i="0">
              <a:solidFill>
                <a:schemeClr val="tx2"/>
              </a:solidFill>
              <a:latin typeface="FuturaA Md BT" pitchFamily="34" charset="0"/>
            </a:endParaRPr>
          </a:p>
        </p:txBody>
      </p:sp>
      <p:sp>
        <p:nvSpPr>
          <p:cNvPr id="811019" name="Rectangle 11"/>
          <p:cNvSpPr>
            <a:spLocks noChangeArrowheads="1"/>
          </p:cNvSpPr>
          <p:nvPr/>
        </p:nvSpPr>
        <p:spPr bwMode="auto">
          <a:xfrm>
            <a:off x="3130550" y="4543425"/>
            <a:ext cx="3111500" cy="1450975"/>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11020" name="Rectangle 12"/>
          <p:cNvSpPr>
            <a:spLocks noChangeArrowheads="1"/>
          </p:cNvSpPr>
          <p:nvPr/>
        </p:nvSpPr>
        <p:spPr bwMode="auto">
          <a:xfrm>
            <a:off x="3390900" y="4826000"/>
            <a:ext cx="2592388" cy="301625"/>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11021" name="Rectangle 13"/>
          <p:cNvSpPr>
            <a:spLocks noChangeArrowheads="1"/>
          </p:cNvSpPr>
          <p:nvPr/>
        </p:nvSpPr>
        <p:spPr bwMode="auto">
          <a:xfrm>
            <a:off x="3390900" y="5400675"/>
            <a:ext cx="2592388" cy="309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nvGrpSpPr>
          <p:cNvPr id="811022" name="Group 14"/>
          <p:cNvGrpSpPr>
            <a:grpSpLocks/>
          </p:cNvGrpSpPr>
          <p:nvPr/>
        </p:nvGrpSpPr>
        <p:grpSpPr bwMode="auto">
          <a:xfrm>
            <a:off x="3608388" y="4510088"/>
            <a:ext cx="33337" cy="26987"/>
            <a:chOff x="-1" y="-1"/>
            <a:chExt cx="20001" cy="20001"/>
          </a:xfrm>
        </p:grpSpPr>
        <p:sp>
          <p:nvSpPr>
            <p:cNvPr id="811023" name="Arc 15"/>
            <p:cNvSpPr>
              <a:spLocks/>
            </p:cNvSpPr>
            <p:nvPr/>
          </p:nvSpPr>
          <p:spPr bwMode="auto">
            <a:xfrm>
              <a:off x="13134" y="1224"/>
              <a:ext cx="6866" cy="1551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11024" name="Arc 16"/>
            <p:cNvSpPr>
              <a:spLocks/>
            </p:cNvSpPr>
            <p:nvPr/>
          </p:nvSpPr>
          <p:spPr bwMode="auto">
            <a:xfrm flipH="1">
              <a:off x="-1" y="-1"/>
              <a:ext cx="13732" cy="2000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811025" name="Arc 17"/>
          <p:cNvSpPr>
            <a:spLocks/>
          </p:cNvSpPr>
          <p:nvPr/>
        </p:nvSpPr>
        <p:spPr bwMode="auto">
          <a:xfrm flipH="1" flipV="1">
            <a:off x="4478338" y="4837113"/>
            <a:ext cx="17462" cy="8096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solidFill>
            <a:srgbClr val="FFFFFF"/>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11026" name="Oval 18"/>
          <p:cNvSpPr>
            <a:spLocks noChangeArrowheads="1"/>
          </p:cNvSpPr>
          <p:nvPr/>
        </p:nvSpPr>
        <p:spPr bwMode="auto">
          <a:xfrm>
            <a:off x="3533775" y="4873625"/>
            <a:ext cx="42863" cy="49213"/>
          </a:xfrm>
          <a:prstGeom prst="ellipse">
            <a:avLst/>
          </a:prstGeom>
          <a:solidFill>
            <a:srgbClr val="000000"/>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11027" name="Arc 19"/>
          <p:cNvSpPr>
            <a:spLocks/>
          </p:cNvSpPr>
          <p:nvPr/>
        </p:nvSpPr>
        <p:spPr bwMode="auto">
          <a:xfrm flipH="1">
            <a:off x="3592513" y="4535488"/>
            <a:ext cx="22225" cy="23812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11028" name="Arc 20"/>
          <p:cNvSpPr>
            <a:spLocks/>
          </p:cNvSpPr>
          <p:nvPr/>
        </p:nvSpPr>
        <p:spPr bwMode="auto">
          <a:xfrm flipV="1">
            <a:off x="3565525" y="4764088"/>
            <a:ext cx="30163" cy="11271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11029" name="Oval 21"/>
          <p:cNvSpPr>
            <a:spLocks noChangeArrowheads="1"/>
          </p:cNvSpPr>
          <p:nvPr/>
        </p:nvSpPr>
        <p:spPr bwMode="auto">
          <a:xfrm>
            <a:off x="4473575" y="4883150"/>
            <a:ext cx="42863" cy="47625"/>
          </a:xfrm>
          <a:prstGeom prst="ellipse">
            <a:avLst/>
          </a:prstGeom>
          <a:solidFill>
            <a:srgbClr val="000000"/>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nvGrpSpPr>
          <p:cNvPr id="811030" name="Group 22"/>
          <p:cNvGrpSpPr>
            <a:grpSpLocks/>
          </p:cNvGrpSpPr>
          <p:nvPr/>
        </p:nvGrpSpPr>
        <p:grpSpPr bwMode="auto">
          <a:xfrm>
            <a:off x="3697288" y="4508500"/>
            <a:ext cx="136525" cy="338138"/>
            <a:chOff x="1" y="6"/>
            <a:chExt cx="19992" cy="19994"/>
          </a:xfrm>
        </p:grpSpPr>
        <p:grpSp>
          <p:nvGrpSpPr>
            <p:cNvPr id="811031" name="Group 23"/>
            <p:cNvGrpSpPr>
              <a:grpSpLocks/>
            </p:cNvGrpSpPr>
            <p:nvPr/>
          </p:nvGrpSpPr>
          <p:grpSpPr bwMode="auto">
            <a:xfrm>
              <a:off x="1" y="18904"/>
              <a:ext cx="3332" cy="1096"/>
              <a:chOff x="6" y="0"/>
              <a:chExt cx="19994" cy="20000"/>
            </a:xfrm>
          </p:grpSpPr>
          <p:sp>
            <p:nvSpPr>
              <p:cNvPr id="811032" name="Arc 24"/>
              <p:cNvSpPr>
                <a:spLocks/>
              </p:cNvSpPr>
              <p:nvPr/>
            </p:nvSpPr>
            <p:spPr bwMode="auto">
              <a:xfrm flipV="1">
                <a:off x="10003" y="1204"/>
                <a:ext cx="9997" cy="16369"/>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11033" name="Arc 25"/>
              <p:cNvSpPr>
                <a:spLocks/>
              </p:cNvSpPr>
              <p:nvPr/>
            </p:nvSpPr>
            <p:spPr bwMode="auto">
              <a:xfrm flipH="1" flipV="1">
                <a:off x="6" y="0"/>
                <a:ext cx="10867" cy="200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811034" name="Group 26"/>
            <p:cNvGrpSpPr>
              <a:grpSpLocks/>
            </p:cNvGrpSpPr>
            <p:nvPr/>
          </p:nvGrpSpPr>
          <p:grpSpPr bwMode="auto">
            <a:xfrm>
              <a:off x="3695" y="6"/>
              <a:ext cx="16298" cy="19097"/>
              <a:chOff x="5" y="0"/>
              <a:chExt cx="19995" cy="19992"/>
            </a:xfrm>
          </p:grpSpPr>
          <p:grpSp>
            <p:nvGrpSpPr>
              <p:cNvPr id="811035" name="Group 27"/>
              <p:cNvGrpSpPr>
                <a:grpSpLocks/>
              </p:cNvGrpSpPr>
              <p:nvPr/>
            </p:nvGrpSpPr>
            <p:grpSpPr bwMode="auto">
              <a:xfrm>
                <a:off x="14046" y="0"/>
                <a:ext cx="5954" cy="1808"/>
                <a:chOff x="3" y="0"/>
                <a:chExt cx="19997" cy="19988"/>
              </a:xfrm>
            </p:grpSpPr>
            <p:sp>
              <p:nvSpPr>
                <p:cNvPr id="811036" name="Arc 28"/>
                <p:cNvSpPr>
                  <a:spLocks/>
                </p:cNvSpPr>
                <p:nvPr/>
              </p:nvSpPr>
              <p:spPr bwMode="auto">
                <a:xfrm>
                  <a:off x="13135" y="1924"/>
                  <a:ext cx="6865" cy="1038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11037" name="Arc 29"/>
                <p:cNvSpPr>
                  <a:spLocks/>
                </p:cNvSpPr>
                <p:nvPr/>
              </p:nvSpPr>
              <p:spPr bwMode="auto">
                <a:xfrm flipH="1">
                  <a:off x="3" y="0"/>
                  <a:ext cx="13730" cy="19988"/>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811038" name="Line 30"/>
              <p:cNvSpPr>
                <a:spLocks noChangeShapeType="1"/>
              </p:cNvSpPr>
              <p:nvPr/>
            </p:nvSpPr>
            <p:spPr bwMode="auto">
              <a:xfrm flipH="1">
                <a:off x="5604" y="1356"/>
                <a:ext cx="8530" cy="11265"/>
              </a:xfrm>
              <a:prstGeom prst="line">
                <a:avLst/>
              </a:prstGeom>
              <a:noFill/>
              <a:ln w="381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11039" name="Line 31"/>
              <p:cNvSpPr>
                <a:spLocks noChangeShapeType="1"/>
              </p:cNvSpPr>
              <p:nvPr/>
            </p:nvSpPr>
            <p:spPr bwMode="auto">
              <a:xfrm flipH="1">
                <a:off x="5" y="8727"/>
                <a:ext cx="8531" cy="11265"/>
              </a:xfrm>
              <a:prstGeom prst="line">
                <a:avLst/>
              </a:prstGeom>
              <a:noFill/>
              <a:ln w="381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grpSp>
        <p:nvGrpSpPr>
          <p:cNvPr id="811040" name="Group 32"/>
          <p:cNvGrpSpPr>
            <a:grpSpLocks/>
          </p:cNvGrpSpPr>
          <p:nvPr/>
        </p:nvGrpSpPr>
        <p:grpSpPr bwMode="auto">
          <a:xfrm>
            <a:off x="3897313" y="4511675"/>
            <a:ext cx="139700" cy="338138"/>
            <a:chOff x="1" y="-5"/>
            <a:chExt cx="19992" cy="20005"/>
          </a:xfrm>
        </p:grpSpPr>
        <p:grpSp>
          <p:nvGrpSpPr>
            <p:cNvPr id="811041" name="Group 33"/>
            <p:cNvGrpSpPr>
              <a:grpSpLocks/>
            </p:cNvGrpSpPr>
            <p:nvPr/>
          </p:nvGrpSpPr>
          <p:grpSpPr bwMode="auto">
            <a:xfrm>
              <a:off x="1" y="18907"/>
              <a:ext cx="3332" cy="1093"/>
              <a:chOff x="6" y="0"/>
              <a:chExt cx="19994" cy="20000"/>
            </a:xfrm>
          </p:grpSpPr>
          <p:sp>
            <p:nvSpPr>
              <p:cNvPr id="811042" name="Arc 34"/>
              <p:cNvSpPr>
                <a:spLocks/>
              </p:cNvSpPr>
              <p:nvPr/>
            </p:nvSpPr>
            <p:spPr bwMode="auto">
              <a:xfrm flipV="1">
                <a:off x="10003" y="0"/>
                <a:ext cx="9997" cy="16359"/>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11043" name="Arc 35"/>
              <p:cNvSpPr>
                <a:spLocks/>
              </p:cNvSpPr>
              <p:nvPr/>
            </p:nvSpPr>
            <p:spPr bwMode="auto">
              <a:xfrm flipH="1" flipV="1">
                <a:off x="6" y="0"/>
                <a:ext cx="10867" cy="200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811044" name="Group 36"/>
            <p:cNvGrpSpPr>
              <a:grpSpLocks/>
            </p:cNvGrpSpPr>
            <p:nvPr/>
          </p:nvGrpSpPr>
          <p:grpSpPr bwMode="auto">
            <a:xfrm>
              <a:off x="3695" y="-5"/>
              <a:ext cx="16298" cy="19111"/>
              <a:chOff x="3" y="0"/>
              <a:chExt cx="19997" cy="19987"/>
            </a:xfrm>
          </p:grpSpPr>
          <p:grpSp>
            <p:nvGrpSpPr>
              <p:cNvPr id="811045" name="Group 37"/>
              <p:cNvGrpSpPr>
                <a:grpSpLocks/>
              </p:cNvGrpSpPr>
              <p:nvPr/>
            </p:nvGrpSpPr>
            <p:grpSpPr bwMode="auto">
              <a:xfrm>
                <a:off x="13956" y="0"/>
                <a:ext cx="6044" cy="1802"/>
                <a:chOff x="2" y="0"/>
                <a:chExt cx="19998" cy="20001"/>
              </a:xfrm>
            </p:grpSpPr>
            <p:sp>
              <p:nvSpPr>
                <p:cNvPr id="811046" name="Arc 38"/>
                <p:cNvSpPr>
                  <a:spLocks/>
                </p:cNvSpPr>
                <p:nvPr/>
              </p:nvSpPr>
              <p:spPr bwMode="auto">
                <a:xfrm>
                  <a:off x="13237" y="1931"/>
                  <a:ext cx="6763" cy="10378"/>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11047" name="Arc 39"/>
                <p:cNvSpPr>
                  <a:spLocks/>
                </p:cNvSpPr>
                <p:nvPr/>
              </p:nvSpPr>
              <p:spPr bwMode="auto">
                <a:xfrm flipH="1">
                  <a:off x="2" y="0"/>
                  <a:ext cx="13526" cy="2000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811048" name="Line 40"/>
              <p:cNvSpPr>
                <a:spLocks noChangeShapeType="1"/>
              </p:cNvSpPr>
              <p:nvPr/>
            </p:nvSpPr>
            <p:spPr bwMode="auto">
              <a:xfrm flipH="1">
                <a:off x="5603" y="1420"/>
                <a:ext cx="8531" cy="11223"/>
              </a:xfrm>
              <a:prstGeom prst="line">
                <a:avLst/>
              </a:prstGeom>
              <a:noFill/>
              <a:ln w="381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11049" name="Line 41"/>
              <p:cNvSpPr>
                <a:spLocks noChangeShapeType="1"/>
              </p:cNvSpPr>
              <p:nvPr/>
            </p:nvSpPr>
            <p:spPr bwMode="auto">
              <a:xfrm flipH="1">
                <a:off x="3" y="8764"/>
                <a:ext cx="8532" cy="11223"/>
              </a:xfrm>
              <a:prstGeom prst="line">
                <a:avLst/>
              </a:prstGeom>
              <a:noFill/>
              <a:ln w="381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grpSp>
        <p:nvGrpSpPr>
          <p:cNvPr id="811050" name="Group 42"/>
          <p:cNvGrpSpPr>
            <a:grpSpLocks/>
          </p:cNvGrpSpPr>
          <p:nvPr/>
        </p:nvGrpSpPr>
        <p:grpSpPr bwMode="auto">
          <a:xfrm>
            <a:off x="4113213" y="4511675"/>
            <a:ext cx="138112" cy="338138"/>
            <a:chOff x="1" y="-5"/>
            <a:chExt cx="19992" cy="20005"/>
          </a:xfrm>
        </p:grpSpPr>
        <p:grpSp>
          <p:nvGrpSpPr>
            <p:cNvPr id="811051" name="Group 43"/>
            <p:cNvGrpSpPr>
              <a:grpSpLocks/>
            </p:cNvGrpSpPr>
            <p:nvPr/>
          </p:nvGrpSpPr>
          <p:grpSpPr bwMode="auto">
            <a:xfrm>
              <a:off x="1" y="18907"/>
              <a:ext cx="3320" cy="1093"/>
              <a:chOff x="6" y="0"/>
              <a:chExt cx="19994" cy="20000"/>
            </a:xfrm>
          </p:grpSpPr>
          <p:sp>
            <p:nvSpPr>
              <p:cNvPr id="811052" name="Arc 44"/>
              <p:cNvSpPr>
                <a:spLocks/>
              </p:cNvSpPr>
              <p:nvPr/>
            </p:nvSpPr>
            <p:spPr bwMode="auto">
              <a:xfrm flipV="1">
                <a:off x="10003" y="0"/>
                <a:ext cx="9997" cy="16359"/>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11053" name="Arc 45"/>
              <p:cNvSpPr>
                <a:spLocks/>
              </p:cNvSpPr>
              <p:nvPr/>
            </p:nvSpPr>
            <p:spPr bwMode="auto">
              <a:xfrm flipH="1" flipV="1">
                <a:off x="6" y="0"/>
                <a:ext cx="10864" cy="200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811054" name="Group 46"/>
            <p:cNvGrpSpPr>
              <a:grpSpLocks/>
            </p:cNvGrpSpPr>
            <p:nvPr/>
          </p:nvGrpSpPr>
          <p:grpSpPr bwMode="auto">
            <a:xfrm>
              <a:off x="3610" y="-5"/>
              <a:ext cx="16383" cy="19111"/>
              <a:chOff x="-5" y="0"/>
              <a:chExt cx="20005" cy="19987"/>
            </a:xfrm>
          </p:grpSpPr>
          <p:grpSp>
            <p:nvGrpSpPr>
              <p:cNvPr id="811055" name="Group 47"/>
              <p:cNvGrpSpPr>
                <a:grpSpLocks/>
              </p:cNvGrpSpPr>
              <p:nvPr/>
            </p:nvGrpSpPr>
            <p:grpSpPr bwMode="auto">
              <a:xfrm>
                <a:off x="14007" y="0"/>
                <a:ext cx="5993" cy="1802"/>
                <a:chOff x="-4" y="0"/>
                <a:chExt cx="20004" cy="20001"/>
              </a:xfrm>
            </p:grpSpPr>
            <p:sp>
              <p:nvSpPr>
                <p:cNvPr id="811056" name="Arc 48"/>
                <p:cNvSpPr>
                  <a:spLocks/>
                </p:cNvSpPr>
                <p:nvPr/>
              </p:nvSpPr>
              <p:spPr bwMode="auto">
                <a:xfrm>
                  <a:off x="13234" y="1931"/>
                  <a:ext cx="6766" cy="10378"/>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11057" name="Arc 49"/>
                <p:cNvSpPr>
                  <a:spLocks/>
                </p:cNvSpPr>
                <p:nvPr/>
              </p:nvSpPr>
              <p:spPr bwMode="auto">
                <a:xfrm flipH="1">
                  <a:off x="-4" y="0"/>
                  <a:ext cx="13532" cy="2000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811058" name="Line 50"/>
              <p:cNvSpPr>
                <a:spLocks noChangeShapeType="1"/>
              </p:cNvSpPr>
              <p:nvPr/>
            </p:nvSpPr>
            <p:spPr bwMode="auto">
              <a:xfrm flipH="1">
                <a:off x="5635" y="1420"/>
                <a:ext cx="8460" cy="11223"/>
              </a:xfrm>
              <a:prstGeom prst="line">
                <a:avLst/>
              </a:prstGeom>
              <a:noFill/>
              <a:ln w="381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11059" name="Line 51"/>
              <p:cNvSpPr>
                <a:spLocks noChangeShapeType="1"/>
              </p:cNvSpPr>
              <p:nvPr/>
            </p:nvSpPr>
            <p:spPr bwMode="auto">
              <a:xfrm flipH="1">
                <a:off x="-5" y="8764"/>
                <a:ext cx="8460" cy="11223"/>
              </a:xfrm>
              <a:prstGeom prst="line">
                <a:avLst/>
              </a:prstGeom>
              <a:noFill/>
              <a:ln w="381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grpSp>
        <p:nvGrpSpPr>
          <p:cNvPr id="811060" name="Group 52"/>
          <p:cNvGrpSpPr>
            <a:grpSpLocks/>
          </p:cNvGrpSpPr>
          <p:nvPr/>
        </p:nvGrpSpPr>
        <p:grpSpPr bwMode="auto">
          <a:xfrm>
            <a:off x="4316413" y="4511675"/>
            <a:ext cx="136525" cy="338138"/>
            <a:chOff x="1" y="-5"/>
            <a:chExt cx="19992" cy="20005"/>
          </a:xfrm>
        </p:grpSpPr>
        <p:grpSp>
          <p:nvGrpSpPr>
            <p:cNvPr id="811061" name="Group 53"/>
            <p:cNvGrpSpPr>
              <a:grpSpLocks/>
            </p:cNvGrpSpPr>
            <p:nvPr/>
          </p:nvGrpSpPr>
          <p:grpSpPr bwMode="auto">
            <a:xfrm>
              <a:off x="1" y="18907"/>
              <a:ext cx="3320" cy="1093"/>
              <a:chOff x="6" y="0"/>
              <a:chExt cx="19994" cy="20000"/>
            </a:xfrm>
          </p:grpSpPr>
          <p:sp>
            <p:nvSpPr>
              <p:cNvPr id="811062" name="Arc 54"/>
              <p:cNvSpPr>
                <a:spLocks/>
              </p:cNvSpPr>
              <p:nvPr/>
            </p:nvSpPr>
            <p:spPr bwMode="auto">
              <a:xfrm flipV="1">
                <a:off x="10003" y="0"/>
                <a:ext cx="9997" cy="16359"/>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11063" name="Arc 55"/>
              <p:cNvSpPr>
                <a:spLocks/>
              </p:cNvSpPr>
              <p:nvPr/>
            </p:nvSpPr>
            <p:spPr bwMode="auto">
              <a:xfrm flipH="1" flipV="1">
                <a:off x="6" y="0"/>
                <a:ext cx="10864" cy="200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811064" name="Group 56"/>
            <p:cNvGrpSpPr>
              <a:grpSpLocks/>
            </p:cNvGrpSpPr>
            <p:nvPr/>
          </p:nvGrpSpPr>
          <p:grpSpPr bwMode="auto">
            <a:xfrm>
              <a:off x="3754" y="-5"/>
              <a:ext cx="16239" cy="19111"/>
              <a:chOff x="-4" y="0"/>
              <a:chExt cx="20004" cy="19987"/>
            </a:xfrm>
          </p:grpSpPr>
          <p:grpSp>
            <p:nvGrpSpPr>
              <p:cNvPr id="811065" name="Group 57"/>
              <p:cNvGrpSpPr>
                <a:grpSpLocks/>
              </p:cNvGrpSpPr>
              <p:nvPr/>
            </p:nvGrpSpPr>
            <p:grpSpPr bwMode="auto">
              <a:xfrm>
                <a:off x="13954" y="0"/>
                <a:ext cx="6046" cy="1802"/>
                <a:chOff x="-4" y="0"/>
                <a:chExt cx="20004" cy="20001"/>
              </a:xfrm>
            </p:grpSpPr>
            <p:sp>
              <p:nvSpPr>
                <p:cNvPr id="811066" name="Arc 58"/>
                <p:cNvSpPr>
                  <a:spLocks/>
                </p:cNvSpPr>
                <p:nvPr/>
              </p:nvSpPr>
              <p:spPr bwMode="auto">
                <a:xfrm>
                  <a:off x="13234" y="1931"/>
                  <a:ext cx="6766" cy="10378"/>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11067" name="Arc 59"/>
                <p:cNvSpPr>
                  <a:spLocks/>
                </p:cNvSpPr>
                <p:nvPr/>
              </p:nvSpPr>
              <p:spPr bwMode="auto">
                <a:xfrm flipH="1">
                  <a:off x="-4" y="0"/>
                  <a:ext cx="13532" cy="2000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811068" name="Line 60"/>
              <p:cNvSpPr>
                <a:spLocks noChangeShapeType="1"/>
              </p:cNvSpPr>
              <p:nvPr/>
            </p:nvSpPr>
            <p:spPr bwMode="auto">
              <a:xfrm flipH="1">
                <a:off x="5597" y="1420"/>
                <a:ext cx="8536" cy="11223"/>
              </a:xfrm>
              <a:prstGeom prst="line">
                <a:avLst/>
              </a:prstGeom>
              <a:noFill/>
              <a:ln w="381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11069" name="Line 61"/>
              <p:cNvSpPr>
                <a:spLocks noChangeShapeType="1"/>
              </p:cNvSpPr>
              <p:nvPr/>
            </p:nvSpPr>
            <p:spPr bwMode="auto">
              <a:xfrm flipH="1">
                <a:off x="-4" y="8764"/>
                <a:ext cx="8535" cy="11223"/>
              </a:xfrm>
              <a:prstGeom prst="line">
                <a:avLst/>
              </a:prstGeom>
              <a:noFill/>
              <a:ln w="381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grpSp>
        <p:nvGrpSpPr>
          <p:cNvPr id="811070" name="Group 62"/>
          <p:cNvGrpSpPr>
            <a:grpSpLocks/>
          </p:cNvGrpSpPr>
          <p:nvPr/>
        </p:nvGrpSpPr>
        <p:grpSpPr bwMode="auto">
          <a:xfrm>
            <a:off x="4903788" y="4502150"/>
            <a:ext cx="981075" cy="425450"/>
            <a:chOff x="-5" y="0"/>
            <a:chExt cx="20040" cy="20015"/>
          </a:xfrm>
        </p:grpSpPr>
        <p:grpSp>
          <p:nvGrpSpPr>
            <p:cNvPr id="811071" name="Group 63"/>
            <p:cNvGrpSpPr>
              <a:grpSpLocks/>
            </p:cNvGrpSpPr>
            <p:nvPr/>
          </p:nvGrpSpPr>
          <p:grpSpPr bwMode="auto">
            <a:xfrm>
              <a:off x="1621" y="0"/>
              <a:ext cx="685" cy="1299"/>
              <a:chOff x="-28" y="0"/>
              <a:chExt cx="20028" cy="20015"/>
            </a:xfrm>
          </p:grpSpPr>
          <p:sp>
            <p:nvSpPr>
              <p:cNvPr id="811072" name="Arc 64"/>
              <p:cNvSpPr>
                <a:spLocks/>
              </p:cNvSpPr>
              <p:nvPr/>
            </p:nvSpPr>
            <p:spPr bwMode="auto">
              <a:xfrm>
                <a:off x="13129" y="1633"/>
                <a:ext cx="6871" cy="1551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11073" name="Arc 65"/>
              <p:cNvSpPr>
                <a:spLocks/>
              </p:cNvSpPr>
              <p:nvPr/>
            </p:nvSpPr>
            <p:spPr bwMode="auto">
              <a:xfrm flipH="1">
                <a:off x="-28" y="0"/>
                <a:ext cx="13742" cy="2001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811074" name="Arc 66"/>
            <p:cNvSpPr>
              <a:spLocks/>
            </p:cNvSpPr>
            <p:nvPr/>
          </p:nvSpPr>
          <p:spPr bwMode="auto">
            <a:xfrm flipH="1" flipV="1">
              <a:off x="19319" y="15429"/>
              <a:ext cx="368" cy="381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solidFill>
              <a:srgbClr val="FFFFFF"/>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11075" name="Oval 67"/>
            <p:cNvSpPr>
              <a:spLocks noChangeArrowheads="1"/>
            </p:cNvSpPr>
            <p:nvPr/>
          </p:nvSpPr>
          <p:spPr bwMode="auto">
            <a:xfrm>
              <a:off x="-5" y="17549"/>
              <a:ext cx="880" cy="2280"/>
            </a:xfrm>
            <a:prstGeom prst="ellipse">
              <a:avLst/>
            </a:prstGeom>
            <a:solidFill>
              <a:srgbClr val="000000"/>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11076" name="Arc 68"/>
            <p:cNvSpPr>
              <a:spLocks/>
            </p:cNvSpPr>
            <p:nvPr/>
          </p:nvSpPr>
          <p:spPr bwMode="auto">
            <a:xfrm flipH="1">
              <a:off x="1201" y="954"/>
              <a:ext cx="481" cy="11214"/>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11077" name="Arc 69"/>
            <p:cNvSpPr>
              <a:spLocks/>
            </p:cNvSpPr>
            <p:nvPr/>
          </p:nvSpPr>
          <p:spPr bwMode="auto">
            <a:xfrm flipV="1">
              <a:off x="649" y="12406"/>
              <a:ext cx="593" cy="535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11078" name="Oval 70"/>
            <p:cNvSpPr>
              <a:spLocks noChangeArrowheads="1"/>
            </p:cNvSpPr>
            <p:nvPr/>
          </p:nvSpPr>
          <p:spPr bwMode="auto">
            <a:xfrm>
              <a:off x="19155" y="17735"/>
              <a:ext cx="880" cy="2280"/>
            </a:xfrm>
            <a:prstGeom prst="ellipse">
              <a:avLst/>
            </a:prstGeom>
            <a:solidFill>
              <a:srgbClr val="000000"/>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nvGrpSpPr>
            <p:cNvPr id="811079" name="Group 71"/>
            <p:cNvGrpSpPr>
              <a:grpSpLocks/>
            </p:cNvGrpSpPr>
            <p:nvPr/>
          </p:nvGrpSpPr>
          <p:grpSpPr bwMode="auto">
            <a:xfrm>
              <a:off x="3318" y="345"/>
              <a:ext cx="2853" cy="15959"/>
              <a:chOff x="1" y="-8"/>
              <a:chExt cx="19995" cy="20008"/>
            </a:xfrm>
          </p:grpSpPr>
          <p:grpSp>
            <p:nvGrpSpPr>
              <p:cNvPr id="811080" name="Group 72"/>
              <p:cNvGrpSpPr>
                <a:grpSpLocks/>
              </p:cNvGrpSpPr>
              <p:nvPr/>
            </p:nvGrpSpPr>
            <p:grpSpPr bwMode="auto">
              <a:xfrm>
                <a:off x="1" y="18903"/>
                <a:ext cx="3371" cy="1097"/>
                <a:chOff x="6" y="0"/>
                <a:chExt cx="19994" cy="20000"/>
              </a:xfrm>
            </p:grpSpPr>
            <p:sp>
              <p:nvSpPr>
                <p:cNvPr id="811081" name="Arc 73"/>
                <p:cNvSpPr>
                  <a:spLocks/>
                </p:cNvSpPr>
                <p:nvPr/>
              </p:nvSpPr>
              <p:spPr bwMode="auto">
                <a:xfrm flipV="1">
                  <a:off x="10190" y="1203"/>
                  <a:ext cx="9810" cy="1637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11082" name="Arc 74"/>
                <p:cNvSpPr>
                  <a:spLocks/>
                </p:cNvSpPr>
                <p:nvPr/>
              </p:nvSpPr>
              <p:spPr bwMode="auto">
                <a:xfrm flipH="1" flipV="1">
                  <a:off x="6" y="0"/>
                  <a:ext cx="10641" cy="200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811083" name="Group 75"/>
              <p:cNvGrpSpPr>
                <a:grpSpLocks/>
              </p:cNvGrpSpPr>
              <p:nvPr/>
            </p:nvGrpSpPr>
            <p:grpSpPr bwMode="auto">
              <a:xfrm>
                <a:off x="3729" y="-8"/>
                <a:ext cx="16267" cy="19110"/>
                <a:chOff x="4" y="0"/>
                <a:chExt cx="19996" cy="20006"/>
              </a:xfrm>
            </p:grpSpPr>
            <p:grpSp>
              <p:nvGrpSpPr>
                <p:cNvPr id="811084" name="Group 76"/>
                <p:cNvGrpSpPr>
                  <a:grpSpLocks/>
                </p:cNvGrpSpPr>
                <p:nvPr/>
              </p:nvGrpSpPr>
              <p:grpSpPr bwMode="auto">
                <a:xfrm>
                  <a:off x="13918" y="0"/>
                  <a:ext cx="6082" cy="1809"/>
                  <a:chOff x="4" y="0"/>
                  <a:chExt cx="19996" cy="20011"/>
                </a:xfrm>
              </p:grpSpPr>
              <p:sp>
                <p:nvSpPr>
                  <p:cNvPr id="811085" name="Arc 77"/>
                  <p:cNvSpPr>
                    <a:spLocks/>
                  </p:cNvSpPr>
                  <p:nvPr/>
                </p:nvSpPr>
                <p:spPr bwMode="auto">
                  <a:xfrm>
                    <a:off x="13316" y="1538"/>
                    <a:ext cx="6684" cy="1037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11086" name="Arc 78"/>
                  <p:cNvSpPr>
                    <a:spLocks/>
                  </p:cNvSpPr>
                  <p:nvPr/>
                </p:nvSpPr>
                <p:spPr bwMode="auto">
                  <a:xfrm flipH="1">
                    <a:off x="4" y="0"/>
                    <a:ext cx="13312" cy="2001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811087" name="Line 79"/>
                <p:cNvSpPr>
                  <a:spLocks noChangeShapeType="1"/>
                </p:cNvSpPr>
                <p:nvPr/>
              </p:nvSpPr>
              <p:spPr bwMode="auto">
                <a:xfrm flipH="1">
                  <a:off x="5639" y="1427"/>
                  <a:ext cx="8460" cy="11273"/>
                </a:xfrm>
                <a:prstGeom prst="line">
                  <a:avLst/>
                </a:prstGeom>
                <a:noFill/>
                <a:ln w="381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11088" name="Line 80"/>
                <p:cNvSpPr>
                  <a:spLocks noChangeShapeType="1"/>
                </p:cNvSpPr>
                <p:nvPr/>
              </p:nvSpPr>
              <p:spPr bwMode="auto">
                <a:xfrm flipH="1">
                  <a:off x="4" y="8733"/>
                  <a:ext cx="8452" cy="11273"/>
                </a:xfrm>
                <a:prstGeom prst="line">
                  <a:avLst/>
                </a:prstGeom>
                <a:noFill/>
                <a:ln w="381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grpSp>
          <p:nvGrpSpPr>
            <p:cNvPr id="811089" name="Group 81"/>
            <p:cNvGrpSpPr>
              <a:grpSpLocks/>
            </p:cNvGrpSpPr>
            <p:nvPr/>
          </p:nvGrpSpPr>
          <p:grpSpPr bwMode="auto">
            <a:xfrm>
              <a:off x="7438" y="477"/>
              <a:ext cx="2853" cy="16012"/>
              <a:chOff x="1" y="-1"/>
              <a:chExt cx="19995" cy="20001"/>
            </a:xfrm>
          </p:grpSpPr>
          <p:grpSp>
            <p:nvGrpSpPr>
              <p:cNvPr id="811090" name="Group 82"/>
              <p:cNvGrpSpPr>
                <a:grpSpLocks/>
              </p:cNvGrpSpPr>
              <p:nvPr/>
            </p:nvGrpSpPr>
            <p:grpSpPr bwMode="auto">
              <a:xfrm>
                <a:off x="1" y="18907"/>
                <a:ext cx="3371" cy="1093"/>
                <a:chOff x="5" y="0"/>
                <a:chExt cx="19995" cy="20000"/>
              </a:xfrm>
            </p:grpSpPr>
            <p:sp>
              <p:nvSpPr>
                <p:cNvPr id="811091" name="Arc 83"/>
                <p:cNvSpPr>
                  <a:spLocks/>
                </p:cNvSpPr>
                <p:nvPr/>
              </p:nvSpPr>
              <p:spPr bwMode="auto">
                <a:xfrm flipV="1">
                  <a:off x="10231" y="622"/>
                  <a:ext cx="9769" cy="16359"/>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11092" name="Arc 84"/>
                <p:cNvSpPr>
                  <a:spLocks/>
                </p:cNvSpPr>
                <p:nvPr/>
              </p:nvSpPr>
              <p:spPr bwMode="auto">
                <a:xfrm flipH="1" flipV="1">
                  <a:off x="5" y="0"/>
                  <a:ext cx="10641" cy="200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811093" name="Group 85"/>
              <p:cNvGrpSpPr>
                <a:grpSpLocks/>
              </p:cNvGrpSpPr>
              <p:nvPr/>
            </p:nvGrpSpPr>
            <p:grpSpPr bwMode="auto">
              <a:xfrm>
                <a:off x="3800" y="-1"/>
                <a:ext cx="16196" cy="19074"/>
                <a:chOff x="-4" y="0"/>
                <a:chExt cx="20004" cy="20016"/>
              </a:xfrm>
            </p:grpSpPr>
            <p:grpSp>
              <p:nvGrpSpPr>
                <p:cNvPr id="811094" name="Group 86"/>
                <p:cNvGrpSpPr>
                  <a:grpSpLocks/>
                </p:cNvGrpSpPr>
                <p:nvPr/>
              </p:nvGrpSpPr>
              <p:grpSpPr bwMode="auto">
                <a:xfrm>
                  <a:off x="13984" y="0"/>
                  <a:ext cx="6016" cy="1807"/>
                  <a:chOff x="-3" y="0"/>
                  <a:chExt cx="20003" cy="20001"/>
                </a:xfrm>
              </p:grpSpPr>
              <p:sp>
                <p:nvSpPr>
                  <p:cNvPr id="811095" name="Arc 87"/>
                  <p:cNvSpPr>
                    <a:spLocks/>
                  </p:cNvSpPr>
                  <p:nvPr/>
                </p:nvSpPr>
                <p:spPr bwMode="auto">
                  <a:xfrm>
                    <a:off x="13237" y="1926"/>
                    <a:ext cx="6763" cy="1037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11096" name="Arc 88"/>
                  <p:cNvSpPr>
                    <a:spLocks/>
                  </p:cNvSpPr>
                  <p:nvPr/>
                </p:nvSpPr>
                <p:spPr bwMode="auto">
                  <a:xfrm flipH="1">
                    <a:off x="-3" y="0"/>
                    <a:ext cx="13526" cy="2000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811097" name="Line 89"/>
                <p:cNvSpPr>
                  <a:spLocks noChangeShapeType="1"/>
                </p:cNvSpPr>
                <p:nvPr/>
              </p:nvSpPr>
              <p:spPr bwMode="auto">
                <a:xfrm flipH="1">
                  <a:off x="5484" y="1390"/>
                  <a:ext cx="8500" cy="11259"/>
                </a:xfrm>
                <a:prstGeom prst="line">
                  <a:avLst/>
                </a:prstGeom>
                <a:noFill/>
                <a:ln w="381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11098" name="Line 90"/>
                <p:cNvSpPr>
                  <a:spLocks noChangeShapeType="1"/>
                </p:cNvSpPr>
                <p:nvPr/>
              </p:nvSpPr>
              <p:spPr bwMode="auto">
                <a:xfrm flipH="1">
                  <a:off x="-4" y="8757"/>
                  <a:ext cx="8500" cy="11259"/>
                </a:xfrm>
                <a:prstGeom prst="line">
                  <a:avLst/>
                </a:prstGeom>
                <a:noFill/>
                <a:ln w="381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grpSp>
          <p:nvGrpSpPr>
            <p:cNvPr id="811099" name="Group 91"/>
            <p:cNvGrpSpPr>
              <a:grpSpLocks/>
            </p:cNvGrpSpPr>
            <p:nvPr/>
          </p:nvGrpSpPr>
          <p:grpSpPr bwMode="auto">
            <a:xfrm>
              <a:off x="11855" y="477"/>
              <a:ext cx="2833" cy="16012"/>
              <a:chOff x="0" y="-1"/>
              <a:chExt cx="19999" cy="20001"/>
            </a:xfrm>
          </p:grpSpPr>
          <p:grpSp>
            <p:nvGrpSpPr>
              <p:cNvPr id="811100" name="Group 92"/>
              <p:cNvGrpSpPr>
                <a:grpSpLocks/>
              </p:cNvGrpSpPr>
              <p:nvPr/>
            </p:nvGrpSpPr>
            <p:grpSpPr bwMode="auto">
              <a:xfrm>
                <a:off x="0" y="18907"/>
                <a:ext cx="3325" cy="1093"/>
                <a:chOff x="0" y="0"/>
                <a:chExt cx="20000" cy="20000"/>
              </a:xfrm>
            </p:grpSpPr>
            <p:sp>
              <p:nvSpPr>
                <p:cNvPr id="811101" name="Arc 93"/>
                <p:cNvSpPr>
                  <a:spLocks/>
                </p:cNvSpPr>
                <p:nvPr/>
              </p:nvSpPr>
              <p:spPr bwMode="auto">
                <a:xfrm flipV="1">
                  <a:off x="10021" y="622"/>
                  <a:ext cx="9979" cy="16359"/>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11102" name="Arc 94"/>
                <p:cNvSpPr>
                  <a:spLocks/>
                </p:cNvSpPr>
                <p:nvPr/>
              </p:nvSpPr>
              <p:spPr bwMode="auto">
                <a:xfrm flipH="1" flipV="1">
                  <a:off x="0" y="0"/>
                  <a:ext cx="10869" cy="200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811103" name="Group 95"/>
              <p:cNvGrpSpPr>
                <a:grpSpLocks/>
              </p:cNvGrpSpPr>
              <p:nvPr/>
            </p:nvGrpSpPr>
            <p:grpSpPr bwMode="auto">
              <a:xfrm>
                <a:off x="3756" y="-1"/>
                <a:ext cx="16243" cy="19074"/>
                <a:chOff x="2" y="0"/>
                <a:chExt cx="19998" cy="20016"/>
              </a:xfrm>
            </p:grpSpPr>
            <p:grpSp>
              <p:nvGrpSpPr>
                <p:cNvPr id="811104" name="Group 96"/>
                <p:cNvGrpSpPr>
                  <a:grpSpLocks/>
                </p:cNvGrpSpPr>
                <p:nvPr/>
              </p:nvGrpSpPr>
              <p:grpSpPr bwMode="auto">
                <a:xfrm>
                  <a:off x="13864" y="0"/>
                  <a:ext cx="6136" cy="1807"/>
                  <a:chOff x="3" y="0"/>
                  <a:chExt cx="19997" cy="20001"/>
                </a:xfrm>
              </p:grpSpPr>
              <p:sp>
                <p:nvSpPr>
                  <p:cNvPr id="811105" name="Arc 97"/>
                  <p:cNvSpPr>
                    <a:spLocks/>
                  </p:cNvSpPr>
                  <p:nvPr/>
                </p:nvSpPr>
                <p:spPr bwMode="auto">
                  <a:xfrm>
                    <a:off x="13316" y="1926"/>
                    <a:ext cx="6684" cy="1037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11106" name="Arc 98"/>
                  <p:cNvSpPr>
                    <a:spLocks/>
                  </p:cNvSpPr>
                  <p:nvPr/>
                </p:nvSpPr>
                <p:spPr bwMode="auto">
                  <a:xfrm flipH="1">
                    <a:off x="3" y="0"/>
                    <a:ext cx="13313" cy="2000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811107" name="Line 99"/>
                <p:cNvSpPr>
                  <a:spLocks noChangeShapeType="1"/>
                </p:cNvSpPr>
                <p:nvPr/>
              </p:nvSpPr>
              <p:spPr bwMode="auto">
                <a:xfrm flipH="1">
                  <a:off x="5599" y="1390"/>
                  <a:ext cx="8535" cy="11259"/>
                </a:xfrm>
                <a:prstGeom prst="line">
                  <a:avLst/>
                </a:prstGeom>
                <a:noFill/>
                <a:ln w="381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11108" name="Line 100"/>
                <p:cNvSpPr>
                  <a:spLocks noChangeShapeType="1"/>
                </p:cNvSpPr>
                <p:nvPr/>
              </p:nvSpPr>
              <p:spPr bwMode="auto">
                <a:xfrm flipH="1">
                  <a:off x="2" y="8757"/>
                  <a:ext cx="8535" cy="11259"/>
                </a:xfrm>
                <a:prstGeom prst="line">
                  <a:avLst/>
                </a:prstGeom>
                <a:noFill/>
                <a:ln w="381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grpSp>
          <p:nvGrpSpPr>
            <p:cNvPr id="811109" name="Group 101"/>
            <p:cNvGrpSpPr>
              <a:grpSpLocks/>
            </p:cNvGrpSpPr>
            <p:nvPr/>
          </p:nvGrpSpPr>
          <p:grpSpPr bwMode="auto">
            <a:xfrm>
              <a:off x="15976" y="477"/>
              <a:ext cx="2832" cy="16012"/>
              <a:chOff x="1" y="-1"/>
              <a:chExt cx="19993" cy="20001"/>
            </a:xfrm>
          </p:grpSpPr>
          <p:grpSp>
            <p:nvGrpSpPr>
              <p:cNvPr id="811110" name="Group 102"/>
              <p:cNvGrpSpPr>
                <a:grpSpLocks/>
              </p:cNvGrpSpPr>
              <p:nvPr/>
            </p:nvGrpSpPr>
            <p:grpSpPr bwMode="auto">
              <a:xfrm>
                <a:off x="1" y="18907"/>
                <a:ext cx="3318" cy="1093"/>
                <a:chOff x="6" y="0"/>
                <a:chExt cx="19994" cy="20000"/>
              </a:xfrm>
            </p:grpSpPr>
            <p:sp>
              <p:nvSpPr>
                <p:cNvPr id="811111" name="Arc 103"/>
                <p:cNvSpPr>
                  <a:spLocks/>
                </p:cNvSpPr>
                <p:nvPr/>
              </p:nvSpPr>
              <p:spPr bwMode="auto">
                <a:xfrm flipV="1">
                  <a:off x="10003" y="622"/>
                  <a:ext cx="9997" cy="16359"/>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11112" name="Arc 104"/>
                <p:cNvSpPr>
                  <a:spLocks/>
                </p:cNvSpPr>
                <p:nvPr/>
              </p:nvSpPr>
              <p:spPr bwMode="auto">
                <a:xfrm flipH="1" flipV="1">
                  <a:off x="6" y="0"/>
                  <a:ext cx="10847" cy="200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811113" name="Group 105"/>
              <p:cNvGrpSpPr>
                <a:grpSpLocks/>
              </p:cNvGrpSpPr>
              <p:nvPr/>
            </p:nvGrpSpPr>
            <p:grpSpPr bwMode="auto">
              <a:xfrm>
                <a:off x="3757" y="-1"/>
                <a:ext cx="16237" cy="19074"/>
                <a:chOff x="-4" y="0"/>
                <a:chExt cx="20004" cy="20016"/>
              </a:xfrm>
            </p:grpSpPr>
            <p:grpSp>
              <p:nvGrpSpPr>
                <p:cNvPr id="811114" name="Group 106"/>
                <p:cNvGrpSpPr>
                  <a:grpSpLocks/>
                </p:cNvGrpSpPr>
                <p:nvPr/>
              </p:nvGrpSpPr>
              <p:grpSpPr bwMode="auto">
                <a:xfrm>
                  <a:off x="14042" y="0"/>
                  <a:ext cx="5958" cy="1807"/>
                  <a:chOff x="-5" y="0"/>
                  <a:chExt cx="20005" cy="20001"/>
                </a:xfrm>
              </p:grpSpPr>
              <p:sp>
                <p:nvSpPr>
                  <p:cNvPr id="811115" name="Arc 107"/>
                  <p:cNvSpPr>
                    <a:spLocks/>
                  </p:cNvSpPr>
                  <p:nvPr/>
                </p:nvSpPr>
                <p:spPr bwMode="auto">
                  <a:xfrm>
                    <a:off x="13137" y="1926"/>
                    <a:ext cx="6863" cy="1037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11116" name="Arc 108"/>
                  <p:cNvSpPr>
                    <a:spLocks/>
                  </p:cNvSpPr>
                  <p:nvPr/>
                </p:nvSpPr>
                <p:spPr bwMode="auto">
                  <a:xfrm flipH="1">
                    <a:off x="-5" y="0"/>
                    <a:ext cx="13726" cy="2000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811117" name="Line 109"/>
                <p:cNvSpPr>
                  <a:spLocks noChangeShapeType="1"/>
                </p:cNvSpPr>
                <p:nvPr/>
              </p:nvSpPr>
              <p:spPr bwMode="auto">
                <a:xfrm flipH="1">
                  <a:off x="5597" y="1390"/>
                  <a:ext cx="8532" cy="11259"/>
                </a:xfrm>
                <a:prstGeom prst="line">
                  <a:avLst/>
                </a:prstGeom>
                <a:noFill/>
                <a:ln w="381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11118" name="Line 110"/>
                <p:cNvSpPr>
                  <a:spLocks noChangeShapeType="1"/>
                </p:cNvSpPr>
                <p:nvPr/>
              </p:nvSpPr>
              <p:spPr bwMode="auto">
                <a:xfrm flipH="1">
                  <a:off x="-4" y="8757"/>
                  <a:ext cx="8532" cy="11259"/>
                </a:xfrm>
                <a:prstGeom prst="line">
                  <a:avLst/>
                </a:prstGeom>
                <a:noFill/>
                <a:ln w="381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grpSp>
      <p:grpSp>
        <p:nvGrpSpPr>
          <p:cNvPr id="811119" name="Group 111"/>
          <p:cNvGrpSpPr>
            <a:grpSpLocks/>
          </p:cNvGrpSpPr>
          <p:nvPr/>
        </p:nvGrpSpPr>
        <p:grpSpPr bwMode="auto">
          <a:xfrm>
            <a:off x="3557588" y="5084763"/>
            <a:ext cx="31750" cy="26987"/>
            <a:chOff x="-1" y="0"/>
            <a:chExt cx="20001" cy="20000"/>
          </a:xfrm>
        </p:grpSpPr>
        <p:sp>
          <p:nvSpPr>
            <p:cNvPr id="811120" name="Arc 112"/>
            <p:cNvSpPr>
              <a:spLocks/>
            </p:cNvSpPr>
            <p:nvPr/>
          </p:nvSpPr>
          <p:spPr bwMode="auto">
            <a:xfrm>
              <a:off x="13030" y="1633"/>
              <a:ext cx="6970" cy="1551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11121" name="Arc 113"/>
            <p:cNvSpPr>
              <a:spLocks/>
            </p:cNvSpPr>
            <p:nvPr/>
          </p:nvSpPr>
          <p:spPr bwMode="auto">
            <a:xfrm flipH="1">
              <a:off x="-1" y="0"/>
              <a:ext cx="13940" cy="200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811122" name="Arc 114"/>
          <p:cNvSpPr>
            <a:spLocks/>
          </p:cNvSpPr>
          <p:nvPr/>
        </p:nvSpPr>
        <p:spPr bwMode="auto">
          <a:xfrm flipH="1" flipV="1">
            <a:off x="4427538" y="5416550"/>
            <a:ext cx="19050" cy="8255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solidFill>
            <a:srgbClr val="FFFFFF"/>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11123" name="Oval 115"/>
          <p:cNvSpPr>
            <a:spLocks noChangeArrowheads="1"/>
          </p:cNvSpPr>
          <p:nvPr/>
        </p:nvSpPr>
        <p:spPr bwMode="auto">
          <a:xfrm>
            <a:off x="3478213" y="5457825"/>
            <a:ext cx="42862" cy="47625"/>
          </a:xfrm>
          <a:prstGeom prst="ellipse">
            <a:avLst/>
          </a:prstGeom>
          <a:solidFill>
            <a:srgbClr val="000000"/>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11124" name="Arc 116"/>
          <p:cNvSpPr>
            <a:spLocks/>
          </p:cNvSpPr>
          <p:nvPr/>
        </p:nvSpPr>
        <p:spPr bwMode="auto">
          <a:xfrm flipH="1">
            <a:off x="3536950" y="5105400"/>
            <a:ext cx="23813" cy="23812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11125" name="Arc 117"/>
          <p:cNvSpPr>
            <a:spLocks/>
          </p:cNvSpPr>
          <p:nvPr/>
        </p:nvSpPr>
        <p:spPr bwMode="auto">
          <a:xfrm flipV="1">
            <a:off x="3511550" y="5346700"/>
            <a:ext cx="26988" cy="1143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11126" name="Oval 118"/>
          <p:cNvSpPr>
            <a:spLocks noChangeArrowheads="1"/>
          </p:cNvSpPr>
          <p:nvPr/>
        </p:nvSpPr>
        <p:spPr bwMode="auto">
          <a:xfrm>
            <a:off x="4414838" y="5481638"/>
            <a:ext cx="42862" cy="47625"/>
          </a:xfrm>
          <a:prstGeom prst="ellipse">
            <a:avLst/>
          </a:prstGeom>
          <a:solidFill>
            <a:srgbClr val="000000"/>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nvGrpSpPr>
          <p:cNvPr id="811127" name="Group 119"/>
          <p:cNvGrpSpPr>
            <a:grpSpLocks/>
          </p:cNvGrpSpPr>
          <p:nvPr/>
        </p:nvGrpSpPr>
        <p:grpSpPr bwMode="auto">
          <a:xfrm>
            <a:off x="3640138" y="5091113"/>
            <a:ext cx="138112" cy="339725"/>
            <a:chOff x="-1" y="3"/>
            <a:chExt cx="20004" cy="19997"/>
          </a:xfrm>
        </p:grpSpPr>
        <p:grpSp>
          <p:nvGrpSpPr>
            <p:cNvPr id="811128" name="Group 120"/>
            <p:cNvGrpSpPr>
              <a:grpSpLocks/>
            </p:cNvGrpSpPr>
            <p:nvPr/>
          </p:nvGrpSpPr>
          <p:grpSpPr bwMode="auto">
            <a:xfrm>
              <a:off x="-1" y="18902"/>
              <a:ext cx="3454" cy="1098"/>
              <a:chOff x="-6" y="0"/>
              <a:chExt cx="20006" cy="20000"/>
            </a:xfrm>
          </p:grpSpPr>
          <p:sp>
            <p:nvSpPr>
              <p:cNvPr id="811129" name="Arc 121"/>
              <p:cNvSpPr>
                <a:spLocks/>
              </p:cNvSpPr>
              <p:nvPr/>
            </p:nvSpPr>
            <p:spPr bwMode="auto">
              <a:xfrm flipV="1">
                <a:off x="10414" y="1220"/>
                <a:ext cx="9586" cy="1635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11130" name="Arc 122"/>
              <p:cNvSpPr>
                <a:spLocks/>
              </p:cNvSpPr>
              <p:nvPr/>
            </p:nvSpPr>
            <p:spPr bwMode="auto">
              <a:xfrm flipH="1" flipV="1">
                <a:off x="-6" y="0"/>
                <a:ext cx="10420" cy="200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811131" name="Group 123"/>
            <p:cNvGrpSpPr>
              <a:grpSpLocks/>
            </p:cNvGrpSpPr>
            <p:nvPr/>
          </p:nvGrpSpPr>
          <p:grpSpPr bwMode="auto">
            <a:xfrm>
              <a:off x="3813" y="3"/>
              <a:ext cx="16190" cy="19132"/>
              <a:chOff x="-5" y="-1"/>
              <a:chExt cx="20005" cy="20006"/>
            </a:xfrm>
          </p:grpSpPr>
          <p:grpSp>
            <p:nvGrpSpPr>
              <p:cNvPr id="811132" name="Group 124"/>
              <p:cNvGrpSpPr>
                <a:grpSpLocks/>
              </p:cNvGrpSpPr>
              <p:nvPr/>
            </p:nvGrpSpPr>
            <p:grpSpPr bwMode="auto">
              <a:xfrm>
                <a:off x="14043" y="-1"/>
                <a:ext cx="5957" cy="1809"/>
                <a:chOff x="-3" y="-11"/>
                <a:chExt cx="20003" cy="20011"/>
              </a:xfrm>
            </p:grpSpPr>
            <p:sp>
              <p:nvSpPr>
                <p:cNvPr id="811133" name="Arc 125"/>
                <p:cNvSpPr>
                  <a:spLocks/>
                </p:cNvSpPr>
                <p:nvPr/>
              </p:nvSpPr>
              <p:spPr bwMode="auto">
                <a:xfrm>
                  <a:off x="13133" y="1914"/>
                  <a:ext cx="6867" cy="10398"/>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11134" name="Arc 126"/>
                <p:cNvSpPr>
                  <a:spLocks/>
                </p:cNvSpPr>
                <p:nvPr/>
              </p:nvSpPr>
              <p:spPr bwMode="auto">
                <a:xfrm flipH="1">
                  <a:off x="-3" y="-11"/>
                  <a:ext cx="13734" cy="2001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811135" name="Line 127"/>
              <p:cNvSpPr>
                <a:spLocks noChangeShapeType="1"/>
              </p:cNvSpPr>
              <p:nvPr/>
            </p:nvSpPr>
            <p:spPr bwMode="auto">
              <a:xfrm flipH="1">
                <a:off x="5596" y="1356"/>
                <a:ext cx="8536" cy="11273"/>
              </a:xfrm>
              <a:prstGeom prst="line">
                <a:avLst/>
              </a:prstGeom>
              <a:noFill/>
              <a:ln w="381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11136" name="Line 128"/>
              <p:cNvSpPr>
                <a:spLocks noChangeShapeType="1"/>
              </p:cNvSpPr>
              <p:nvPr/>
            </p:nvSpPr>
            <p:spPr bwMode="auto">
              <a:xfrm flipH="1">
                <a:off x="-5" y="8732"/>
                <a:ext cx="8536" cy="11273"/>
              </a:xfrm>
              <a:prstGeom prst="line">
                <a:avLst/>
              </a:prstGeom>
              <a:noFill/>
              <a:ln w="381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grpSp>
        <p:nvGrpSpPr>
          <p:cNvPr id="811137" name="Group 129"/>
          <p:cNvGrpSpPr>
            <a:grpSpLocks/>
          </p:cNvGrpSpPr>
          <p:nvPr/>
        </p:nvGrpSpPr>
        <p:grpSpPr bwMode="auto">
          <a:xfrm>
            <a:off x="3841750" y="5094288"/>
            <a:ext cx="139700" cy="339725"/>
            <a:chOff x="0" y="6"/>
            <a:chExt cx="20003" cy="19994"/>
          </a:xfrm>
        </p:grpSpPr>
        <p:grpSp>
          <p:nvGrpSpPr>
            <p:cNvPr id="811138" name="Group 130"/>
            <p:cNvGrpSpPr>
              <a:grpSpLocks/>
            </p:cNvGrpSpPr>
            <p:nvPr/>
          </p:nvGrpSpPr>
          <p:grpSpPr bwMode="auto">
            <a:xfrm>
              <a:off x="0" y="18904"/>
              <a:ext cx="3394" cy="1096"/>
              <a:chOff x="0" y="0"/>
              <a:chExt cx="20000" cy="20000"/>
            </a:xfrm>
          </p:grpSpPr>
          <p:sp>
            <p:nvSpPr>
              <p:cNvPr id="811139" name="Arc 131"/>
              <p:cNvSpPr>
                <a:spLocks/>
              </p:cNvSpPr>
              <p:nvPr/>
            </p:nvSpPr>
            <p:spPr bwMode="auto">
              <a:xfrm flipV="1">
                <a:off x="10212" y="602"/>
                <a:ext cx="9788" cy="16369"/>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11140" name="Arc 132"/>
              <p:cNvSpPr>
                <a:spLocks/>
              </p:cNvSpPr>
              <p:nvPr/>
            </p:nvSpPr>
            <p:spPr bwMode="auto">
              <a:xfrm flipH="1" flipV="1">
                <a:off x="0" y="0"/>
                <a:ext cx="10636" cy="200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811141" name="Group 133"/>
            <p:cNvGrpSpPr>
              <a:grpSpLocks/>
            </p:cNvGrpSpPr>
            <p:nvPr/>
          </p:nvGrpSpPr>
          <p:grpSpPr bwMode="auto">
            <a:xfrm>
              <a:off x="3755" y="6"/>
              <a:ext cx="16248" cy="19130"/>
              <a:chOff x="4" y="0"/>
              <a:chExt cx="19996" cy="20005"/>
            </a:xfrm>
          </p:grpSpPr>
          <p:grpSp>
            <p:nvGrpSpPr>
              <p:cNvPr id="811142" name="Group 134"/>
              <p:cNvGrpSpPr>
                <a:grpSpLocks/>
              </p:cNvGrpSpPr>
              <p:nvPr/>
            </p:nvGrpSpPr>
            <p:grpSpPr bwMode="auto">
              <a:xfrm>
                <a:off x="14046" y="0"/>
                <a:ext cx="5954" cy="1806"/>
                <a:chOff x="3" y="0"/>
                <a:chExt cx="19997" cy="20001"/>
              </a:xfrm>
            </p:grpSpPr>
            <p:sp>
              <p:nvSpPr>
                <p:cNvPr id="811143" name="Arc 135"/>
                <p:cNvSpPr>
                  <a:spLocks/>
                </p:cNvSpPr>
                <p:nvPr/>
              </p:nvSpPr>
              <p:spPr bwMode="auto">
                <a:xfrm>
                  <a:off x="13135" y="1927"/>
                  <a:ext cx="6865" cy="10388"/>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11144" name="Arc 136"/>
                <p:cNvSpPr>
                  <a:spLocks/>
                </p:cNvSpPr>
                <p:nvPr/>
              </p:nvSpPr>
              <p:spPr bwMode="auto">
                <a:xfrm flipH="1">
                  <a:off x="3" y="0"/>
                  <a:ext cx="13730" cy="2000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811145" name="Line 137"/>
              <p:cNvSpPr>
                <a:spLocks noChangeShapeType="1"/>
              </p:cNvSpPr>
              <p:nvPr/>
            </p:nvSpPr>
            <p:spPr bwMode="auto">
              <a:xfrm flipH="1">
                <a:off x="5602" y="1390"/>
                <a:ext cx="8533" cy="11252"/>
              </a:xfrm>
              <a:prstGeom prst="line">
                <a:avLst/>
              </a:prstGeom>
              <a:noFill/>
              <a:ln w="381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11146" name="Line 138"/>
              <p:cNvSpPr>
                <a:spLocks noChangeShapeType="1"/>
              </p:cNvSpPr>
              <p:nvPr/>
            </p:nvSpPr>
            <p:spPr bwMode="auto">
              <a:xfrm flipH="1">
                <a:off x="4" y="8753"/>
                <a:ext cx="8532" cy="11252"/>
              </a:xfrm>
              <a:prstGeom prst="line">
                <a:avLst/>
              </a:prstGeom>
              <a:noFill/>
              <a:ln w="381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grpSp>
        <p:nvGrpSpPr>
          <p:cNvPr id="811147" name="Group 139"/>
          <p:cNvGrpSpPr>
            <a:grpSpLocks/>
          </p:cNvGrpSpPr>
          <p:nvPr/>
        </p:nvGrpSpPr>
        <p:grpSpPr bwMode="auto">
          <a:xfrm>
            <a:off x="4057650" y="5094288"/>
            <a:ext cx="139700" cy="339725"/>
            <a:chOff x="-1" y="6"/>
            <a:chExt cx="20007" cy="19994"/>
          </a:xfrm>
        </p:grpSpPr>
        <p:grpSp>
          <p:nvGrpSpPr>
            <p:cNvPr id="811148" name="Group 140"/>
            <p:cNvGrpSpPr>
              <a:grpSpLocks/>
            </p:cNvGrpSpPr>
            <p:nvPr/>
          </p:nvGrpSpPr>
          <p:grpSpPr bwMode="auto">
            <a:xfrm>
              <a:off x="-1" y="18904"/>
              <a:ext cx="3262" cy="1096"/>
              <a:chOff x="-6" y="0"/>
              <a:chExt cx="20006" cy="20000"/>
            </a:xfrm>
          </p:grpSpPr>
          <p:sp>
            <p:nvSpPr>
              <p:cNvPr id="811149" name="Arc 141"/>
              <p:cNvSpPr>
                <a:spLocks/>
              </p:cNvSpPr>
              <p:nvPr/>
            </p:nvSpPr>
            <p:spPr bwMode="auto">
              <a:xfrm flipV="1">
                <a:off x="9776" y="602"/>
                <a:ext cx="10224" cy="16369"/>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11150" name="Arc 142"/>
              <p:cNvSpPr>
                <a:spLocks/>
              </p:cNvSpPr>
              <p:nvPr/>
            </p:nvSpPr>
            <p:spPr bwMode="auto">
              <a:xfrm flipH="1" flipV="1">
                <a:off x="-6" y="0"/>
                <a:ext cx="11113" cy="200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811151" name="Group 143"/>
            <p:cNvGrpSpPr>
              <a:grpSpLocks/>
            </p:cNvGrpSpPr>
            <p:nvPr/>
          </p:nvGrpSpPr>
          <p:grpSpPr bwMode="auto">
            <a:xfrm>
              <a:off x="3623" y="6"/>
              <a:ext cx="16383" cy="19130"/>
              <a:chOff x="1" y="0"/>
              <a:chExt cx="19999" cy="20005"/>
            </a:xfrm>
          </p:grpSpPr>
          <p:grpSp>
            <p:nvGrpSpPr>
              <p:cNvPr id="811152" name="Group 144"/>
              <p:cNvGrpSpPr>
                <a:grpSpLocks/>
              </p:cNvGrpSpPr>
              <p:nvPr/>
            </p:nvGrpSpPr>
            <p:grpSpPr bwMode="auto">
              <a:xfrm>
                <a:off x="13983" y="0"/>
                <a:ext cx="6017" cy="1806"/>
                <a:chOff x="0" y="0"/>
                <a:chExt cx="20000" cy="20001"/>
              </a:xfrm>
            </p:grpSpPr>
            <p:sp>
              <p:nvSpPr>
                <p:cNvPr id="811153" name="Arc 145"/>
                <p:cNvSpPr>
                  <a:spLocks/>
                </p:cNvSpPr>
                <p:nvPr/>
              </p:nvSpPr>
              <p:spPr bwMode="auto">
                <a:xfrm>
                  <a:off x="13236" y="1927"/>
                  <a:ext cx="6764" cy="10388"/>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11154" name="Arc 146"/>
                <p:cNvSpPr>
                  <a:spLocks/>
                </p:cNvSpPr>
                <p:nvPr/>
              </p:nvSpPr>
              <p:spPr bwMode="auto">
                <a:xfrm flipH="1">
                  <a:off x="0" y="0"/>
                  <a:ext cx="13528" cy="2000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811155" name="Line 147"/>
              <p:cNvSpPr>
                <a:spLocks noChangeShapeType="1"/>
              </p:cNvSpPr>
              <p:nvPr/>
            </p:nvSpPr>
            <p:spPr bwMode="auto">
              <a:xfrm flipH="1">
                <a:off x="5576" y="1390"/>
                <a:ext cx="8495" cy="11252"/>
              </a:xfrm>
              <a:prstGeom prst="line">
                <a:avLst/>
              </a:prstGeom>
              <a:noFill/>
              <a:ln w="381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11156" name="Line 148"/>
              <p:cNvSpPr>
                <a:spLocks noChangeShapeType="1"/>
              </p:cNvSpPr>
              <p:nvPr/>
            </p:nvSpPr>
            <p:spPr bwMode="auto">
              <a:xfrm flipH="1">
                <a:off x="1" y="8753"/>
                <a:ext cx="8495" cy="11252"/>
              </a:xfrm>
              <a:prstGeom prst="line">
                <a:avLst/>
              </a:prstGeom>
              <a:noFill/>
              <a:ln w="381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grpSp>
        <p:nvGrpSpPr>
          <p:cNvPr id="811157" name="Group 149"/>
          <p:cNvGrpSpPr>
            <a:grpSpLocks/>
          </p:cNvGrpSpPr>
          <p:nvPr/>
        </p:nvGrpSpPr>
        <p:grpSpPr bwMode="auto">
          <a:xfrm>
            <a:off x="4260850" y="5094288"/>
            <a:ext cx="138113" cy="339725"/>
            <a:chOff x="-1" y="6"/>
            <a:chExt cx="20004" cy="19994"/>
          </a:xfrm>
        </p:grpSpPr>
        <p:grpSp>
          <p:nvGrpSpPr>
            <p:cNvPr id="811158" name="Group 150"/>
            <p:cNvGrpSpPr>
              <a:grpSpLocks/>
            </p:cNvGrpSpPr>
            <p:nvPr/>
          </p:nvGrpSpPr>
          <p:grpSpPr bwMode="auto">
            <a:xfrm>
              <a:off x="-1" y="18904"/>
              <a:ext cx="3382" cy="1096"/>
              <a:chOff x="-6" y="0"/>
              <a:chExt cx="20006" cy="20000"/>
            </a:xfrm>
          </p:grpSpPr>
          <p:sp>
            <p:nvSpPr>
              <p:cNvPr id="811159" name="Arc 151"/>
              <p:cNvSpPr>
                <a:spLocks/>
              </p:cNvSpPr>
              <p:nvPr/>
            </p:nvSpPr>
            <p:spPr bwMode="auto">
              <a:xfrm flipV="1">
                <a:off x="10210" y="602"/>
                <a:ext cx="9790" cy="16369"/>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11160" name="Arc 152"/>
              <p:cNvSpPr>
                <a:spLocks/>
              </p:cNvSpPr>
              <p:nvPr/>
            </p:nvSpPr>
            <p:spPr bwMode="auto">
              <a:xfrm flipH="1" flipV="1">
                <a:off x="-6" y="0"/>
                <a:ext cx="10642" cy="200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811161" name="Group 153"/>
            <p:cNvGrpSpPr>
              <a:grpSpLocks/>
            </p:cNvGrpSpPr>
            <p:nvPr/>
          </p:nvGrpSpPr>
          <p:grpSpPr bwMode="auto">
            <a:xfrm>
              <a:off x="3669" y="6"/>
              <a:ext cx="16334" cy="19130"/>
              <a:chOff x="5" y="0"/>
              <a:chExt cx="19995" cy="20005"/>
            </a:xfrm>
          </p:grpSpPr>
          <p:grpSp>
            <p:nvGrpSpPr>
              <p:cNvPr id="811162" name="Group 154"/>
              <p:cNvGrpSpPr>
                <a:grpSpLocks/>
              </p:cNvGrpSpPr>
              <p:nvPr/>
            </p:nvGrpSpPr>
            <p:grpSpPr bwMode="auto">
              <a:xfrm>
                <a:off x="13922" y="0"/>
                <a:ext cx="6078" cy="1806"/>
                <a:chOff x="2" y="0"/>
                <a:chExt cx="19998" cy="20001"/>
              </a:xfrm>
            </p:grpSpPr>
            <p:sp>
              <p:nvSpPr>
                <p:cNvPr id="811163" name="Arc 155"/>
                <p:cNvSpPr>
                  <a:spLocks/>
                </p:cNvSpPr>
                <p:nvPr/>
              </p:nvSpPr>
              <p:spPr bwMode="auto">
                <a:xfrm>
                  <a:off x="13334" y="1927"/>
                  <a:ext cx="6666" cy="10388"/>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11164" name="Arc 156"/>
                <p:cNvSpPr>
                  <a:spLocks/>
                </p:cNvSpPr>
                <p:nvPr/>
              </p:nvSpPr>
              <p:spPr bwMode="auto">
                <a:xfrm flipH="1">
                  <a:off x="2" y="0"/>
                  <a:ext cx="13332" cy="2000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811165" name="Line 157"/>
              <p:cNvSpPr>
                <a:spLocks noChangeShapeType="1"/>
              </p:cNvSpPr>
              <p:nvPr/>
            </p:nvSpPr>
            <p:spPr bwMode="auto">
              <a:xfrm flipH="1">
                <a:off x="5730" y="1390"/>
                <a:ext cx="8456" cy="11252"/>
              </a:xfrm>
              <a:prstGeom prst="line">
                <a:avLst/>
              </a:prstGeom>
              <a:noFill/>
              <a:ln w="381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11166" name="Line 158"/>
              <p:cNvSpPr>
                <a:spLocks noChangeShapeType="1"/>
              </p:cNvSpPr>
              <p:nvPr/>
            </p:nvSpPr>
            <p:spPr bwMode="auto">
              <a:xfrm flipH="1">
                <a:off x="5" y="8753"/>
                <a:ext cx="8456" cy="11252"/>
              </a:xfrm>
              <a:prstGeom prst="line">
                <a:avLst/>
              </a:prstGeom>
              <a:noFill/>
              <a:ln w="381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grpSp>
        <p:nvGrpSpPr>
          <p:cNvPr id="811167" name="Group 159"/>
          <p:cNvGrpSpPr>
            <a:grpSpLocks/>
          </p:cNvGrpSpPr>
          <p:nvPr/>
        </p:nvGrpSpPr>
        <p:grpSpPr bwMode="auto">
          <a:xfrm>
            <a:off x="4929188" y="5095875"/>
            <a:ext cx="33337" cy="28575"/>
            <a:chOff x="-1" y="0"/>
            <a:chExt cx="20001" cy="20000"/>
          </a:xfrm>
        </p:grpSpPr>
        <p:sp>
          <p:nvSpPr>
            <p:cNvPr id="811168" name="Arc 160"/>
            <p:cNvSpPr>
              <a:spLocks/>
            </p:cNvSpPr>
            <p:nvPr/>
          </p:nvSpPr>
          <p:spPr bwMode="auto">
            <a:xfrm>
              <a:off x="13134" y="1633"/>
              <a:ext cx="6866" cy="1551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11169" name="Arc 161"/>
            <p:cNvSpPr>
              <a:spLocks/>
            </p:cNvSpPr>
            <p:nvPr/>
          </p:nvSpPr>
          <p:spPr bwMode="auto">
            <a:xfrm flipH="1">
              <a:off x="-1" y="0"/>
              <a:ext cx="13732" cy="200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811170" name="Arc 162"/>
          <p:cNvSpPr>
            <a:spLocks/>
          </p:cNvSpPr>
          <p:nvPr/>
        </p:nvSpPr>
        <p:spPr bwMode="auto">
          <a:xfrm flipH="1" flipV="1">
            <a:off x="5802313" y="5405438"/>
            <a:ext cx="19050" cy="8096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solidFill>
            <a:srgbClr val="FFFFFF"/>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11171" name="Oval 163"/>
          <p:cNvSpPr>
            <a:spLocks noChangeArrowheads="1"/>
          </p:cNvSpPr>
          <p:nvPr/>
        </p:nvSpPr>
        <p:spPr bwMode="auto">
          <a:xfrm>
            <a:off x="4852988" y="5454650"/>
            <a:ext cx="42862" cy="47625"/>
          </a:xfrm>
          <a:prstGeom prst="ellipse">
            <a:avLst/>
          </a:prstGeom>
          <a:solidFill>
            <a:srgbClr val="000000"/>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11172" name="Arc 164"/>
          <p:cNvSpPr>
            <a:spLocks/>
          </p:cNvSpPr>
          <p:nvPr/>
        </p:nvSpPr>
        <p:spPr bwMode="auto">
          <a:xfrm flipH="1">
            <a:off x="4916488" y="5121275"/>
            <a:ext cx="22225" cy="23812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11173" name="Arc 165"/>
          <p:cNvSpPr>
            <a:spLocks/>
          </p:cNvSpPr>
          <p:nvPr/>
        </p:nvSpPr>
        <p:spPr bwMode="auto">
          <a:xfrm flipV="1">
            <a:off x="4884738" y="5345113"/>
            <a:ext cx="28575" cy="11271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11174" name="Oval 166"/>
          <p:cNvSpPr>
            <a:spLocks noChangeArrowheads="1"/>
          </p:cNvSpPr>
          <p:nvPr/>
        </p:nvSpPr>
        <p:spPr bwMode="auto">
          <a:xfrm>
            <a:off x="5789613" y="5472113"/>
            <a:ext cx="44450" cy="49212"/>
          </a:xfrm>
          <a:prstGeom prst="ellipse">
            <a:avLst/>
          </a:prstGeom>
          <a:solidFill>
            <a:srgbClr val="000000"/>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nvGrpSpPr>
          <p:cNvPr id="811175" name="Group 167"/>
          <p:cNvGrpSpPr>
            <a:grpSpLocks/>
          </p:cNvGrpSpPr>
          <p:nvPr/>
        </p:nvGrpSpPr>
        <p:grpSpPr bwMode="auto">
          <a:xfrm>
            <a:off x="5016500" y="5087938"/>
            <a:ext cx="138113" cy="339725"/>
            <a:chOff x="0" y="-9"/>
            <a:chExt cx="20003" cy="20009"/>
          </a:xfrm>
        </p:grpSpPr>
        <p:grpSp>
          <p:nvGrpSpPr>
            <p:cNvPr id="811176" name="Group 168"/>
            <p:cNvGrpSpPr>
              <a:grpSpLocks/>
            </p:cNvGrpSpPr>
            <p:nvPr/>
          </p:nvGrpSpPr>
          <p:grpSpPr bwMode="auto">
            <a:xfrm>
              <a:off x="0" y="18905"/>
              <a:ext cx="3394" cy="1095"/>
              <a:chOff x="0" y="0"/>
              <a:chExt cx="20000" cy="20000"/>
            </a:xfrm>
          </p:grpSpPr>
          <p:sp>
            <p:nvSpPr>
              <p:cNvPr id="811177" name="Arc 169"/>
              <p:cNvSpPr>
                <a:spLocks/>
              </p:cNvSpPr>
              <p:nvPr/>
            </p:nvSpPr>
            <p:spPr bwMode="auto">
              <a:xfrm flipV="1">
                <a:off x="10212" y="603"/>
                <a:ext cx="9788" cy="1636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11178" name="Arc 170"/>
              <p:cNvSpPr>
                <a:spLocks/>
              </p:cNvSpPr>
              <p:nvPr/>
            </p:nvSpPr>
            <p:spPr bwMode="auto">
              <a:xfrm flipH="1" flipV="1">
                <a:off x="0" y="0"/>
                <a:ext cx="10636" cy="200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811179" name="Group 171"/>
            <p:cNvGrpSpPr>
              <a:grpSpLocks/>
            </p:cNvGrpSpPr>
            <p:nvPr/>
          </p:nvGrpSpPr>
          <p:grpSpPr bwMode="auto">
            <a:xfrm>
              <a:off x="3755" y="-9"/>
              <a:ext cx="16248" cy="19113"/>
              <a:chOff x="4" y="0"/>
              <a:chExt cx="19996" cy="19987"/>
            </a:xfrm>
          </p:grpSpPr>
          <p:grpSp>
            <p:nvGrpSpPr>
              <p:cNvPr id="811180" name="Group 172"/>
              <p:cNvGrpSpPr>
                <a:grpSpLocks/>
              </p:cNvGrpSpPr>
              <p:nvPr/>
            </p:nvGrpSpPr>
            <p:grpSpPr bwMode="auto">
              <a:xfrm>
                <a:off x="14046" y="0"/>
                <a:ext cx="5954" cy="1805"/>
                <a:chOff x="3" y="0"/>
                <a:chExt cx="19997" cy="20000"/>
              </a:xfrm>
            </p:grpSpPr>
            <p:sp>
              <p:nvSpPr>
                <p:cNvPr id="811181" name="Arc 173"/>
                <p:cNvSpPr>
                  <a:spLocks/>
                </p:cNvSpPr>
                <p:nvPr/>
              </p:nvSpPr>
              <p:spPr bwMode="auto">
                <a:xfrm>
                  <a:off x="13135" y="1928"/>
                  <a:ext cx="6865" cy="1038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11182" name="Arc 174"/>
                <p:cNvSpPr>
                  <a:spLocks/>
                </p:cNvSpPr>
                <p:nvPr/>
              </p:nvSpPr>
              <p:spPr bwMode="auto">
                <a:xfrm flipH="1">
                  <a:off x="3" y="0"/>
                  <a:ext cx="13730" cy="200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811183" name="Line 175"/>
              <p:cNvSpPr>
                <a:spLocks noChangeShapeType="1"/>
              </p:cNvSpPr>
              <p:nvPr/>
            </p:nvSpPr>
            <p:spPr bwMode="auto">
              <a:xfrm flipH="1">
                <a:off x="5602" y="1422"/>
                <a:ext cx="8533" cy="11244"/>
              </a:xfrm>
              <a:prstGeom prst="line">
                <a:avLst/>
              </a:prstGeom>
              <a:noFill/>
              <a:ln w="381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11184" name="Line 176"/>
              <p:cNvSpPr>
                <a:spLocks noChangeShapeType="1"/>
              </p:cNvSpPr>
              <p:nvPr/>
            </p:nvSpPr>
            <p:spPr bwMode="auto">
              <a:xfrm flipH="1">
                <a:off x="4" y="8744"/>
                <a:ext cx="8532" cy="11243"/>
              </a:xfrm>
              <a:prstGeom prst="line">
                <a:avLst/>
              </a:prstGeom>
              <a:noFill/>
              <a:ln w="381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grpSp>
        <p:nvGrpSpPr>
          <p:cNvPr id="811185" name="Group 177"/>
          <p:cNvGrpSpPr>
            <a:grpSpLocks/>
          </p:cNvGrpSpPr>
          <p:nvPr/>
        </p:nvGrpSpPr>
        <p:grpSpPr bwMode="auto">
          <a:xfrm>
            <a:off x="5218113" y="5091113"/>
            <a:ext cx="138112" cy="339725"/>
            <a:chOff x="0" y="3"/>
            <a:chExt cx="20003" cy="19997"/>
          </a:xfrm>
        </p:grpSpPr>
        <p:grpSp>
          <p:nvGrpSpPr>
            <p:cNvPr id="811186" name="Group 178"/>
            <p:cNvGrpSpPr>
              <a:grpSpLocks/>
            </p:cNvGrpSpPr>
            <p:nvPr/>
          </p:nvGrpSpPr>
          <p:grpSpPr bwMode="auto">
            <a:xfrm>
              <a:off x="0" y="18902"/>
              <a:ext cx="3394" cy="1098"/>
              <a:chOff x="0" y="0"/>
              <a:chExt cx="20000" cy="20000"/>
            </a:xfrm>
          </p:grpSpPr>
          <p:sp>
            <p:nvSpPr>
              <p:cNvPr id="811187" name="Arc 179"/>
              <p:cNvSpPr>
                <a:spLocks/>
              </p:cNvSpPr>
              <p:nvPr/>
            </p:nvSpPr>
            <p:spPr bwMode="auto">
              <a:xfrm flipV="1">
                <a:off x="10212" y="1220"/>
                <a:ext cx="9788" cy="1635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11188" name="Arc 180"/>
              <p:cNvSpPr>
                <a:spLocks/>
              </p:cNvSpPr>
              <p:nvPr/>
            </p:nvSpPr>
            <p:spPr bwMode="auto">
              <a:xfrm flipH="1" flipV="1">
                <a:off x="0" y="0"/>
                <a:ext cx="10636" cy="200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811189" name="Group 181"/>
            <p:cNvGrpSpPr>
              <a:grpSpLocks/>
            </p:cNvGrpSpPr>
            <p:nvPr/>
          </p:nvGrpSpPr>
          <p:grpSpPr bwMode="auto">
            <a:xfrm>
              <a:off x="3755" y="3"/>
              <a:ext cx="16248" cy="19132"/>
              <a:chOff x="4" y="-1"/>
              <a:chExt cx="19996" cy="20006"/>
            </a:xfrm>
          </p:grpSpPr>
          <p:grpSp>
            <p:nvGrpSpPr>
              <p:cNvPr id="811190" name="Group 182"/>
              <p:cNvGrpSpPr>
                <a:grpSpLocks/>
              </p:cNvGrpSpPr>
              <p:nvPr/>
            </p:nvGrpSpPr>
            <p:grpSpPr bwMode="auto">
              <a:xfrm>
                <a:off x="14046" y="-1"/>
                <a:ext cx="5954" cy="1809"/>
                <a:chOff x="3" y="-11"/>
                <a:chExt cx="19997" cy="20011"/>
              </a:xfrm>
            </p:grpSpPr>
            <p:sp>
              <p:nvSpPr>
                <p:cNvPr id="811191" name="Arc 183"/>
                <p:cNvSpPr>
                  <a:spLocks/>
                </p:cNvSpPr>
                <p:nvPr/>
              </p:nvSpPr>
              <p:spPr bwMode="auto">
                <a:xfrm>
                  <a:off x="13135" y="1914"/>
                  <a:ext cx="6865" cy="10398"/>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11192" name="Arc 184"/>
                <p:cNvSpPr>
                  <a:spLocks/>
                </p:cNvSpPr>
                <p:nvPr/>
              </p:nvSpPr>
              <p:spPr bwMode="auto">
                <a:xfrm flipH="1">
                  <a:off x="3" y="-11"/>
                  <a:ext cx="13730" cy="2001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811193" name="Line 185"/>
              <p:cNvSpPr>
                <a:spLocks noChangeShapeType="1"/>
              </p:cNvSpPr>
              <p:nvPr/>
            </p:nvSpPr>
            <p:spPr bwMode="auto">
              <a:xfrm flipH="1">
                <a:off x="5602" y="1356"/>
                <a:ext cx="8533" cy="11273"/>
              </a:xfrm>
              <a:prstGeom prst="line">
                <a:avLst/>
              </a:prstGeom>
              <a:noFill/>
              <a:ln w="381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11194" name="Line 186"/>
              <p:cNvSpPr>
                <a:spLocks noChangeShapeType="1"/>
              </p:cNvSpPr>
              <p:nvPr/>
            </p:nvSpPr>
            <p:spPr bwMode="auto">
              <a:xfrm flipH="1">
                <a:off x="4" y="8732"/>
                <a:ext cx="8532" cy="11273"/>
              </a:xfrm>
              <a:prstGeom prst="line">
                <a:avLst/>
              </a:prstGeom>
              <a:noFill/>
              <a:ln w="381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grpSp>
        <p:nvGrpSpPr>
          <p:cNvPr id="811195" name="Group 187"/>
          <p:cNvGrpSpPr>
            <a:grpSpLocks/>
          </p:cNvGrpSpPr>
          <p:nvPr/>
        </p:nvGrpSpPr>
        <p:grpSpPr bwMode="auto">
          <a:xfrm>
            <a:off x="5432425" y="5091113"/>
            <a:ext cx="139700" cy="339725"/>
            <a:chOff x="1" y="3"/>
            <a:chExt cx="19992" cy="19997"/>
          </a:xfrm>
        </p:grpSpPr>
        <p:grpSp>
          <p:nvGrpSpPr>
            <p:cNvPr id="811196" name="Group 188"/>
            <p:cNvGrpSpPr>
              <a:grpSpLocks/>
            </p:cNvGrpSpPr>
            <p:nvPr/>
          </p:nvGrpSpPr>
          <p:grpSpPr bwMode="auto">
            <a:xfrm>
              <a:off x="1" y="18902"/>
              <a:ext cx="3308" cy="1098"/>
              <a:chOff x="6" y="0"/>
              <a:chExt cx="19994" cy="20000"/>
            </a:xfrm>
          </p:grpSpPr>
          <p:sp>
            <p:nvSpPr>
              <p:cNvPr id="811197" name="Arc 189"/>
              <p:cNvSpPr>
                <a:spLocks/>
              </p:cNvSpPr>
              <p:nvPr/>
            </p:nvSpPr>
            <p:spPr bwMode="auto">
              <a:xfrm flipV="1">
                <a:off x="10003" y="1220"/>
                <a:ext cx="9997" cy="1635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11198" name="Arc 190"/>
              <p:cNvSpPr>
                <a:spLocks/>
              </p:cNvSpPr>
              <p:nvPr/>
            </p:nvSpPr>
            <p:spPr bwMode="auto">
              <a:xfrm flipH="1" flipV="1">
                <a:off x="6" y="0"/>
                <a:ext cx="10867" cy="200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811199" name="Group 191"/>
            <p:cNvGrpSpPr>
              <a:grpSpLocks/>
            </p:cNvGrpSpPr>
            <p:nvPr/>
          </p:nvGrpSpPr>
          <p:grpSpPr bwMode="auto">
            <a:xfrm>
              <a:off x="3669" y="3"/>
              <a:ext cx="16324" cy="19132"/>
              <a:chOff x="4" y="-1"/>
              <a:chExt cx="19996" cy="20006"/>
            </a:xfrm>
          </p:grpSpPr>
          <p:grpSp>
            <p:nvGrpSpPr>
              <p:cNvPr id="811200" name="Group 192"/>
              <p:cNvGrpSpPr>
                <a:grpSpLocks/>
              </p:cNvGrpSpPr>
              <p:nvPr/>
            </p:nvGrpSpPr>
            <p:grpSpPr bwMode="auto">
              <a:xfrm>
                <a:off x="13922" y="-1"/>
                <a:ext cx="6078" cy="1809"/>
                <a:chOff x="2" y="-11"/>
                <a:chExt cx="19998" cy="20011"/>
              </a:xfrm>
            </p:grpSpPr>
            <p:sp>
              <p:nvSpPr>
                <p:cNvPr id="811201" name="Arc 193"/>
                <p:cNvSpPr>
                  <a:spLocks/>
                </p:cNvSpPr>
                <p:nvPr/>
              </p:nvSpPr>
              <p:spPr bwMode="auto">
                <a:xfrm>
                  <a:off x="13334" y="1914"/>
                  <a:ext cx="6666" cy="10398"/>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11202" name="Arc 194"/>
                <p:cNvSpPr>
                  <a:spLocks/>
                </p:cNvSpPr>
                <p:nvPr/>
              </p:nvSpPr>
              <p:spPr bwMode="auto">
                <a:xfrm flipH="1">
                  <a:off x="2" y="-11"/>
                  <a:ext cx="13332" cy="2001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811203" name="Line 195"/>
              <p:cNvSpPr>
                <a:spLocks noChangeShapeType="1"/>
              </p:cNvSpPr>
              <p:nvPr/>
            </p:nvSpPr>
            <p:spPr bwMode="auto">
              <a:xfrm flipH="1">
                <a:off x="5553" y="1356"/>
                <a:ext cx="8457" cy="11273"/>
              </a:xfrm>
              <a:prstGeom prst="line">
                <a:avLst/>
              </a:prstGeom>
              <a:noFill/>
              <a:ln w="381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11204" name="Line 196"/>
              <p:cNvSpPr>
                <a:spLocks noChangeShapeType="1"/>
              </p:cNvSpPr>
              <p:nvPr/>
            </p:nvSpPr>
            <p:spPr bwMode="auto">
              <a:xfrm flipH="1">
                <a:off x="4" y="8732"/>
                <a:ext cx="8456" cy="11273"/>
              </a:xfrm>
              <a:prstGeom prst="line">
                <a:avLst/>
              </a:prstGeom>
              <a:noFill/>
              <a:ln w="381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grpSp>
        <p:nvGrpSpPr>
          <p:cNvPr id="811205" name="Group 197"/>
          <p:cNvGrpSpPr>
            <a:grpSpLocks/>
          </p:cNvGrpSpPr>
          <p:nvPr/>
        </p:nvGrpSpPr>
        <p:grpSpPr bwMode="auto">
          <a:xfrm>
            <a:off x="5634038" y="5091113"/>
            <a:ext cx="139700" cy="339725"/>
            <a:chOff x="1" y="3"/>
            <a:chExt cx="19992" cy="19997"/>
          </a:xfrm>
        </p:grpSpPr>
        <p:grpSp>
          <p:nvGrpSpPr>
            <p:cNvPr id="811206" name="Group 198"/>
            <p:cNvGrpSpPr>
              <a:grpSpLocks/>
            </p:cNvGrpSpPr>
            <p:nvPr/>
          </p:nvGrpSpPr>
          <p:grpSpPr bwMode="auto">
            <a:xfrm>
              <a:off x="1" y="18902"/>
              <a:ext cx="3320" cy="1098"/>
              <a:chOff x="6" y="0"/>
              <a:chExt cx="19994" cy="20000"/>
            </a:xfrm>
          </p:grpSpPr>
          <p:sp>
            <p:nvSpPr>
              <p:cNvPr id="811207" name="Arc 199"/>
              <p:cNvSpPr>
                <a:spLocks/>
              </p:cNvSpPr>
              <p:nvPr/>
            </p:nvSpPr>
            <p:spPr bwMode="auto">
              <a:xfrm flipV="1">
                <a:off x="10003" y="1220"/>
                <a:ext cx="9997" cy="1635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11208" name="Arc 200"/>
              <p:cNvSpPr>
                <a:spLocks/>
              </p:cNvSpPr>
              <p:nvPr/>
            </p:nvSpPr>
            <p:spPr bwMode="auto">
              <a:xfrm flipH="1" flipV="1">
                <a:off x="6" y="0"/>
                <a:ext cx="10864" cy="200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811209" name="Group 201"/>
            <p:cNvGrpSpPr>
              <a:grpSpLocks/>
            </p:cNvGrpSpPr>
            <p:nvPr/>
          </p:nvGrpSpPr>
          <p:grpSpPr bwMode="auto">
            <a:xfrm>
              <a:off x="3826" y="3"/>
              <a:ext cx="16167" cy="19132"/>
              <a:chOff x="4" y="-1"/>
              <a:chExt cx="19996" cy="20006"/>
            </a:xfrm>
          </p:grpSpPr>
          <p:grpSp>
            <p:nvGrpSpPr>
              <p:cNvPr id="811210" name="Group 202"/>
              <p:cNvGrpSpPr>
                <a:grpSpLocks/>
              </p:cNvGrpSpPr>
              <p:nvPr/>
            </p:nvGrpSpPr>
            <p:grpSpPr bwMode="auto">
              <a:xfrm>
                <a:off x="14109" y="-1"/>
                <a:ext cx="5891" cy="1809"/>
                <a:chOff x="3" y="-11"/>
                <a:chExt cx="19997" cy="20011"/>
              </a:xfrm>
            </p:grpSpPr>
            <p:sp>
              <p:nvSpPr>
                <p:cNvPr id="811211" name="Arc 203"/>
                <p:cNvSpPr>
                  <a:spLocks/>
                </p:cNvSpPr>
                <p:nvPr/>
              </p:nvSpPr>
              <p:spPr bwMode="auto">
                <a:xfrm>
                  <a:off x="13031" y="1914"/>
                  <a:ext cx="6969" cy="10398"/>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11212" name="Arc 204"/>
                <p:cNvSpPr>
                  <a:spLocks/>
                </p:cNvSpPr>
                <p:nvPr/>
              </p:nvSpPr>
              <p:spPr bwMode="auto">
                <a:xfrm flipH="1">
                  <a:off x="3" y="-11"/>
                  <a:ext cx="13938" cy="2001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811213" name="Line 205"/>
              <p:cNvSpPr>
                <a:spLocks noChangeShapeType="1"/>
              </p:cNvSpPr>
              <p:nvPr/>
            </p:nvSpPr>
            <p:spPr bwMode="auto">
              <a:xfrm flipH="1">
                <a:off x="5450" y="1356"/>
                <a:ext cx="8569" cy="11273"/>
              </a:xfrm>
              <a:prstGeom prst="line">
                <a:avLst/>
              </a:prstGeom>
              <a:noFill/>
              <a:ln w="381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11214" name="Line 206"/>
              <p:cNvSpPr>
                <a:spLocks noChangeShapeType="1"/>
              </p:cNvSpPr>
              <p:nvPr/>
            </p:nvSpPr>
            <p:spPr bwMode="auto">
              <a:xfrm flipH="1">
                <a:off x="4" y="8732"/>
                <a:ext cx="8570" cy="11273"/>
              </a:xfrm>
              <a:prstGeom prst="line">
                <a:avLst/>
              </a:prstGeom>
              <a:noFill/>
              <a:ln w="381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sp>
        <p:nvSpPr>
          <p:cNvPr id="811215" name="Rectangle 207"/>
          <p:cNvSpPr>
            <a:spLocks noChangeArrowheads="1"/>
          </p:cNvSpPr>
          <p:nvPr/>
        </p:nvSpPr>
        <p:spPr bwMode="auto">
          <a:xfrm>
            <a:off x="4286250" y="6083300"/>
            <a:ext cx="280988" cy="252413"/>
          </a:xfrm>
          <a:prstGeom prst="rect">
            <a:avLst/>
          </a:prstGeom>
          <a:solidFill>
            <a:srgbClr val="FFFF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lnSpc>
                <a:spcPct val="100000"/>
              </a:lnSpc>
              <a:spcBef>
                <a:spcPct val="0"/>
              </a:spcBef>
              <a:buClrTx/>
              <a:buSzTx/>
              <a:buFontTx/>
              <a:buNone/>
            </a:pPr>
            <a:r>
              <a:rPr lang="en-US" altLang="en-US" sz="1400" b="0" i="0">
                <a:latin typeface="FuturaA Md BT" pitchFamily="34" charset="0"/>
              </a:rPr>
              <a:t>C1</a:t>
            </a:r>
          </a:p>
        </p:txBody>
      </p:sp>
      <p:sp>
        <p:nvSpPr>
          <p:cNvPr id="811216" name="Rectangle 208"/>
          <p:cNvSpPr>
            <a:spLocks noChangeArrowheads="1"/>
          </p:cNvSpPr>
          <p:nvPr/>
        </p:nvSpPr>
        <p:spPr bwMode="auto">
          <a:xfrm>
            <a:off x="3333750" y="6083300"/>
            <a:ext cx="279400" cy="252413"/>
          </a:xfrm>
          <a:prstGeom prst="rect">
            <a:avLst/>
          </a:prstGeom>
          <a:solidFill>
            <a:srgbClr val="FFFF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lnSpc>
                <a:spcPct val="100000"/>
              </a:lnSpc>
              <a:spcBef>
                <a:spcPct val="0"/>
              </a:spcBef>
              <a:buClrTx/>
              <a:buSzTx/>
              <a:buFontTx/>
              <a:buNone/>
            </a:pPr>
            <a:r>
              <a:rPr lang="en-US" altLang="en-US" sz="1400" b="0" i="0">
                <a:latin typeface="FuturaA Md BT" pitchFamily="34" charset="0"/>
              </a:rPr>
              <a:t>C2</a:t>
            </a:r>
          </a:p>
        </p:txBody>
      </p:sp>
      <p:sp>
        <p:nvSpPr>
          <p:cNvPr id="811217" name="Rectangle 209"/>
          <p:cNvSpPr>
            <a:spLocks noChangeArrowheads="1"/>
          </p:cNvSpPr>
          <p:nvPr/>
        </p:nvSpPr>
        <p:spPr bwMode="auto">
          <a:xfrm>
            <a:off x="5683250" y="6083300"/>
            <a:ext cx="280988" cy="252413"/>
          </a:xfrm>
          <a:prstGeom prst="rect">
            <a:avLst/>
          </a:prstGeom>
          <a:solidFill>
            <a:srgbClr val="FFFF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lnSpc>
                <a:spcPct val="100000"/>
              </a:lnSpc>
              <a:spcBef>
                <a:spcPct val="0"/>
              </a:spcBef>
              <a:buClrTx/>
              <a:buSzTx/>
              <a:buFontTx/>
              <a:buNone/>
            </a:pPr>
            <a:r>
              <a:rPr lang="en-US" altLang="en-US" sz="1400" b="0" i="0">
                <a:latin typeface="FuturaA Md BT" pitchFamily="34" charset="0"/>
              </a:rPr>
              <a:t>c2</a:t>
            </a:r>
          </a:p>
        </p:txBody>
      </p:sp>
      <p:sp>
        <p:nvSpPr>
          <p:cNvPr id="811218" name="Rectangle 210"/>
          <p:cNvSpPr>
            <a:spLocks noChangeArrowheads="1"/>
          </p:cNvSpPr>
          <p:nvPr/>
        </p:nvSpPr>
        <p:spPr bwMode="auto">
          <a:xfrm>
            <a:off x="4730750" y="6083300"/>
            <a:ext cx="280988" cy="252413"/>
          </a:xfrm>
          <a:prstGeom prst="rect">
            <a:avLst/>
          </a:prstGeom>
          <a:solidFill>
            <a:srgbClr val="FFFF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lnSpc>
                <a:spcPct val="100000"/>
              </a:lnSpc>
              <a:spcBef>
                <a:spcPct val="0"/>
              </a:spcBef>
              <a:buClrTx/>
              <a:buSzTx/>
              <a:buFontTx/>
              <a:buNone/>
            </a:pPr>
            <a:r>
              <a:rPr lang="en-US" altLang="en-US" sz="1400" b="0" i="0">
                <a:latin typeface="FuturaA Md BT" pitchFamily="34" charset="0"/>
              </a:rPr>
              <a:t>c1</a:t>
            </a:r>
          </a:p>
        </p:txBody>
      </p:sp>
      <p:grpSp>
        <p:nvGrpSpPr>
          <p:cNvPr id="811219" name="Group 211"/>
          <p:cNvGrpSpPr>
            <a:grpSpLocks/>
          </p:cNvGrpSpPr>
          <p:nvPr/>
        </p:nvGrpSpPr>
        <p:grpSpPr bwMode="auto">
          <a:xfrm>
            <a:off x="3529013" y="5681663"/>
            <a:ext cx="33337" cy="26987"/>
            <a:chOff x="-1" y="0"/>
            <a:chExt cx="20001" cy="20000"/>
          </a:xfrm>
        </p:grpSpPr>
        <p:sp>
          <p:nvSpPr>
            <p:cNvPr id="811220" name="Arc 212"/>
            <p:cNvSpPr>
              <a:spLocks/>
            </p:cNvSpPr>
            <p:nvPr/>
          </p:nvSpPr>
          <p:spPr bwMode="auto">
            <a:xfrm>
              <a:off x="13134" y="2041"/>
              <a:ext cx="6866" cy="1551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11221" name="Arc 213"/>
            <p:cNvSpPr>
              <a:spLocks/>
            </p:cNvSpPr>
            <p:nvPr/>
          </p:nvSpPr>
          <p:spPr bwMode="auto">
            <a:xfrm flipH="1">
              <a:off x="-1" y="0"/>
              <a:ext cx="13732" cy="200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811222" name="Arc 214"/>
          <p:cNvSpPr>
            <a:spLocks/>
          </p:cNvSpPr>
          <p:nvPr/>
        </p:nvSpPr>
        <p:spPr bwMode="auto">
          <a:xfrm flipH="1" flipV="1">
            <a:off x="4403725" y="6010275"/>
            <a:ext cx="17463" cy="80963"/>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solidFill>
            <a:srgbClr val="FFFFFF"/>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11223" name="Oval 215"/>
          <p:cNvSpPr>
            <a:spLocks noChangeArrowheads="1"/>
          </p:cNvSpPr>
          <p:nvPr/>
        </p:nvSpPr>
        <p:spPr bwMode="auto">
          <a:xfrm>
            <a:off x="3454400" y="6049963"/>
            <a:ext cx="42863" cy="47625"/>
          </a:xfrm>
          <a:prstGeom prst="ellipse">
            <a:avLst/>
          </a:prstGeom>
          <a:solidFill>
            <a:srgbClr val="000000"/>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11224" name="Arc 216"/>
          <p:cNvSpPr>
            <a:spLocks/>
          </p:cNvSpPr>
          <p:nvPr/>
        </p:nvSpPr>
        <p:spPr bwMode="auto">
          <a:xfrm flipH="1">
            <a:off x="3511550" y="5710238"/>
            <a:ext cx="25400" cy="23812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11225" name="Arc 217"/>
          <p:cNvSpPr>
            <a:spLocks/>
          </p:cNvSpPr>
          <p:nvPr/>
        </p:nvSpPr>
        <p:spPr bwMode="auto">
          <a:xfrm flipV="1">
            <a:off x="3486150" y="5938838"/>
            <a:ext cx="28575" cy="1143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11226" name="Oval 218"/>
          <p:cNvSpPr>
            <a:spLocks noChangeArrowheads="1"/>
          </p:cNvSpPr>
          <p:nvPr/>
        </p:nvSpPr>
        <p:spPr bwMode="auto">
          <a:xfrm>
            <a:off x="4400550" y="6073775"/>
            <a:ext cx="42863" cy="47625"/>
          </a:xfrm>
          <a:prstGeom prst="ellipse">
            <a:avLst/>
          </a:prstGeom>
          <a:solidFill>
            <a:srgbClr val="000000"/>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nvGrpSpPr>
          <p:cNvPr id="811227" name="Group 219"/>
          <p:cNvGrpSpPr>
            <a:grpSpLocks/>
          </p:cNvGrpSpPr>
          <p:nvPr/>
        </p:nvGrpSpPr>
        <p:grpSpPr bwMode="auto">
          <a:xfrm>
            <a:off x="3616325" y="5683250"/>
            <a:ext cx="138113" cy="339725"/>
            <a:chOff x="0" y="-9"/>
            <a:chExt cx="20003" cy="20009"/>
          </a:xfrm>
        </p:grpSpPr>
        <p:grpSp>
          <p:nvGrpSpPr>
            <p:cNvPr id="811228" name="Group 220"/>
            <p:cNvGrpSpPr>
              <a:grpSpLocks/>
            </p:cNvGrpSpPr>
            <p:nvPr/>
          </p:nvGrpSpPr>
          <p:grpSpPr bwMode="auto">
            <a:xfrm>
              <a:off x="0" y="18905"/>
              <a:ext cx="3394" cy="1095"/>
              <a:chOff x="0" y="-1"/>
              <a:chExt cx="20000" cy="20001"/>
            </a:xfrm>
          </p:grpSpPr>
          <p:sp>
            <p:nvSpPr>
              <p:cNvPr id="811229" name="Arc 221"/>
              <p:cNvSpPr>
                <a:spLocks/>
              </p:cNvSpPr>
              <p:nvPr/>
            </p:nvSpPr>
            <p:spPr bwMode="auto">
              <a:xfrm flipV="1">
                <a:off x="10212" y="1205"/>
                <a:ext cx="9788" cy="1636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11230" name="Arc 222"/>
              <p:cNvSpPr>
                <a:spLocks/>
              </p:cNvSpPr>
              <p:nvPr/>
            </p:nvSpPr>
            <p:spPr bwMode="auto">
              <a:xfrm flipH="1" flipV="1">
                <a:off x="0" y="-1"/>
                <a:ext cx="10636" cy="2000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811231" name="Group 223"/>
            <p:cNvGrpSpPr>
              <a:grpSpLocks/>
            </p:cNvGrpSpPr>
            <p:nvPr/>
          </p:nvGrpSpPr>
          <p:grpSpPr bwMode="auto">
            <a:xfrm>
              <a:off x="3683" y="-9"/>
              <a:ext cx="16320" cy="19080"/>
              <a:chOff x="4" y="0"/>
              <a:chExt cx="19996" cy="19997"/>
            </a:xfrm>
          </p:grpSpPr>
          <p:grpSp>
            <p:nvGrpSpPr>
              <p:cNvPr id="811232" name="Group 224"/>
              <p:cNvGrpSpPr>
                <a:grpSpLocks/>
              </p:cNvGrpSpPr>
              <p:nvPr/>
            </p:nvGrpSpPr>
            <p:grpSpPr bwMode="auto">
              <a:xfrm>
                <a:off x="13984" y="0"/>
                <a:ext cx="6016" cy="1809"/>
                <a:chOff x="4" y="0"/>
                <a:chExt cx="19996" cy="20011"/>
              </a:xfrm>
            </p:grpSpPr>
            <p:sp>
              <p:nvSpPr>
                <p:cNvPr id="811233" name="Arc 225"/>
                <p:cNvSpPr>
                  <a:spLocks/>
                </p:cNvSpPr>
                <p:nvPr/>
              </p:nvSpPr>
              <p:spPr bwMode="auto">
                <a:xfrm>
                  <a:off x="13236" y="1925"/>
                  <a:ext cx="6764" cy="1038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11234" name="Arc 226"/>
                <p:cNvSpPr>
                  <a:spLocks/>
                </p:cNvSpPr>
                <p:nvPr/>
              </p:nvSpPr>
              <p:spPr bwMode="auto">
                <a:xfrm flipH="1">
                  <a:off x="4" y="0"/>
                  <a:ext cx="13524" cy="2001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811235" name="Line 227"/>
              <p:cNvSpPr>
                <a:spLocks noChangeShapeType="1"/>
              </p:cNvSpPr>
              <p:nvPr/>
            </p:nvSpPr>
            <p:spPr bwMode="auto">
              <a:xfrm flipH="1">
                <a:off x="5666" y="1425"/>
                <a:ext cx="8494" cy="11269"/>
              </a:xfrm>
              <a:prstGeom prst="line">
                <a:avLst/>
              </a:prstGeom>
              <a:noFill/>
              <a:ln w="381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11236" name="Line 228"/>
              <p:cNvSpPr>
                <a:spLocks noChangeShapeType="1"/>
              </p:cNvSpPr>
              <p:nvPr/>
            </p:nvSpPr>
            <p:spPr bwMode="auto">
              <a:xfrm flipH="1">
                <a:off x="4" y="8729"/>
                <a:ext cx="8494" cy="11268"/>
              </a:xfrm>
              <a:prstGeom prst="line">
                <a:avLst/>
              </a:prstGeom>
              <a:noFill/>
              <a:ln w="381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grpSp>
        <p:nvGrpSpPr>
          <p:cNvPr id="811237" name="Group 229"/>
          <p:cNvGrpSpPr>
            <a:grpSpLocks/>
          </p:cNvGrpSpPr>
          <p:nvPr/>
        </p:nvGrpSpPr>
        <p:grpSpPr bwMode="auto">
          <a:xfrm>
            <a:off x="3819525" y="5686425"/>
            <a:ext cx="136525" cy="339725"/>
            <a:chOff x="1" y="-9"/>
            <a:chExt cx="19992" cy="20009"/>
          </a:xfrm>
        </p:grpSpPr>
        <p:grpSp>
          <p:nvGrpSpPr>
            <p:cNvPr id="811238" name="Group 230"/>
            <p:cNvGrpSpPr>
              <a:grpSpLocks/>
            </p:cNvGrpSpPr>
            <p:nvPr/>
          </p:nvGrpSpPr>
          <p:grpSpPr bwMode="auto">
            <a:xfrm>
              <a:off x="1" y="18905"/>
              <a:ext cx="3332" cy="1095"/>
              <a:chOff x="6" y="0"/>
              <a:chExt cx="19994" cy="20000"/>
            </a:xfrm>
          </p:grpSpPr>
          <p:sp>
            <p:nvSpPr>
              <p:cNvPr id="811239" name="Arc 231"/>
              <p:cNvSpPr>
                <a:spLocks/>
              </p:cNvSpPr>
              <p:nvPr/>
            </p:nvSpPr>
            <p:spPr bwMode="auto">
              <a:xfrm flipV="1">
                <a:off x="10003" y="603"/>
                <a:ext cx="9997" cy="1636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11240" name="Arc 232"/>
              <p:cNvSpPr>
                <a:spLocks/>
              </p:cNvSpPr>
              <p:nvPr/>
            </p:nvSpPr>
            <p:spPr bwMode="auto">
              <a:xfrm flipH="1" flipV="1">
                <a:off x="6" y="0"/>
                <a:ext cx="10867" cy="200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811241" name="Group 233"/>
            <p:cNvGrpSpPr>
              <a:grpSpLocks/>
            </p:cNvGrpSpPr>
            <p:nvPr/>
          </p:nvGrpSpPr>
          <p:grpSpPr bwMode="auto">
            <a:xfrm>
              <a:off x="3695" y="-9"/>
              <a:ext cx="16298" cy="19113"/>
              <a:chOff x="5" y="0"/>
              <a:chExt cx="19995" cy="19988"/>
            </a:xfrm>
          </p:grpSpPr>
          <p:grpSp>
            <p:nvGrpSpPr>
              <p:cNvPr id="811242" name="Group 234"/>
              <p:cNvGrpSpPr>
                <a:grpSpLocks/>
              </p:cNvGrpSpPr>
              <p:nvPr/>
            </p:nvGrpSpPr>
            <p:grpSpPr bwMode="auto">
              <a:xfrm>
                <a:off x="14046" y="0"/>
                <a:ext cx="5954" cy="1805"/>
                <a:chOff x="3" y="0"/>
                <a:chExt cx="19997" cy="20000"/>
              </a:xfrm>
            </p:grpSpPr>
            <p:sp>
              <p:nvSpPr>
                <p:cNvPr id="811243" name="Arc 235"/>
                <p:cNvSpPr>
                  <a:spLocks/>
                </p:cNvSpPr>
                <p:nvPr/>
              </p:nvSpPr>
              <p:spPr bwMode="auto">
                <a:xfrm>
                  <a:off x="13135" y="1928"/>
                  <a:ext cx="6865" cy="1038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11244" name="Arc 236"/>
                <p:cNvSpPr>
                  <a:spLocks/>
                </p:cNvSpPr>
                <p:nvPr/>
              </p:nvSpPr>
              <p:spPr bwMode="auto">
                <a:xfrm flipH="1">
                  <a:off x="3" y="0"/>
                  <a:ext cx="13730" cy="200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811245" name="Line 237"/>
              <p:cNvSpPr>
                <a:spLocks noChangeShapeType="1"/>
              </p:cNvSpPr>
              <p:nvPr/>
            </p:nvSpPr>
            <p:spPr bwMode="auto">
              <a:xfrm flipH="1">
                <a:off x="5604" y="1388"/>
                <a:ext cx="8530" cy="11243"/>
              </a:xfrm>
              <a:prstGeom prst="line">
                <a:avLst/>
              </a:prstGeom>
              <a:noFill/>
              <a:ln w="381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11246" name="Line 238"/>
              <p:cNvSpPr>
                <a:spLocks noChangeShapeType="1"/>
              </p:cNvSpPr>
              <p:nvPr/>
            </p:nvSpPr>
            <p:spPr bwMode="auto">
              <a:xfrm flipH="1">
                <a:off x="5" y="8745"/>
                <a:ext cx="8531" cy="11243"/>
              </a:xfrm>
              <a:prstGeom prst="line">
                <a:avLst/>
              </a:prstGeom>
              <a:noFill/>
              <a:ln w="381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grpSp>
        <p:nvGrpSpPr>
          <p:cNvPr id="811247" name="Group 239"/>
          <p:cNvGrpSpPr>
            <a:grpSpLocks/>
          </p:cNvGrpSpPr>
          <p:nvPr/>
        </p:nvGrpSpPr>
        <p:grpSpPr bwMode="auto">
          <a:xfrm>
            <a:off x="4033838" y="5686425"/>
            <a:ext cx="139700" cy="339725"/>
            <a:chOff x="1" y="-9"/>
            <a:chExt cx="19992" cy="20009"/>
          </a:xfrm>
        </p:grpSpPr>
        <p:grpSp>
          <p:nvGrpSpPr>
            <p:cNvPr id="811248" name="Group 240"/>
            <p:cNvGrpSpPr>
              <a:grpSpLocks/>
            </p:cNvGrpSpPr>
            <p:nvPr/>
          </p:nvGrpSpPr>
          <p:grpSpPr bwMode="auto">
            <a:xfrm>
              <a:off x="1" y="18905"/>
              <a:ext cx="3320" cy="1095"/>
              <a:chOff x="6" y="0"/>
              <a:chExt cx="19994" cy="20000"/>
            </a:xfrm>
          </p:grpSpPr>
          <p:sp>
            <p:nvSpPr>
              <p:cNvPr id="811249" name="Arc 241"/>
              <p:cNvSpPr>
                <a:spLocks/>
              </p:cNvSpPr>
              <p:nvPr/>
            </p:nvSpPr>
            <p:spPr bwMode="auto">
              <a:xfrm flipV="1">
                <a:off x="10003" y="603"/>
                <a:ext cx="9997" cy="1636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11250" name="Arc 242"/>
              <p:cNvSpPr>
                <a:spLocks/>
              </p:cNvSpPr>
              <p:nvPr/>
            </p:nvSpPr>
            <p:spPr bwMode="auto">
              <a:xfrm flipH="1" flipV="1">
                <a:off x="6" y="0"/>
                <a:ext cx="10864" cy="200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811251" name="Group 243"/>
            <p:cNvGrpSpPr>
              <a:grpSpLocks/>
            </p:cNvGrpSpPr>
            <p:nvPr/>
          </p:nvGrpSpPr>
          <p:grpSpPr bwMode="auto">
            <a:xfrm>
              <a:off x="3610" y="-9"/>
              <a:ext cx="16383" cy="19113"/>
              <a:chOff x="-5" y="0"/>
              <a:chExt cx="20005" cy="19988"/>
            </a:xfrm>
          </p:grpSpPr>
          <p:grpSp>
            <p:nvGrpSpPr>
              <p:cNvPr id="811252" name="Group 244"/>
              <p:cNvGrpSpPr>
                <a:grpSpLocks/>
              </p:cNvGrpSpPr>
              <p:nvPr/>
            </p:nvGrpSpPr>
            <p:grpSpPr bwMode="auto">
              <a:xfrm>
                <a:off x="14007" y="0"/>
                <a:ext cx="5993" cy="1805"/>
                <a:chOff x="-4" y="0"/>
                <a:chExt cx="20004" cy="20000"/>
              </a:xfrm>
            </p:grpSpPr>
            <p:sp>
              <p:nvSpPr>
                <p:cNvPr id="811253" name="Arc 245"/>
                <p:cNvSpPr>
                  <a:spLocks/>
                </p:cNvSpPr>
                <p:nvPr/>
              </p:nvSpPr>
              <p:spPr bwMode="auto">
                <a:xfrm>
                  <a:off x="13234" y="1928"/>
                  <a:ext cx="6766" cy="1038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11254" name="Arc 246"/>
                <p:cNvSpPr>
                  <a:spLocks/>
                </p:cNvSpPr>
                <p:nvPr/>
              </p:nvSpPr>
              <p:spPr bwMode="auto">
                <a:xfrm flipH="1">
                  <a:off x="-4" y="0"/>
                  <a:ext cx="13532" cy="200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811255" name="Line 247"/>
              <p:cNvSpPr>
                <a:spLocks noChangeShapeType="1"/>
              </p:cNvSpPr>
              <p:nvPr/>
            </p:nvSpPr>
            <p:spPr bwMode="auto">
              <a:xfrm flipH="1">
                <a:off x="5635" y="1388"/>
                <a:ext cx="8460" cy="11243"/>
              </a:xfrm>
              <a:prstGeom prst="line">
                <a:avLst/>
              </a:prstGeom>
              <a:noFill/>
              <a:ln w="381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11256" name="Line 248"/>
              <p:cNvSpPr>
                <a:spLocks noChangeShapeType="1"/>
              </p:cNvSpPr>
              <p:nvPr/>
            </p:nvSpPr>
            <p:spPr bwMode="auto">
              <a:xfrm flipH="1">
                <a:off x="-5" y="8745"/>
                <a:ext cx="8460" cy="11243"/>
              </a:xfrm>
              <a:prstGeom prst="line">
                <a:avLst/>
              </a:prstGeom>
              <a:noFill/>
              <a:ln w="381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grpSp>
        <p:nvGrpSpPr>
          <p:cNvPr id="811257" name="Group 249"/>
          <p:cNvGrpSpPr>
            <a:grpSpLocks/>
          </p:cNvGrpSpPr>
          <p:nvPr/>
        </p:nvGrpSpPr>
        <p:grpSpPr bwMode="auto">
          <a:xfrm>
            <a:off x="4235450" y="5686425"/>
            <a:ext cx="139700" cy="339725"/>
            <a:chOff x="-1" y="-9"/>
            <a:chExt cx="20007" cy="20009"/>
          </a:xfrm>
        </p:grpSpPr>
        <p:grpSp>
          <p:nvGrpSpPr>
            <p:cNvPr id="811258" name="Group 250"/>
            <p:cNvGrpSpPr>
              <a:grpSpLocks/>
            </p:cNvGrpSpPr>
            <p:nvPr/>
          </p:nvGrpSpPr>
          <p:grpSpPr bwMode="auto">
            <a:xfrm>
              <a:off x="-1" y="18905"/>
              <a:ext cx="3262" cy="1095"/>
              <a:chOff x="-6" y="0"/>
              <a:chExt cx="20006" cy="20000"/>
            </a:xfrm>
          </p:grpSpPr>
          <p:sp>
            <p:nvSpPr>
              <p:cNvPr id="811259" name="Arc 251"/>
              <p:cNvSpPr>
                <a:spLocks/>
              </p:cNvSpPr>
              <p:nvPr/>
            </p:nvSpPr>
            <p:spPr bwMode="auto">
              <a:xfrm flipV="1">
                <a:off x="9776" y="603"/>
                <a:ext cx="10224" cy="1636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11260" name="Arc 252"/>
              <p:cNvSpPr>
                <a:spLocks/>
              </p:cNvSpPr>
              <p:nvPr/>
            </p:nvSpPr>
            <p:spPr bwMode="auto">
              <a:xfrm flipH="1" flipV="1">
                <a:off x="-6" y="0"/>
                <a:ext cx="11113" cy="200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811261" name="Group 253"/>
            <p:cNvGrpSpPr>
              <a:grpSpLocks/>
            </p:cNvGrpSpPr>
            <p:nvPr/>
          </p:nvGrpSpPr>
          <p:grpSpPr bwMode="auto">
            <a:xfrm>
              <a:off x="3696" y="-9"/>
              <a:ext cx="16310" cy="19113"/>
              <a:chOff x="1" y="0"/>
              <a:chExt cx="19999" cy="19988"/>
            </a:xfrm>
          </p:grpSpPr>
          <p:grpSp>
            <p:nvGrpSpPr>
              <p:cNvPr id="811262" name="Group 254"/>
              <p:cNvGrpSpPr>
                <a:grpSpLocks/>
              </p:cNvGrpSpPr>
              <p:nvPr/>
            </p:nvGrpSpPr>
            <p:grpSpPr bwMode="auto">
              <a:xfrm>
                <a:off x="13956" y="0"/>
                <a:ext cx="6044" cy="1805"/>
                <a:chOff x="-1" y="0"/>
                <a:chExt cx="20001" cy="20000"/>
              </a:xfrm>
            </p:grpSpPr>
            <p:sp>
              <p:nvSpPr>
                <p:cNvPr id="811263" name="Arc 255"/>
                <p:cNvSpPr>
                  <a:spLocks/>
                </p:cNvSpPr>
                <p:nvPr/>
              </p:nvSpPr>
              <p:spPr bwMode="auto">
                <a:xfrm>
                  <a:off x="13236" y="1928"/>
                  <a:ext cx="6764" cy="1038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11264" name="Arc 256"/>
                <p:cNvSpPr>
                  <a:spLocks/>
                </p:cNvSpPr>
                <p:nvPr/>
              </p:nvSpPr>
              <p:spPr bwMode="auto">
                <a:xfrm flipH="1">
                  <a:off x="-1" y="0"/>
                  <a:ext cx="13528" cy="200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811265" name="Line 257"/>
              <p:cNvSpPr>
                <a:spLocks noChangeShapeType="1"/>
              </p:cNvSpPr>
              <p:nvPr/>
            </p:nvSpPr>
            <p:spPr bwMode="auto">
              <a:xfrm flipH="1">
                <a:off x="5601" y="1388"/>
                <a:ext cx="8533" cy="11243"/>
              </a:xfrm>
              <a:prstGeom prst="line">
                <a:avLst/>
              </a:prstGeom>
              <a:noFill/>
              <a:ln w="381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11266" name="Line 258"/>
              <p:cNvSpPr>
                <a:spLocks noChangeShapeType="1"/>
              </p:cNvSpPr>
              <p:nvPr/>
            </p:nvSpPr>
            <p:spPr bwMode="auto">
              <a:xfrm flipH="1">
                <a:off x="1" y="8745"/>
                <a:ext cx="8533" cy="11243"/>
              </a:xfrm>
              <a:prstGeom prst="line">
                <a:avLst/>
              </a:prstGeom>
              <a:noFill/>
              <a:ln w="381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grpSp>
        <p:nvGrpSpPr>
          <p:cNvPr id="811267" name="Group 259"/>
          <p:cNvGrpSpPr>
            <a:grpSpLocks/>
          </p:cNvGrpSpPr>
          <p:nvPr/>
        </p:nvGrpSpPr>
        <p:grpSpPr bwMode="auto">
          <a:xfrm>
            <a:off x="4906963" y="5680075"/>
            <a:ext cx="33337" cy="26988"/>
            <a:chOff x="-1" y="0"/>
            <a:chExt cx="20001" cy="20000"/>
          </a:xfrm>
        </p:grpSpPr>
        <p:sp>
          <p:nvSpPr>
            <p:cNvPr id="811268" name="Arc 260"/>
            <p:cNvSpPr>
              <a:spLocks/>
            </p:cNvSpPr>
            <p:nvPr/>
          </p:nvSpPr>
          <p:spPr bwMode="auto">
            <a:xfrm>
              <a:off x="13134" y="1633"/>
              <a:ext cx="6866" cy="1551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11269" name="Arc 261"/>
            <p:cNvSpPr>
              <a:spLocks/>
            </p:cNvSpPr>
            <p:nvPr/>
          </p:nvSpPr>
          <p:spPr bwMode="auto">
            <a:xfrm flipH="1">
              <a:off x="-1" y="0"/>
              <a:ext cx="13732" cy="200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811270" name="Arc 262"/>
          <p:cNvSpPr>
            <a:spLocks/>
          </p:cNvSpPr>
          <p:nvPr/>
        </p:nvSpPr>
        <p:spPr bwMode="auto">
          <a:xfrm flipH="1" flipV="1">
            <a:off x="5781675" y="6003925"/>
            <a:ext cx="17463" cy="7937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solidFill>
            <a:srgbClr val="FFFFFF"/>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11271" name="Oval 263"/>
          <p:cNvSpPr>
            <a:spLocks noChangeArrowheads="1"/>
          </p:cNvSpPr>
          <p:nvPr/>
        </p:nvSpPr>
        <p:spPr bwMode="auto">
          <a:xfrm>
            <a:off x="4827588" y="6053138"/>
            <a:ext cx="42862" cy="47625"/>
          </a:xfrm>
          <a:prstGeom prst="ellipse">
            <a:avLst/>
          </a:prstGeom>
          <a:solidFill>
            <a:srgbClr val="000000"/>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11272" name="Arc 264"/>
          <p:cNvSpPr>
            <a:spLocks/>
          </p:cNvSpPr>
          <p:nvPr/>
        </p:nvSpPr>
        <p:spPr bwMode="auto">
          <a:xfrm flipH="1">
            <a:off x="4886325" y="5699125"/>
            <a:ext cx="22225" cy="239713"/>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11273" name="Arc 265"/>
          <p:cNvSpPr>
            <a:spLocks/>
          </p:cNvSpPr>
          <p:nvPr/>
        </p:nvSpPr>
        <p:spPr bwMode="auto">
          <a:xfrm flipV="1">
            <a:off x="4857750" y="5942013"/>
            <a:ext cx="30163" cy="1143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11274" name="Oval 266"/>
          <p:cNvSpPr>
            <a:spLocks noChangeArrowheads="1"/>
          </p:cNvSpPr>
          <p:nvPr/>
        </p:nvSpPr>
        <p:spPr bwMode="auto">
          <a:xfrm>
            <a:off x="5770563" y="6065838"/>
            <a:ext cx="41275" cy="47625"/>
          </a:xfrm>
          <a:prstGeom prst="ellipse">
            <a:avLst/>
          </a:prstGeom>
          <a:solidFill>
            <a:srgbClr val="000000"/>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nvGrpSpPr>
          <p:cNvPr id="811275" name="Group 267"/>
          <p:cNvGrpSpPr>
            <a:grpSpLocks/>
          </p:cNvGrpSpPr>
          <p:nvPr/>
        </p:nvGrpSpPr>
        <p:grpSpPr bwMode="auto">
          <a:xfrm>
            <a:off x="4991100" y="5684838"/>
            <a:ext cx="138113" cy="339725"/>
            <a:chOff x="1" y="6"/>
            <a:chExt cx="19992" cy="19994"/>
          </a:xfrm>
        </p:grpSpPr>
        <p:grpSp>
          <p:nvGrpSpPr>
            <p:cNvPr id="811276" name="Group 268"/>
            <p:cNvGrpSpPr>
              <a:grpSpLocks/>
            </p:cNvGrpSpPr>
            <p:nvPr/>
          </p:nvGrpSpPr>
          <p:grpSpPr bwMode="auto">
            <a:xfrm>
              <a:off x="1" y="18904"/>
              <a:ext cx="3332" cy="1096"/>
              <a:chOff x="6" y="0"/>
              <a:chExt cx="19994" cy="20000"/>
            </a:xfrm>
          </p:grpSpPr>
          <p:sp>
            <p:nvSpPr>
              <p:cNvPr id="811277" name="Arc 269"/>
              <p:cNvSpPr>
                <a:spLocks/>
              </p:cNvSpPr>
              <p:nvPr/>
            </p:nvSpPr>
            <p:spPr bwMode="auto">
              <a:xfrm flipV="1">
                <a:off x="10003" y="1204"/>
                <a:ext cx="9997" cy="16369"/>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11278" name="Arc 270"/>
              <p:cNvSpPr>
                <a:spLocks/>
              </p:cNvSpPr>
              <p:nvPr/>
            </p:nvSpPr>
            <p:spPr bwMode="auto">
              <a:xfrm flipH="1" flipV="1">
                <a:off x="6" y="0"/>
                <a:ext cx="10867" cy="200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811279" name="Group 271"/>
            <p:cNvGrpSpPr>
              <a:grpSpLocks/>
            </p:cNvGrpSpPr>
            <p:nvPr/>
          </p:nvGrpSpPr>
          <p:grpSpPr bwMode="auto">
            <a:xfrm>
              <a:off x="3623" y="6"/>
              <a:ext cx="16370" cy="19097"/>
              <a:chOff x="4" y="0"/>
              <a:chExt cx="19996" cy="19993"/>
            </a:xfrm>
          </p:grpSpPr>
          <p:grpSp>
            <p:nvGrpSpPr>
              <p:cNvPr id="811280" name="Group 272"/>
              <p:cNvGrpSpPr>
                <a:grpSpLocks/>
              </p:cNvGrpSpPr>
              <p:nvPr/>
            </p:nvGrpSpPr>
            <p:grpSpPr bwMode="auto">
              <a:xfrm>
                <a:off x="13983" y="0"/>
                <a:ext cx="6017" cy="1808"/>
                <a:chOff x="3" y="0"/>
                <a:chExt cx="19997" cy="19988"/>
              </a:xfrm>
            </p:grpSpPr>
            <p:sp>
              <p:nvSpPr>
                <p:cNvPr id="811281" name="Arc 273"/>
                <p:cNvSpPr>
                  <a:spLocks/>
                </p:cNvSpPr>
                <p:nvPr/>
              </p:nvSpPr>
              <p:spPr bwMode="auto">
                <a:xfrm>
                  <a:off x="13237" y="1924"/>
                  <a:ext cx="6763" cy="1038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11282" name="Arc 274"/>
                <p:cNvSpPr>
                  <a:spLocks/>
                </p:cNvSpPr>
                <p:nvPr/>
              </p:nvSpPr>
              <p:spPr bwMode="auto">
                <a:xfrm flipH="1">
                  <a:off x="3" y="0"/>
                  <a:ext cx="13526" cy="19988"/>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811283" name="Line 275"/>
              <p:cNvSpPr>
                <a:spLocks noChangeShapeType="1"/>
              </p:cNvSpPr>
              <p:nvPr/>
            </p:nvSpPr>
            <p:spPr bwMode="auto">
              <a:xfrm flipH="1">
                <a:off x="5667" y="1426"/>
                <a:ext cx="8493" cy="11266"/>
              </a:xfrm>
              <a:prstGeom prst="line">
                <a:avLst/>
              </a:prstGeom>
              <a:noFill/>
              <a:ln w="381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11284" name="Line 276"/>
              <p:cNvSpPr>
                <a:spLocks noChangeShapeType="1"/>
              </p:cNvSpPr>
              <p:nvPr/>
            </p:nvSpPr>
            <p:spPr bwMode="auto">
              <a:xfrm flipH="1">
                <a:off x="4" y="8727"/>
                <a:ext cx="8493" cy="11266"/>
              </a:xfrm>
              <a:prstGeom prst="line">
                <a:avLst/>
              </a:prstGeom>
              <a:noFill/>
              <a:ln w="381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grpSp>
        <p:nvGrpSpPr>
          <p:cNvPr id="811285" name="Group 277"/>
          <p:cNvGrpSpPr>
            <a:grpSpLocks/>
          </p:cNvGrpSpPr>
          <p:nvPr/>
        </p:nvGrpSpPr>
        <p:grpSpPr bwMode="auto">
          <a:xfrm>
            <a:off x="5191125" y="5689600"/>
            <a:ext cx="139700" cy="338138"/>
            <a:chOff x="1" y="3"/>
            <a:chExt cx="19992" cy="19997"/>
          </a:xfrm>
        </p:grpSpPr>
        <p:grpSp>
          <p:nvGrpSpPr>
            <p:cNvPr id="811286" name="Group 278"/>
            <p:cNvGrpSpPr>
              <a:grpSpLocks/>
            </p:cNvGrpSpPr>
            <p:nvPr/>
          </p:nvGrpSpPr>
          <p:grpSpPr bwMode="auto">
            <a:xfrm>
              <a:off x="1" y="18902"/>
              <a:ext cx="3320" cy="1098"/>
              <a:chOff x="6" y="-1"/>
              <a:chExt cx="19994" cy="20002"/>
            </a:xfrm>
          </p:grpSpPr>
          <p:sp>
            <p:nvSpPr>
              <p:cNvPr id="811287" name="Arc 279"/>
              <p:cNvSpPr>
                <a:spLocks/>
              </p:cNvSpPr>
              <p:nvPr/>
            </p:nvSpPr>
            <p:spPr bwMode="auto">
              <a:xfrm flipV="1">
                <a:off x="10003" y="1821"/>
                <a:ext cx="9997" cy="16358"/>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11288" name="Arc 280"/>
              <p:cNvSpPr>
                <a:spLocks/>
              </p:cNvSpPr>
              <p:nvPr/>
            </p:nvSpPr>
            <p:spPr bwMode="auto">
              <a:xfrm flipH="1" flipV="1">
                <a:off x="6" y="-1"/>
                <a:ext cx="10864" cy="2000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811289" name="Group 281"/>
            <p:cNvGrpSpPr>
              <a:grpSpLocks/>
            </p:cNvGrpSpPr>
            <p:nvPr/>
          </p:nvGrpSpPr>
          <p:grpSpPr bwMode="auto">
            <a:xfrm>
              <a:off x="3682" y="3"/>
              <a:ext cx="16311" cy="19165"/>
              <a:chOff x="4" y="0"/>
              <a:chExt cx="19996" cy="19996"/>
            </a:xfrm>
          </p:grpSpPr>
          <p:grpSp>
            <p:nvGrpSpPr>
              <p:cNvPr id="811290" name="Group 282"/>
              <p:cNvGrpSpPr>
                <a:grpSpLocks/>
              </p:cNvGrpSpPr>
              <p:nvPr/>
            </p:nvGrpSpPr>
            <p:grpSpPr bwMode="auto">
              <a:xfrm>
                <a:off x="13983" y="0"/>
                <a:ext cx="6017" cy="1805"/>
                <a:chOff x="3" y="0"/>
                <a:chExt cx="19997" cy="19999"/>
              </a:xfrm>
            </p:grpSpPr>
            <p:sp>
              <p:nvSpPr>
                <p:cNvPr id="811291" name="Arc 283"/>
                <p:cNvSpPr>
                  <a:spLocks/>
                </p:cNvSpPr>
                <p:nvPr/>
              </p:nvSpPr>
              <p:spPr bwMode="auto">
                <a:xfrm>
                  <a:off x="13237" y="1917"/>
                  <a:ext cx="6763" cy="10393"/>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11292" name="Arc 284"/>
                <p:cNvSpPr>
                  <a:spLocks/>
                </p:cNvSpPr>
                <p:nvPr/>
              </p:nvSpPr>
              <p:spPr bwMode="auto">
                <a:xfrm flipH="1">
                  <a:off x="3" y="0"/>
                  <a:ext cx="13526" cy="19999"/>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811293" name="Line 285"/>
              <p:cNvSpPr>
                <a:spLocks noChangeShapeType="1"/>
              </p:cNvSpPr>
              <p:nvPr/>
            </p:nvSpPr>
            <p:spPr bwMode="auto">
              <a:xfrm flipH="1">
                <a:off x="5578" y="1389"/>
                <a:ext cx="8493" cy="11247"/>
              </a:xfrm>
              <a:prstGeom prst="line">
                <a:avLst/>
              </a:prstGeom>
              <a:noFill/>
              <a:ln w="381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11294" name="Line 286"/>
              <p:cNvSpPr>
                <a:spLocks noChangeShapeType="1"/>
              </p:cNvSpPr>
              <p:nvPr/>
            </p:nvSpPr>
            <p:spPr bwMode="auto">
              <a:xfrm flipH="1">
                <a:off x="4" y="8748"/>
                <a:ext cx="8493" cy="11248"/>
              </a:xfrm>
              <a:prstGeom prst="line">
                <a:avLst/>
              </a:prstGeom>
              <a:noFill/>
              <a:ln w="381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grpSp>
        <p:nvGrpSpPr>
          <p:cNvPr id="811295" name="Group 287"/>
          <p:cNvGrpSpPr>
            <a:grpSpLocks/>
          </p:cNvGrpSpPr>
          <p:nvPr/>
        </p:nvGrpSpPr>
        <p:grpSpPr bwMode="auto">
          <a:xfrm>
            <a:off x="5407025" y="5689600"/>
            <a:ext cx="138113" cy="338138"/>
            <a:chOff x="1" y="3"/>
            <a:chExt cx="19992" cy="19997"/>
          </a:xfrm>
        </p:grpSpPr>
        <p:grpSp>
          <p:nvGrpSpPr>
            <p:cNvPr id="811296" name="Group 288"/>
            <p:cNvGrpSpPr>
              <a:grpSpLocks/>
            </p:cNvGrpSpPr>
            <p:nvPr/>
          </p:nvGrpSpPr>
          <p:grpSpPr bwMode="auto">
            <a:xfrm>
              <a:off x="1" y="18902"/>
              <a:ext cx="3320" cy="1098"/>
              <a:chOff x="6" y="-1"/>
              <a:chExt cx="19994" cy="20002"/>
            </a:xfrm>
          </p:grpSpPr>
          <p:sp>
            <p:nvSpPr>
              <p:cNvPr id="811297" name="Arc 289"/>
              <p:cNvSpPr>
                <a:spLocks/>
              </p:cNvSpPr>
              <p:nvPr/>
            </p:nvSpPr>
            <p:spPr bwMode="auto">
              <a:xfrm flipV="1">
                <a:off x="10003" y="1821"/>
                <a:ext cx="9997" cy="16358"/>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11298" name="Arc 290"/>
              <p:cNvSpPr>
                <a:spLocks/>
              </p:cNvSpPr>
              <p:nvPr/>
            </p:nvSpPr>
            <p:spPr bwMode="auto">
              <a:xfrm flipH="1" flipV="1">
                <a:off x="6" y="-1"/>
                <a:ext cx="10864" cy="2000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811299" name="Group 291"/>
            <p:cNvGrpSpPr>
              <a:grpSpLocks/>
            </p:cNvGrpSpPr>
            <p:nvPr/>
          </p:nvGrpSpPr>
          <p:grpSpPr bwMode="auto">
            <a:xfrm>
              <a:off x="3754" y="3"/>
              <a:ext cx="16239" cy="19165"/>
              <a:chOff x="-4" y="0"/>
              <a:chExt cx="20004" cy="19996"/>
            </a:xfrm>
          </p:grpSpPr>
          <p:grpSp>
            <p:nvGrpSpPr>
              <p:cNvPr id="811300" name="Group 292"/>
              <p:cNvGrpSpPr>
                <a:grpSpLocks/>
              </p:cNvGrpSpPr>
              <p:nvPr/>
            </p:nvGrpSpPr>
            <p:grpSpPr bwMode="auto">
              <a:xfrm>
                <a:off x="13954" y="0"/>
                <a:ext cx="6046" cy="1805"/>
                <a:chOff x="-4" y="0"/>
                <a:chExt cx="20004" cy="19999"/>
              </a:xfrm>
            </p:grpSpPr>
            <p:sp>
              <p:nvSpPr>
                <p:cNvPr id="811301" name="Arc 293"/>
                <p:cNvSpPr>
                  <a:spLocks/>
                </p:cNvSpPr>
                <p:nvPr/>
              </p:nvSpPr>
              <p:spPr bwMode="auto">
                <a:xfrm>
                  <a:off x="13234" y="1917"/>
                  <a:ext cx="6766" cy="10393"/>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11302" name="Arc 294"/>
                <p:cNvSpPr>
                  <a:spLocks/>
                </p:cNvSpPr>
                <p:nvPr/>
              </p:nvSpPr>
              <p:spPr bwMode="auto">
                <a:xfrm flipH="1">
                  <a:off x="-4" y="0"/>
                  <a:ext cx="13532" cy="19999"/>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811303" name="Line 295"/>
              <p:cNvSpPr>
                <a:spLocks noChangeShapeType="1"/>
              </p:cNvSpPr>
              <p:nvPr/>
            </p:nvSpPr>
            <p:spPr bwMode="auto">
              <a:xfrm flipH="1">
                <a:off x="5597" y="1389"/>
                <a:ext cx="8536" cy="11247"/>
              </a:xfrm>
              <a:prstGeom prst="line">
                <a:avLst/>
              </a:prstGeom>
              <a:noFill/>
              <a:ln w="381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11304" name="Line 296"/>
              <p:cNvSpPr>
                <a:spLocks noChangeShapeType="1"/>
              </p:cNvSpPr>
              <p:nvPr/>
            </p:nvSpPr>
            <p:spPr bwMode="auto">
              <a:xfrm flipH="1">
                <a:off x="-4" y="8748"/>
                <a:ext cx="8535" cy="11248"/>
              </a:xfrm>
              <a:prstGeom prst="line">
                <a:avLst/>
              </a:prstGeom>
              <a:noFill/>
              <a:ln w="381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grpSp>
        <p:nvGrpSpPr>
          <p:cNvPr id="811305" name="Group 297"/>
          <p:cNvGrpSpPr>
            <a:grpSpLocks/>
          </p:cNvGrpSpPr>
          <p:nvPr/>
        </p:nvGrpSpPr>
        <p:grpSpPr bwMode="auto">
          <a:xfrm>
            <a:off x="5608638" y="5689600"/>
            <a:ext cx="139700" cy="338138"/>
            <a:chOff x="-1" y="3"/>
            <a:chExt cx="20006" cy="19997"/>
          </a:xfrm>
        </p:grpSpPr>
        <p:grpSp>
          <p:nvGrpSpPr>
            <p:cNvPr id="811306" name="Group 298"/>
            <p:cNvGrpSpPr>
              <a:grpSpLocks/>
            </p:cNvGrpSpPr>
            <p:nvPr/>
          </p:nvGrpSpPr>
          <p:grpSpPr bwMode="auto">
            <a:xfrm>
              <a:off x="-1" y="18902"/>
              <a:ext cx="3250" cy="1098"/>
              <a:chOff x="-7" y="-1"/>
              <a:chExt cx="20007" cy="20002"/>
            </a:xfrm>
          </p:grpSpPr>
          <p:sp>
            <p:nvSpPr>
              <p:cNvPr id="811307" name="Arc 299"/>
              <p:cNvSpPr>
                <a:spLocks/>
              </p:cNvSpPr>
              <p:nvPr/>
            </p:nvSpPr>
            <p:spPr bwMode="auto">
              <a:xfrm flipV="1">
                <a:off x="9775" y="1821"/>
                <a:ext cx="10225" cy="16358"/>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11308" name="Arc 300"/>
              <p:cNvSpPr>
                <a:spLocks/>
              </p:cNvSpPr>
              <p:nvPr/>
            </p:nvSpPr>
            <p:spPr bwMode="auto">
              <a:xfrm flipH="1" flipV="1">
                <a:off x="-7" y="-1"/>
                <a:ext cx="11118" cy="2000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811309" name="Group 301"/>
            <p:cNvGrpSpPr>
              <a:grpSpLocks/>
            </p:cNvGrpSpPr>
            <p:nvPr/>
          </p:nvGrpSpPr>
          <p:grpSpPr bwMode="auto">
            <a:xfrm>
              <a:off x="3682" y="3"/>
              <a:ext cx="16323" cy="19165"/>
              <a:chOff x="1" y="0"/>
              <a:chExt cx="19999" cy="19996"/>
            </a:xfrm>
          </p:grpSpPr>
          <p:grpSp>
            <p:nvGrpSpPr>
              <p:cNvPr id="811310" name="Group 302"/>
              <p:cNvGrpSpPr>
                <a:grpSpLocks/>
              </p:cNvGrpSpPr>
              <p:nvPr/>
            </p:nvGrpSpPr>
            <p:grpSpPr bwMode="auto">
              <a:xfrm>
                <a:off x="13983" y="0"/>
                <a:ext cx="6017" cy="1805"/>
                <a:chOff x="0" y="0"/>
                <a:chExt cx="20000" cy="19999"/>
              </a:xfrm>
            </p:grpSpPr>
            <p:sp>
              <p:nvSpPr>
                <p:cNvPr id="811311" name="Arc 303"/>
                <p:cNvSpPr>
                  <a:spLocks/>
                </p:cNvSpPr>
                <p:nvPr/>
              </p:nvSpPr>
              <p:spPr bwMode="auto">
                <a:xfrm>
                  <a:off x="13236" y="1917"/>
                  <a:ext cx="6764" cy="10393"/>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11312" name="Arc 304"/>
                <p:cNvSpPr>
                  <a:spLocks/>
                </p:cNvSpPr>
                <p:nvPr/>
              </p:nvSpPr>
              <p:spPr bwMode="auto">
                <a:xfrm flipH="1">
                  <a:off x="0" y="0"/>
                  <a:ext cx="13528" cy="19999"/>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811313" name="Line 305"/>
              <p:cNvSpPr>
                <a:spLocks noChangeShapeType="1"/>
              </p:cNvSpPr>
              <p:nvPr/>
            </p:nvSpPr>
            <p:spPr bwMode="auto">
              <a:xfrm flipH="1">
                <a:off x="5665" y="1389"/>
                <a:ext cx="8494" cy="11247"/>
              </a:xfrm>
              <a:prstGeom prst="line">
                <a:avLst/>
              </a:prstGeom>
              <a:noFill/>
              <a:ln w="381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11314" name="Line 306"/>
              <p:cNvSpPr>
                <a:spLocks noChangeShapeType="1"/>
              </p:cNvSpPr>
              <p:nvPr/>
            </p:nvSpPr>
            <p:spPr bwMode="auto">
              <a:xfrm flipH="1">
                <a:off x="1" y="8748"/>
                <a:ext cx="8495" cy="11248"/>
              </a:xfrm>
              <a:prstGeom prst="line">
                <a:avLst/>
              </a:prstGeom>
              <a:noFill/>
              <a:ln w="381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sp>
        <p:nvSpPr>
          <p:cNvPr id="811315" name="Line 307"/>
          <p:cNvSpPr>
            <a:spLocks noChangeShapeType="1"/>
          </p:cNvSpPr>
          <p:nvPr/>
        </p:nvSpPr>
        <p:spPr bwMode="auto">
          <a:xfrm flipH="1" flipV="1">
            <a:off x="3717925" y="4219575"/>
            <a:ext cx="322263" cy="292100"/>
          </a:xfrm>
          <a:prstGeom prst="line">
            <a:avLst/>
          </a:prstGeom>
          <a:noFill/>
          <a:ln w="19050">
            <a:solidFill>
              <a:schemeClr val="tx1"/>
            </a:solidFill>
            <a:round/>
            <a:headEnd type="triangl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11316" name="Line 308"/>
          <p:cNvSpPr>
            <a:spLocks noChangeShapeType="1"/>
          </p:cNvSpPr>
          <p:nvPr/>
        </p:nvSpPr>
        <p:spPr bwMode="auto">
          <a:xfrm flipV="1">
            <a:off x="5429250" y="4191000"/>
            <a:ext cx="285750" cy="301625"/>
          </a:xfrm>
          <a:prstGeom prst="line">
            <a:avLst/>
          </a:prstGeom>
          <a:noFill/>
          <a:ln w="19050">
            <a:solidFill>
              <a:schemeClr val="tx1"/>
            </a:solidFill>
            <a:round/>
            <a:headEnd type="triangl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11317" name="Rectangle 309"/>
          <p:cNvSpPr>
            <a:spLocks noChangeArrowheads="1"/>
          </p:cNvSpPr>
          <p:nvPr/>
        </p:nvSpPr>
        <p:spPr bwMode="auto">
          <a:xfrm>
            <a:off x="657225" y="6261100"/>
            <a:ext cx="8315325" cy="5572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marL="476250" indent="-476250" algn="l">
              <a:spcBef>
                <a:spcPct val="0"/>
              </a:spcBef>
              <a:tabLst>
                <a:tab pos="476250" algn="l"/>
              </a:tabLst>
              <a:defRPr sz="2400">
                <a:solidFill>
                  <a:schemeClr val="tx1"/>
                </a:solidFill>
                <a:latin typeface="Arial" panose="020B0604020202020204" pitchFamily="34" charset="0"/>
              </a:defRPr>
            </a:lvl1pPr>
            <a:lvl2pPr marL="666750" algn="l">
              <a:spcBef>
                <a:spcPct val="0"/>
              </a:spcBef>
              <a:tabLst>
                <a:tab pos="476250" algn="l"/>
              </a:tabLst>
              <a:defRPr sz="2400">
                <a:solidFill>
                  <a:schemeClr val="tx1"/>
                </a:solidFill>
                <a:latin typeface="Arial" panose="020B0604020202020204" pitchFamily="34" charset="0"/>
              </a:defRPr>
            </a:lvl2pPr>
            <a:lvl3pPr algn="l">
              <a:spcBef>
                <a:spcPct val="0"/>
              </a:spcBef>
              <a:tabLst>
                <a:tab pos="476250" algn="l"/>
              </a:tabLst>
              <a:defRPr sz="2400">
                <a:solidFill>
                  <a:schemeClr val="tx1"/>
                </a:solidFill>
                <a:latin typeface="Arial" panose="020B0604020202020204" pitchFamily="34" charset="0"/>
              </a:defRPr>
            </a:lvl3pPr>
            <a:lvl4pPr algn="l">
              <a:spcBef>
                <a:spcPct val="0"/>
              </a:spcBef>
              <a:tabLst>
                <a:tab pos="476250" algn="l"/>
              </a:tabLst>
              <a:defRPr sz="2400">
                <a:solidFill>
                  <a:schemeClr val="tx1"/>
                </a:solidFill>
                <a:latin typeface="Arial" panose="020B0604020202020204" pitchFamily="34" charset="0"/>
              </a:defRPr>
            </a:lvl4pPr>
            <a:lvl5pPr algn="l">
              <a:spcBef>
                <a:spcPct val="0"/>
              </a:spcBef>
              <a:tabLst>
                <a:tab pos="476250" algn="l"/>
              </a:tabLst>
              <a:defRPr sz="2400">
                <a:solidFill>
                  <a:schemeClr val="tx1"/>
                </a:solidFill>
                <a:latin typeface="Arial" panose="020B0604020202020204" pitchFamily="34" charset="0"/>
              </a:defRPr>
            </a:lvl5pPr>
            <a:lvl6pPr eaLnBrk="0" fontAlgn="base" hangingPunct="0">
              <a:spcBef>
                <a:spcPct val="0"/>
              </a:spcBef>
              <a:spcAft>
                <a:spcPct val="0"/>
              </a:spcAft>
              <a:tabLst>
                <a:tab pos="476250" algn="l"/>
              </a:tabLst>
              <a:defRPr sz="2400">
                <a:solidFill>
                  <a:schemeClr val="tx1"/>
                </a:solidFill>
                <a:latin typeface="Arial" panose="020B0604020202020204" pitchFamily="34" charset="0"/>
              </a:defRPr>
            </a:lvl6pPr>
            <a:lvl7pPr eaLnBrk="0" fontAlgn="base" hangingPunct="0">
              <a:spcBef>
                <a:spcPct val="0"/>
              </a:spcBef>
              <a:spcAft>
                <a:spcPct val="0"/>
              </a:spcAft>
              <a:tabLst>
                <a:tab pos="476250" algn="l"/>
              </a:tabLst>
              <a:defRPr sz="2400">
                <a:solidFill>
                  <a:schemeClr val="tx1"/>
                </a:solidFill>
                <a:latin typeface="Arial" panose="020B0604020202020204" pitchFamily="34" charset="0"/>
              </a:defRPr>
            </a:lvl7pPr>
            <a:lvl8pPr eaLnBrk="0" fontAlgn="base" hangingPunct="0">
              <a:spcBef>
                <a:spcPct val="0"/>
              </a:spcBef>
              <a:spcAft>
                <a:spcPct val="0"/>
              </a:spcAft>
              <a:tabLst>
                <a:tab pos="476250" algn="l"/>
              </a:tabLst>
              <a:defRPr sz="2400">
                <a:solidFill>
                  <a:schemeClr val="tx1"/>
                </a:solidFill>
                <a:latin typeface="Arial" panose="020B0604020202020204" pitchFamily="34" charset="0"/>
              </a:defRPr>
            </a:lvl8pPr>
            <a:lvl9pPr eaLnBrk="0" fontAlgn="base" hangingPunct="0">
              <a:spcBef>
                <a:spcPct val="0"/>
              </a:spcBef>
              <a:spcAft>
                <a:spcPct val="0"/>
              </a:spcAft>
              <a:tabLst>
                <a:tab pos="476250" algn="l"/>
              </a:tabLst>
              <a:defRPr sz="2400">
                <a:solidFill>
                  <a:schemeClr val="tx1"/>
                </a:solidFill>
                <a:latin typeface="Arial" panose="020B0604020202020204" pitchFamily="34" charset="0"/>
              </a:defRPr>
            </a:lvl9pPr>
          </a:lstStyle>
          <a:p>
            <a:pPr algn="ctr">
              <a:lnSpc>
                <a:spcPct val="100000"/>
              </a:lnSpc>
              <a:spcAft>
                <a:spcPct val="40000"/>
              </a:spcAft>
              <a:buClrTx/>
              <a:buSzTx/>
              <a:buFontTx/>
              <a:buNone/>
            </a:pPr>
            <a:r>
              <a:rPr lang="en-GB" altLang="en-US" sz="2200" i="0"/>
              <a:t>Question  :  How to connect windings ?</a:t>
            </a:r>
            <a:endParaRPr lang="en-GB" altLang="en-US" sz="2200" i="0">
              <a:solidFill>
                <a:srgbClr val="1E1E78"/>
              </a:solidFill>
              <a:latin typeface="FuturaA Md BT" pitchFamily="34" charset="0"/>
            </a:endParaRPr>
          </a:p>
        </p:txBody>
      </p:sp>
      <p:sp>
        <p:nvSpPr>
          <p:cNvPr id="811318" name="Rectangle 310"/>
          <p:cNvSpPr>
            <a:spLocks noChangeArrowheads="1"/>
          </p:cNvSpPr>
          <p:nvPr/>
        </p:nvSpPr>
        <p:spPr bwMode="auto">
          <a:xfrm>
            <a:off x="2832100" y="3698875"/>
            <a:ext cx="1000125" cy="455613"/>
          </a:xfrm>
          <a:prstGeom prst="rect">
            <a:avLst/>
          </a:prstGeom>
          <a:solidFill>
            <a:srgbClr val="FFFF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nSpc>
                <a:spcPct val="100000"/>
              </a:lnSpc>
              <a:spcBef>
                <a:spcPct val="0"/>
              </a:spcBef>
              <a:buClrTx/>
              <a:buSzTx/>
              <a:buFontTx/>
              <a:buNone/>
            </a:pPr>
            <a:r>
              <a:rPr lang="en-US" altLang="en-US" sz="1400" b="0" i="0">
                <a:latin typeface="FuturaA Md BT" pitchFamily="34" charset="0"/>
              </a:rPr>
              <a:t>High Voltage</a:t>
            </a:r>
          </a:p>
          <a:p>
            <a:pPr>
              <a:lnSpc>
                <a:spcPct val="100000"/>
              </a:lnSpc>
              <a:spcBef>
                <a:spcPct val="0"/>
              </a:spcBef>
              <a:buClrTx/>
              <a:buSzTx/>
              <a:buFontTx/>
              <a:buNone/>
            </a:pPr>
            <a:r>
              <a:rPr lang="en-US" altLang="en-US" sz="1400" b="0" i="0">
                <a:latin typeface="FuturaA Md BT" pitchFamily="34" charset="0"/>
              </a:rPr>
              <a:t>Windings</a:t>
            </a:r>
          </a:p>
        </p:txBody>
      </p:sp>
      <p:sp>
        <p:nvSpPr>
          <p:cNvPr id="811319" name="Rectangle 311"/>
          <p:cNvSpPr>
            <a:spLocks noChangeArrowheads="1"/>
          </p:cNvSpPr>
          <p:nvPr/>
        </p:nvSpPr>
        <p:spPr bwMode="auto">
          <a:xfrm>
            <a:off x="5607050" y="3665538"/>
            <a:ext cx="1000125" cy="455612"/>
          </a:xfrm>
          <a:prstGeom prst="rect">
            <a:avLst/>
          </a:prstGeom>
          <a:solidFill>
            <a:srgbClr val="FFFF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nSpc>
                <a:spcPct val="100000"/>
              </a:lnSpc>
              <a:spcBef>
                <a:spcPct val="0"/>
              </a:spcBef>
              <a:buClrTx/>
              <a:buSzTx/>
              <a:buFontTx/>
              <a:buNone/>
            </a:pPr>
            <a:r>
              <a:rPr lang="en-US" altLang="en-US" sz="1400" b="0" i="0">
                <a:latin typeface="FuturaA Md BT" pitchFamily="34" charset="0"/>
              </a:rPr>
              <a:t>Low Voltage</a:t>
            </a:r>
          </a:p>
          <a:p>
            <a:pPr>
              <a:lnSpc>
                <a:spcPct val="100000"/>
              </a:lnSpc>
              <a:spcBef>
                <a:spcPct val="0"/>
              </a:spcBef>
              <a:buClrTx/>
              <a:buSzTx/>
              <a:buFontTx/>
              <a:buNone/>
            </a:pPr>
            <a:r>
              <a:rPr lang="en-US" altLang="en-US" sz="1400" b="0" i="0">
                <a:latin typeface="FuturaA Md BT" pitchFamily="34" charset="0"/>
              </a:rPr>
              <a:t>Windings</a:t>
            </a:r>
          </a:p>
        </p:txBody>
      </p:sp>
      <p:sp>
        <p:nvSpPr>
          <p:cNvPr id="811320" name="Rectangle 312"/>
          <p:cNvSpPr>
            <a:spLocks noChangeArrowheads="1"/>
          </p:cNvSpPr>
          <p:nvPr/>
        </p:nvSpPr>
        <p:spPr bwMode="auto">
          <a:xfrm>
            <a:off x="2319338" y="4521200"/>
            <a:ext cx="833437" cy="1739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lnSpc>
                <a:spcPct val="100000"/>
              </a:lnSpc>
              <a:spcBef>
                <a:spcPct val="0"/>
              </a:spcBef>
              <a:buClrTx/>
              <a:buSzTx/>
              <a:buFontTx/>
              <a:buNone/>
            </a:pPr>
            <a:r>
              <a:rPr lang="en-US" altLang="en-US" sz="1400" b="0" i="0">
                <a:latin typeface="FuturaA Md BT" pitchFamily="34" charset="0"/>
              </a:rPr>
              <a:t>A Phase</a:t>
            </a:r>
          </a:p>
          <a:p>
            <a:pPr algn="l">
              <a:lnSpc>
                <a:spcPct val="100000"/>
              </a:lnSpc>
              <a:spcBef>
                <a:spcPct val="0"/>
              </a:spcBef>
              <a:buClrTx/>
              <a:buSzTx/>
              <a:buFontTx/>
              <a:buNone/>
            </a:pPr>
            <a:r>
              <a:rPr lang="en-US" altLang="en-US" sz="1400" b="0" i="0">
                <a:latin typeface="FuturaA Md BT" pitchFamily="34" charset="0"/>
              </a:rPr>
              <a:t>Windings</a:t>
            </a:r>
          </a:p>
          <a:p>
            <a:pPr algn="l">
              <a:lnSpc>
                <a:spcPct val="100000"/>
              </a:lnSpc>
              <a:spcBef>
                <a:spcPct val="0"/>
              </a:spcBef>
              <a:buClrTx/>
              <a:buSzTx/>
              <a:buFontTx/>
              <a:buNone/>
            </a:pPr>
            <a:endParaRPr lang="en-US" altLang="en-US" sz="800" b="0" i="0">
              <a:latin typeface="FuturaA Md BT" pitchFamily="34" charset="0"/>
            </a:endParaRPr>
          </a:p>
          <a:p>
            <a:pPr algn="l">
              <a:lnSpc>
                <a:spcPct val="100000"/>
              </a:lnSpc>
              <a:spcBef>
                <a:spcPct val="0"/>
              </a:spcBef>
              <a:buClrTx/>
              <a:buSzTx/>
              <a:buFontTx/>
              <a:buNone/>
            </a:pPr>
            <a:r>
              <a:rPr lang="en-US" altLang="en-US" sz="1400" b="0" i="0">
                <a:latin typeface="FuturaA Md BT" pitchFamily="34" charset="0"/>
              </a:rPr>
              <a:t>B Phase</a:t>
            </a:r>
          </a:p>
          <a:p>
            <a:pPr algn="l">
              <a:lnSpc>
                <a:spcPct val="100000"/>
              </a:lnSpc>
              <a:spcBef>
                <a:spcPct val="0"/>
              </a:spcBef>
              <a:buClrTx/>
              <a:buSzTx/>
              <a:buFontTx/>
              <a:buNone/>
            </a:pPr>
            <a:r>
              <a:rPr lang="en-US" altLang="en-US" sz="1400" b="0" i="0">
                <a:latin typeface="FuturaA Md BT" pitchFamily="34" charset="0"/>
              </a:rPr>
              <a:t>Windings</a:t>
            </a:r>
          </a:p>
          <a:p>
            <a:pPr algn="l">
              <a:lnSpc>
                <a:spcPct val="100000"/>
              </a:lnSpc>
              <a:spcBef>
                <a:spcPct val="0"/>
              </a:spcBef>
              <a:buClrTx/>
              <a:buSzTx/>
              <a:buFontTx/>
              <a:buNone/>
            </a:pPr>
            <a:endParaRPr lang="en-US" altLang="en-US" sz="800" b="0" i="0">
              <a:latin typeface="FuturaA Md BT" pitchFamily="34" charset="0"/>
            </a:endParaRPr>
          </a:p>
          <a:p>
            <a:pPr algn="l">
              <a:lnSpc>
                <a:spcPct val="100000"/>
              </a:lnSpc>
              <a:spcBef>
                <a:spcPct val="0"/>
              </a:spcBef>
              <a:buClrTx/>
              <a:buSzTx/>
              <a:buFontTx/>
              <a:buNone/>
            </a:pPr>
            <a:r>
              <a:rPr lang="en-US" altLang="en-US" sz="1400" b="0" i="0">
                <a:latin typeface="FuturaA Md BT" pitchFamily="34" charset="0"/>
              </a:rPr>
              <a:t>C Phase</a:t>
            </a:r>
          </a:p>
          <a:p>
            <a:pPr algn="l">
              <a:lnSpc>
                <a:spcPct val="100000"/>
              </a:lnSpc>
              <a:spcBef>
                <a:spcPct val="0"/>
              </a:spcBef>
              <a:buClrTx/>
              <a:buSzTx/>
              <a:buFontTx/>
              <a:buNone/>
            </a:pPr>
            <a:r>
              <a:rPr lang="en-US" altLang="en-US" sz="1400" b="0" i="0">
                <a:latin typeface="FuturaA Md BT" pitchFamily="34" charset="0"/>
              </a:rPr>
              <a:t>Windings</a:t>
            </a:r>
          </a:p>
        </p:txBody>
      </p:sp>
      <p:sp>
        <p:nvSpPr>
          <p:cNvPr id="811321" name="Rectangle 313"/>
          <p:cNvSpPr>
            <a:spLocks noGrp="1" noChangeArrowheads="1"/>
          </p:cNvSpPr>
          <p:nvPr>
            <p:ph type="title"/>
          </p:nvPr>
        </p:nvSpPr>
        <p:spPr>
          <a:xfrm>
            <a:off x="571500" y="140637"/>
            <a:ext cx="8077200" cy="450850"/>
          </a:xfrm>
          <a:noFill/>
          <a:ln/>
        </p:spPr>
        <p:txBody>
          <a:bodyPr/>
          <a:lstStyle/>
          <a:p>
            <a:r>
              <a:rPr lang="fr-FR" altLang="en-US" sz="3200" dirty="0"/>
              <a:t>Transformers Connections</a:t>
            </a:r>
          </a:p>
        </p:txBody>
      </p:sp>
      <p:sp>
        <p:nvSpPr>
          <p:cNvPr id="811323" name="Rectangle 315"/>
          <p:cNvSpPr>
            <a:spLocks noChangeArrowheads="1"/>
          </p:cNvSpPr>
          <p:nvPr/>
        </p:nvSpPr>
        <p:spPr bwMode="auto">
          <a:xfrm>
            <a:off x="3400425" y="5397500"/>
            <a:ext cx="2592388" cy="301625"/>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Tree>
    <p:extLst>
      <p:ext uri="{BB962C8B-B14F-4D97-AF65-F5344CB8AC3E}">
        <p14:creationId xmlns:p14="http://schemas.microsoft.com/office/powerpoint/2010/main" val="392659031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3068" name="Rectangle 12"/>
          <p:cNvSpPr>
            <a:spLocks noChangeArrowheads="1"/>
          </p:cNvSpPr>
          <p:nvPr/>
        </p:nvSpPr>
        <p:spPr bwMode="auto">
          <a:xfrm>
            <a:off x="1100138" y="1098550"/>
            <a:ext cx="5954712" cy="854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0"/>
              </a:spcBef>
              <a:defRPr sz="2400">
                <a:solidFill>
                  <a:schemeClr val="tx1"/>
                </a:solidFill>
                <a:latin typeface="Arial" panose="020B0604020202020204" pitchFamily="34" charset="0"/>
              </a:defRPr>
            </a:lvl1pPr>
            <a:lvl2pPr algn="l">
              <a:spcBef>
                <a:spcPct val="0"/>
              </a:spcBef>
              <a:defRPr sz="2400">
                <a:solidFill>
                  <a:schemeClr val="tx1"/>
                </a:solidFill>
                <a:latin typeface="Arial" panose="020B0604020202020204" pitchFamily="34" charset="0"/>
              </a:defRPr>
            </a:lvl2pPr>
            <a:lvl3pPr algn="l">
              <a:spcBef>
                <a:spcPct val="0"/>
              </a:spcBef>
              <a:defRPr sz="2400">
                <a:solidFill>
                  <a:schemeClr val="tx1"/>
                </a:solidFill>
                <a:latin typeface="Arial" panose="020B0604020202020204" pitchFamily="34" charset="0"/>
              </a:defRPr>
            </a:lvl3pPr>
            <a:lvl4pPr algn="l">
              <a:spcBef>
                <a:spcPct val="0"/>
              </a:spcBef>
              <a:defRPr sz="2400">
                <a:solidFill>
                  <a:schemeClr val="tx1"/>
                </a:solidFill>
                <a:latin typeface="Arial" panose="020B0604020202020204" pitchFamily="34" charset="0"/>
              </a:defRPr>
            </a:lvl4pPr>
            <a:lvl5pPr algn="l">
              <a:spcBef>
                <a:spcPct val="0"/>
              </a:spcBef>
              <a:defRPr sz="2400">
                <a:solidFill>
                  <a:schemeClr val="tx1"/>
                </a:solidFill>
                <a:latin typeface="Arial" panose="020B0604020202020204" pitchFamily="34" charset="0"/>
              </a:defRPr>
            </a:lvl5pPr>
            <a:lvl6pPr marL="457200" eaLnBrk="0" fontAlgn="base" hangingPunct="0">
              <a:spcBef>
                <a:spcPct val="0"/>
              </a:spcBef>
              <a:spcAft>
                <a:spcPct val="0"/>
              </a:spcAft>
              <a:defRPr sz="2400">
                <a:solidFill>
                  <a:schemeClr val="tx1"/>
                </a:solidFill>
                <a:latin typeface="Arial" panose="020B0604020202020204" pitchFamily="34" charset="0"/>
              </a:defRPr>
            </a:lvl6pPr>
            <a:lvl7pPr marL="914400" eaLnBrk="0" fontAlgn="base" hangingPunct="0">
              <a:spcBef>
                <a:spcPct val="0"/>
              </a:spcBef>
              <a:spcAft>
                <a:spcPct val="0"/>
              </a:spcAft>
              <a:defRPr sz="2400">
                <a:solidFill>
                  <a:schemeClr val="tx1"/>
                </a:solidFill>
                <a:latin typeface="Arial" panose="020B0604020202020204" pitchFamily="34" charset="0"/>
              </a:defRPr>
            </a:lvl7pPr>
            <a:lvl8pPr marL="1371600" eaLnBrk="0" fontAlgn="base" hangingPunct="0">
              <a:spcBef>
                <a:spcPct val="0"/>
              </a:spcBef>
              <a:spcAft>
                <a:spcPct val="0"/>
              </a:spcAft>
              <a:defRPr sz="2400">
                <a:solidFill>
                  <a:schemeClr val="tx1"/>
                </a:solidFill>
                <a:latin typeface="Arial" panose="020B0604020202020204" pitchFamily="34" charset="0"/>
              </a:defRPr>
            </a:lvl8pPr>
            <a:lvl9pPr marL="1828800" eaLnBrk="0" fontAlgn="base" hangingPunct="0">
              <a:spcBef>
                <a:spcPct val="0"/>
              </a:spcBef>
              <a:spcAft>
                <a:spcPct val="0"/>
              </a:spcAft>
              <a:defRPr sz="2400">
                <a:solidFill>
                  <a:schemeClr val="tx1"/>
                </a:solidFill>
                <a:latin typeface="Arial" panose="020B0604020202020204" pitchFamily="34" charset="0"/>
              </a:defRPr>
            </a:lvl9pPr>
          </a:lstStyle>
          <a:p>
            <a:pPr>
              <a:buClrTx/>
              <a:buSzTx/>
              <a:buFontTx/>
              <a:buNone/>
            </a:pPr>
            <a:r>
              <a:rPr lang="en-GB" altLang="en-US" i="0" dirty="0"/>
              <a:t>1.  Draw Phase-Neutral Voltage Vectors</a:t>
            </a:r>
          </a:p>
        </p:txBody>
      </p:sp>
      <p:grpSp>
        <p:nvGrpSpPr>
          <p:cNvPr id="2" name="Group 1"/>
          <p:cNvGrpSpPr/>
          <p:nvPr/>
        </p:nvGrpSpPr>
        <p:grpSpPr>
          <a:xfrm>
            <a:off x="1624013" y="2549525"/>
            <a:ext cx="3084512" cy="3259138"/>
            <a:chOff x="1624013" y="2549525"/>
            <a:chExt cx="3084512" cy="3259138"/>
          </a:xfrm>
        </p:grpSpPr>
        <p:sp>
          <p:nvSpPr>
            <p:cNvPr id="813058" name="Line 2"/>
            <p:cNvSpPr>
              <a:spLocks noChangeShapeType="1"/>
            </p:cNvSpPr>
            <p:nvPr/>
          </p:nvSpPr>
          <p:spPr bwMode="auto">
            <a:xfrm>
              <a:off x="3106738" y="2903538"/>
              <a:ext cx="0" cy="170497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813059" name="Line 3"/>
            <p:cNvSpPr>
              <a:spLocks noChangeShapeType="1"/>
            </p:cNvSpPr>
            <p:nvPr/>
          </p:nvSpPr>
          <p:spPr bwMode="auto">
            <a:xfrm flipH="1" flipV="1">
              <a:off x="3090863" y="4589463"/>
              <a:ext cx="1311275" cy="871537"/>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813060" name="Line 4"/>
            <p:cNvSpPr>
              <a:spLocks noChangeShapeType="1"/>
            </p:cNvSpPr>
            <p:nvPr/>
          </p:nvSpPr>
          <p:spPr bwMode="auto">
            <a:xfrm flipV="1">
              <a:off x="1803400" y="4589463"/>
              <a:ext cx="1312863" cy="871537"/>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813061" name="Line 5"/>
            <p:cNvSpPr>
              <a:spLocks noChangeShapeType="1"/>
            </p:cNvSpPr>
            <p:nvPr/>
          </p:nvSpPr>
          <p:spPr bwMode="auto">
            <a:xfrm>
              <a:off x="3106738" y="3452813"/>
              <a:ext cx="0" cy="422275"/>
            </a:xfrm>
            <a:prstGeom prst="line">
              <a:avLst/>
            </a:prstGeom>
            <a:noFill/>
            <a:ln w="28575">
              <a:solidFill>
                <a:schemeClr val="tx1"/>
              </a:solidFill>
              <a:round/>
              <a:headEnd type="triangle"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813070" name="Rectangle 14"/>
            <p:cNvSpPr>
              <a:spLocks noChangeArrowheads="1"/>
            </p:cNvSpPr>
            <p:nvPr/>
          </p:nvSpPr>
          <p:spPr bwMode="auto">
            <a:xfrm>
              <a:off x="3022600" y="2549525"/>
              <a:ext cx="288925" cy="401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lnSpc>
                  <a:spcPct val="100000"/>
                </a:lnSpc>
                <a:spcBef>
                  <a:spcPct val="0"/>
                </a:spcBef>
                <a:buClrTx/>
                <a:buSzTx/>
                <a:buFontTx/>
                <a:buNone/>
              </a:pPr>
              <a:r>
                <a:rPr lang="en-US" altLang="en-US" sz="2000" b="0" i="0">
                  <a:latin typeface="FuturaA Md BT" pitchFamily="34" charset="0"/>
                </a:rPr>
                <a:t>A</a:t>
              </a:r>
              <a:endParaRPr lang="en-US" altLang="en-US" sz="2000" b="0" i="0">
                <a:solidFill>
                  <a:schemeClr val="tx2"/>
                </a:solidFill>
                <a:latin typeface="FuturaA Md BT" pitchFamily="34" charset="0"/>
              </a:endParaRPr>
            </a:p>
          </p:txBody>
        </p:sp>
        <p:sp>
          <p:nvSpPr>
            <p:cNvPr id="813071" name="Rectangle 15"/>
            <p:cNvSpPr>
              <a:spLocks noChangeArrowheads="1"/>
            </p:cNvSpPr>
            <p:nvPr/>
          </p:nvSpPr>
          <p:spPr bwMode="auto">
            <a:xfrm>
              <a:off x="1624013" y="5392738"/>
              <a:ext cx="288925" cy="4016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lnSpc>
                  <a:spcPct val="100000"/>
                </a:lnSpc>
                <a:spcBef>
                  <a:spcPct val="0"/>
                </a:spcBef>
                <a:buClrTx/>
                <a:buSzTx/>
                <a:buFontTx/>
                <a:buNone/>
              </a:pPr>
              <a:r>
                <a:rPr lang="en-US" altLang="en-US" sz="2000" b="0" i="0">
                  <a:latin typeface="FuturaA Md BT" pitchFamily="34" charset="0"/>
                </a:rPr>
                <a:t>C</a:t>
              </a:r>
              <a:endParaRPr lang="en-US" altLang="en-US" sz="2000" b="0" i="0">
                <a:solidFill>
                  <a:schemeClr val="tx2"/>
                </a:solidFill>
                <a:latin typeface="FuturaA Md BT" pitchFamily="34" charset="0"/>
              </a:endParaRPr>
            </a:p>
          </p:txBody>
        </p:sp>
        <p:sp>
          <p:nvSpPr>
            <p:cNvPr id="813072" name="Rectangle 16"/>
            <p:cNvSpPr>
              <a:spLocks noChangeArrowheads="1"/>
            </p:cNvSpPr>
            <p:nvPr/>
          </p:nvSpPr>
          <p:spPr bwMode="auto">
            <a:xfrm>
              <a:off x="4419600" y="5407025"/>
              <a:ext cx="288925" cy="401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lnSpc>
                  <a:spcPct val="100000"/>
                </a:lnSpc>
                <a:spcBef>
                  <a:spcPct val="0"/>
                </a:spcBef>
                <a:buClrTx/>
                <a:buSzTx/>
                <a:buFontTx/>
                <a:buNone/>
              </a:pPr>
              <a:r>
                <a:rPr lang="en-US" altLang="en-US" sz="2000" b="0" i="0">
                  <a:latin typeface="FuturaA Md BT" pitchFamily="34" charset="0"/>
                </a:rPr>
                <a:t>B</a:t>
              </a:r>
              <a:endParaRPr lang="en-US" altLang="en-US" sz="2000" b="0" i="0">
                <a:solidFill>
                  <a:schemeClr val="tx2"/>
                </a:solidFill>
                <a:latin typeface="FuturaA Md BT" pitchFamily="34" charset="0"/>
              </a:endParaRPr>
            </a:p>
          </p:txBody>
        </p:sp>
      </p:grpSp>
      <p:grpSp>
        <p:nvGrpSpPr>
          <p:cNvPr id="3" name="Group 2"/>
          <p:cNvGrpSpPr/>
          <p:nvPr/>
        </p:nvGrpSpPr>
        <p:grpSpPr>
          <a:xfrm>
            <a:off x="6138863" y="2492375"/>
            <a:ext cx="2738437" cy="3560763"/>
            <a:chOff x="6138863" y="2492375"/>
            <a:chExt cx="2738437" cy="3560763"/>
          </a:xfrm>
        </p:grpSpPr>
        <p:sp>
          <p:nvSpPr>
            <p:cNvPr id="813062" name="Line 6"/>
            <p:cNvSpPr>
              <a:spLocks noChangeShapeType="1"/>
            </p:cNvSpPr>
            <p:nvPr/>
          </p:nvSpPr>
          <p:spPr bwMode="auto">
            <a:xfrm rot="16200000" flipV="1">
              <a:off x="7809706" y="3513932"/>
              <a:ext cx="1587" cy="15113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813063" name="Line 7"/>
            <p:cNvSpPr>
              <a:spLocks noChangeShapeType="1"/>
            </p:cNvSpPr>
            <p:nvPr/>
          </p:nvSpPr>
          <p:spPr bwMode="auto">
            <a:xfrm rot="-16200000" flipH="1" flipV="1">
              <a:off x="5946775" y="4600576"/>
              <a:ext cx="1476375" cy="7747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813064" name="Line 8"/>
            <p:cNvSpPr>
              <a:spLocks noChangeShapeType="1"/>
            </p:cNvSpPr>
            <p:nvPr/>
          </p:nvSpPr>
          <p:spPr bwMode="auto">
            <a:xfrm rot="5400000" flipV="1">
              <a:off x="5938044" y="3144044"/>
              <a:ext cx="1476375" cy="773113"/>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813065" name="Line 9"/>
            <p:cNvSpPr>
              <a:spLocks noChangeShapeType="1"/>
            </p:cNvSpPr>
            <p:nvPr/>
          </p:nvSpPr>
          <p:spPr bwMode="auto">
            <a:xfrm>
              <a:off x="7091363" y="2835275"/>
              <a:ext cx="0" cy="1401763"/>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813066" name="Arc 10"/>
            <p:cNvSpPr>
              <a:spLocks/>
            </p:cNvSpPr>
            <p:nvPr/>
          </p:nvSpPr>
          <p:spPr bwMode="auto">
            <a:xfrm flipH="1">
              <a:off x="6794500" y="3571875"/>
              <a:ext cx="296863" cy="2159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905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13067" name="Line 11"/>
            <p:cNvSpPr>
              <a:spLocks noChangeShapeType="1"/>
            </p:cNvSpPr>
            <p:nvPr/>
          </p:nvSpPr>
          <p:spPr bwMode="auto">
            <a:xfrm>
              <a:off x="6507163" y="3200400"/>
              <a:ext cx="185737" cy="357188"/>
            </a:xfrm>
            <a:prstGeom prst="line">
              <a:avLst/>
            </a:prstGeom>
            <a:noFill/>
            <a:ln w="28575">
              <a:solidFill>
                <a:schemeClr val="tx1"/>
              </a:solidFill>
              <a:round/>
              <a:headEnd type="triangle"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813069" name="Rectangle 13"/>
            <p:cNvSpPr>
              <a:spLocks noChangeArrowheads="1"/>
            </p:cNvSpPr>
            <p:nvPr/>
          </p:nvSpPr>
          <p:spPr bwMode="auto">
            <a:xfrm>
              <a:off x="6710363" y="3281363"/>
              <a:ext cx="585787" cy="328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lnSpc>
                  <a:spcPct val="100000"/>
                </a:lnSpc>
                <a:spcBef>
                  <a:spcPct val="0"/>
                </a:spcBef>
                <a:buClrTx/>
                <a:buSzTx/>
                <a:buFontTx/>
                <a:buNone/>
              </a:pPr>
              <a:r>
                <a:rPr lang="en-US" altLang="en-US" sz="2000" b="0" i="0">
                  <a:latin typeface="FuturaA Md BT" pitchFamily="34" charset="0"/>
                </a:rPr>
                <a:t>30°</a:t>
              </a:r>
            </a:p>
          </p:txBody>
        </p:sp>
        <p:sp>
          <p:nvSpPr>
            <p:cNvPr id="813073" name="Rectangle 17"/>
            <p:cNvSpPr>
              <a:spLocks noChangeArrowheads="1"/>
            </p:cNvSpPr>
            <p:nvPr/>
          </p:nvSpPr>
          <p:spPr bwMode="auto">
            <a:xfrm>
              <a:off x="6138863" y="2492375"/>
              <a:ext cx="288925" cy="401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lnSpc>
                  <a:spcPct val="100000"/>
                </a:lnSpc>
                <a:spcBef>
                  <a:spcPct val="0"/>
                </a:spcBef>
                <a:buClrTx/>
                <a:buSzTx/>
                <a:buFontTx/>
                <a:buNone/>
              </a:pPr>
              <a:r>
                <a:rPr lang="en-US" altLang="en-US" sz="2000" b="0" i="0">
                  <a:latin typeface="FuturaA Md BT" pitchFamily="34" charset="0"/>
                </a:rPr>
                <a:t>a</a:t>
              </a:r>
              <a:endParaRPr lang="en-US" altLang="en-US" sz="2000" b="0" i="0">
                <a:solidFill>
                  <a:schemeClr val="tx2"/>
                </a:solidFill>
                <a:latin typeface="FuturaA Md BT" pitchFamily="34" charset="0"/>
              </a:endParaRPr>
            </a:p>
          </p:txBody>
        </p:sp>
        <p:sp>
          <p:nvSpPr>
            <p:cNvPr id="813074" name="Rectangle 18"/>
            <p:cNvSpPr>
              <a:spLocks noChangeArrowheads="1"/>
            </p:cNvSpPr>
            <p:nvPr/>
          </p:nvSpPr>
          <p:spPr bwMode="auto">
            <a:xfrm>
              <a:off x="6165850" y="5651500"/>
              <a:ext cx="288925" cy="401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lnSpc>
                  <a:spcPct val="100000"/>
                </a:lnSpc>
                <a:spcBef>
                  <a:spcPct val="0"/>
                </a:spcBef>
                <a:buClrTx/>
                <a:buSzTx/>
                <a:buFontTx/>
                <a:buNone/>
              </a:pPr>
              <a:r>
                <a:rPr lang="en-US" altLang="en-US" sz="2000" b="0" i="0">
                  <a:latin typeface="FuturaA Md BT" pitchFamily="34" charset="0"/>
                </a:rPr>
                <a:t>c</a:t>
              </a:r>
              <a:endParaRPr lang="en-US" altLang="en-US" sz="2000" b="0" i="0">
                <a:solidFill>
                  <a:schemeClr val="tx2"/>
                </a:solidFill>
                <a:latin typeface="FuturaA Md BT" pitchFamily="34" charset="0"/>
              </a:endParaRPr>
            </a:p>
          </p:txBody>
        </p:sp>
        <p:sp>
          <p:nvSpPr>
            <p:cNvPr id="813075" name="Rectangle 19"/>
            <p:cNvSpPr>
              <a:spLocks noChangeArrowheads="1"/>
            </p:cNvSpPr>
            <p:nvPr/>
          </p:nvSpPr>
          <p:spPr bwMode="auto">
            <a:xfrm>
              <a:off x="8588375" y="4108450"/>
              <a:ext cx="288925" cy="401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lnSpc>
                  <a:spcPct val="100000"/>
                </a:lnSpc>
                <a:spcBef>
                  <a:spcPct val="0"/>
                </a:spcBef>
                <a:buClrTx/>
                <a:buSzTx/>
                <a:buFontTx/>
                <a:buNone/>
              </a:pPr>
              <a:r>
                <a:rPr lang="en-US" altLang="en-US" sz="2000" b="0" i="0">
                  <a:latin typeface="FuturaA Md BT" pitchFamily="34" charset="0"/>
                </a:rPr>
                <a:t>b</a:t>
              </a:r>
              <a:endParaRPr lang="en-US" altLang="en-US" sz="2000" b="0" i="0">
                <a:solidFill>
                  <a:schemeClr val="tx2"/>
                </a:solidFill>
                <a:latin typeface="FuturaA Md BT" pitchFamily="34" charset="0"/>
              </a:endParaRPr>
            </a:p>
          </p:txBody>
        </p:sp>
      </p:grpSp>
      <p:sp>
        <p:nvSpPr>
          <p:cNvPr id="813076" name="Rectangle 20"/>
          <p:cNvSpPr>
            <a:spLocks noChangeArrowheads="1"/>
          </p:cNvSpPr>
          <p:nvPr/>
        </p:nvSpPr>
        <p:spPr bwMode="auto">
          <a:xfrm>
            <a:off x="3311525" y="2501900"/>
            <a:ext cx="4227513" cy="401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lnSpc>
                <a:spcPct val="100000"/>
              </a:lnSpc>
              <a:spcBef>
                <a:spcPct val="0"/>
              </a:spcBef>
              <a:buClrTx/>
              <a:buSzTx/>
              <a:buFontTx/>
              <a:buNone/>
            </a:pPr>
            <a:r>
              <a:rPr lang="en-US" altLang="en-US" sz="2000" b="0" i="0" dirty="0">
                <a:sym typeface="Wingdings" panose="05000000000000000000" pitchFamily="2" charset="2"/>
              </a:rPr>
              <a:t>    </a:t>
            </a:r>
            <a:r>
              <a:rPr lang="en-US" altLang="en-US" sz="2000" b="0" i="0" dirty="0"/>
              <a:t>Line Designation </a:t>
            </a:r>
            <a:r>
              <a:rPr lang="en-US" altLang="en-US" sz="2000" b="0" i="0" dirty="0">
                <a:sym typeface="Wingdings" panose="05000000000000000000" pitchFamily="2" charset="2"/>
              </a:rPr>
              <a:t></a:t>
            </a:r>
            <a:endParaRPr lang="en-US" altLang="en-US" sz="2000" b="0" i="0" dirty="0"/>
          </a:p>
        </p:txBody>
      </p:sp>
      <p:sp>
        <p:nvSpPr>
          <p:cNvPr id="813077" name="Rectangle 21"/>
          <p:cNvSpPr>
            <a:spLocks noGrp="1" noChangeArrowheads="1"/>
          </p:cNvSpPr>
          <p:nvPr>
            <p:ph type="title"/>
          </p:nvPr>
        </p:nvSpPr>
        <p:spPr>
          <a:xfrm>
            <a:off x="539750" y="174625"/>
            <a:ext cx="8077200" cy="463550"/>
          </a:xfrm>
          <a:noFill/>
          <a:ln/>
        </p:spPr>
        <p:txBody>
          <a:bodyPr/>
          <a:lstStyle/>
          <a:p>
            <a:r>
              <a:rPr lang="fr-FR" altLang="en-US" sz="3200" dirty="0"/>
              <a:t>Transformers Connections</a:t>
            </a:r>
          </a:p>
        </p:txBody>
      </p:sp>
    </p:spTree>
    <p:extLst>
      <p:ext uri="{BB962C8B-B14F-4D97-AF65-F5344CB8AC3E}">
        <p14:creationId xmlns:p14="http://schemas.microsoft.com/office/powerpoint/2010/main" val="415829095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813076"/>
                                        </p:tgtEl>
                                        <p:attrNameLst>
                                          <p:attrName>style.visibility</p:attrName>
                                        </p:attrNameLst>
                                      </p:cBhvr>
                                      <p:to>
                                        <p:strVal val="visible"/>
                                      </p:to>
                                    </p:set>
                                    <p:animEffect transition="in" filter="blinds(horizontal)">
                                      <p:cBhvr>
                                        <p:cTn id="17" dur="500"/>
                                        <p:tgtEl>
                                          <p:spTgt spid="8130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3076"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5106" name="Line 2"/>
          <p:cNvSpPr>
            <a:spLocks noChangeShapeType="1"/>
          </p:cNvSpPr>
          <p:nvPr/>
        </p:nvSpPr>
        <p:spPr bwMode="auto">
          <a:xfrm rot="16200000" flipV="1">
            <a:off x="8042275" y="3505200"/>
            <a:ext cx="1588" cy="150018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815107" name="Line 3"/>
          <p:cNvSpPr>
            <a:spLocks noChangeShapeType="1"/>
          </p:cNvSpPr>
          <p:nvPr/>
        </p:nvSpPr>
        <p:spPr bwMode="auto">
          <a:xfrm rot="-16200000" flipH="1" flipV="1">
            <a:off x="6193632" y="4585494"/>
            <a:ext cx="1462087" cy="76517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815108" name="Line 4"/>
          <p:cNvSpPr>
            <a:spLocks noChangeShapeType="1"/>
          </p:cNvSpPr>
          <p:nvPr/>
        </p:nvSpPr>
        <p:spPr bwMode="auto">
          <a:xfrm rot="5400000" flipV="1">
            <a:off x="6185694" y="3139282"/>
            <a:ext cx="1462087" cy="76835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815109" name="Line 5"/>
          <p:cNvSpPr>
            <a:spLocks noChangeShapeType="1"/>
          </p:cNvSpPr>
          <p:nvPr/>
        </p:nvSpPr>
        <p:spPr bwMode="auto">
          <a:xfrm>
            <a:off x="3327400" y="2827338"/>
            <a:ext cx="0" cy="1689100"/>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815110" name="Line 6"/>
          <p:cNvSpPr>
            <a:spLocks noChangeShapeType="1"/>
          </p:cNvSpPr>
          <p:nvPr/>
        </p:nvSpPr>
        <p:spPr bwMode="auto">
          <a:xfrm flipH="1" flipV="1">
            <a:off x="3324225" y="4503738"/>
            <a:ext cx="1244600" cy="811212"/>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815111" name="Line 7"/>
          <p:cNvSpPr>
            <a:spLocks noChangeShapeType="1"/>
          </p:cNvSpPr>
          <p:nvPr/>
        </p:nvSpPr>
        <p:spPr bwMode="auto">
          <a:xfrm flipV="1">
            <a:off x="2057400" y="4498975"/>
            <a:ext cx="1274763" cy="825500"/>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grpSp>
        <p:nvGrpSpPr>
          <p:cNvPr id="2" name="Group 1"/>
          <p:cNvGrpSpPr/>
          <p:nvPr/>
        </p:nvGrpSpPr>
        <p:grpSpPr>
          <a:xfrm>
            <a:off x="2047875" y="2859088"/>
            <a:ext cx="2554288" cy="2479675"/>
            <a:chOff x="2047875" y="2859088"/>
            <a:chExt cx="2554288" cy="2479675"/>
          </a:xfrm>
        </p:grpSpPr>
        <p:sp>
          <p:nvSpPr>
            <p:cNvPr id="815112" name="Line 8"/>
            <p:cNvSpPr>
              <a:spLocks noChangeShapeType="1"/>
            </p:cNvSpPr>
            <p:nvPr/>
          </p:nvSpPr>
          <p:spPr bwMode="auto">
            <a:xfrm rot="5400000" flipV="1">
              <a:off x="2724944" y="3456782"/>
              <a:ext cx="2471737" cy="127635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815113" name="Line 9"/>
            <p:cNvSpPr>
              <a:spLocks noChangeShapeType="1"/>
            </p:cNvSpPr>
            <p:nvPr/>
          </p:nvSpPr>
          <p:spPr bwMode="auto">
            <a:xfrm rot="16200000" flipH="1" flipV="1">
              <a:off x="1450182" y="3466306"/>
              <a:ext cx="2470150" cy="1274763"/>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815114" name="Line 10"/>
            <p:cNvSpPr>
              <a:spLocks noChangeShapeType="1"/>
            </p:cNvSpPr>
            <p:nvPr/>
          </p:nvSpPr>
          <p:spPr bwMode="auto">
            <a:xfrm rot="16200000" flipH="1" flipV="1">
              <a:off x="3326607" y="4045744"/>
              <a:ext cx="4762" cy="254635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grpSp>
      <p:sp>
        <p:nvSpPr>
          <p:cNvPr id="815115" name="Line 11"/>
          <p:cNvSpPr>
            <a:spLocks noChangeShapeType="1"/>
          </p:cNvSpPr>
          <p:nvPr/>
        </p:nvSpPr>
        <p:spPr bwMode="auto">
          <a:xfrm>
            <a:off x="3327400" y="2409825"/>
            <a:ext cx="0" cy="47307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815116" name="Line 12"/>
          <p:cNvSpPr>
            <a:spLocks noChangeShapeType="1"/>
          </p:cNvSpPr>
          <p:nvPr/>
        </p:nvSpPr>
        <p:spPr bwMode="auto">
          <a:xfrm>
            <a:off x="4570413" y="5307013"/>
            <a:ext cx="444500" cy="30956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815117" name="Line 13"/>
          <p:cNvSpPr>
            <a:spLocks noChangeShapeType="1"/>
          </p:cNvSpPr>
          <p:nvPr/>
        </p:nvSpPr>
        <p:spPr bwMode="auto">
          <a:xfrm flipH="1">
            <a:off x="1624013" y="5307013"/>
            <a:ext cx="444500" cy="28257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815118" name="Rectangle 14"/>
          <p:cNvSpPr>
            <a:spLocks noChangeArrowheads="1"/>
          </p:cNvSpPr>
          <p:nvPr/>
        </p:nvSpPr>
        <p:spPr bwMode="auto">
          <a:xfrm>
            <a:off x="1333500" y="1047750"/>
            <a:ext cx="5338763" cy="671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0"/>
              </a:spcBef>
              <a:defRPr sz="2400">
                <a:solidFill>
                  <a:schemeClr val="tx1"/>
                </a:solidFill>
                <a:latin typeface="Arial" panose="020B0604020202020204" pitchFamily="34" charset="0"/>
              </a:defRPr>
            </a:lvl1pPr>
            <a:lvl2pPr algn="l">
              <a:spcBef>
                <a:spcPct val="0"/>
              </a:spcBef>
              <a:defRPr sz="2400">
                <a:solidFill>
                  <a:schemeClr val="tx1"/>
                </a:solidFill>
                <a:latin typeface="Arial" panose="020B0604020202020204" pitchFamily="34" charset="0"/>
              </a:defRPr>
            </a:lvl2pPr>
            <a:lvl3pPr algn="l">
              <a:spcBef>
                <a:spcPct val="0"/>
              </a:spcBef>
              <a:defRPr sz="2400">
                <a:solidFill>
                  <a:schemeClr val="tx1"/>
                </a:solidFill>
                <a:latin typeface="Arial" panose="020B0604020202020204" pitchFamily="34" charset="0"/>
              </a:defRPr>
            </a:lvl3pPr>
            <a:lvl4pPr algn="l">
              <a:spcBef>
                <a:spcPct val="0"/>
              </a:spcBef>
              <a:defRPr sz="2400">
                <a:solidFill>
                  <a:schemeClr val="tx1"/>
                </a:solidFill>
                <a:latin typeface="Arial" panose="020B0604020202020204" pitchFamily="34" charset="0"/>
              </a:defRPr>
            </a:lvl4pPr>
            <a:lvl5pPr algn="l">
              <a:spcBef>
                <a:spcPct val="0"/>
              </a:spcBef>
              <a:defRPr sz="2400">
                <a:solidFill>
                  <a:schemeClr val="tx1"/>
                </a:solidFill>
                <a:latin typeface="Arial" panose="020B0604020202020204" pitchFamily="34" charset="0"/>
              </a:defRPr>
            </a:lvl5pPr>
            <a:lvl6pPr marL="457200" eaLnBrk="0" fontAlgn="base" hangingPunct="0">
              <a:spcBef>
                <a:spcPct val="0"/>
              </a:spcBef>
              <a:spcAft>
                <a:spcPct val="0"/>
              </a:spcAft>
              <a:defRPr sz="2400">
                <a:solidFill>
                  <a:schemeClr val="tx1"/>
                </a:solidFill>
                <a:latin typeface="Arial" panose="020B0604020202020204" pitchFamily="34" charset="0"/>
              </a:defRPr>
            </a:lvl6pPr>
            <a:lvl7pPr marL="914400" eaLnBrk="0" fontAlgn="base" hangingPunct="0">
              <a:spcBef>
                <a:spcPct val="0"/>
              </a:spcBef>
              <a:spcAft>
                <a:spcPct val="0"/>
              </a:spcAft>
              <a:defRPr sz="2400">
                <a:solidFill>
                  <a:schemeClr val="tx1"/>
                </a:solidFill>
                <a:latin typeface="Arial" panose="020B0604020202020204" pitchFamily="34" charset="0"/>
              </a:defRPr>
            </a:lvl7pPr>
            <a:lvl8pPr marL="1371600" eaLnBrk="0" fontAlgn="base" hangingPunct="0">
              <a:spcBef>
                <a:spcPct val="0"/>
              </a:spcBef>
              <a:spcAft>
                <a:spcPct val="0"/>
              </a:spcAft>
              <a:defRPr sz="2400">
                <a:solidFill>
                  <a:schemeClr val="tx1"/>
                </a:solidFill>
                <a:latin typeface="Arial" panose="020B0604020202020204" pitchFamily="34" charset="0"/>
              </a:defRPr>
            </a:lvl8pPr>
            <a:lvl9pPr marL="1828800" eaLnBrk="0" fontAlgn="base" hangingPunct="0">
              <a:spcBef>
                <a:spcPct val="0"/>
              </a:spcBef>
              <a:spcAft>
                <a:spcPct val="0"/>
              </a:spcAft>
              <a:defRPr sz="2400">
                <a:solidFill>
                  <a:schemeClr val="tx1"/>
                </a:solidFill>
                <a:latin typeface="Arial" panose="020B0604020202020204" pitchFamily="34" charset="0"/>
              </a:defRPr>
            </a:lvl9pPr>
          </a:lstStyle>
          <a:p>
            <a:pPr>
              <a:buClrTx/>
              <a:buSzTx/>
              <a:buFontTx/>
              <a:buNone/>
            </a:pPr>
            <a:r>
              <a:rPr lang="en-GB" altLang="en-US" i="0" dirty="0"/>
              <a:t>2.  Draw Delta Connection</a:t>
            </a:r>
          </a:p>
        </p:txBody>
      </p:sp>
      <p:sp>
        <p:nvSpPr>
          <p:cNvPr id="815119" name="Rectangle 15"/>
          <p:cNvSpPr>
            <a:spLocks noChangeArrowheads="1"/>
          </p:cNvSpPr>
          <p:nvPr/>
        </p:nvSpPr>
        <p:spPr bwMode="auto">
          <a:xfrm>
            <a:off x="3255963" y="2065338"/>
            <a:ext cx="288925" cy="4016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lnSpc>
                <a:spcPct val="100000"/>
              </a:lnSpc>
              <a:spcBef>
                <a:spcPct val="0"/>
              </a:spcBef>
              <a:buClrTx/>
              <a:buSzTx/>
              <a:buFontTx/>
              <a:buNone/>
            </a:pPr>
            <a:r>
              <a:rPr lang="en-US" altLang="en-US" sz="2000" b="0" i="0">
                <a:latin typeface="FuturaA Md BT" pitchFamily="34" charset="0"/>
              </a:rPr>
              <a:t>A</a:t>
            </a:r>
            <a:endParaRPr lang="en-US" altLang="en-US" sz="2000" b="0" i="0">
              <a:solidFill>
                <a:schemeClr val="tx2"/>
              </a:solidFill>
              <a:latin typeface="FuturaA Md BT" pitchFamily="34" charset="0"/>
            </a:endParaRPr>
          </a:p>
        </p:txBody>
      </p:sp>
      <p:sp>
        <p:nvSpPr>
          <p:cNvPr id="815120" name="Rectangle 16"/>
          <p:cNvSpPr>
            <a:spLocks noChangeArrowheads="1"/>
          </p:cNvSpPr>
          <p:nvPr/>
        </p:nvSpPr>
        <p:spPr bwMode="auto">
          <a:xfrm>
            <a:off x="1395413" y="5484813"/>
            <a:ext cx="288925" cy="4016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lnSpc>
                <a:spcPct val="100000"/>
              </a:lnSpc>
              <a:spcBef>
                <a:spcPct val="0"/>
              </a:spcBef>
              <a:buClrTx/>
              <a:buSzTx/>
              <a:buFontTx/>
              <a:buNone/>
            </a:pPr>
            <a:r>
              <a:rPr lang="en-US" altLang="en-US" sz="2000" b="0" i="0">
                <a:latin typeface="FuturaA Md BT" pitchFamily="34" charset="0"/>
              </a:rPr>
              <a:t>C</a:t>
            </a:r>
            <a:endParaRPr lang="en-US" altLang="en-US" sz="2000" b="0" i="0">
              <a:solidFill>
                <a:schemeClr val="tx2"/>
              </a:solidFill>
              <a:latin typeface="FuturaA Md BT" pitchFamily="34" charset="0"/>
            </a:endParaRPr>
          </a:p>
        </p:txBody>
      </p:sp>
      <p:sp>
        <p:nvSpPr>
          <p:cNvPr id="815121" name="Rectangle 17"/>
          <p:cNvSpPr>
            <a:spLocks noChangeArrowheads="1"/>
          </p:cNvSpPr>
          <p:nvPr/>
        </p:nvSpPr>
        <p:spPr bwMode="auto">
          <a:xfrm>
            <a:off x="5062538" y="5470525"/>
            <a:ext cx="288925" cy="401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lnSpc>
                <a:spcPct val="100000"/>
              </a:lnSpc>
              <a:spcBef>
                <a:spcPct val="0"/>
              </a:spcBef>
              <a:buClrTx/>
              <a:buSzTx/>
              <a:buFontTx/>
              <a:buNone/>
            </a:pPr>
            <a:r>
              <a:rPr lang="en-US" altLang="en-US" sz="2000" b="0" i="0">
                <a:latin typeface="FuturaA Md BT" pitchFamily="34" charset="0"/>
              </a:rPr>
              <a:t>B</a:t>
            </a:r>
          </a:p>
        </p:txBody>
      </p:sp>
      <p:sp>
        <p:nvSpPr>
          <p:cNvPr id="815122" name="Rectangle 18"/>
          <p:cNvSpPr>
            <a:spLocks noChangeArrowheads="1"/>
          </p:cNvSpPr>
          <p:nvPr/>
        </p:nvSpPr>
        <p:spPr bwMode="auto">
          <a:xfrm>
            <a:off x="6359525" y="2498725"/>
            <a:ext cx="288925" cy="401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lnSpc>
                <a:spcPct val="100000"/>
              </a:lnSpc>
              <a:spcBef>
                <a:spcPct val="0"/>
              </a:spcBef>
              <a:buClrTx/>
              <a:buSzTx/>
              <a:buFontTx/>
              <a:buNone/>
            </a:pPr>
            <a:r>
              <a:rPr lang="en-US" altLang="en-US" sz="2000" b="0" i="0">
                <a:latin typeface="FuturaA Md BT" pitchFamily="34" charset="0"/>
              </a:rPr>
              <a:t>a</a:t>
            </a:r>
            <a:endParaRPr lang="en-US" altLang="en-US" sz="2000" b="0" i="0">
              <a:solidFill>
                <a:schemeClr val="tx2"/>
              </a:solidFill>
              <a:latin typeface="FuturaA Md BT" pitchFamily="34" charset="0"/>
            </a:endParaRPr>
          </a:p>
        </p:txBody>
      </p:sp>
      <p:sp>
        <p:nvSpPr>
          <p:cNvPr id="815123" name="Rectangle 19"/>
          <p:cNvSpPr>
            <a:spLocks noChangeArrowheads="1"/>
          </p:cNvSpPr>
          <p:nvPr/>
        </p:nvSpPr>
        <p:spPr bwMode="auto">
          <a:xfrm>
            <a:off x="6411913" y="5643563"/>
            <a:ext cx="288925" cy="4016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lnSpc>
                <a:spcPct val="100000"/>
              </a:lnSpc>
              <a:spcBef>
                <a:spcPct val="0"/>
              </a:spcBef>
              <a:buClrTx/>
              <a:buSzTx/>
              <a:buFontTx/>
              <a:buNone/>
            </a:pPr>
            <a:r>
              <a:rPr lang="en-US" altLang="en-US" sz="2000" b="0" i="0">
                <a:latin typeface="FuturaA Md BT" pitchFamily="34" charset="0"/>
              </a:rPr>
              <a:t>c</a:t>
            </a:r>
            <a:endParaRPr lang="en-US" altLang="en-US" sz="2000" b="0" i="0">
              <a:solidFill>
                <a:schemeClr val="tx2"/>
              </a:solidFill>
              <a:latin typeface="FuturaA Md BT" pitchFamily="34" charset="0"/>
            </a:endParaRPr>
          </a:p>
        </p:txBody>
      </p:sp>
      <p:sp>
        <p:nvSpPr>
          <p:cNvPr id="815124" name="Rectangle 20"/>
          <p:cNvSpPr>
            <a:spLocks noChangeArrowheads="1"/>
          </p:cNvSpPr>
          <p:nvPr/>
        </p:nvSpPr>
        <p:spPr bwMode="auto">
          <a:xfrm>
            <a:off x="8821738" y="4086225"/>
            <a:ext cx="288925" cy="401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lnSpc>
                <a:spcPct val="100000"/>
              </a:lnSpc>
              <a:spcBef>
                <a:spcPct val="0"/>
              </a:spcBef>
              <a:buClrTx/>
              <a:buSzTx/>
              <a:buFontTx/>
              <a:buNone/>
            </a:pPr>
            <a:r>
              <a:rPr lang="en-US" altLang="en-US" sz="2000" b="0" i="0">
                <a:latin typeface="FuturaA Md BT" pitchFamily="34" charset="0"/>
              </a:rPr>
              <a:t>b</a:t>
            </a:r>
            <a:endParaRPr lang="en-US" altLang="en-US" sz="2000" b="0" i="0">
              <a:solidFill>
                <a:schemeClr val="tx2"/>
              </a:solidFill>
              <a:latin typeface="FuturaA Md BT" pitchFamily="34" charset="0"/>
            </a:endParaRPr>
          </a:p>
        </p:txBody>
      </p:sp>
      <p:sp>
        <p:nvSpPr>
          <p:cNvPr id="815125" name="Rectangle 21"/>
          <p:cNvSpPr>
            <a:spLocks noGrp="1" noChangeArrowheads="1"/>
          </p:cNvSpPr>
          <p:nvPr>
            <p:ph type="title"/>
          </p:nvPr>
        </p:nvSpPr>
        <p:spPr>
          <a:xfrm>
            <a:off x="543388" y="194270"/>
            <a:ext cx="8077200" cy="415330"/>
          </a:xfrm>
          <a:noFill/>
          <a:ln/>
        </p:spPr>
        <p:txBody>
          <a:bodyPr/>
          <a:lstStyle/>
          <a:p>
            <a:r>
              <a:rPr lang="fr-FR" altLang="en-US" sz="3200" dirty="0"/>
              <a:t>Transformers Connections</a:t>
            </a:r>
          </a:p>
        </p:txBody>
      </p:sp>
    </p:spTree>
    <p:extLst>
      <p:ext uri="{BB962C8B-B14F-4D97-AF65-F5344CB8AC3E}">
        <p14:creationId xmlns:p14="http://schemas.microsoft.com/office/powerpoint/2010/main" val="344630375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15118"/>
                                        </p:tgtEl>
                                        <p:attrNameLst>
                                          <p:attrName>style.visibility</p:attrName>
                                        </p:attrNameLst>
                                      </p:cBhvr>
                                      <p:to>
                                        <p:strVal val="visible"/>
                                      </p:to>
                                    </p:set>
                                    <p:animEffect transition="in" filter="blinds(horizontal)">
                                      <p:cBhvr>
                                        <p:cTn id="7" dur="500"/>
                                        <p:tgtEl>
                                          <p:spTgt spid="81511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5118"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7163" name="Rectangle 11"/>
          <p:cNvSpPr>
            <a:spLocks noChangeArrowheads="1"/>
          </p:cNvSpPr>
          <p:nvPr/>
        </p:nvSpPr>
        <p:spPr bwMode="auto">
          <a:xfrm>
            <a:off x="1030288" y="1087343"/>
            <a:ext cx="5338762" cy="854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0"/>
              </a:spcBef>
              <a:defRPr sz="2400">
                <a:solidFill>
                  <a:schemeClr val="tx1"/>
                </a:solidFill>
                <a:latin typeface="Arial" panose="020B0604020202020204" pitchFamily="34" charset="0"/>
              </a:defRPr>
            </a:lvl1pPr>
            <a:lvl2pPr algn="l">
              <a:spcBef>
                <a:spcPct val="0"/>
              </a:spcBef>
              <a:defRPr sz="2400">
                <a:solidFill>
                  <a:schemeClr val="tx1"/>
                </a:solidFill>
                <a:latin typeface="Arial" panose="020B0604020202020204" pitchFamily="34" charset="0"/>
              </a:defRPr>
            </a:lvl2pPr>
            <a:lvl3pPr algn="l">
              <a:spcBef>
                <a:spcPct val="0"/>
              </a:spcBef>
              <a:defRPr sz="2400">
                <a:solidFill>
                  <a:schemeClr val="tx1"/>
                </a:solidFill>
                <a:latin typeface="Arial" panose="020B0604020202020204" pitchFamily="34" charset="0"/>
              </a:defRPr>
            </a:lvl3pPr>
            <a:lvl4pPr algn="l">
              <a:spcBef>
                <a:spcPct val="0"/>
              </a:spcBef>
              <a:defRPr sz="2400">
                <a:solidFill>
                  <a:schemeClr val="tx1"/>
                </a:solidFill>
                <a:latin typeface="Arial" panose="020B0604020202020204" pitchFamily="34" charset="0"/>
              </a:defRPr>
            </a:lvl4pPr>
            <a:lvl5pPr algn="l">
              <a:spcBef>
                <a:spcPct val="0"/>
              </a:spcBef>
              <a:defRPr sz="2400">
                <a:solidFill>
                  <a:schemeClr val="tx1"/>
                </a:solidFill>
                <a:latin typeface="Arial" panose="020B0604020202020204" pitchFamily="34" charset="0"/>
              </a:defRPr>
            </a:lvl5pPr>
            <a:lvl6pPr marL="457200" eaLnBrk="0" fontAlgn="base" hangingPunct="0">
              <a:spcBef>
                <a:spcPct val="0"/>
              </a:spcBef>
              <a:spcAft>
                <a:spcPct val="0"/>
              </a:spcAft>
              <a:defRPr sz="2400">
                <a:solidFill>
                  <a:schemeClr val="tx1"/>
                </a:solidFill>
                <a:latin typeface="Arial" panose="020B0604020202020204" pitchFamily="34" charset="0"/>
              </a:defRPr>
            </a:lvl6pPr>
            <a:lvl7pPr marL="914400" eaLnBrk="0" fontAlgn="base" hangingPunct="0">
              <a:spcBef>
                <a:spcPct val="0"/>
              </a:spcBef>
              <a:spcAft>
                <a:spcPct val="0"/>
              </a:spcAft>
              <a:defRPr sz="2400">
                <a:solidFill>
                  <a:schemeClr val="tx1"/>
                </a:solidFill>
                <a:latin typeface="Arial" panose="020B0604020202020204" pitchFamily="34" charset="0"/>
              </a:defRPr>
            </a:lvl7pPr>
            <a:lvl8pPr marL="1371600" eaLnBrk="0" fontAlgn="base" hangingPunct="0">
              <a:spcBef>
                <a:spcPct val="0"/>
              </a:spcBef>
              <a:spcAft>
                <a:spcPct val="0"/>
              </a:spcAft>
              <a:defRPr sz="2400">
                <a:solidFill>
                  <a:schemeClr val="tx1"/>
                </a:solidFill>
                <a:latin typeface="Arial" panose="020B0604020202020204" pitchFamily="34" charset="0"/>
              </a:defRPr>
            </a:lvl8pPr>
            <a:lvl9pPr marL="1828800" eaLnBrk="0" fontAlgn="base" hangingPunct="0">
              <a:spcBef>
                <a:spcPct val="0"/>
              </a:spcBef>
              <a:spcAft>
                <a:spcPct val="0"/>
              </a:spcAft>
              <a:defRPr sz="2400">
                <a:solidFill>
                  <a:schemeClr val="tx1"/>
                </a:solidFill>
                <a:latin typeface="Arial" panose="020B0604020202020204" pitchFamily="34" charset="0"/>
              </a:defRPr>
            </a:lvl9pPr>
          </a:lstStyle>
          <a:p>
            <a:pPr>
              <a:buClrTx/>
              <a:buSzTx/>
              <a:buFontTx/>
              <a:buNone/>
            </a:pPr>
            <a:r>
              <a:rPr lang="en-GB" altLang="en-US" i="0" dirty="0"/>
              <a:t>3.  Draw A Phase Windings</a:t>
            </a:r>
          </a:p>
        </p:txBody>
      </p:sp>
      <p:grpSp>
        <p:nvGrpSpPr>
          <p:cNvPr id="2" name="Group 1"/>
          <p:cNvGrpSpPr/>
          <p:nvPr/>
        </p:nvGrpSpPr>
        <p:grpSpPr>
          <a:xfrm>
            <a:off x="5943600" y="2670175"/>
            <a:ext cx="2933700" cy="3546475"/>
            <a:chOff x="5943600" y="2670175"/>
            <a:chExt cx="2933700" cy="3546475"/>
          </a:xfrm>
        </p:grpSpPr>
        <p:sp>
          <p:nvSpPr>
            <p:cNvPr id="817154" name="Line 2"/>
            <p:cNvSpPr>
              <a:spLocks noChangeShapeType="1"/>
            </p:cNvSpPr>
            <p:nvPr/>
          </p:nvSpPr>
          <p:spPr bwMode="auto">
            <a:xfrm rot="16200000" flipV="1">
              <a:off x="7808913" y="3676650"/>
              <a:ext cx="1588" cy="1500187"/>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817155" name="Line 3"/>
            <p:cNvSpPr>
              <a:spLocks noChangeShapeType="1"/>
            </p:cNvSpPr>
            <p:nvPr/>
          </p:nvSpPr>
          <p:spPr bwMode="auto">
            <a:xfrm rot="-16200000" flipH="1" flipV="1">
              <a:off x="5960269" y="4756944"/>
              <a:ext cx="1462087" cy="76517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817156" name="Line 4"/>
            <p:cNvSpPr>
              <a:spLocks noChangeShapeType="1"/>
            </p:cNvSpPr>
            <p:nvPr/>
          </p:nvSpPr>
          <p:spPr bwMode="auto">
            <a:xfrm rot="5400000" flipV="1">
              <a:off x="6200775" y="3062288"/>
              <a:ext cx="414337" cy="21748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817167" name="Rectangle 15"/>
            <p:cNvSpPr>
              <a:spLocks noChangeArrowheads="1"/>
            </p:cNvSpPr>
            <p:nvPr/>
          </p:nvSpPr>
          <p:spPr bwMode="auto">
            <a:xfrm>
              <a:off x="6126163" y="2670175"/>
              <a:ext cx="288925" cy="401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lnSpc>
                  <a:spcPct val="100000"/>
                </a:lnSpc>
                <a:spcBef>
                  <a:spcPct val="0"/>
                </a:spcBef>
                <a:buClrTx/>
                <a:buSzTx/>
                <a:buFontTx/>
                <a:buNone/>
              </a:pPr>
              <a:r>
                <a:rPr lang="en-US" altLang="en-US" sz="2000" b="0" i="0">
                  <a:latin typeface="FuturaA Md BT" pitchFamily="34" charset="0"/>
                </a:rPr>
                <a:t>a</a:t>
              </a:r>
              <a:endParaRPr lang="en-US" altLang="en-US" sz="2000" b="0" i="0">
                <a:solidFill>
                  <a:schemeClr val="tx2"/>
                </a:solidFill>
                <a:latin typeface="FuturaA Md BT" pitchFamily="34" charset="0"/>
              </a:endParaRPr>
            </a:p>
          </p:txBody>
        </p:sp>
        <p:sp>
          <p:nvSpPr>
            <p:cNvPr id="817168" name="Rectangle 16"/>
            <p:cNvSpPr>
              <a:spLocks noChangeArrowheads="1"/>
            </p:cNvSpPr>
            <p:nvPr/>
          </p:nvSpPr>
          <p:spPr bwMode="auto">
            <a:xfrm>
              <a:off x="6178550" y="5815013"/>
              <a:ext cx="288925" cy="4016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lnSpc>
                  <a:spcPct val="100000"/>
                </a:lnSpc>
                <a:spcBef>
                  <a:spcPct val="0"/>
                </a:spcBef>
                <a:buClrTx/>
                <a:buSzTx/>
                <a:buFontTx/>
                <a:buNone/>
              </a:pPr>
              <a:r>
                <a:rPr lang="en-US" altLang="en-US" sz="2000" b="0" i="0">
                  <a:latin typeface="FuturaA Md BT" pitchFamily="34" charset="0"/>
                </a:rPr>
                <a:t>c</a:t>
              </a:r>
              <a:endParaRPr lang="en-US" altLang="en-US" sz="2000" b="0" i="0">
                <a:solidFill>
                  <a:schemeClr val="tx2"/>
                </a:solidFill>
                <a:latin typeface="FuturaA Md BT" pitchFamily="34" charset="0"/>
              </a:endParaRPr>
            </a:p>
          </p:txBody>
        </p:sp>
        <p:sp>
          <p:nvSpPr>
            <p:cNvPr id="817169" name="Rectangle 17"/>
            <p:cNvSpPr>
              <a:spLocks noChangeArrowheads="1"/>
            </p:cNvSpPr>
            <p:nvPr/>
          </p:nvSpPr>
          <p:spPr bwMode="auto">
            <a:xfrm>
              <a:off x="8588375" y="4257675"/>
              <a:ext cx="288925" cy="401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lnSpc>
                  <a:spcPct val="100000"/>
                </a:lnSpc>
                <a:spcBef>
                  <a:spcPct val="0"/>
                </a:spcBef>
                <a:buClrTx/>
                <a:buSzTx/>
                <a:buFontTx/>
                <a:buNone/>
              </a:pPr>
              <a:r>
                <a:rPr lang="en-US" altLang="en-US" sz="2000" b="0" i="0">
                  <a:latin typeface="FuturaA Md BT" pitchFamily="34" charset="0"/>
                </a:rPr>
                <a:t>b</a:t>
              </a:r>
            </a:p>
          </p:txBody>
        </p:sp>
        <p:grpSp>
          <p:nvGrpSpPr>
            <p:cNvPr id="817177" name="Group 25"/>
            <p:cNvGrpSpPr>
              <a:grpSpLocks/>
            </p:cNvGrpSpPr>
            <p:nvPr/>
          </p:nvGrpSpPr>
          <p:grpSpPr bwMode="auto">
            <a:xfrm>
              <a:off x="6505575" y="3370263"/>
              <a:ext cx="365125" cy="668337"/>
              <a:chOff x="2870" y="2202"/>
              <a:chExt cx="532" cy="957"/>
            </a:xfrm>
          </p:grpSpPr>
          <p:sp>
            <p:nvSpPr>
              <p:cNvPr id="817178" name="Freeform 26"/>
              <p:cNvSpPr>
                <a:spLocks/>
              </p:cNvSpPr>
              <p:nvPr/>
            </p:nvSpPr>
            <p:spPr bwMode="auto">
              <a:xfrm>
                <a:off x="2870" y="2202"/>
                <a:ext cx="433" cy="732"/>
              </a:xfrm>
              <a:custGeom>
                <a:avLst/>
                <a:gdLst>
                  <a:gd name="T0" fmla="*/ 24 w 433"/>
                  <a:gd name="T1" fmla="*/ 0 h 732"/>
                  <a:gd name="T2" fmla="*/ 4 w 433"/>
                  <a:gd name="T3" fmla="*/ 32 h 732"/>
                  <a:gd name="T4" fmla="*/ 0 w 433"/>
                  <a:gd name="T5" fmla="*/ 105 h 732"/>
                  <a:gd name="T6" fmla="*/ 7 w 433"/>
                  <a:gd name="T7" fmla="*/ 179 h 732"/>
                  <a:gd name="T8" fmla="*/ 22 w 433"/>
                  <a:gd name="T9" fmla="*/ 221 h 732"/>
                  <a:gd name="T10" fmla="*/ 43 w 433"/>
                  <a:gd name="T11" fmla="*/ 237 h 732"/>
                  <a:gd name="T12" fmla="*/ 85 w 433"/>
                  <a:gd name="T13" fmla="*/ 245 h 732"/>
                  <a:gd name="T14" fmla="*/ 171 w 433"/>
                  <a:gd name="T15" fmla="*/ 239 h 732"/>
                  <a:gd name="T16" fmla="*/ 213 w 433"/>
                  <a:gd name="T17" fmla="*/ 228 h 732"/>
                  <a:gd name="T18" fmla="*/ 240 w 433"/>
                  <a:gd name="T19" fmla="*/ 200 h 732"/>
                  <a:gd name="T20" fmla="*/ 250 w 433"/>
                  <a:gd name="T21" fmla="*/ 165 h 732"/>
                  <a:gd name="T22" fmla="*/ 244 w 433"/>
                  <a:gd name="T23" fmla="*/ 131 h 732"/>
                  <a:gd name="T24" fmla="*/ 223 w 433"/>
                  <a:gd name="T25" fmla="*/ 101 h 732"/>
                  <a:gd name="T26" fmla="*/ 196 w 433"/>
                  <a:gd name="T27" fmla="*/ 87 h 732"/>
                  <a:gd name="T28" fmla="*/ 160 w 433"/>
                  <a:gd name="T29" fmla="*/ 90 h 732"/>
                  <a:gd name="T30" fmla="*/ 135 w 433"/>
                  <a:gd name="T31" fmla="*/ 110 h 732"/>
                  <a:gd name="T32" fmla="*/ 114 w 433"/>
                  <a:gd name="T33" fmla="*/ 146 h 732"/>
                  <a:gd name="T34" fmla="*/ 100 w 433"/>
                  <a:gd name="T35" fmla="*/ 180 h 732"/>
                  <a:gd name="T36" fmla="*/ 91 w 433"/>
                  <a:gd name="T37" fmla="*/ 249 h 732"/>
                  <a:gd name="T38" fmla="*/ 88 w 433"/>
                  <a:gd name="T39" fmla="*/ 342 h 732"/>
                  <a:gd name="T40" fmla="*/ 93 w 433"/>
                  <a:gd name="T41" fmla="*/ 402 h 732"/>
                  <a:gd name="T42" fmla="*/ 106 w 433"/>
                  <a:gd name="T43" fmla="*/ 434 h 732"/>
                  <a:gd name="T44" fmla="*/ 135 w 433"/>
                  <a:gd name="T45" fmla="*/ 456 h 732"/>
                  <a:gd name="T46" fmla="*/ 165 w 433"/>
                  <a:gd name="T47" fmla="*/ 467 h 732"/>
                  <a:gd name="T48" fmla="*/ 201 w 433"/>
                  <a:gd name="T49" fmla="*/ 470 h 732"/>
                  <a:gd name="T50" fmla="*/ 252 w 433"/>
                  <a:gd name="T51" fmla="*/ 465 h 732"/>
                  <a:gd name="T52" fmla="*/ 289 w 433"/>
                  <a:gd name="T53" fmla="*/ 455 h 732"/>
                  <a:gd name="T54" fmla="*/ 319 w 433"/>
                  <a:gd name="T55" fmla="*/ 428 h 732"/>
                  <a:gd name="T56" fmla="*/ 328 w 433"/>
                  <a:gd name="T57" fmla="*/ 396 h 732"/>
                  <a:gd name="T58" fmla="*/ 325 w 433"/>
                  <a:gd name="T59" fmla="*/ 362 h 732"/>
                  <a:gd name="T60" fmla="*/ 312 w 433"/>
                  <a:gd name="T61" fmla="*/ 336 h 732"/>
                  <a:gd name="T62" fmla="*/ 282 w 433"/>
                  <a:gd name="T63" fmla="*/ 317 h 732"/>
                  <a:gd name="T64" fmla="*/ 253 w 433"/>
                  <a:gd name="T65" fmla="*/ 314 h 732"/>
                  <a:gd name="T66" fmla="*/ 220 w 433"/>
                  <a:gd name="T67" fmla="*/ 326 h 732"/>
                  <a:gd name="T68" fmla="*/ 198 w 433"/>
                  <a:gd name="T69" fmla="*/ 353 h 732"/>
                  <a:gd name="T70" fmla="*/ 190 w 433"/>
                  <a:gd name="T71" fmla="*/ 405 h 732"/>
                  <a:gd name="T72" fmla="*/ 186 w 433"/>
                  <a:gd name="T73" fmla="*/ 450 h 732"/>
                  <a:gd name="T74" fmla="*/ 187 w 433"/>
                  <a:gd name="T75" fmla="*/ 531 h 732"/>
                  <a:gd name="T76" fmla="*/ 198 w 433"/>
                  <a:gd name="T77" fmla="*/ 587 h 732"/>
                  <a:gd name="T78" fmla="*/ 231 w 433"/>
                  <a:gd name="T79" fmla="*/ 620 h 732"/>
                  <a:gd name="T80" fmla="*/ 286 w 433"/>
                  <a:gd name="T81" fmla="*/ 632 h 732"/>
                  <a:gd name="T82" fmla="*/ 351 w 433"/>
                  <a:gd name="T83" fmla="*/ 627 h 732"/>
                  <a:gd name="T84" fmla="*/ 390 w 433"/>
                  <a:gd name="T85" fmla="*/ 615 h 732"/>
                  <a:gd name="T86" fmla="*/ 420 w 433"/>
                  <a:gd name="T87" fmla="*/ 590 h 732"/>
                  <a:gd name="T88" fmla="*/ 433 w 433"/>
                  <a:gd name="T89" fmla="*/ 557 h 732"/>
                  <a:gd name="T90" fmla="*/ 427 w 433"/>
                  <a:gd name="T91" fmla="*/ 516 h 732"/>
                  <a:gd name="T92" fmla="*/ 403 w 433"/>
                  <a:gd name="T93" fmla="*/ 485 h 732"/>
                  <a:gd name="T94" fmla="*/ 375 w 433"/>
                  <a:gd name="T95" fmla="*/ 473 h 732"/>
                  <a:gd name="T96" fmla="*/ 343 w 433"/>
                  <a:gd name="T97" fmla="*/ 476 h 732"/>
                  <a:gd name="T98" fmla="*/ 318 w 433"/>
                  <a:gd name="T99" fmla="*/ 491 h 732"/>
                  <a:gd name="T100" fmla="*/ 297 w 433"/>
                  <a:gd name="T101" fmla="*/ 530 h 732"/>
                  <a:gd name="T102" fmla="*/ 285 w 433"/>
                  <a:gd name="T103" fmla="*/ 579 h 732"/>
                  <a:gd name="T104" fmla="*/ 279 w 433"/>
                  <a:gd name="T105" fmla="*/ 669 h 732"/>
                  <a:gd name="T106" fmla="*/ 279 w 433"/>
                  <a:gd name="T107" fmla="*/ 732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433" h="732">
                    <a:moveTo>
                      <a:pt x="24" y="0"/>
                    </a:moveTo>
                    <a:lnTo>
                      <a:pt x="4" y="32"/>
                    </a:lnTo>
                    <a:lnTo>
                      <a:pt x="0" y="105"/>
                    </a:lnTo>
                    <a:lnTo>
                      <a:pt x="7" y="179"/>
                    </a:lnTo>
                    <a:lnTo>
                      <a:pt x="22" y="221"/>
                    </a:lnTo>
                    <a:lnTo>
                      <a:pt x="43" y="237"/>
                    </a:lnTo>
                    <a:lnTo>
                      <a:pt x="85" y="245"/>
                    </a:lnTo>
                    <a:lnTo>
                      <a:pt x="171" y="239"/>
                    </a:lnTo>
                    <a:lnTo>
                      <a:pt x="213" y="228"/>
                    </a:lnTo>
                    <a:lnTo>
                      <a:pt x="240" y="200"/>
                    </a:lnTo>
                    <a:lnTo>
                      <a:pt x="250" y="165"/>
                    </a:lnTo>
                    <a:lnTo>
                      <a:pt x="244" y="131"/>
                    </a:lnTo>
                    <a:lnTo>
                      <a:pt x="223" y="101"/>
                    </a:lnTo>
                    <a:lnTo>
                      <a:pt x="196" y="87"/>
                    </a:lnTo>
                    <a:lnTo>
                      <a:pt x="160" y="90"/>
                    </a:lnTo>
                    <a:lnTo>
                      <a:pt x="135" y="110"/>
                    </a:lnTo>
                    <a:lnTo>
                      <a:pt x="114" y="146"/>
                    </a:lnTo>
                    <a:lnTo>
                      <a:pt x="100" y="180"/>
                    </a:lnTo>
                    <a:lnTo>
                      <a:pt x="91" y="249"/>
                    </a:lnTo>
                    <a:lnTo>
                      <a:pt x="88" y="342"/>
                    </a:lnTo>
                    <a:lnTo>
                      <a:pt x="93" y="402"/>
                    </a:lnTo>
                    <a:lnTo>
                      <a:pt x="106" y="434"/>
                    </a:lnTo>
                    <a:lnTo>
                      <a:pt x="135" y="456"/>
                    </a:lnTo>
                    <a:lnTo>
                      <a:pt x="165" y="467"/>
                    </a:lnTo>
                    <a:lnTo>
                      <a:pt x="201" y="470"/>
                    </a:lnTo>
                    <a:lnTo>
                      <a:pt x="252" y="465"/>
                    </a:lnTo>
                    <a:lnTo>
                      <a:pt x="289" y="455"/>
                    </a:lnTo>
                    <a:lnTo>
                      <a:pt x="319" y="428"/>
                    </a:lnTo>
                    <a:lnTo>
                      <a:pt x="328" y="396"/>
                    </a:lnTo>
                    <a:lnTo>
                      <a:pt x="325" y="362"/>
                    </a:lnTo>
                    <a:lnTo>
                      <a:pt x="312" y="336"/>
                    </a:lnTo>
                    <a:lnTo>
                      <a:pt x="282" y="317"/>
                    </a:lnTo>
                    <a:lnTo>
                      <a:pt x="253" y="314"/>
                    </a:lnTo>
                    <a:lnTo>
                      <a:pt x="220" y="326"/>
                    </a:lnTo>
                    <a:lnTo>
                      <a:pt x="198" y="353"/>
                    </a:lnTo>
                    <a:lnTo>
                      <a:pt x="190" y="405"/>
                    </a:lnTo>
                    <a:lnTo>
                      <a:pt x="186" y="450"/>
                    </a:lnTo>
                    <a:lnTo>
                      <a:pt x="187" y="531"/>
                    </a:lnTo>
                    <a:lnTo>
                      <a:pt x="198" y="587"/>
                    </a:lnTo>
                    <a:lnTo>
                      <a:pt x="231" y="620"/>
                    </a:lnTo>
                    <a:lnTo>
                      <a:pt x="286" y="632"/>
                    </a:lnTo>
                    <a:lnTo>
                      <a:pt x="351" y="627"/>
                    </a:lnTo>
                    <a:lnTo>
                      <a:pt x="390" y="615"/>
                    </a:lnTo>
                    <a:lnTo>
                      <a:pt x="420" y="590"/>
                    </a:lnTo>
                    <a:lnTo>
                      <a:pt x="433" y="557"/>
                    </a:lnTo>
                    <a:lnTo>
                      <a:pt x="427" y="516"/>
                    </a:lnTo>
                    <a:lnTo>
                      <a:pt x="403" y="485"/>
                    </a:lnTo>
                    <a:lnTo>
                      <a:pt x="375" y="473"/>
                    </a:lnTo>
                    <a:lnTo>
                      <a:pt x="343" y="476"/>
                    </a:lnTo>
                    <a:lnTo>
                      <a:pt x="318" y="491"/>
                    </a:lnTo>
                    <a:lnTo>
                      <a:pt x="297" y="530"/>
                    </a:lnTo>
                    <a:lnTo>
                      <a:pt x="285" y="579"/>
                    </a:lnTo>
                    <a:lnTo>
                      <a:pt x="279" y="669"/>
                    </a:lnTo>
                    <a:lnTo>
                      <a:pt x="279" y="732"/>
                    </a:lnTo>
                  </a:path>
                </a:pathLst>
              </a:custGeom>
              <a:noFill/>
              <a:ln w="28575"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817179" name="Freeform 27"/>
              <p:cNvSpPr>
                <a:spLocks/>
              </p:cNvSpPr>
              <p:nvPr/>
            </p:nvSpPr>
            <p:spPr bwMode="auto">
              <a:xfrm>
                <a:off x="3147" y="2865"/>
                <a:ext cx="255" cy="294"/>
              </a:xfrm>
              <a:custGeom>
                <a:avLst/>
                <a:gdLst>
                  <a:gd name="T0" fmla="*/ 0 w 255"/>
                  <a:gd name="T1" fmla="*/ 54 h 294"/>
                  <a:gd name="T2" fmla="*/ 5 w 255"/>
                  <a:gd name="T3" fmla="*/ 104 h 294"/>
                  <a:gd name="T4" fmla="*/ 21 w 255"/>
                  <a:gd name="T5" fmla="*/ 146 h 294"/>
                  <a:gd name="T6" fmla="*/ 54 w 255"/>
                  <a:gd name="T7" fmla="*/ 165 h 294"/>
                  <a:gd name="T8" fmla="*/ 110 w 255"/>
                  <a:gd name="T9" fmla="*/ 162 h 294"/>
                  <a:gd name="T10" fmla="*/ 171 w 255"/>
                  <a:gd name="T11" fmla="*/ 150 h 294"/>
                  <a:gd name="T12" fmla="*/ 207 w 255"/>
                  <a:gd name="T13" fmla="*/ 126 h 294"/>
                  <a:gd name="T14" fmla="*/ 227 w 255"/>
                  <a:gd name="T15" fmla="*/ 90 h 294"/>
                  <a:gd name="T16" fmla="*/ 222 w 255"/>
                  <a:gd name="T17" fmla="*/ 54 h 294"/>
                  <a:gd name="T18" fmla="*/ 209 w 255"/>
                  <a:gd name="T19" fmla="*/ 26 h 294"/>
                  <a:gd name="T20" fmla="*/ 182 w 255"/>
                  <a:gd name="T21" fmla="*/ 5 h 294"/>
                  <a:gd name="T22" fmla="*/ 156 w 255"/>
                  <a:gd name="T23" fmla="*/ 0 h 294"/>
                  <a:gd name="T24" fmla="*/ 129 w 255"/>
                  <a:gd name="T25" fmla="*/ 8 h 294"/>
                  <a:gd name="T26" fmla="*/ 105 w 255"/>
                  <a:gd name="T27" fmla="*/ 32 h 294"/>
                  <a:gd name="T28" fmla="*/ 89 w 255"/>
                  <a:gd name="T29" fmla="*/ 71 h 294"/>
                  <a:gd name="T30" fmla="*/ 75 w 255"/>
                  <a:gd name="T31" fmla="*/ 135 h 294"/>
                  <a:gd name="T32" fmla="*/ 74 w 255"/>
                  <a:gd name="T33" fmla="*/ 200 h 294"/>
                  <a:gd name="T34" fmla="*/ 74 w 255"/>
                  <a:gd name="T35" fmla="*/ 252 h 294"/>
                  <a:gd name="T36" fmla="*/ 83 w 255"/>
                  <a:gd name="T37" fmla="*/ 272 h 294"/>
                  <a:gd name="T38" fmla="*/ 105 w 255"/>
                  <a:gd name="T39" fmla="*/ 287 h 294"/>
                  <a:gd name="T40" fmla="*/ 138 w 255"/>
                  <a:gd name="T41" fmla="*/ 294 h 294"/>
                  <a:gd name="T42" fmla="*/ 194 w 255"/>
                  <a:gd name="T43" fmla="*/ 291 h 294"/>
                  <a:gd name="T44" fmla="*/ 234 w 255"/>
                  <a:gd name="T45" fmla="*/ 285 h 294"/>
                  <a:gd name="T46" fmla="*/ 255 w 255"/>
                  <a:gd name="T47" fmla="*/ 273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55" h="294">
                    <a:moveTo>
                      <a:pt x="0" y="54"/>
                    </a:moveTo>
                    <a:lnTo>
                      <a:pt x="5" y="104"/>
                    </a:lnTo>
                    <a:lnTo>
                      <a:pt x="21" y="146"/>
                    </a:lnTo>
                    <a:lnTo>
                      <a:pt x="54" y="165"/>
                    </a:lnTo>
                    <a:lnTo>
                      <a:pt x="110" y="162"/>
                    </a:lnTo>
                    <a:lnTo>
                      <a:pt x="171" y="150"/>
                    </a:lnTo>
                    <a:lnTo>
                      <a:pt x="207" y="126"/>
                    </a:lnTo>
                    <a:lnTo>
                      <a:pt x="227" y="90"/>
                    </a:lnTo>
                    <a:lnTo>
                      <a:pt x="222" y="54"/>
                    </a:lnTo>
                    <a:lnTo>
                      <a:pt x="209" y="26"/>
                    </a:lnTo>
                    <a:lnTo>
                      <a:pt x="182" y="5"/>
                    </a:lnTo>
                    <a:lnTo>
                      <a:pt x="156" y="0"/>
                    </a:lnTo>
                    <a:lnTo>
                      <a:pt x="129" y="8"/>
                    </a:lnTo>
                    <a:lnTo>
                      <a:pt x="105" y="32"/>
                    </a:lnTo>
                    <a:lnTo>
                      <a:pt x="89" y="71"/>
                    </a:lnTo>
                    <a:lnTo>
                      <a:pt x="75" y="135"/>
                    </a:lnTo>
                    <a:lnTo>
                      <a:pt x="74" y="200"/>
                    </a:lnTo>
                    <a:lnTo>
                      <a:pt x="74" y="252"/>
                    </a:lnTo>
                    <a:lnTo>
                      <a:pt x="83" y="272"/>
                    </a:lnTo>
                    <a:lnTo>
                      <a:pt x="105" y="287"/>
                    </a:lnTo>
                    <a:lnTo>
                      <a:pt x="138" y="294"/>
                    </a:lnTo>
                    <a:lnTo>
                      <a:pt x="194" y="291"/>
                    </a:lnTo>
                    <a:lnTo>
                      <a:pt x="234" y="285"/>
                    </a:lnTo>
                    <a:lnTo>
                      <a:pt x="255" y="273"/>
                    </a:lnTo>
                  </a:path>
                </a:pathLst>
              </a:custGeom>
              <a:noFill/>
              <a:ln w="28575"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pSp>
        <p:sp>
          <p:nvSpPr>
            <p:cNvPr id="817180" name="Oval 28"/>
            <p:cNvSpPr>
              <a:spLocks noChangeArrowheads="1"/>
            </p:cNvSpPr>
            <p:nvPr/>
          </p:nvSpPr>
          <p:spPr bwMode="auto">
            <a:xfrm>
              <a:off x="6369050" y="3127375"/>
              <a:ext cx="66675" cy="74613"/>
            </a:xfrm>
            <a:prstGeom prst="ellipse">
              <a:avLst/>
            </a:prstGeom>
            <a:solidFill>
              <a:schemeClr val="tx1"/>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817181" name="Oval 29"/>
            <p:cNvSpPr>
              <a:spLocks noChangeArrowheads="1"/>
            </p:cNvSpPr>
            <p:nvPr/>
          </p:nvSpPr>
          <p:spPr bwMode="auto">
            <a:xfrm>
              <a:off x="6932613" y="4179888"/>
              <a:ext cx="65087" cy="74612"/>
            </a:xfrm>
            <a:prstGeom prst="ellipse">
              <a:avLst/>
            </a:prstGeom>
            <a:solidFill>
              <a:schemeClr val="tx2"/>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817182" name="Line 30"/>
            <p:cNvSpPr>
              <a:spLocks noChangeShapeType="1"/>
            </p:cNvSpPr>
            <p:nvPr/>
          </p:nvSpPr>
          <p:spPr bwMode="auto">
            <a:xfrm rot="5400000" flipV="1">
              <a:off x="6650832" y="3445669"/>
              <a:ext cx="465137" cy="238125"/>
            </a:xfrm>
            <a:prstGeom prst="line">
              <a:avLst/>
            </a:prstGeom>
            <a:noFill/>
            <a:ln w="28575">
              <a:solidFill>
                <a:schemeClr val="tx1"/>
              </a:solidFill>
              <a:round/>
              <a:headEnd type="triangle"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817183" name="Line 31"/>
            <p:cNvSpPr>
              <a:spLocks noChangeShapeType="1"/>
            </p:cNvSpPr>
            <p:nvPr/>
          </p:nvSpPr>
          <p:spPr bwMode="auto">
            <a:xfrm rot="5400000" flipV="1">
              <a:off x="6763544" y="4121944"/>
              <a:ext cx="404813" cy="21272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817184" name="Rectangle 32"/>
            <p:cNvSpPr>
              <a:spLocks noChangeArrowheads="1"/>
            </p:cNvSpPr>
            <p:nvPr/>
          </p:nvSpPr>
          <p:spPr bwMode="auto">
            <a:xfrm>
              <a:off x="5943600" y="3054350"/>
              <a:ext cx="365125" cy="401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lnSpc>
                  <a:spcPct val="100000"/>
                </a:lnSpc>
                <a:spcBef>
                  <a:spcPct val="0"/>
                </a:spcBef>
                <a:buClrTx/>
                <a:buSzTx/>
                <a:buFontTx/>
                <a:buNone/>
              </a:pPr>
              <a:r>
                <a:rPr lang="en-US" altLang="en-US" sz="2000" b="0" i="0">
                  <a:latin typeface="FuturaA Md BT" pitchFamily="34" charset="0"/>
                </a:rPr>
                <a:t>a2</a:t>
              </a:r>
            </a:p>
          </p:txBody>
        </p:sp>
        <p:sp>
          <p:nvSpPr>
            <p:cNvPr id="817185" name="Rectangle 33"/>
            <p:cNvSpPr>
              <a:spLocks noChangeArrowheads="1"/>
            </p:cNvSpPr>
            <p:nvPr/>
          </p:nvSpPr>
          <p:spPr bwMode="auto">
            <a:xfrm>
              <a:off x="6605588" y="4130675"/>
              <a:ext cx="327025" cy="401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lnSpc>
                  <a:spcPct val="100000"/>
                </a:lnSpc>
                <a:spcBef>
                  <a:spcPct val="0"/>
                </a:spcBef>
                <a:buClrTx/>
                <a:buSzTx/>
                <a:buFontTx/>
                <a:buNone/>
              </a:pPr>
              <a:r>
                <a:rPr lang="en-US" altLang="en-US" sz="2000" b="0" i="0">
                  <a:latin typeface="FuturaA Md BT" pitchFamily="34" charset="0"/>
                </a:rPr>
                <a:t>a1</a:t>
              </a:r>
            </a:p>
          </p:txBody>
        </p:sp>
      </p:grpSp>
      <p:grpSp>
        <p:nvGrpSpPr>
          <p:cNvPr id="3" name="Group 2"/>
          <p:cNvGrpSpPr/>
          <p:nvPr/>
        </p:nvGrpSpPr>
        <p:grpSpPr>
          <a:xfrm>
            <a:off x="1162050" y="2236788"/>
            <a:ext cx="3956050" cy="3821112"/>
            <a:chOff x="1162050" y="2236788"/>
            <a:chExt cx="3956050" cy="3821112"/>
          </a:xfrm>
        </p:grpSpPr>
        <p:sp>
          <p:nvSpPr>
            <p:cNvPr id="817157" name="Line 5"/>
            <p:cNvSpPr>
              <a:spLocks noChangeShapeType="1"/>
            </p:cNvSpPr>
            <p:nvPr/>
          </p:nvSpPr>
          <p:spPr bwMode="auto">
            <a:xfrm rot="5400000" flipV="1">
              <a:off x="2890838" y="3228975"/>
              <a:ext cx="820737" cy="423863"/>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817158" name="Line 6"/>
            <p:cNvSpPr>
              <a:spLocks noChangeShapeType="1"/>
            </p:cNvSpPr>
            <p:nvPr/>
          </p:nvSpPr>
          <p:spPr bwMode="auto">
            <a:xfrm rot="16200000" flipH="1" flipV="1">
              <a:off x="1216819" y="3637757"/>
              <a:ext cx="2470150" cy="127476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817159" name="Line 7"/>
            <p:cNvSpPr>
              <a:spLocks noChangeShapeType="1"/>
            </p:cNvSpPr>
            <p:nvPr/>
          </p:nvSpPr>
          <p:spPr bwMode="auto">
            <a:xfrm rot="16200000" flipH="1" flipV="1">
              <a:off x="3093244" y="4217194"/>
              <a:ext cx="4762" cy="254635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817160" name="Line 8"/>
            <p:cNvSpPr>
              <a:spLocks noChangeShapeType="1"/>
            </p:cNvSpPr>
            <p:nvPr/>
          </p:nvSpPr>
          <p:spPr bwMode="auto">
            <a:xfrm>
              <a:off x="3094038" y="2581275"/>
              <a:ext cx="0" cy="47307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817161" name="Line 9"/>
            <p:cNvSpPr>
              <a:spLocks noChangeShapeType="1"/>
            </p:cNvSpPr>
            <p:nvPr/>
          </p:nvSpPr>
          <p:spPr bwMode="auto">
            <a:xfrm>
              <a:off x="4337050" y="5478463"/>
              <a:ext cx="444500" cy="30956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817162" name="Line 10"/>
            <p:cNvSpPr>
              <a:spLocks noChangeShapeType="1"/>
            </p:cNvSpPr>
            <p:nvPr/>
          </p:nvSpPr>
          <p:spPr bwMode="auto">
            <a:xfrm flipH="1">
              <a:off x="1390650" y="5478463"/>
              <a:ext cx="444500" cy="28257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817164" name="Rectangle 12"/>
            <p:cNvSpPr>
              <a:spLocks noChangeArrowheads="1"/>
            </p:cNvSpPr>
            <p:nvPr/>
          </p:nvSpPr>
          <p:spPr bwMode="auto">
            <a:xfrm>
              <a:off x="3022600" y="2236788"/>
              <a:ext cx="288925" cy="4016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lnSpc>
                  <a:spcPct val="100000"/>
                </a:lnSpc>
                <a:spcBef>
                  <a:spcPct val="0"/>
                </a:spcBef>
                <a:buClrTx/>
                <a:buSzTx/>
                <a:buFontTx/>
                <a:buNone/>
              </a:pPr>
              <a:r>
                <a:rPr lang="en-US" altLang="en-US" sz="2000" b="0" i="0">
                  <a:latin typeface="FuturaA Md BT" pitchFamily="34" charset="0"/>
                </a:rPr>
                <a:t>A</a:t>
              </a:r>
              <a:endParaRPr lang="en-US" altLang="en-US" sz="2000" b="0" i="0">
                <a:solidFill>
                  <a:schemeClr val="tx2"/>
                </a:solidFill>
                <a:latin typeface="FuturaA Md BT" pitchFamily="34" charset="0"/>
              </a:endParaRPr>
            </a:p>
          </p:txBody>
        </p:sp>
        <p:sp>
          <p:nvSpPr>
            <p:cNvPr id="817165" name="Rectangle 13"/>
            <p:cNvSpPr>
              <a:spLocks noChangeArrowheads="1"/>
            </p:cNvSpPr>
            <p:nvPr/>
          </p:nvSpPr>
          <p:spPr bwMode="auto">
            <a:xfrm>
              <a:off x="1162050" y="5656263"/>
              <a:ext cx="288925" cy="4016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lnSpc>
                  <a:spcPct val="100000"/>
                </a:lnSpc>
                <a:spcBef>
                  <a:spcPct val="0"/>
                </a:spcBef>
                <a:buClrTx/>
                <a:buSzTx/>
                <a:buFontTx/>
                <a:buNone/>
              </a:pPr>
              <a:r>
                <a:rPr lang="en-US" altLang="en-US" sz="2000" b="0" i="0">
                  <a:latin typeface="FuturaA Md BT" pitchFamily="34" charset="0"/>
                </a:rPr>
                <a:t>C</a:t>
              </a:r>
            </a:p>
          </p:txBody>
        </p:sp>
        <p:sp>
          <p:nvSpPr>
            <p:cNvPr id="817166" name="Rectangle 14"/>
            <p:cNvSpPr>
              <a:spLocks noChangeArrowheads="1"/>
            </p:cNvSpPr>
            <p:nvPr/>
          </p:nvSpPr>
          <p:spPr bwMode="auto">
            <a:xfrm>
              <a:off x="4829175" y="5641975"/>
              <a:ext cx="288925" cy="401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lnSpc>
                  <a:spcPct val="100000"/>
                </a:lnSpc>
                <a:spcBef>
                  <a:spcPct val="0"/>
                </a:spcBef>
                <a:buClrTx/>
                <a:buSzTx/>
                <a:buFontTx/>
                <a:buNone/>
              </a:pPr>
              <a:r>
                <a:rPr lang="en-US" altLang="en-US" sz="2000" b="0" i="0">
                  <a:latin typeface="FuturaA Md BT" pitchFamily="34" charset="0"/>
                </a:rPr>
                <a:t>B</a:t>
              </a:r>
            </a:p>
          </p:txBody>
        </p:sp>
        <p:grpSp>
          <p:nvGrpSpPr>
            <p:cNvPr id="817170" name="Group 18"/>
            <p:cNvGrpSpPr>
              <a:grpSpLocks/>
            </p:cNvGrpSpPr>
            <p:nvPr/>
          </p:nvGrpSpPr>
          <p:grpSpPr bwMode="auto">
            <a:xfrm>
              <a:off x="3487738" y="3846513"/>
              <a:ext cx="488950" cy="896937"/>
              <a:chOff x="2870" y="2202"/>
              <a:chExt cx="532" cy="957"/>
            </a:xfrm>
          </p:grpSpPr>
          <p:sp>
            <p:nvSpPr>
              <p:cNvPr id="817171" name="Freeform 19"/>
              <p:cNvSpPr>
                <a:spLocks/>
              </p:cNvSpPr>
              <p:nvPr/>
            </p:nvSpPr>
            <p:spPr bwMode="auto">
              <a:xfrm>
                <a:off x="2870" y="2202"/>
                <a:ext cx="433" cy="732"/>
              </a:xfrm>
              <a:custGeom>
                <a:avLst/>
                <a:gdLst>
                  <a:gd name="T0" fmla="*/ 24 w 433"/>
                  <a:gd name="T1" fmla="*/ 0 h 732"/>
                  <a:gd name="T2" fmla="*/ 4 w 433"/>
                  <a:gd name="T3" fmla="*/ 32 h 732"/>
                  <a:gd name="T4" fmla="*/ 0 w 433"/>
                  <a:gd name="T5" fmla="*/ 105 h 732"/>
                  <a:gd name="T6" fmla="*/ 7 w 433"/>
                  <a:gd name="T7" fmla="*/ 179 h 732"/>
                  <a:gd name="T8" fmla="*/ 22 w 433"/>
                  <a:gd name="T9" fmla="*/ 221 h 732"/>
                  <a:gd name="T10" fmla="*/ 43 w 433"/>
                  <a:gd name="T11" fmla="*/ 237 h 732"/>
                  <a:gd name="T12" fmla="*/ 85 w 433"/>
                  <a:gd name="T13" fmla="*/ 245 h 732"/>
                  <a:gd name="T14" fmla="*/ 171 w 433"/>
                  <a:gd name="T15" fmla="*/ 239 h 732"/>
                  <a:gd name="T16" fmla="*/ 213 w 433"/>
                  <a:gd name="T17" fmla="*/ 228 h 732"/>
                  <a:gd name="T18" fmla="*/ 240 w 433"/>
                  <a:gd name="T19" fmla="*/ 200 h 732"/>
                  <a:gd name="T20" fmla="*/ 250 w 433"/>
                  <a:gd name="T21" fmla="*/ 165 h 732"/>
                  <a:gd name="T22" fmla="*/ 244 w 433"/>
                  <a:gd name="T23" fmla="*/ 131 h 732"/>
                  <a:gd name="T24" fmla="*/ 223 w 433"/>
                  <a:gd name="T25" fmla="*/ 101 h 732"/>
                  <a:gd name="T26" fmla="*/ 196 w 433"/>
                  <a:gd name="T27" fmla="*/ 87 h 732"/>
                  <a:gd name="T28" fmla="*/ 160 w 433"/>
                  <a:gd name="T29" fmla="*/ 90 h 732"/>
                  <a:gd name="T30" fmla="*/ 135 w 433"/>
                  <a:gd name="T31" fmla="*/ 110 h 732"/>
                  <a:gd name="T32" fmla="*/ 114 w 433"/>
                  <a:gd name="T33" fmla="*/ 146 h 732"/>
                  <a:gd name="T34" fmla="*/ 100 w 433"/>
                  <a:gd name="T35" fmla="*/ 180 h 732"/>
                  <a:gd name="T36" fmla="*/ 91 w 433"/>
                  <a:gd name="T37" fmla="*/ 249 h 732"/>
                  <a:gd name="T38" fmla="*/ 88 w 433"/>
                  <a:gd name="T39" fmla="*/ 342 h 732"/>
                  <a:gd name="T40" fmla="*/ 93 w 433"/>
                  <a:gd name="T41" fmla="*/ 402 h 732"/>
                  <a:gd name="T42" fmla="*/ 106 w 433"/>
                  <a:gd name="T43" fmla="*/ 434 h 732"/>
                  <a:gd name="T44" fmla="*/ 135 w 433"/>
                  <a:gd name="T45" fmla="*/ 456 h 732"/>
                  <a:gd name="T46" fmla="*/ 165 w 433"/>
                  <a:gd name="T47" fmla="*/ 467 h 732"/>
                  <a:gd name="T48" fmla="*/ 201 w 433"/>
                  <a:gd name="T49" fmla="*/ 470 h 732"/>
                  <a:gd name="T50" fmla="*/ 252 w 433"/>
                  <a:gd name="T51" fmla="*/ 465 h 732"/>
                  <a:gd name="T52" fmla="*/ 289 w 433"/>
                  <a:gd name="T53" fmla="*/ 455 h 732"/>
                  <a:gd name="T54" fmla="*/ 319 w 433"/>
                  <a:gd name="T55" fmla="*/ 428 h 732"/>
                  <a:gd name="T56" fmla="*/ 328 w 433"/>
                  <a:gd name="T57" fmla="*/ 396 h 732"/>
                  <a:gd name="T58" fmla="*/ 325 w 433"/>
                  <a:gd name="T59" fmla="*/ 362 h 732"/>
                  <a:gd name="T60" fmla="*/ 312 w 433"/>
                  <a:gd name="T61" fmla="*/ 336 h 732"/>
                  <a:gd name="T62" fmla="*/ 282 w 433"/>
                  <a:gd name="T63" fmla="*/ 317 h 732"/>
                  <a:gd name="T64" fmla="*/ 253 w 433"/>
                  <a:gd name="T65" fmla="*/ 314 h 732"/>
                  <a:gd name="T66" fmla="*/ 220 w 433"/>
                  <a:gd name="T67" fmla="*/ 326 h 732"/>
                  <a:gd name="T68" fmla="*/ 198 w 433"/>
                  <a:gd name="T69" fmla="*/ 353 h 732"/>
                  <a:gd name="T70" fmla="*/ 190 w 433"/>
                  <a:gd name="T71" fmla="*/ 405 h 732"/>
                  <a:gd name="T72" fmla="*/ 186 w 433"/>
                  <a:gd name="T73" fmla="*/ 450 h 732"/>
                  <a:gd name="T74" fmla="*/ 187 w 433"/>
                  <a:gd name="T75" fmla="*/ 531 h 732"/>
                  <a:gd name="T76" fmla="*/ 198 w 433"/>
                  <a:gd name="T77" fmla="*/ 587 h 732"/>
                  <a:gd name="T78" fmla="*/ 231 w 433"/>
                  <a:gd name="T79" fmla="*/ 620 h 732"/>
                  <a:gd name="T80" fmla="*/ 286 w 433"/>
                  <a:gd name="T81" fmla="*/ 632 h 732"/>
                  <a:gd name="T82" fmla="*/ 351 w 433"/>
                  <a:gd name="T83" fmla="*/ 627 h 732"/>
                  <a:gd name="T84" fmla="*/ 390 w 433"/>
                  <a:gd name="T85" fmla="*/ 615 h 732"/>
                  <a:gd name="T86" fmla="*/ 420 w 433"/>
                  <a:gd name="T87" fmla="*/ 590 h 732"/>
                  <a:gd name="T88" fmla="*/ 433 w 433"/>
                  <a:gd name="T89" fmla="*/ 557 h 732"/>
                  <a:gd name="T90" fmla="*/ 427 w 433"/>
                  <a:gd name="T91" fmla="*/ 516 h 732"/>
                  <a:gd name="T92" fmla="*/ 403 w 433"/>
                  <a:gd name="T93" fmla="*/ 485 h 732"/>
                  <a:gd name="T94" fmla="*/ 375 w 433"/>
                  <a:gd name="T95" fmla="*/ 473 h 732"/>
                  <a:gd name="T96" fmla="*/ 343 w 433"/>
                  <a:gd name="T97" fmla="*/ 476 h 732"/>
                  <a:gd name="T98" fmla="*/ 318 w 433"/>
                  <a:gd name="T99" fmla="*/ 491 h 732"/>
                  <a:gd name="T100" fmla="*/ 297 w 433"/>
                  <a:gd name="T101" fmla="*/ 530 h 732"/>
                  <a:gd name="T102" fmla="*/ 285 w 433"/>
                  <a:gd name="T103" fmla="*/ 579 h 732"/>
                  <a:gd name="T104" fmla="*/ 279 w 433"/>
                  <a:gd name="T105" fmla="*/ 669 h 732"/>
                  <a:gd name="T106" fmla="*/ 279 w 433"/>
                  <a:gd name="T107" fmla="*/ 732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433" h="732">
                    <a:moveTo>
                      <a:pt x="24" y="0"/>
                    </a:moveTo>
                    <a:lnTo>
                      <a:pt x="4" y="32"/>
                    </a:lnTo>
                    <a:lnTo>
                      <a:pt x="0" y="105"/>
                    </a:lnTo>
                    <a:lnTo>
                      <a:pt x="7" y="179"/>
                    </a:lnTo>
                    <a:lnTo>
                      <a:pt x="22" y="221"/>
                    </a:lnTo>
                    <a:lnTo>
                      <a:pt x="43" y="237"/>
                    </a:lnTo>
                    <a:lnTo>
                      <a:pt x="85" y="245"/>
                    </a:lnTo>
                    <a:lnTo>
                      <a:pt x="171" y="239"/>
                    </a:lnTo>
                    <a:lnTo>
                      <a:pt x="213" y="228"/>
                    </a:lnTo>
                    <a:lnTo>
                      <a:pt x="240" y="200"/>
                    </a:lnTo>
                    <a:lnTo>
                      <a:pt x="250" y="165"/>
                    </a:lnTo>
                    <a:lnTo>
                      <a:pt x="244" y="131"/>
                    </a:lnTo>
                    <a:lnTo>
                      <a:pt x="223" y="101"/>
                    </a:lnTo>
                    <a:lnTo>
                      <a:pt x="196" y="87"/>
                    </a:lnTo>
                    <a:lnTo>
                      <a:pt x="160" y="90"/>
                    </a:lnTo>
                    <a:lnTo>
                      <a:pt x="135" y="110"/>
                    </a:lnTo>
                    <a:lnTo>
                      <a:pt x="114" y="146"/>
                    </a:lnTo>
                    <a:lnTo>
                      <a:pt x="100" y="180"/>
                    </a:lnTo>
                    <a:lnTo>
                      <a:pt x="91" y="249"/>
                    </a:lnTo>
                    <a:lnTo>
                      <a:pt x="88" y="342"/>
                    </a:lnTo>
                    <a:lnTo>
                      <a:pt x="93" y="402"/>
                    </a:lnTo>
                    <a:lnTo>
                      <a:pt x="106" y="434"/>
                    </a:lnTo>
                    <a:lnTo>
                      <a:pt x="135" y="456"/>
                    </a:lnTo>
                    <a:lnTo>
                      <a:pt x="165" y="467"/>
                    </a:lnTo>
                    <a:lnTo>
                      <a:pt x="201" y="470"/>
                    </a:lnTo>
                    <a:lnTo>
                      <a:pt x="252" y="465"/>
                    </a:lnTo>
                    <a:lnTo>
                      <a:pt x="289" y="455"/>
                    </a:lnTo>
                    <a:lnTo>
                      <a:pt x="319" y="428"/>
                    </a:lnTo>
                    <a:lnTo>
                      <a:pt x="328" y="396"/>
                    </a:lnTo>
                    <a:lnTo>
                      <a:pt x="325" y="362"/>
                    </a:lnTo>
                    <a:lnTo>
                      <a:pt x="312" y="336"/>
                    </a:lnTo>
                    <a:lnTo>
                      <a:pt x="282" y="317"/>
                    </a:lnTo>
                    <a:lnTo>
                      <a:pt x="253" y="314"/>
                    </a:lnTo>
                    <a:lnTo>
                      <a:pt x="220" y="326"/>
                    </a:lnTo>
                    <a:lnTo>
                      <a:pt x="198" y="353"/>
                    </a:lnTo>
                    <a:lnTo>
                      <a:pt x="190" y="405"/>
                    </a:lnTo>
                    <a:lnTo>
                      <a:pt x="186" y="450"/>
                    </a:lnTo>
                    <a:lnTo>
                      <a:pt x="187" y="531"/>
                    </a:lnTo>
                    <a:lnTo>
                      <a:pt x="198" y="587"/>
                    </a:lnTo>
                    <a:lnTo>
                      <a:pt x="231" y="620"/>
                    </a:lnTo>
                    <a:lnTo>
                      <a:pt x="286" y="632"/>
                    </a:lnTo>
                    <a:lnTo>
                      <a:pt x="351" y="627"/>
                    </a:lnTo>
                    <a:lnTo>
                      <a:pt x="390" y="615"/>
                    </a:lnTo>
                    <a:lnTo>
                      <a:pt x="420" y="590"/>
                    </a:lnTo>
                    <a:lnTo>
                      <a:pt x="433" y="557"/>
                    </a:lnTo>
                    <a:lnTo>
                      <a:pt x="427" y="516"/>
                    </a:lnTo>
                    <a:lnTo>
                      <a:pt x="403" y="485"/>
                    </a:lnTo>
                    <a:lnTo>
                      <a:pt x="375" y="473"/>
                    </a:lnTo>
                    <a:lnTo>
                      <a:pt x="343" y="476"/>
                    </a:lnTo>
                    <a:lnTo>
                      <a:pt x="318" y="491"/>
                    </a:lnTo>
                    <a:lnTo>
                      <a:pt x="297" y="530"/>
                    </a:lnTo>
                    <a:lnTo>
                      <a:pt x="285" y="579"/>
                    </a:lnTo>
                    <a:lnTo>
                      <a:pt x="279" y="669"/>
                    </a:lnTo>
                    <a:lnTo>
                      <a:pt x="279" y="732"/>
                    </a:lnTo>
                  </a:path>
                </a:pathLst>
              </a:custGeom>
              <a:noFill/>
              <a:ln w="28575"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817172" name="Freeform 20"/>
              <p:cNvSpPr>
                <a:spLocks/>
              </p:cNvSpPr>
              <p:nvPr/>
            </p:nvSpPr>
            <p:spPr bwMode="auto">
              <a:xfrm>
                <a:off x="3147" y="2865"/>
                <a:ext cx="255" cy="294"/>
              </a:xfrm>
              <a:custGeom>
                <a:avLst/>
                <a:gdLst>
                  <a:gd name="T0" fmla="*/ 0 w 255"/>
                  <a:gd name="T1" fmla="*/ 54 h 294"/>
                  <a:gd name="T2" fmla="*/ 5 w 255"/>
                  <a:gd name="T3" fmla="*/ 104 h 294"/>
                  <a:gd name="T4" fmla="*/ 21 w 255"/>
                  <a:gd name="T5" fmla="*/ 146 h 294"/>
                  <a:gd name="T6" fmla="*/ 54 w 255"/>
                  <a:gd name="T7" fmla="*/ 165 h 294"/>
                  <a:gd name="T8" fmla="*/ 110 w 255"/>
                  <a:gd name="T9" fmla="*/ 162 h 294"/>
                  <a:gd name="T10" fmla="*/ 171 w 255"/>
                  <a:gd name="T11" fmla="*/ 150 h 294"/>
                  <a:gd name="T12" fmla="*/ 207 w 255"/>
                  <a:gd name="T13" fmla="*/ 126 h 294"/>
                  <a:gd name="T14" fmla="*/ 227 w 255"/>
                  <a:gd name="T15" fmla="*/ 90 h 294"/>
                  <a:gd name="T16" fmla="*/ 222 w 255"/>
                  <a:gd name="T17" fmla="*/ 54 h 294"/>
                  <a:gd name="T18" fmla="*/ 209 w 255"/>
                  <a:gd name="T19" fmla="*/ 26 h 294"/>
                  <a:gd name="T20" fmla="*/ 182 w 255"/>
                  <a:gd name="T21" fmla="*/ 5 h 294"/>
                  <a:gd name="T22" fmla="*/ 156 w 255"/>
                  <a:gd name="T23" fmla="*/ 0 h 294"/>
                  <a:gd name="T24" fmla="*/ 129 w 255"/>
                  <a:gd name="T25" fmla="*/ 8 h 294"/>
                  <a:gd name="T26" fmla="*/ 105 w 255"/>
                  <a:gd name="T27" fmla="*/ 32 h 294"/>
                  <a:gd name="T28" fmla="*/ 89 w 255"/>
                  <a:gd name="T29" fmla="*/ 71 h 294"/>
                  <a:gd name="T30" fmla="*/ 75 w 255"/>
                  <a:gd name="T31" fmla="*/ 135 h 294"/>
                  <a:gd name="T32" fmla="*/ 74 w 255"/>
                  <a:gd name="T33" fmla="*/ 200 h 294"/>
                  <a:gd name="T34" fmla="*/ 74 w 255"/>
                  <a:gd name="T35" fmla="*/ 252 h 294"/>
                  <a:gd name="T36" fmla="*/ 83 w 255"/>
                  <a:gd name="T37" fmla="*/ 272 h 294"/>
                  <a:gd name="T38" fmla="*/ 105 w 255"/>
                  <a:gd name="T39" fmla="*/ 287 h 294"/>
                  <a:gd name="T40" fmla="*/ 138 w 255"/>
                  <a:gd name="T41" fmla="*/ 294 h 294"/>
                  <a:gd name="T42" fmla="*/ 194 w 255"/>
                  <a:gd name="T43" fmla="*/ 291 h 294"/>
                  <a:gd name="T44" fmla="*/ 234 w 255"/>
                  <a:gd name="T45" fmla="*/ 285 h 294"/>
                  <a:gd name="T46" fmla="*/ 255 w 255"/>
                  <a:gd name="T47" fmla="*/ 273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55" h="294">
                    <a:moveTo>
                      <a:pt x="0" y="54"/>
                    </a:moveTo>
                    <a:lnTo>
                      <a:pt x="5" y="104"/>
                    </a:lnTo>
                    <a:lnTo>
                      <a:pt x="21" y="146"/>
                    </a:lnTo>
                    <a:lnTo>
                      <a:pt x="54" y="165"/>
                    </a:lnTo>
                    <a:lnTo>
                      <a:pt x="110" y="162"/>
                    </a:lnTo>
                    <a:lnTo>
                      <a:pt x="171" y="150"/>
                    </a:lnTo>
                    <a:lnTo>
                      <a:pt x="207" y="126"/>
                    </a:lnTo>
                    <a:lnTo>
                      <a:pt x="227" y="90"/>
                    </a:lnTo>
                    <a:lnTo>
                      <a:pt x="222" y="54"/>
                    </a:lnTo>
                    <a:lnTo>
                      <a:pt x="209" y="26"/>
                    </a:lnTo>
                    <a:lnTo>
                      <a:pt x="182" y="5"/>
                    </a:lnTo>
                    <a:lnTo>
                      <a:pt x="156" y="0"/>
                    </a:lnTo>
                    <a:lnTo>
                      <a:pt x="129" y="8"/>
                    </a:lnTo>
                    <a:lnTo>
                      <a:pt x="105" y="32"/>
                    </a:lnTo>
                    <a:lnTo>
                      <a:pt x="89" y="71"/>
                    </a:lnTo>
                    <a:lnTo>
                      <a:pt x="75" y="135"/>
                    </a:lnTo>
                    <a:lnTo>
                      <a:pt x="74" y="200"/>
                    </a:lnTo>
                    <a:lnTo>
                      <a:pt x="74" y="252"/>
                    </a:lnTo>
                    <a:lnTo>
                      <a:pt x="83" y="272"/>
                    </a:lnTo>
                    <a:lnTo>
                      <a:pt x="105" y="287"/>
                    </a:lnTo>
                    <a:lnTo>
                      <a:pt x="138" y="294"/>
                    </a:lnTo>
                    <a:lnTo>
                      <a:pt x="194" y="291"/>
                    </a:lnTo>
                    <a:lnTo>
                      <a:pt x="234" y="285"/>
                    </a:lnTo>
                    <a:lnTo>
                      <a:pt x="255" y="273"/>
                    </a:lnTo>
                  </a:path>
                </a:pathLst>
              </a:custGeom>
              <a:noFill/>
              <a:ln w="28575"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pSp>
        <p:sp>
          <p:nvSpPr>
            <p:cNvPr id="817173" name="Line 21"/>
            <p:cNvSpPr>
              <a:spLocks noChangeShapeType="1"/>
            </p:cNvSpPr>
            <p:nvPr/>
          </p:nvSpPr>
          <p:spPr bwMode="auto">
            <a:xfrm rot="5400000" flipV="1">
              <a:off x="3784601" y="4927600"/>
              <a:ext cx="766762" cy="395287"/>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817174" name="Oval 22"/>
            <p:cNvSpPr>
              <a:spLocks noChangeArrowheads="1"/>
            </p:cNvSpPr>
            <p:nvPr/>
          </p:nvSpPr>
          <p:spPr bwMode="auto">
            <a:xfrm>
              <a:off x="3359150" y="3579813"/>
              <a:ext cx="66675" cy="74612"/>
            </a:xfrm>
            <a:prstGeom prst="ellipse">
              <a:avLst/>
            </a:prstGeom>
            <a:solidFill>
              <a:schemeClr val="tx1"/>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817175" name="Oval 23"/>
            <p:cNvSpPr>
              <a:spLocks noChangeArrowheads="1"/>
            </p:cNvSpPr>
            <p:nvPr/>
          </p:nvSpPr>
          <p:spPr bwMode="auto">
            <a:xfrm>
              <a:off x="4057650" y="4941888"/>
              <a:ext cx="66675" cy="74612"/>
            </a:xfrm>
            <a:prstGeom prst="ellipse">
              <a:avLst/>
            </a:prstGeom>
            <a:solidFill>
              <a:schemeClr val="tx1"/>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817176" name="Line 24"/>
            <p:cNvSpPr>
              <a:spLocks noChangeShapeType="1"/>
            </p:cNvSpPr>
            <p:nvPr/>
          </p:nvSpPr>
          <p:spPr bwMode="auto">
            <a:xfrm rot="5400000" flipV="1">
              <a:off x="3665537" y="4010026"/>
              <a:ext cx="576263" cy="296862"/>
            </a:xfrm>
            <a:prstGeom prst="line">
              <a:avLst/>
            </a:prstGeom>
            <a:noFill/>
            <a:ln w="28575">
              <a:solidFill>
                <a:schemeClr val="tx1"/>
              </a:solidFill>
              <a:round/>
              <a:headEnd type="triangle"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817186" name="Rectangle 34"/>
            <p:cNvSpPr>
              <a:spLocks noChangeArrowheads="1"/>
            </p:cNvSpPr>
            <p:nvPr/>
          </p:nvSpPr>
          <p:spPr bwMode="auto">
            <a:xfrm>
              <a:off x="3471863" y="3362325"/>
              <a:ext cx="377825" cy="401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lnSpc>
                  <a:spcPct val="100000"/>
                </a:lnSpc>
                <a:spcBef>
                  <a:spcPct val="0"/>
                </a:spcBef>
                <a:buClrTx/>
                <a:buSzTx/>
                <a:buFontTx/>
                <a:buNone/>
              </a:pPr>
              <a:r>
                <a:rPr lang="en-US" altLang="en-US" sz="2000" b="0" i="0">
                  <a:latin typeface="FuturaA Md BT" pitchFamily="34" charset="0"/>
                </a:rPr>
                <a:t>A2</a:t>
              </a:r>
            </a:p>
          </p:txBody>
        </p:sp>
        <p:sp>
          <p:nvSpPr>
            <p:cNvPr id="817187" name="Rectangle 35"/>
            <p:cNvSpPr>
              <a:spLocks noChangeArrowheads="1"/>
            </p:cNvSpPr>
            <p:nvPr/>
          </p:nvSpPr>
          <p:spPr bwMode="auto">
            <a:xfrm>
              <a:off x="4151313" y="4733925"/>
              <a:ext cx="515937" cy="401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lnSpc>
                  <a:spcPct val="100000"/>
                </a:lnSpc>
                <a:spcBef>
                  <a:spcPct val="0"/>
                </a:spcBef>
                <a:buClrTx/>
                <a:buSzTx/>
                <a:buFontTx/>
                <a:buNone/>
              </a:pPr>
              <a:r>
                <a:rPr lang="en-US" altLang="en-US" sz="2000" b="0" i="0">
                  <a:latin typeface="FuturaA Md BT" pitchFamily="34" charset="0"/>
                </a:rPr>
                <a:t>A1</a:t>
              </a:r>
            </a:p>
          </p:txBody>
        </p:sp>
      </p:grpSp>
      <p:sp>
        <p:nvSpPr>
          <p:cNvPr id="817188" name="Rectangle 36"/>
          <p:cNvSpPr>
            <a:spLocks noGrp="1" noChangeArrowheads="1"/>
          </p:cNvSpPr>
          <p:nvPr>
            <p:ph type="title"/>
          </p:nvPr>
        </p:nvSpPr>
        <p:spPr>
          <a:xfrm>
            <a:off x="895350" y="133350"/>
            <a:ext cx="8077200" cy="488950"/>
          </a:xfrm>
          <a:noFill/>
          <a:ln/>
        </p:spPr>
        <p:txBody>
          <a:bodyPr/>
          <a:lstStyle/>
          <a:p>
            <a:r>
              <a:rPr lang="fr-FR" altLang="en-US" sz="3200" dirty="0"/>
              <a:t>Transformers Connections</a:t>
            </a:r>
          </a:p>
        </p:txBody>
      </p:sp>
    </p:spTree>
    <p:extLst>
      <p:ext uri="{BB962C8B-B14F-4D97-AF65-F5344CB8AC3E}">
        <p14:creationId xmlns:p14="http://schemas.microsoft.com/office/powerpoint/2010/main" val="246867679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17163"/>
                                        </p:tgtEl>
                                        <p:attrNameLst>
                                          <p:attrName>style.visibility</p:attrName>
                                        </p:attrNameLst>
                                      </p:cBhvr>
                                      <p:to>
                                        <p:strVal val="visible"/>
                                      </p:to>
                                    </p:set>
                                    <p:animEffect transition="in" filter="blinds(horizontal)">
                                      <p:cBhvr>
                                        <p:cTn id="7" dur="500"/>
                                        <p:tgtEl>
                                          <p:spTgt spid="81716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blinds(horizontal)">
                                      <p:cBhvr>
                                        <p:cTn id="1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7163"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0" name="Rectangle 10"/>
          <p:cNvSpPr>
            <a:spLocks noChangeArrowheads="1"/>
          </p:cNvSpPr>
          <p:nvPr/>
        </p:nvSpPr>
        <p:spPr bwMode="auto">
          <a:xfrm>
            <a:off x="955676" y="1015686"/>
            <a:ext cx="5338762" cy="854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0"/>
              </a:spcBef>
              <a:defRPr sz="2400">
                <a:solidFill>
                  <a:schemeClr val="tx1"/>
                </a:solidFill>
                <a:latin typeface="Arial" panose="020B0604020202020204" pitchFamily="34" charset="0"/>
              </a:defRPr>
            </a:lvl1pPr>
            <a:lvl2pPr algn="l">
              <a:spcBef>
                <a:spcPct val="0"/>
              </a:spcBef>
              <a:defRPr sz="2400">
                <a:solidFill>
                  <a:schemeClr val="tx1"/>
                </a:solidFill>
                <a:latin typeface="Arial" panose="020B0604020202020204" pitchFamily="34" charset="0"/>
              </a:defRPr>
            </a:lvl2pPr>
            <a:lvl3pPr algn="l">
              <a:spcBef>
                <a:spcPct val="0"/>
              </a:spcBef>
              <a:defRPr sz="2400">
                <a:solidFill>
                  <a:schemeClr val="tx1"/>
                </a:solidFill>
                <a:latin typeface="Arial" panose="020B0604020202020204" pitchFamily="34" charset="0"/>
              </a:defRPr>
            </a:lvl3pPr>
            <a:lvl4pPr algn="l">
              <a:spcBef>
                <a:spcPct val="0"/>
              </a:spcBef>
              <a:defRPr sz="2400">
                <a:solidFill>
                  <a:schemeClr val="tx1"/>
                </a:solidFill>
                <a:latin typeface="Arial" panose="020B0604020202020204" pitchFamily="34" charset="0"/>
              </a:defRPr>
            </a:lvl4pPr>
            <a:lvl5pPr algn="l">
              <a:spcBef>
                <a:spcPct val="0"/>
              </a:spcBef>
              <a:defRPr sz="2400">
                <a:solidFill>
                  <a:schemeClr val="tx1"/>
                </a:solidFill>
                <a:latin typeface="Arial" panose="020B0604020202020204" pitchFamily="34" charset="0"/>
              </a:defRPr>
            </a:lvl5pPr>
            <a:lvl6pPr marL="457200" eaLnBrk="0" fontAlgn="base" hangingPunct="0">
              <a:spcBef>
                <a:spcPct val="0"/>
              </a:spcBef>
              <a:spcAft>
                <a:spcPct val="0"/>
              </a:spcAft>
              <a:defRPr sz="2400">
                <a:solidFill>
                  <a:schemeClr val="tx1"/>
                </a:solidFill>
                <a:latin typeface="Arial" panose="020B0604020202020204" pitchFamily="34" charset="0"/>
              </a:defRPr>
            </a:lvl6pPr>
            <a:lvl7pPr marL="914400" eaLnBrk="0" fontAlgn="base" hangingPunct="0">
              <a:spcBef>
                <a:spcPct val="0"/>
              </a:spcBef>
              <a:spcAft>
                <a:spcPct val="0"/>
              </a:spcAft>
              <a:defRPr sz="2400">
                <a:solidFill>
                  <a:schemeClr val="tx1"/>
                </a:solidFill>
                <a:latin typeface="Arial" panose="020B0604020202020204" pitchFamily="34" charset="0"/>
              </a:defRPr>
            </a:lvl7pPr>
            <a:lvl8pPr marL="1371600" eaLnBrk="0" fontAlgn="base" hangingPunct="0">
              <a:spcBef>
                <a:spcPct val="0"/>
              </a:spcBef>
              <a:spcAft>
                <a:spcPct val="0"/>
              </a:spcAft>
              <a:defRPr sz="2400">
                <a:solidFill>
                  <a:schemeClr val="tx1"/>
                </a:solidFill>
                <a:latin typeface="Arial" panose="020B0604020202020204" pitchFamily="34" charset="0"/>
              </a:defRPr>
            </a:lvl8pPr>
            <a:lvl9pPr marL="1828800" eaLnBrk="0" fontAlgn="base" hangingPunct="0">
              <a:spcBef>
                <a:spcPct val="0"/>
              </a:spcBef>
              <a:spcAft>
                <a:spcPct val="0"/>
              </a:spcAft>
              <a:defRPr sz="2400">
                <a:solidFill>
                  <a:schemeClr val="tx1"/>
                </a:solidFill>
                <a:latin typeface="Arial" panose="020B0604020202020204" pitchFamily="34" charset="0"/>
              </a:defRPr>
            </a:lvl9pPr>
          </a:lstStyle>
          <a:p>
            <a:pPr>
              <a:buClrTx/>
              <a:buSzTx/>
              <a:buFontTx/>
              <a:buNone/>
            </a:pPr>
            <a:r>
              <a:rPr lang="en-GB" altLang="en-US" i="0" dirty="0"/>
              <a:t>4.  Complete Connections (a)</a:t>
            </a:r>
          </a:p>
        </p:txBody>
      </p:sp>
      <p:grpSp>
        <p:nvGrpSpPr>
          <p:cNvPr id="3" name="Group 2"/>
          <p:cNvGrpSpPr/>
          <p:nvPr/>
        </p:nvGrpSpPr>
        <p:grpSpPr>
          <a:xfrm>
            <a:off x="1069975" y="2214563"/>
            <a:ext cx="3956050" cy="3821112"/>
            <a:chOff x="1069975" y="2214563"/>
            <a:chExt cx="3956050" cy="3821112"/>
          </a:xfrm>
        </p:grpSpPr>
        <p:sp>
          <p:nvSpPr>
            <p:cNvPr id="819205" name="Line 5"/>
            <p:cNvSpPr>
              <a:spLocks noChangeShapeType="1"/>
            </p:cNvSpPr>
            <p:nvPr/>
          </p:nvSpPr>
          <p:spPr bwMode="auto">
            <a:xfrm rot="5400000" flipV="1">
              <a:off x="2798763" y="3206750"/>
              <a:ext cx="820737" cy="423863"/>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819206" name="Line 6"/>
            <p:cNvSpPr>
              <a:spLocks noChangeShapeType="1"/>
            </p:cNvSpPr>
            <p:nvPr/>
          </p:nvSpPr>
          <p:spPr bwMode="auto">
            <a:xfrm rot="16200000" flipH="1" flipV="1">
              <a:off x="2137569" y="5061744"/>
              <a:ext cx="1587" cy="81597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819207" name="Line 7"/>
            <p:cNvSpPr>
              <a:spLocks noChangeShapeType="1"/>
            </p:cNvSpPr>
            <p:nvPr/>
          </p:nvSpPr>
          <p:spPr bwMode="auto">
            <a:xfrm>
              <a:off x="3001963" y="2559050"/>
              <a:ext cx="0" cy="47307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819208" name="Line 8"/>
            <p:cNvSpPr>
              <a:spLocks noChangeShapeType="1"/>
            </p:cNvSpPr>
            <p:nvPr/>
          </p:nvSpPr>
          <p:spPr bwMode="auto">
            <a:xfrm>
              <a:off x="4244975" y="5456238"/>
              <a:ext cx="444500" cy="30956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819209" name="Line 9"/>
            <p:cNvSpPr>
              <a:spLocks noChangeShapeType="1"/>
            </p:cNvSpPr>
            <p:nvPr/>
          </p:nvSpPr>
          <p:spPr bwMode="auto">
            <a:xfrm flipH="1">
              <a:off x="1298575" y="5456238"/>
              <a:ext cx="444500" cy="28257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819211" name="Rectangle 11"/>
            <p:cNvSpPr>
              <a:spLocks noChangeArrowheads="1"/>
            </p:cNvSpPr>
            <p:nvPr/>
          </p:nvSpPr>
          <p:spPr bwMode="auto">
            <a:xfrm>
              <a:off x="2930525" y="2214563"/>
              <a:ext cx="288925" cy="4016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lnSpc>
                  <a:spcPct val="100000"/>
                </a:lnSpc>
                <a:spcBef>
                  <a:spcPct val="0"/>
                </a:spcBef>
                <a:buClrTx/>
                <a:buSzTx/>
                <a:buFontTx/>
                <a:buNone/>
              </a:pPr>
              <a:r>
                <a:rPr lang="en-US" altLang="en-US" sz="2000" b="0" i="0">
                  <a:latin typeface="FuturaA Md BT" pitchFamily="34" charset="0"/>
                </a:rPr>
                <a:t>A</a:t>
              </a:r>
            </a:p>
          </p:txBody>
        </p:sp>
        <p:sp>
          <p:nvSpPr>
            <p:cNvPr id="819212" name="Rectangle 12"/>
            <p:cNvSpPr>
              <a:spLocks noChangeArrowheads="1"/>
            </p:cNvSpPr>
            <p:nvPr/>
          </p:nvSpPr>
          <p:spPr bwMode="auto">
            <a:xfrm>
              <a:off x="1069975" y="5634038"/>
              <a:ext cx="288925" cy="4016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lnSpc>
                  <a:spcPct val="100000"/>
                </a:lnSpc>
                <a:spcBef>
                  <a:spcPct val="0"/>
                </a:spcBef>
                <a:buClrTx/>
                <a:buSzTx/>
                <a:buFontTx/>
                <a:buNone/>
              </a:pPr>
              <a:r>
                <a:rPr lang="en-US" altLang="en-US" sz="2000" b="0" i="0">
                  <a:latin typeface="FuturaA Md BT" pitchFamily="34" charset="0"/>
                </a:rPr>
                <a:t>C</a:t>
              </a:r>
              <a:endParaRPr lang="en-US" altLang="en-US" sz="2000" b="0" i="0">
                <a:solidFill>
                  <a:schemeClr val="tx2"/>
                </a:solidFill>
                <a:latin typeface="FuturaA Md BT" pitchFamily="34" charset="0"/>
              </a:endParaRPr>
            </a:p>
          </p:txBody>
        </p:sp>
        <p:sp>
          <p:nvSpPr>
            <p:cNvPr id="819213" name="Rectangle 13"/>
            <p:cNvSpPr>
              <a:spLocks noChangeArrowheads="1"/>
            </p:cNvSpPr>
            <p:nvPr/>
          </p:nvSpPr>
          <p:spPr bwMode="auto">
            <a:xfrm>
              <a:off x="4737100" y="5619750"/>
              <a:ext cx="288925" cy="401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lnSpc>
                  <a:spcPct val="100000"/>
                </a:lnSpc>
                <a:spcBef>
                  <a:spcPct val="0"/>
                </a:spcBef>
                <a:buClrTx/>
                <a:buSzTx/>
                <a:buFontTx/>
                <a:buNone/>
              </a:pPr>
              <a:r>
                <a:rPr lang="en-US" altLang="en-US" sz="2000" b="0" i="0">
                  <a:latin typeface="FuturaA Md BT" pitchFamily="34" charset="0"/>
                </a:rPr>
                <a:t>B</a:t>
              </a:r>
            </a:p>
          </p:txBody>
        </p:sp>
        <p:grpSp>
          <p:nvGrpSpPr>
            <p:cNvPr id="819217" name="Group 17"/>
            <p:cNvGrpSpPr>
              <a:grpSpLocks/>
            </p:cNvGrpSpPr>
            <p:nvPr/>
          </p:nvGrpSpPr>
          <p:grpSpPr bwMode="auto">
            <a:xfrm>
              <a:off x="3395663" y="3824288"/>
              <a:ext cx="488950" cy="896937"/>
              <a:chOff x="2870" y="2202"/>
              <a:chExt cx="532" cy="957"/>
            </a:xfrm>
          </p:grpSpPr>
          <p:sp>
            <p:nvSpPr>
              <p:cNvPr id="819218" name="Freeform 18"/>
              <p:cNvSpPr>
                <a:spLocks/>
              </p:cNvSpPr>
              <p:nvPr/>
            </p:nvSpPr>
            <p:spPr bwMode="auto">
              <a:xfrm>
                <a:off x="2870" y="2202"/>
                <a:ext cx="433" cy="732"/>
              </a:xfrm>
              <a:custGeom>
                <a:avLst/>
                <a:gdLst>
                  <a:gd name="T0" fmla="*/ 24 w 433"/>
                  <a:gd name="T1" fmla="*/ 0 h 732"/>
                  <a:gd name="T2" fmla="*/ 4 w 433"/>
                  <a:gd name="T3" fmla="*/ 32 h 732"/>
                  <a:gd name="T4" fmla="*/ 0 w 433"/>
                  <a:gd name="T5" fmla="*/ 105 h 732"/>
                  <a:gd name="T6" fmla="*/ 7 w 433"/>
                  <a:gd name="T7" fmla="*/ 179 h 732"/>
                  <a:gd name="T8" fmla="*/ 22 w 433"/>
                  <a:gd name="T9" fmla="*/ 221 h 732"/>
                  <a:gd name="T10" fmla="*/ 43 w 433"/>
                  <a:gd name="T11" fmla="*/ 237 h 732"/>
                  <a:gd name="T12" fmla="*/ 85 w 433"/>
                  <a:gd name="T13" fmla="*/ 245 h 732"/>
                  <a:gd name="T14" fmla="*/ 171 w 433"/>
                  <a:gd name="T15" fmla="*/ 239 h 732"/>
                  <a:gd name="T16" fmla="*/ 213 w 433"/>
                  <a:gd name="T17" fmla="*/ 228 h 732"/>
                  <a:gd name="T18" fmla="*/ 240 w 433"/>
                  <a:gd name="T19" fmla="*/ 200 h 732"/>
                  <a:gd name="T20" fmla="*/ 250 w 433"/>
                  <a:gd name="T21" fmla="*/ 165 h 732"/>
                  <a:gd name="T22" fmla="*/ 244 w 433"/>
                  <a:gd name="T23" fmla="*/ 131 h 732"/>
                  <a:gd name="T24" fmla="*/ 223 w 433"/>
                  <a:gd name="T25" fmla="*/ 101 h 732"/>
                  <a:gd name="T26" fmla="*/ 196 w 433"/>
                  <a:gd name="T27" fmla="*/ 87 h 732"/>
                  <a:gd name="T28" fmla="*/ 160 w 433"/>
                  <a:gd name="T29" fmla="*/ 90 h 732"/>
                  <a:gd name="T30" fmla="*/ 135 w 433"/>
                  <a:gd name="T31" fmla="*/ 110 h 732"/>
                  <a:gd name="T32" fmla="*/ 114 w 433"/>
                  <a:gd name="T33" fmla="*/ 146 h 732"/>
                  <a:gd name="T34" fmla="*/ 100 w 433"/>
                  <a:gd name="T35" fmla="*/ 180 h 732"/>
                  <a:gd name="T36" fmla="*/ 91 w 433"/>
                  <a:gd name="T37" fmla="*/ 249 h 732"/>
                  <a:gd name="T38" fmla="*/ 88 w 433"/>
                  <a:gd name="T39" fmla="*/ 342 h 732"/>
                  <a:gd name="T40" fmla="*/ 93 w 433"/>
                  <a:gd name="T41" fmla="*/ 402 h 732"/>
                  <a:gd name="T42" fmla="*/ 106 w 433"/>
                  <a:gd name="T43" fmla="*/ 434 h 732"/>
                  <a:gd name="T44" fmla="*/ 135 w 433"/>
                  <a:gd name="T45" fmla="*/ 456 h 732"/>
                  <a:gd name="T46" fmla="*/ 165 w 433"/>
                  <a:gd name="T47" fmla="*/ 467 h 732"/>
                  <a:gd name="T48" fmla="*/ 201 w 433"/>
                  <a:gd name="T49" fmla="*/ 470 h 732"/>
                  <a:gd name="T50" fmla="*/ 252 w 433"/>
                  <a:gd name="T51" fmla="*/ 465 h 732"/>
                  <a:gd name="T52" fmla="*/ 289 w 433"/>
                  <a:gd name="T53" fmla="*/ 455 h 732"/>
                  <a:gd name="T54" fmla="*/ 319 w 433"/>
                  <a:gd name="T55" fmla="*/ 428 h 732"/>
                  <a:gd name="T56" fmla="*/ 328 w 433"/>
                  <a:gd name="T57" fmla="*/ 396 h 732"/>
                  <a:gd name="T58" fmla="*/ 325 w 433"/>
                  <a:gd name="T59" fmla="*/ 362 h 732"/>
                  <a:gd name="T60" fmla="*/ 312 w 433"/>
                  <a:gd name="T61" fmla="*/ 336 h 732"/>
                  <a:gd name="T62" fmla="*/ 282 w 433"/>
                  <a:gd name="T63" fmla="*/ 317 h 732"/>
                  <a:gd name="T64" fmla="*/ 253 w 433"/>
                  <a:gd name="T65" fmla="*/ 314 h 732"/>
                  <a:gd name="T66" fmla="*/ 220 w 433"/>
                  <a:gd name="T67" fmla="*/ 326 h 732"/>
                  <a:gd name="T68" fmla="*/ 198 w 433"/>
                  <a:gd name="T69" fmla="*/ 353 h 732"/>
                  <a:gd name="T70" fmla="*/ 190 w 433"/>
                  <a:gd name="T71" fmla="*/ 405 h 732"/>
                  <a:gd name="T72" fmla="*/ 186 w 433"/>
                  <a:gd name="T73" fmla="*/ 450 h 732"/>
                  <a:gd name="T74" fmla="*/ 187 w 433"/>
                  <a:gd name="T75" fmla="*/ 531 h 732"/>
                  <a:gd name="T76" fmla="*/ 198 w 433"/>
                  <a:gd name="T77" fmla="*/ 587 h 732"/>
                  <a:gd name="T78" fmla="*/ 231 w 433"/>
                  <a:gd name="T79" fmla="*/ 620 h 732"/>
                  <a:gd name="T80" fmla="*/ 286 w 433"/>
                  <a:gd name="T81" fmla="*/ 632 h 732"/>
                  <a:gd name="T82" fmla="*/ 351 w 433"/>
                  <a:gd name="T83" fmla="*/ 627 h 732"/>
                  <a:gd name="T84" fmla="*/ 390 w 433"/>
                  <a:gd name="T85" fmla="*/ 615 h 732"/>
                  <a:gd name="T86" fmla="*/ 420 w 433"/>
                  <a:gd name="T87" fmla="*/ 590 h 732"/>
                  <a:gd name="T88" fmla="*/ 433 w 433"/>
                  <a:gd name="T89" fmla="*/ 557 h 732"/>
                  <a:gd name="T90" fmla="*/ 427 w 433"/>
                  <a:gd name="T91" fmla="*/ 516 h 732"/>
                  <a:gd name="T92" fmla="*/ 403 w 433"/>
                  <a:gd name="T93" fmla="*/ 485 h 732"/>
                  <a:gd name="T94" fmla="*/ 375 w 433"/>
                  <a:gd name="T95" fmla="*/ 473 h 732"/>
                  <a:gd name="T96" fmla="*/ 343 w 433"/>
                  <a:gd name="T97" fmla="*/ 476 h 732"/>
                  <a:gd name="T98" fmla="*/ 318 w 433"/>
                  <a:gd name="T99" fmla="*/ 491 h 732"/>
                  <a:gd name="T100" fmla="*/ 297 w 433"/>
                  <a:gd name="T101" fmla="*/ 530 h 732"/>
                  <a:gd name="T102" fmla="*/ 285 w 433"/>
                  <a:gd name="T103" fmla="*/ 579 h 732"/>
                  <a:gd name="T104" fmla="*/ 279 w 433"/>
                  <a:gd name="T105" fmla="*/ 669 h 732"/>
                  <a:gd name="T106" fmla="*/ 279 w 433"/>
                  <a:gd name="T107" fmla="*/ 732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433" h="732">
                    <a:moveTo>
                      <a:pt x="24" y="0"/>
                    </a:moveTo>
                    <a:lnTo>
                      <a:pt x="4" y="32"/>
                    </a:lnTo>
                    <a:lnTo>
                      <a:pt x="0" y="105"/>
                    </a:lnTo>
                    <a:lnTo>
                      <a:pt x="7" y="179"/>
                    </a:lnTo>
                    <a:lnTo>
                      <a:pt x="22" y="221"/>
                    </a:lnTo>
                    <a:lnTo>
                      <a:pt x="43" y="237"/>
                    </a:lnTo>
                    <a:lnTo>
                      <a:pt x="85" y="245"/>
                    </a:lnTo>
                    <a:lnTo>
                      <a:pt x="171" y="239"/>
                    </a:lnTo>
                    <a:lnTo>
                      <a:pt x="213" y="228"/>
                    </a:lnTo>
                    <a:lnTo>
                      <a:pt x="240" y="200"/>
                    </a:lnTo>
                    <a:lnTo>
                      <a:pt x="250" y="165"/>
                    </a:lnTo>
                    <a:lnTo>
                      <a:pt x="244" y="131"/>
                    </a:lnTo>
                    <a:lnTo>
                      <a:pt x="223" y="101"/>
                    </a:lnTo>
                    <a:lnTo>
                      <a:pt x="196" y="87"/>
                    </a:lnTo>
                    <a:lnTo>
                      <a:pt x="160" y="90"/>
                    </a:lnTo>
                    <a:lnTo>
                      <a:pt x="135" y="110"/>
                    </a:lnTo>
                    <a:lnTo>
                      <a:pt x="114" y="146"/>
                    </a:lnTo>
                    <a:lnTo>
                      <a:pt x="100" y="180"/>
                    </a:lnTo>
                    <a:lnTo>
                      <a:pt x="91" y="249"/>
                    </a:lnTo>
                    <a:lnTo>
                      <a:pt x="88" y="342"/>
                    </a:lnTo>
                    <a:lnTo>
                      <a:pt x="93" y="402"/>
                    </a:lnTo>
                    <a:lnTo>
                      <a:pt x="106" y="434"/>
                    </a:lnTo>
                    <a:lnTo>
                      <a:pt x="135" y="456"/>
                    </a:lnTo>
                    <a:lnTo>
                      <a:pt x="165" y="467"/>
                    </a:lnTo>
                    <a:lnTo>
                      <a:pt x="201" y="470"/>
                    </a:lnTo>
                    <a:lnTo>
                      <a:pt x="252" y="465"/>
                    </a:lnTo>
                    <a:lnTo>
                      <a:pt x="289" y="455"/>
                    </a:lnTo>
                    <a:lnTo>
                      <a:pt x="319" y="428"/>
                    </a:lnTo>
                    <a:lnTo>
                      <a:pt x="328" y="396"/>
                    </a:lnTo>
                    <a:lnTo>
                      <a:pt x="325" y="362"/>
                    </a:lnTo>
                    <a:lnTo>
                      <a:pt x="312" y="336"/>
                    </a:lnTo>
                    <a:lnTo>
                      <a:pt x="282" y="317"/>
                    </a:lnTo>
                    <a:lnTo>
                      <a:pt x="253" y="314"/>
                    </a:lnTo>
                    <a:lnTo>
                      <a:pt x="220" y="326"/>
                    </a:lnTo>
                    <a:lnTo>
                      <a:pt x="198" y="353"/>
                    </a:lnTo>
                    <a:lnTo>
                      <a:pt x="190" y="405"/>
                    </a:lnTo>
                    <a:lnTo>
                      <a:pt x="186" y="450"/>
                    </a:lnTo>
                    <a:lnTo>
                      <a:pt x="187" y="531"/>
                    </a:lnTo>
                    <a:lnTo>
                      <a:pt x="198" y="587"/>
                    </a:lnTo>
                    <a:lnTo>
                      <a:pt x="231" y="620"/>
                    </a:lnTo>
                    <a:lnTo>
                      <a:pt x="286" y="632"/>
                    </a:lnTo>
                    <a:lnTo>
                      <a:pt x="351" y="627"/>
                    </a:lnTo>
                    <a:lnTo>
                      <a:pt x="390" y="615"/>
                    </a:lnTo>
                    <a:lnTo>
                      <a:pt x="420" y="590"/>
                    </a:lnTo>
                    <a:lnTo>
                      <a:pt x="433" y="557"/>
                    </a:lnTo>
                    <a:lnTo>
                      <a:pt x="427" y="516"/>
                    </a:lnTo>
                    <a:lnTo>
                      <a:pt x="403" y="485"/>
                    </a:lnTo>
                    <a:lnTo>
                      <a:pt x="375" y="473"/>
                    </a:lnTo>
                    <a:lnTo>
                      <a:pt x="343" y="476"/>
                    </a:lnTo>
                    <a:lnTo>
                      <a:pt x="318" y="491"/>
                    </a:lnTo>
                    <a:lnTo>
                      <a:pt x="297" y="530"/>
                    </a:lnTo>
                    <a:lnTo>
                      <a:pt x="285" y="579"/>
                    </a:lnTo>
                    <a:lnTo>
                      <a:pt x="279" y="669"/>
                    </a:lnTo>
                    <a:lnTo>
                      <a:pt x="279" y="732"/>
                    </a:lnTo>
                  </a:path>
                </a:pathLst>
              </a:custGeom>
              <a:noFill/>
              <a:ln w="28575"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819219" name="Freeform 19"/>
              <p:cNvSpPr>
                <a:spLocks/>
              </p:cNvSpPr>
              <p:nvPr/>
            </p:nvSpPr>
            <p:spPr bwMode="auto">
              <a:xfrm>
                <a:off x="3147" y="2865"/>
                <a:ext cx="255" cy="294"/>
              </a:xfrm>
              <a:custGeom>
                <a:avLst/>
                <a:gdLst>
                  <a:gd name="T0" fmla="*/ 0 w 255"/>
                  <a:gd name="T1" fmla="*/ 54 h 294"/>
                  <a:gd name="T2" fmla="*/ 5 w 255"/>
                  <a:gd name="T3" fmla="*/ 104 h 294"/>
                  <a:gd name="T4" fmla="*/ 21 w 255"/>
                  <a:gd name="T5" fmla="*/ 146 h 294"/>
                  <a:gd name="T6" fmla="*/ 54 w 255"/>
                  <a:gd name="T7" fmla="*/ 165 h 294"/>
                  <a:gd name="T8" fmla="*/ 110 w 255"/>
                  <a:gd name="T9" fmla="*/ 162 h 294"/>
                  <a:gd name="T10" fmla="*/ 171 w 255"/>
                  <a:gd name="T11" fmla="*/ 150 h 294"/>
                  <a:gd name="T12" fmla="*/ 207 w 255"/>
                  <a:gd name="T13" fmla="*/ 126 h 294"/>
                  <a:gd name="T14" fmla="*/ 227 w 255"/>
                  <a:gd name="T15" fmla="*/ 90 h 294"/>
                  <a:gd name="T16" fmla="*/ 222 w 255"/>
                  <a:gd name="T17" fmla="*/ 54 h 294"/>
                  <a:gd name="T18" fmla="*/ 209 w 255"/>
                  <a:gd name="T19" fmla="*/ 26 h 294"/>
                  <a:gd name="T20" fmla="*/ 182 w 255"/>
                  <a:gd name="T21" fmla="*/ 5 h 294"/>
                  <a:gd name="T22" fmla="*/ 156 w 255"/>
                  <a:gd name="T23" fmla="*/ 0 h 294"/>
                  <a:gd name="T24" fmla="*/ 129 w 255"/>
                  <a:gd name="T25" fmla="*/ 8 h 294"/>
                  <a:gd name="T26" fmla="*/ 105 w 255"/>
                  <a:gd name="T27" fmla="*/ 32 h 294"/>
                  <a:gd name="T28" fmla="*/ 89 w 255"/>
                  <a:gd name="T29" fmla="*/ 71 h 294"/>
                  <a:gd name="T30" fmla="*/ 75 w 255"/>
                  <a:gd name="T31" fmla="*/ 135 h 294"/>
                  <a:gd name="T32" fmla="*/ 74 w 255"/>
                  <a:gd name="T33" fmla="*/ 200 h 294"/>
                  <a:gd name="T34" fmla="*/ 74 w 255"/>
                  <a:gd name="T35" fmla="*/ 252 h 294"/>
                  <a:gd name="T36" fmla="*/ 83 w 255"/>
                  <a:gd name="T37" fmla="*/ 272 h 294"/>
                  <a:gd name="T38" fmla="*/ 105 w 255"/>
                  <a:gd name="T39" fmla="*/ 287 h 294"/>
                  <a:gd name="T40" fmla="*/ 138 w 255"/>
                  <a:gd name="T41" fmla="*/ 294 h 294"/>
                  <a:gd name="T42" fmla="*/ 194 w 255"/>
                  <a:gd name="T43" fmla="*/ 291 h 294"/>
                  <a:gd name="T44" fmla="*/ 234 w 255"/>
                  <a:gd name="T45" fmla="*/ 285 h 294"/>
                  <a:gd name="T46" fmla="*/ 255 w 255"/>
                  <a:gd name="T47" fmla="*/ 273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55" h="294">
                    <a:moveTo>
                      <a:pt x="0" y="54"/>
                    </a:moveTo>
                    <a:lnTo>
                      <a:pt x="5" y="104"/>
                    </a:lnTo>
                    <a:lnTo>
                      <a:pt x="21" y="146"/>
                    </a:lnTo>
                    <a:lnTo>
                      <a:pt x="54" y="165"/>
                    </a:lnTo>
                    <a:lnTo>
                      <a:pt x="110" y="162"/>
                    </a:lnTo>
                    <a:lnTo>
                      <a:pt x="171" y="150"/>
                    </a:lnTo>
                    <a:lnTo>
                      <a:pt x="207" y="126"/>
                    </a:lnTo>
                    <a:lnTo>
                      <a:pt x="227" y="90"/>
                    </a:lnTo>
                    <a:lnTo>
                      <a:pt x="222" y="54"/>
                    </a:lnTo>
                    <a:lnTo>
                      <a:pt x="209" y="26"/>
                    </a:lnTo>
                    <a:lnTo>
                      <a:pt x="182" y="5"/>
                    </a:lnTo>
                    <a:lnTo>
                      <a:pt x="156" y="0"/>
                    </a:lnTo>
                    <a:lnTo>
                      <a:pt x="129" y="8"/>
                    </a:lnTo>
                    <a:lnTo>
                      <a:pt x="105" y="32"/>
                    </a:lnTo>
                    <a:lnTo>
                      <a:pt x="89" y="71"/>
                    </a:lnTo>
                    <a:lnTo>
                      <a:pt x="75" y="135"/>
                    </a:lnTo>
                    <a:lnTo>
                      <a:pt x="74" y="200"/>
                    </a:lnTo>
                    <a:lnTo>
                      <a:pt x="74" y="252"/>
                    </a:lnTo>
                    <a:lnTo>
                      <a:pt x="83" y="272"/>
                    </a:lnTo>
                    <a:lnTo>
                      <a:pt x="105" y="287"/>
                    </a:lnTo>
                    <a:lnTo>
                      <a:pt x="138" y="294"/>
                    </a:lnTo>
                    <a:lnTo>
                      <a:pt x="194" y="291"/>
                    </a:lnTo>
                    <a:lnTo>
                      <a:pt x="234" y="285"/>
                    </a:lnTo>
                    <a:lnTo>
                      <a:pt x="255" y="273"/>
                    </a:lnTo>
                  </a:path>
                </a:pathLst>
              </a:custGeom>
              <a:noFill/>
              <a:ln w="28575"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pSp>
        <p:sp>
          <p:nvSpPr>
            <p:cNvPr id="819220" name="Line 20"/>
            <p:cNvSpPr>
              <a:spLocks noChangeShapeType="1"/>
            </p:cNvSpPr>
            <p:nvPr/>
          </p:nvSpPr>
          <p:spPr bwMode="auto">
            <a:xfrm rot="5400000" flipV="1">
              <a:off x="3692526" y="4905375"/>
              <a:ext cx="766762" cy="395287"/>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819221" name="Oval 21"/>
            <p:cNvSpPr>
              <a:spLocks noChangeArrowheads="1"/>
            </p:cNvSpPr>
            <p:nvPr/>
          </p:nvSpPr>
          <p:spPr bwMode="auto">
            <a:xfrm>
              <a:off x="3267075" y="3557588"/>
              <a:ext cx="66675" cy="74612"/>
            </a:xfrm>
            <a:prstGeom prst="ellipse">
              <a:avLst/>
            </a:prstGeom>
            <a:solidFill>
              <a:schemeClr val="tx1"/>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819222" name="Oval 22"/>
            <p:cNvSpPr>
              <a:spLocks noChangeArrowheads="1"/>
            </p:cNvSpPr>
            <p:nvPr/>
          </p:nvSpPr>
          <p:spPr bwMode="auto">
            <a:xfrm>
              <a:off x="3965575" y="4919663"/>
              <a:ext cx="66675" cy="74612"/>
            </a:xfrm>
            <a:prstGeom prst="ellipse">
              <a:avLst/>
            </a:prstGeom>
            <a:solidFill>
              <a:schemeClr val="tx1"/>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819231" name="Rectangle 31"/>
            <p:cNvSpPr>
              <a:spLocks noChangeArrowheads="1"/>
            </p:cNvSpPr>
            <p:nvPr/>
          </p:nvSpPr>
          <p:spPr bwMode="auto">
            <a:xfrm>
              <a:off x="3375025" y="3359150"/>
              <a:ext cx="379413" cy="401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lnSpc>
                  <a:spcPct val="100000"/>
                </a:lnSpc>
                <a:spcBef>
                  <a:spcPct val="0"/>
                </a:spcBef>
                <a:buClrTx/>
                <a:buSzTx/>
                <a:buFontTx/>
                <a:buNone/>
              </a:pPr>
              <a:r>
                <a:rPr lang="en-US" altLang="en-US" sz="2000" b="0" i="0">
                  <a:latin typeface="FuturaA Md BT" pitchFamily="34" charset="0"/>
                </a:rPr>
                <a:t>A2</a:t>
              </a:r>
              <a:endParaRPr lang="en-US" altLang="en-US" sz="2000" b="0" i="0">
                <a:solidFill>
                  <a:schemeClr val="tx2"/>
                </a:solidFill>
                <a:latin typeface="FuturaA Md BT" pitchFamily="34" charset="0"/>
              </a:endParaRPr>
            </a:p>
          </p:txBody>
        </p:sp>
        <p:sp>
          <p:nvSpPr>
            <p:cNvPr id="819232" name="Rectangle 32"/>
            <p:cNvSpPr>
              <a:spLocks noChangeArrowheads="1"/>
            </p:cNvSpPr>
            <p:nvPr/>
          </p:nvSpPr>
          <p:spPr bwMode="auto">
            <a:xfrm>
              <a:off x="4059238" y="4711700"/>
              <a:ext cx="630237" cy="401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lnSpc>
                  <a:spcPct val="100000"/>
                </a:lnSpc>
                <a:spcBef>
                  <a:spcPct val="0"/>
                </a:spcBef>
                <a:buClrTx/>
                <a:buSzTx/>
                <a:buFontTx/>
                <a:buNone/>
              </a:pPr>
              <a:r>
                <a:rPr lang="en-US" altLang="en-US" sz="2000" b="0" i="0">
                  <a:latin typeface="FuturaA Md BT" pitchFamily="34" charset="0"/>
                </a:rPr>
                <a:t>A1</a:t>
              </a:r>
            </a:p>
          </p:txBody>
        </p:sp>
        <p:sp>
          <p:nvSpPr>
            <p:cNvPr id="819233" name="Line 33"/>
            <p:cNvSpPr>
              <a:spLocks noChangeShapeType="1"/>
            </p:cNvSpPr>
            <p:nvPr/>
          </p:nvSpPr>
          <p:spPr bwMode="auto">
            <a:xfrm rot="16200000" flipH="1" flipV="1">
              <a:off x="2371725" y="3221038"/>
              <a:ext cx="820738" cy="42386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grpSp>
          <p:nvGrpSpPr>
            <p:cNvPr id="819234" name="Group 34"/>
            <p:cNvGrpSpPr>
              <a:grpSpLocks/>
            </p:cNvGrpSpPr>
            <p:nvPr/>
          </p:nvGrpSpPr>
          <p:grpSpPr bwMode="auto">
            <a:xfrm flipH="1">
              <a:off x="2108200" y="3824288"/>
              <a:ext cx="490538" cy="896937"/>
              <a:chOff x="2870" y="2202"/>
              <a:chExt cx="532" cy="957"/>
            </a:xfrm>
          </p:grpSpPr>
          <p:sp>
            <p:nvSpPr>
              <p:cNvPr id="819235" name="Freeform 35"/>
              <p:cNvSpPr>
                <a:spLocks/>
              </p:cNvSpPr>
              <p:nvPr/>
            </p:nvSpPr>
            <p:spPr bwMode="auto">
              <a:xfrm>
                <a:off x="2870" y="2202"/>
                <a:ext cx="433" cy="732"/>
              </a:xfrm>
              <a:custGeom>
                <a:avLst/>
                <a:gdLst>
                  <a:gd name="T0" fmla="*/ 24 w 433"/>
                  <a:gd name="T1" fmla="*/ 0 h 732"/>
                  <a:gd name="T2" fmla="*/ 4 w 433"/>
                  <a:gd name="T3" fmla="*/ 32 h 732"/>
                  <a:gd name="T4" fmla="*/ 0 w 433"/>
                  <a:gd name="T5" fmla="*/ 105 h 732"/>
                  <a:gd name="T6" fmla="*/ 7 w 433"/>
                  <a:gd name="T7" fmla="*/ 179 h 732"/>
                  <a:gd name="T8" fmla="*/ 22 w 433"/>
                  <a:gd name="T9" fmla="*/ 221 h 732"/>
                  <a:gd name="T10" fmla="*/ 43 w 433"/>
                  <a:gd name="T11" fmla="*/ 237 h 732"/>
                  <a:gd name="T12" fmla="*/ 85 w 433"/>
                  <a:gd name="T13" fmla="*/ 245 h 732"/>
                  <a:gd name="T14" fmla="*/ 171 w 433"/>
                  <a:gd name="T15" fmla="*/ 239 h 732"/>
                  <a:gd name="T16" fmla="*/ 213 w 433"/>
                  <a:gd name="T17" fmla="*/ 228 h 732"/>
                  <a:gd name="T18" fmla="*/ 240 w 433"/>
                  <a:gd name="T19" fmla="*/ 200 h 732"/>
                  <a:gd name="T20" fmla="*/ 250 w 433"/>
                  <a:gd name="T21" fmla="*/ 165 h 732"/>
                  <a:gd name="T22" fmla="*/ 244 w 433"/>
                  <a:gd name="T23" fmla="*/ 131 h 732"/>
                  <a:gd name="T24" fmla="*/ 223 w 433"/>
                  <a:gd name="T25" fmla="*/ 101 h 732"/>
                  <a:gd name="T26" fmla="*/ 196 w 433"/>
                  <a:gd name="T27" fmla="*/ 87 h 732"/>
                  <a:gd name="T28" fmla="*/ 160 w 433"/>
                  <a:gd name="T29" fmla="*/ 90 h 732"/>
                  <a:gd name="T30" fmla="*/ 135 w 433"/>
                  <a:gd name="T31" fmla="*/ 110 h 732"/>
                  <a:gd name="T32" fmla="*/ 114 w 433"/>
                  <a:gd name="T33" fmla="*/ 146 h 732"/>
                  <a:gd name="T34" fmla="*/ 100 w 433"/>
                  <a:gd name="T35" fmla="*/ 180 h 732"/>
                  <a:gd name="T36" fmla="*/ 91 w 433"/>
                  <a:gd name="T37" fmla="*/ 249 h 732"/>
                  <a:gd name="T38" fmla="*/ 88 w 433"/>
                  <a:gd name="T39" fmla="*/ 342 h 732"/>
                  <a:gd name="T40" fmla="*/ 93 w 433"/>
                  <a:gd name="T41" fmla="*/ 402 h 732"/>
                  <a:gd name="T42" fmla="*/ 106 w 433"/>
                  <a:gd name="T43" fmla="*/ 434 h 732"/>
                  <a:gd name="T44" fmla="*/ 135 w 433"/>
                  <a:gd name="T45" fmla="*/ 456 h 732"/>
                  <a:gd name="T46" fmla="*/ 165 w 433"/>
                  <a:gd name="T47" fmla="*/ 467 h 732"/>
                  <a:gd name="T48" fmla="*/ 201 w 433"/>
                  <a:gd name="T49" fmla="*/ 470 h 732"/>
                  <a:gd name="T50" fmla="*/ 252 w 433"/>
                  <a:gd name="T51" fmla="*/ 465 h 732"/>
                  <a:gd name="T52" fmla="*/ 289 w 433"/>
                  <a:gd name="T53" fmla="*/ 455 h 732"/>
                  <a:gd name="T54" fmla="*/ 319 w 433"/>
                  <a:gd name="T55" fmla="*/ 428 h 732"/>
                  <a:gd name="T56" fmla="*/ 328 w 433"/>
                  <a:gd name="T57" fmla="*/ 396 h 732"/>
                  <a:gd name="T58" fmla="*/ 325 w 433"/>
                  <a:gd name="T59" fmla="*/ 362 h 732"/>
                  <a:gd name="T60" fmla="*/ 312 w 433"/>
                  <a:gd name="T61" fmla="*/ 336 h 732"/>
                  <a:gd name="T62" fmla="*/ 282 w 433"/>
                  <a:gd name="T63" fmla="*/ 317 h 732"/>
                  <a:gd name="T64" fmla="*/ 253 w 433"/>
                  <a:gd name="T65" fmla="*/ 314 h 732"/>
                  <a:gd name="T66" fmla="*/ 220 w 433"/>
                  <a:gd name="T67" fmla="*/ 326 h 732"/>
                  <a:gd name="T68" fmla="*/ 198 w 433"/>
                  <a:gd name="T69" fmla="*/ 353 h 732"/>
                  <a:gd name="T70" fmla="*/ 190 w 433"/>
                  <a:gd name="T71" fmla="*/ 405 h 732"/>
                  <a:gd name="T72" fmla="*/ 186 w 433"/>
                  <a:gd name="T73" fmla="*/ 450 h 732"/>
                  <a:gd name="T74" fmla="*/ 187 w 433"/>
                  <a:gd name="T75" fmla="*/ 531 h 732"/>
                  <a:gd name="T76" fmla="*/ 198 w 433"/>
                  <a:gd name="T77" fmla="*/ 587 h 732"/>
                  <a:gd name="T78" fmla="*/ 231 w 433"/>
                  <a:gd name="T79" fmla="*/ 620 h 732"/>
                  <a:gd name="T80" fmla="*/ 286 w 433"/>
                  <a:gd name="T81" fmla="*/ 632 h 732"/>
                  <a:gd name="T82" fmla="*/ 351 w 433"/>
                  <a:gd name="T83" fmla="*/ 627 h 732"/>
                  <a:gd name="T84" fmla="*/ 390 w 433"/>
                  <a:gd name="T85" fmla="*/ 615 h 732"/>
                  <a:gd name="T86" fmla="*/ 420 w 433"/>
                  <a:gd name="T87" fmla="*/ 590 h 732"/>
                  <a:gd name="T88" fmla="*/ 433 w 433"/>
                  <a:gd name="T89" fmla="*/ 557 h 732"/>
                  <a:gd name="T90" fmla="*/ 427 w 433"/>
                  <a:gd name="T91" fmla="*/ 516 h 732"/>
                  <a:gd name="T92" fmla="*/ 403 w 433"/>
                  <a:gd name="T93" fmla="*/ 485 h 732"/>
                  <a:gd name="T94" fmla="*/ 375 w 433"/>
                  <a:gd name="T95" fmla="*/ 473 h 732"/>
                  <a:gd name="T96" fmla="*/ 343 w 433"/>
                  <a:gd name="T97" fmla="*/ 476 h 732"/>
                  <a:gd name="T98" fmla="*/ 318 w 433"/>
                  <a:gd name="T99" fmla="*/ 491 h 732"/>
                  <a:gd name="T100" fmla="*/ 297 w 433"/>
                  <a:gd name="T101" fmla="*/ 530 h 732"/>
                  <a:gd name="T102" fmla="*/ 285 w 433"/>
                  <a:gd name="T103" fmla="*/ 579 h 732"/>
                  <a:gd name="T104" fmla="*/ 279 w 433"/>
                  <a:gd name="T105" fmla="*/ 669 h 732"/>
                  <a:gd name="T106" fmla="*/ 279 w 433"/>
                  <a:gd name="T107" fmla="*/ 732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433" h="732">
                    <a:moveTo>
                      <a:pt x="24" y="0"/>
                    </a:moveTo>
                    <a:lnTo>
                      <a:pt x="4" y="32"/>
                    </a:lnTo>
                    <a:lnTo>
                      <a:pt x="0" y="105"/>
                    </a:lnTo>
                    <a:lnTo>
                      <a:pt x="7" y="179"/>
                    </a:lnTo>
                    <a:lnTo>
                      <a:pt x="22" y="221"/>
                    </a:lnTo>
                    <a:lnTo>
                      <a:pt x="43" y="237"/>
                    </a:lnTo>
                    <a:lnTo>
                      <a:pt x="85" y="245"/>
                    </a:lnTo>
                    <a:lnTo>
                      <a:pt x="171" y="239"/>
                    </a:lnTo>
                    <a:lnTo>
                      <a:pt x="213" y="228"/>
                    </a:lnTo>
                    <a:lnTo>
                      <a:pt x="240" y="200"/>
                    </a:lnTo>
                    <a:lnTo>
                      <a:pt x="250" y="165"/>
                    </a:lnTo>
                    <a:lnTo>
                      <a:pt x="244" y="131"/>
                    </a:lnTo>
                    <a:lnTo>
                      <a:pt x="223" y="101"/>
                    </a:lnTo>
                    <a:lnTo>
                      <a:pt x="196" y="87"/>
                    </a:lnTo>
                    <a:lnTo>
                      <a:pt x="160" y="90"/>
                    </a:lnTo>
                    <a:lnTo>
                      <a:pt x="135" y="110"/>
                    </a:lnTo>
                    <a:lnTo>
                      <a:pt x="114" y="146"/>
                    </a:lnTo>
                    <a:lnTo>
                      <a:pt x="100" y="180"/>
                    </a:lnTo>
                    <a:lnTo>
                      <a:pt x="91" y="249"/>
                    </a:lnTo>
                    <a:lnTo>
                      <a:pt x="88" y="342"/>
                    </a:lnTo>
                    <a:lnTo>
                      <a:pt x="93" y="402"/>
                    </a:lnTo>
                    <a:lnTo>
                      <a:pt x="106" y="434"/>
                    </a:lnTo>
                    <a:lnTo>
                      <a:pt x="135" y="456"/>
                    </a:lnTo>
                    <a:lnTo>
                      <a:pt x="165" y="467"/>
                    </a:lnTo>
                    <a:lnTo>
                      <a:pt x="201" y="470"/>
                    </a:lnTo>
                    <a:lnTo>
                      <a:pt x="252" y="465"/>
                    </a:lnTo>
                    <a:lnTo>
                      <a:pt x="289" y="455"/>
                    </a:lnTo>
                    <a:lnTo>
                      <a:pt x="319" y="428"/>
                    </a:lnTo>
                    <a:lnTo>
                      <a:pt x="328" y="396"/>
                    </a:lnTo>
                    <a:lnTo>
                      <a:pt x="325" y="362"/>
                    </a:lnTo>
                    <a:lnTo>
                      <a:pt x="312" y="336"/>
                    </a:lnTo>
                    <a:lnTo>
                      <a:pt x="282" y="317"/>
                    </a:lnTo>
                    <a:lnTo>
                      <a:pt x="253" y="314"/>
                    </a:lnTo>
                    <a:lnTo>
                      <a:pt x="220" y="326"/>
                    </a:lnTo>
                    <a:lnTo>
                      <a:pt x="198" y="353"/>
                    </a:lnTo>
                    <a:lnTo>
                      <a:pt x="190" y="405"/>
                    </a:lnTo>
                    <a:lnTo>
                      <a:pt x="186" y="450"/>
                    </a:lnTo>
                    <a:lnTo>
                      <a:pt x="187" y="531"/>
                    </a:lnTo>
                    <a:lnTo>
                      <a:pt x="198" y="587"/>
                    </a:lnTo>
                    <a:lnTo>
                      <a:pt x="231" y="620"/>
                    </a:lnTo>
                    <a:lnTo>
                      <a:pt x="286" y="632"/>
                    </a:lnTo>
                    <a:lnTo>
                      <a:pt x="351" y="627"/>
                    </a:lnTo>
                    <a:lnTo>
                      <a:pt x="390" y="615"/>
                    </a:lnTo>
                    <a:lnTo>
                      <a:pt x="420" y="590"/>
                    </a:lnTo>
                    <a:lnTo>
                      <a:pt x="433" y="557"/>
                    </a:lnTo>
                    <a:lnTo>
                      <a:pt x="427" y="516"/>
                    </a:lnTo>
                    <a:lnTo>
                      <a:pt x="403" y="485"/>
                    </a:lnTo>
                    <a:lnTo>
                      <a:pt x="375" y="473"/>
                    </a:lnTo>
                    <a:lnTo>
                      <a:pt x="343" y="476"/>
                    </a:lnTo>
                    <a:lnTo>
                      <a:pt x="318" y="491"/>
                    </a:lnTo>
                    <a:lnTo>
                      <a:pt x="297" y="530"/>
                    </a:lnTo>
                    <a:lnTo>
                      <a:pt x="285" y="579"/>
                    </a:lnTo>
                    <a:lnTo>
                      <a:pt x="279" y="669"/>
                    </a:lnTo>
                    <a:lnTo>
                      <a:pt x="279" y="732"/>
                    </a:lnTo>
                  </a:path>
                </a:pathLst>
              </a:custGeom>
              <a:noFill/>
              <a:ln w="28575"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819236" name="Freeform 36"/>
              <p:cNvSpPr>
                <a:spLocks/>
              </p:cNvSpPr>
              <p:nvPr/>
            </p:nvSpPr>
            <p:spPr bwMode="auto">
              <a:xfrm>
                <a:off x="3147" y="2865"/>
                <a:ext cx="255" cy="294"/>
              </a:xfrm>
              <a:custGeom>
                <a:avLst/>
                <a:gdLst>
                  <a:gd name="T0" fmla="*/ 0 w 255"/>
                  <a:gd name="T1" fmla="*/ 54 h 294"/>
                  <a:gd name="T2" fmla="*/ 5 w 255"/>
                  <a:gd name="T3" fmla="*/ 104 h 294"/>
                  <a:gd name="T4" fmla="*/ 21 w 255"/>
                  <a:gd name="T5" fmla="*/ 146 h 294"/>
                  <a:gd name="T6" fmla="*/ 54 w 255"/>
                  <a:gd name="T7" fmla="*/ 165 h 294"/>
                  <a:gd name="T8" fmla="*/ 110 w 255"/>
                  <a:gd name="T9" fmla="*/ 162 h 294"/>
                  <a:gd name="T10" fmla="*/ 171 w 255"/>
                  <a:gd name="T11" fmla="*/ 150 h 294"/>
                  <a:gd name="T12" fmla="*/ 207 w 255"/>
                  <a:gd name="T13" fmla="*/ 126 h 294"/>
                  <a:gd name="T14" fmla="*/ 227 w 255"/>
                  <a:gd name="T15" fmla="*/ 90 h 294"/>
                  <a:gd name="T16" fmla="*/ 222 w 255"/>
                  <a:gd name="T17" fmla="*/ 54 h 294"/>
                  <a:gd name="T18" fmla="*/ 209 w 255"/>
                  <a:gd name="T19" fmla="*/ 26 h 294"/>
                  <a:gd name="T20" fmla="*/ 182 w 255"/>
                  <a:gd name="T21" fmla="*/ 5 h 294"/>
                  <a:gd name="T22" fmla="*/ 156 w 255"/>
                  <a:gd name="T23" fmla="*/ 0 h 294"/>
                  <a:gd name="T24" fmla="*/ 129 w 255"/>
                  <a:gd name="T25" fmla="*/ 8 h 294"/>
                  <a:gd name="T26" fmla="*/ 105 w 255"/>
                  <a:gd name="T27" fmla="*/ 32 h 294"/>
                  <a:gd name="T28" fmla="*/ 89 w 255"/>
                  <a:gd name="T29" fmla="*/ 71 h 294"/>
                  <a:gd name="T30" fmla="*/ 75 w 255"/>
                  <a:gd name="T31" fmla="*/ 135 h 294"/>
                  <a:gd name="T32" fmla="*/ 74 w 255"/>
                  <a:gd name="T33" fmla="*/ 200 h 294"/>
                  <a:gd name="T34" fmla="*/ 74 w 255"/>
                  <a:gd name="T35" fmla="*/ 252 h 294"/>
                  <a:gd name="T36" fmla="*/ 83 w 255"/>
                  <a:gd name="T37" fmla="*/ 272 h 294"/>
                  <a:gd name="T38" fmla="*/ 105 w 255"/>
                  <a:gd name="T39" fmla="*/ 287 h 294"/>
                  <a:gd name="T40" fmla="*/ 138 w 255"/>
                  <a:gd name="T41" fmla="*/ 294 h 294"/>
                  <a:gd name="T42" fmla="*/ 194 w 255"/>
                  <a:gd name="T43" fmla="*/ 291 h 294"/>
                  <a:gd name="T44" fmla="*/ 234 w 255"/>
                  <a:gd name="T45" fmla="*/ 285 h 294"/>
                  <a:gd name="T46" fmla="*/ 255 w 255"/>
                  <a:gd name="T47" fmla="*/ 273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55" h="294">
                    <a:moveTo>
                      <a:pt x="0" y="54"/>
                    </a:moveTo>
                    <a:lnTo>
                      <a:pt x="5" y="104"/>
                    </a:lnTo>
                    <a:lnTo>
                      <a:pt x="21" y="146"/>
                    </a:lnTo>
                    <a:lnTo>
                      <a:pt x="54" y="165"/>
                    </a:lnTo>
                    <a:lnTo>
                      <a:pt x="110" y="162"/>
                    </a:lnTo>
                    <a:lnTo>
                      <a:pt x="171" y="150"/>
                    </a:lnTo>
                    <a:lnTo>
                      <a:pt x="207" y="126"/>
                    </a:lnTo>
                    <a:lnTo>
                      <a:pt x="227" y="90"/>
                    </a:lnTo>
                    <a:lnTo>
                      <a:pt x="222" y="54"/>
                    </a:lnTo>
                    <a:lnTo>
                      <a:pt x="209" y="26"/>
                    </a:lnTo>
                    <a:lnTo>
                      <a:pt x="182" y="5"/>
                    </a:lnTo>
                    <a:lnTo>
                      <a:pt x="156" y="0"/>
                    </a:lnTo>
                    <a:lnTo>
                      <a:pt x="129" y="8"/>
                    </a:lnTo>
                    <a:lnTo>
                      <a:pt x="105" y="32"/>
                    </a:lnTo>
                    <a:lnTo>
                      <a:pt x="89" y="71"/>
                    </a:lnTo>
                    <a:lnTo>
                      <a:pt x="75" y="135"/>
                    </a:lnTo>
                    <a:lnTo>
                      <a:pt x="74" y="200"/>
                    </a:lnTo>
                    <a:lnTo>
                      <a:pt x="74" y="252"/>
                    </a:lnTo>
                    <a:lnTo>
                      <a:pt x="83" y="272"/>
                    </a:lnTo>
                    <a:lnTo>
                      <a:pt x="105" y="287"/>
                    </a:lnTo>
                    <a:lnTo>
                      <a:pt x="138" y="294"/>
                    </a:lnTo>
                    <a:lnTo>
                      <a:pt x="194" y="291"/>
                    </a:lnTo>
                    <a:lnTo>
                      <a:pt x="234" y="285"/>
                    </a:lnTo>
                    <a:lnTo>
                      <a:pt x="255" y="273"/>
                    </a:lnTo>
                  </a:path>
                </a:pathLst>
              </a:custGeom>
              <a:noFill/>
              <a:ln w="28575"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pSp>
        <p:sp>
          <p:nvSpPr>
            <p:cNvPr id="819237" name="Line 37"/>
            <p:cNvSpPr>
              <a:spLocks noChangeShapeType="1"/>
            </p:cNvSpPr>
            <p:nvPr/>
          </p:nvSpPr>
          <p:spPr bwMode="auto">
            <a:xfrm rot="16200000" flipH="1" flipV="1">
              <a:off x="1533526" y="4886325"/>
              <a:ext cx="766762" cy="395287"/>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819238" name="Oval 38"/>
            <p:cNvSpPr>
              <a:spLocks noChangeArrowheads="1"/>
            </p:cNvSpPr>
            <p:nvPr/>
          </p:nvSpPr>
          <p:spPr bwMode="auto">
            <a:xfrm>
              <a:off x="2674938" y="3533775"/>
              <a:ext cx="65087" cy="74613"/>
            </a:xfrm>
            <a:prstGeom prst="ellipse">
              <a:avLst/>
            </a:prstGeom>
            <a:solidFill>
              <a:schemeClr val="tx1"/>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819239" name="Oval 39"/>
            <p:cNvSpPr>
              <a:spLocks noChangeArrowheads="1"/>
            </p:cNvSpPr>
            <p:nvPr/>
          </p:nvSpPr>
          <p:spPr bwMode="auto">
            <a:xfrm>
              <a:off x="1976438" y="4872038"/>
              <a:ext cx="65087" cy="74612"/>
            </a:xfrm>
            <a:prstGeom prst="ellipse">
              <a:avLst/>
            </a:prstGeom>
            <a:solidFill>
              <a:schemeClr val="tx1"/>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819240" name="Rectangle 40"/>
            <p:cNvSpPr>
              <a:spLocks noChangeArrowheads="1"/>
            </p:cNvSpPr>
            <p:nvPr/>
          </p:nvSpPr>
          <p:spPr bwMode="auto">
            <a:xfrm>
              <a:off x="2330450" y="3349625"/>
              <a:ext cx="377825" cy="401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lnSpc>
                  <a:spcPct val="100000"/>
                </a:lnSpc>
                <a:spcBef>
                  <a:spcPct val="0"/>
                </a:spcBef>
                <a:buClrTx/>
                <a:buSzTx/>
                <a:buFontTx/>
                <a:buNone/>
              </a:pPr>
              <a:r>
                <a:rPr lang="en-US" altLang="en-US" sz="2000" b="0" i="0">
                  <a:latin typeface="FuturaA Md BT" pitchFamily="34" charset="0"/>
                </a:rPr>
                <a:t>C1</a:t>
              </a:r>
              <a:endParaRPr lang="en-US" altLang="en-US" sz="2000" b="0" i="0">
                <a:solidFill>
                  <a:schemeClr val="tx2"/>
                </a:solidFill>
                <a:latin typeface="FuturaA Md BT" pitchFamily="34" charset="0"/>
              </a:endParaRPr>
            </a:p>
          </p:txBody>
        </p:sp>
        <p:sp>
          <p:nvSpPr>
            <p:cNvPr id="819241" name="Rectangle 41"/>
            <p:cNvSpPr>
              <a:spLocks noChangeArrowheads="1"/>
            </p:cNvSpPr>
            <p:nvPr/>
          </p:nvSpPr>
          <p:spPr bwMode="auto">
            <a:xfrm>
              <a:off x="1624013" y="4711700"/>
              <a:ext cx="484187" cy="401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lnSpc>
                  <a:spcPct val="100000"/>
                </a:lnSpc>
                <a:spcBef>
                  <a:spcPct val="0"/>
                </a:spcBef>
                <a:buClrTx/>
                <a:buSzTx/>
                <a:buFontTx/>
                <a:buNone/>
              </a:pPr>
              <a:r>
                <a:rPr lang="en-US" altLang="en-US" sz="2000" b="0" i="0">
                  <a:latin typeface="FuturaA Md BT" pitchFamily="34" charset="0"/>
                </a:rPr>
                <a:t>C2</a:t>
              </a:r>
              <a:endParaRPr lang="en-US" altLang="en-US" sz="2000" b="0" i="0">
                <a:solidFill>
                  <a:schemeClr val="tx2"/>
                </a:solidFill>
                <a:latin typeface="FuturaA Md BT" pitchFamily="34" charset="0"/>
              </a:endParaRPr>
            </a:p>
          </p:txBody>
        </p:sp>
        <p:grpSp>
          <p:nvGrpSpPr>
            <p:cNvPr id="819242" name="Group 42"/>
            <p:cNvGrpSpPr>
              <a:grpSpLocks/>
            </p:cNvGrpSpPr>
            <p:nvPr/>
          </p:nvGrpSpPr>
          <p:grpSpPr bwMode="auto">
            <a:xfrm>
              <a:off x="2525713" y="5357813"/>
              <a:ext cx="968375" cy="177800"/>
              <a:chOff x="0" y="0"/>
              <a:chExt cx="19994" cy="20000"/>
            </a:xfrm>
          </p:grpSpPr>
          <p:sp>
            <p:nvSpPr>
              <p:cNvPr id="819243" name="Arc 43"/>
              <p:cNvSpPr>
                <a:spLocks/>
              </p:cNvSpPr>
              <p:nvPr/>
            </p:nvSpPr>
            <p:spPr bwMode="auto">
              <a:xfrm flipH="1">
                <a:off x="0" y="1152"/>
                <a:ext cx="2678" cy="13508"/>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19244" name="Arc 44"/>
              <p:cNvSpPr>
                <a:spLocks/>
              </p:cNvSpPr>
              <p:nvPr/>
            </p:nvSpPr>
            <p:spPr bwMode="auto">
              <a:xfrm>
                <a:off x="2403" y="1152"/>
                <a:ext cx="2678" cy="13508"/>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nvGrpSpPr>
              <p:cNvPr id="819245" name="Group 45"/>
              <p:cNvGrpSpPr>
                <a:grpSpLocks/>
              </p:cNvGrpSpPr>
              <p:nvPr/>
            </p:nvGrpSpPr>
            <p:grpSpPr bwMode="auto">
              <a:xfrm>
                <a:off x="2575" y="13403"/>
                <a:ext cx="2489" cy="6597"/>
                <a:chOff x="0" y="0"/>
                <a:chExt cx="20000" cy="20000"/>
              </a:xfrm>
            </p:grpSpPr>
            <p:sp>
              <p:nvSpPr>
                <p:cNvPr id="819246" name="Arc 46"/>
                <p:cNvSpPr>
                  <a:spLocks/>
                </p:cNvSpPr>
                <p:nvPr/>
              </p:nvSpPr>
              <p:spPr bwMode="auto">
                <a:xfrm flipH="1" flipV="1">
                  <a:off x="0" y="0"/>
                  <a:ext cx="10478" cy="200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19247" name="Arc 47"/>
                <p:cNvSpPr>
                  <a:spLocks/>
                </p:cNvSpPr>
                <p:nvPr/>
              </p:nvSpPr>
              <p:spPr bwMode="auto">
                <a:xfrm flipV="1">
                  <a:off x="9514" y="0"/>
                  <a:ext cx="10486" cy="200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819248" name="Group 48"/>
              <p:cNvGrpSpPr>
                <a:grpSpLocks/>
              </p:cNvGrpSpPr>
              <p:nvPr/>
            </p:nvGrpSpPr>
            <p:grpSpPr bwMode="auto">
              <a:xfrm>
                <a:off x="6437" y="13403"/>
                <a:ext cx="2505" cy="6597"/>
                <a:chOff x="0" y="0"/>
                <a:chExt cx="19992" cy="20000"/>
              </a:xfrm>
            </p:grpSpPr>
            <p:sp>
              <p:nvSpPr>
                <p:cNvPr id="819249" name="Arc 49"/>
                <p:cNvSpPr>
                  <a:spLocks/>
                </p:cNvSpPr>
                <p:nvPr/>
              </p:nvSpPr>
              <p:spPr bwMode="auto">
                <a:xfrm flipH="1" flipV="1">
                  <a:off x="0" y="0"/>
                  <a:ext cx="10407" cy="200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19250" name="Arc 50"/>
                <p:cNvSpPr>
                  <a:spLocks/>
                </p:cNvSpPr>
                <p:nvPr/>
              </p:nvSpPr>
              <p:spPr bwMode="auto">
                <a:xfrm flipV="1">
                  <a:off x="9585" y="0"/>
                  <a:ext cx="10407" cy="200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819251" name="Group 51"/>
              <p:cNvGrpSpPr>
                <a:grpSpLocks/>
              </p:cNvGrpSpPr>
              <p:nvPr/>
            </p:nvGrpSpPr>
            <p:grpSpPr bwMode="auto">
              <a:xfrm>
                <a:off x="2540" y="733"/>
                <a:ext cx="6402" cy="13508"/>
                <a:chOff x="0" y="0"/>
                <a:chExt cx="19999" cy="20000"/>
              </a:xfrm>
            </p:grpSpPr>
            <p:sp>
              <p:nvSpPr>
                <p:cNvPr id="819252" name="Arc 52"/>
                <p:cNvSpPr>
                  <a:spLocks/>
                </p:cNvSpPr>
                <p:nvPr/>
              </p:nvSpPr>
              <p:spPr bwMode="auto">
                <a:xfrm flipH="1">
                  <a:off x="0" y="0"/>
                  <a:ext cx="10187" cy="200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19253" name="Arc 53"/>
                <p:cNvSpPr>
                  <a:spLocks/>
                </p:cNvSpPr>
                <p:nvPr/>
              </p:nvSpPr>
              <p:spPr bwMode="auto">
                <a:xfrm>
                  <a:off x="9812" y="0"/>
                  <a:ext cx="10187" cy="200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819254" name="Group 54"/>
              <p:cNvGrpSpPr>
                <a:grpSpLocks/>
              </p:cNvGrpSpPr>
              <p:nvPr/>
            </p:nvGrpSpPr>
            <p:grpSpPr bwMode="auto">
              <a:xfrm>
                <a:off x="10761" y="0"/>
                <a:ext cx="6573" cy="19791"/>
                <a:chOff x="0" y="-1"/>
                <a:chExt cx="20001" cy="20001"/>
              </a:xfrm>
            </p:grpSpPr>
            <p:grpSp>
              <p:nvGrpSpPr>
                <p:cNvPr id="819255" name="Group 55"/>
                <p:cNvGrpSpPr>
                  <a:grpSpLocks/>
                </p:cNvGrpSpPr>
                <p:nvPr/>
              </p:nvGrpSpPr>
              <p:grpSpPr bwMode="auto">
                <a:xfrm>
                  <a:off x="103" y="13333"/>
                  <a:ext cx="7574" cy="6667"/>
                  <a:chOff x="-8" y="0"/>
                  <a:chExt cx="20010" cy="20000"/>
                </a:xfrm>
              </p:grpSpPr>
              <p:sp>
                <p:nvSpPr>
                  <p:cNvPr id="819256" name="Arc 56"/>
                  <p:cNvSpPr>
                    <a:spLocks/>
                  </p:cNvSpPr>
                  <p:nvPr/>
                </p:nvSpPr>
                <p:spPr bwMode="auto">
                  <a:xfrm flipH="1" flipV="1">
                    <a:off x="-8" y="0"/>
                    <a:ext cx="10491" cy="200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19257" name="Arc 57"/>
                  <p:cNvSpPr>
                    <a:spLocks/>
                  </p:cNvSpPr>
                  <p:nvPr/>
                </p:nvSpPr>
                <p:spPr bwMode="auto">
                  <a:xfrm flipV="1">
                    <a:off x="9519" y="0"/>
                    <a:ext cx="10483" cy="200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819258" name="Arc 58"/>
                <p:cNvSpPr>
                  <a:spLocks/>
                </p:cNvSpPr>
                <p:nvPr/>
              </p:nvSpPr>
              <p:spPr bwMode="auto">
                <a:xfrm flipH="1">
                  <a:off x="11855" y="-1"/>
                  <a:ext cx="8146" cy="1365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nvGrpSpPr>
                <p:cNvPr id="819259" name="Group 59"/>
                <p:cNvGrpSpPr>
                  <a:grpSpLocks/>
                </p:cNvGrpSpPr>
                <p:nvPr/>
              </p:nvGrpSpPr>
              <p:grpSpPr bwMode="auto">
                <a:xfrm>
                  <a:off x="11855" y="13333"/>
                  <a:ext cx="7623" cy="6667"/>
                  <a:chOff x="0" y="0"/>
                  <a:chExt cx="20001" cy="20000"/>
                </a:xfrm>
              </p:grpSpPr>
              <p:sp>
                <p:nvSpPr>
                  <p:cNvPr id="819260" name="Arc 60"/>
                  <p:cNvSpPr>
                    <a:spLocks/>
                  </p:cNvSpPr>
                  <p:nvPr/>
                </p:nvSpPr>
                <p:spPr bwMode="auto">
                  <a:xfrm flipH="1" flipV="1">
                    <a:off x="0" y="0"/>
                    <a:ext cx="10411" cy="200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19261" name="Arc 61"/>
                  <p:cNvSpPr>
                    <a:spLocks/>
                  </p:cNvSpPr>
                  <p:nvPr/>
                </p:nvSpPr>
                <p:spPr bwMode="auto">
                  <a:xfrm flipV="1">
                    <a:off x="9590" y="0"/>
                    <a:ext cx="10411" cy="200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819262" name="Group 62"/>
                <p:cNvGrpSpPr>
                  <a:grpSpLocks/>
                </p:cNvGrpSpPr>
                <p:nvPr/>
              </p:nvGrpSpPr>
              <p:grpSpPr bwMode="auto">
                <a:xfrm>
                  <a:off x="0" y="422"/>
                  <a:ext cx="19426" cy="13652"/>
                  <a:chOff x="0" y="0"/>
                  <a:chExt cx="20000" cy="20000"/>
                </a:xfrm>
              </p:grpSpPr>
              <p:sp>
                <p:nvSpPr>
                  <p:cNvPr id="819263" name="Arc 63"/>
                  <p:cNvSpPr>
                    <a:spLocks/>
                  </p:cNvSpPr>
                  <p:nvPr/>
                </p:nvSpPr>
                <p:spPr bwMode="auto">
                  <a:xfrm flipH="1">
                    <a:off x="0" y="0"/>
                    <a:ext cx="10216" cy="200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19264" name="Arc 64"/>
                  <p:cNvSpPr>
                    <a:spLocks/>
                  </p:cNvSpPr>
                  <p:nvPr/>
                </p:nvSpPr>
                <p:spPr bwMode="auto">
                  <a:xfrm>
                    <a:off x="9784" y="0"/>
                    <a:ext cx="10216" cy="200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grpSp>
            <p:nvGrpSpPr>
              <p:cNvPr id="819265" name="Group 65"/>
              <p:cNvGrpSpPr>
                <a:grpSpLocks/>
              </p:cNvGrpSpPr>
              <p:nvPr/>
            </p:nvGrpSpPr>
            <p:grpSpPr bwMode="auto">
              <a:xfrm>
                <a:off x="6436" y="0"/>
                <a:ext cx="6848" cy="13717"/>
                <a:chOff x="0" y="0"/>
                <a:chExt cx="20001" cy="20000"/>
              </a:xfrm>
            </p:grpSpPr>
            <p:sp>
              <p:nvSpPr>
                <p:cNvPr id="819266" name="Arc 66"/>
                <p:cNvSpPr>
                  <a:spLocks/>
                </p:cNvSpPr>
                <p:nvPr/>
              </p:nvSpPr>
              <p:spPr bwMode="auto">
                <a:xfrm flipH="1">
                  <a:off x="0" y="305"/>
                  <a:ext cx="9974" cy="1969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19267" name="Arc 67"/>
                <p:cNvSpPr>
                  <a:spLocks/>
                </p:cNvSpPr>
                <p:nvPr/>
              </p:nvSpPr>
              <p:spPr bwMode="auto">
                <a:xfrm>
                  <a:off x="10024" y="0"/>
                  <a:ext cx="9977" cy="1969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819268" name="Arc 68"/>
              <p:cNvSpPr>
                <a:spLocks/>
              </p:cNvSpPr>
              <p:nvPr/>
            </p:nvSpPr>
            <p:spPr bwMode="auto">
              <a:xfrm>
                <a:off x="17317" y="0"/>
                <a:ext cx="2677" cy="13508"/>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819269" name="Line 69"/>
            <p:cNvSpPr>
              <a:spLocks noChangeShapeType="1"/>
            </p:cNvSpPr>
            <p:nvPr/>
          </p:nvSpPr>
          <p:spPr bwMode="auto">
            <a:xfrm rot="5400000" flipH="1">
              <a:off x="3871913" y="5086350"/>
              <a:ext cx="7937" cy="785813"/>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819270" name="Oval 70"/>
            <p:cNvSpPr>
              <a:spLocks noChangeArrowheads="1"/>
            </p:cNvSpPr>
            <p:nvPr/>
          </p:nvSpPr>
          <p:spPr bwMode="auto">
            <a:xfrm>
              <a:off x="2251075" y="5429250"/>
              <a:ext cx="66675" cy="74613"/>
            </a:xfrm>
            <a:prstGeom prst="ellipse">
              <a:avLst/>
            </a:prstGeom>
            <a:solidFill>
              <a:schemeClr val="tx1"/>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819271" name="Oval 71"/>
            <p:cNvSpPr>
              <a:spLocks noChangeArrowheads="1"/>
            </p:cNvSpPr>
            <p:nvPr/>
          </p:nvSpPr>
          <p:spPr bwMode="auto">
            <a:xfrm>
              <a:off x="3694113" y="5434013"/>
              <a:ext cx="66675" cy="74612"/>
            </a:xfrm>
            <a:prstGeom prst="ellipse">
              <a:avLst/>
            </a:prstGeom>
            <a:solidFill>
              <a:schemeClr val="tx1"/>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819272" name="Rectangle 72"/>
            <p:cNvSpPr>
              <a:spLocks noChangeArrowheads="1"/>
            </p:cNvSpPr>
            <p:nvPr/>
          </p:nvSpPr>
          <p:spPr bwMode="auto">
            <a:xfrm>
              <a:off x="2136775" y="5473700"/>
              <a:ext cx="433388" cy="401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lnSpc>
                  <a:spcPct val="100000"/>
                </a:lnSpc>
                <a:spcBef>
                  <a:spcPct val="0"/>
                </a:spcBef>
                <a:buClrTx/>
                <a:buSzTx/>
                <a:buFontTx/>
                <a:buNone/>
              </a:pPr>
              <a:r>
                <a:rPr lang="en-US" altLang="en-US" sz="2000" b="0" i="0">
                  <a:latin typeface="FuturaA Md BT" pitchFamily="34" charset="0"/>
                </a:rPr>
                <a:t>B1</a:t>
              </a:r>
            </a:p>
          </p:txBody>
        </p:sp>
        <p:sp>
          <p:nvSpPr>
            <p:cNvPr id="819273" name="Rectangle 73"/>
            <p:cNvSpPr>
              <a:spLocks noChangeArrowheads="1"/>
            </p:cNvSpPr>
            <p:nvPr/>
          </p:nvSpPr>
          <p:spPr bwMode="auto">
            <a:xfrm>
              <a:off x="3584575" y="5473700"/>
              <a:ext cx="447675" cy="401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lnSpc>
                  <a:spcPct val="100000"/>
                </a:lnSpc>
                <a:spcBef>
                  <a:spcPct val="0"/>
                </a:spcBef>
                <a:buClrTx/>
                <a:buSzTx/>
                <a:buFontTx/>
                <a:buNone/>
              </a:pPr>
              <a:r>
                <a:rPr lang="en-US" altLang="en-US" sz="2000" b="0" i="0">
                  <a:latin typeface="FuturaA Md BT" pitchFamily="34" charset="0"/>
                </a:rPr>
                <a:t>B2</a:t>
              </a:r>
            </a:p>
          </p:txBody>
        </p:sp>
      </p:grpSp>
      <p:grpSp>
        <p:nvGrpSpPr>
          <p:cNvPr id="2" name="Group 1"/>
          <p:cNvGrpSpPr/>
          <p:nvPr/>
        </p:nvGrpSpPr>
        <p:grpSpPr>
          <a:xfrm>
            <a:off x="6021388" y="2647950"/>
            <a:ext cx="2763837" cy="3546475"/>
            <a:chOff x="6021388" y="2647950"/>
            <a:chExt cx="2763837" cy="3546475"/>
          </a:xfrm>
        </p:grpSpPr>
        <p:sp>
          <p:nvSpPr>
            <p:cNvPr id="819202" name="Line 2"/>
            <p:cNvSpPr>
              <a:spLocks noChangeShapeType="1"/>
            </p:cNvSpPr>
            <p:nvPr/>
          </p:nvSpPr>
          <p:spPr bwMode="auto">
            <a:xfrm rot="16200000" flipV="1">
              <a:off x="7171532" y="4194968"/>
              <a:ext cx="0" cy="417513"/>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819203" name="Line 3"/>
            <p:cNvSpPr>
              <a:spLocks noChangeShapeType="1"/>
            </p:cNvSpPr>
            <p:nvPr/>
          </p:nvSpPr>
          <p:spPr bwMode="auto">
            <a:xfrm rot="-16200000" flipH="1" flipV="1">
              <a:off x="6121400" y="5543550"/>
              <a:ext cx="400050" cy="20955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819204" name="Line 4"/>
            <p:cNvSpPr>
              <a:spLocks noChangeShapeType="1"/>
            </p:cNvSpPr>
            <p:nvPr/>
          </p:nvSpPr>
          <p:spPr bwMode="auto">
            <a:xfrm rot="5400000" flipV="1">
              <a:off x="6108700" y="3040063"/>
              <a:ext cx="414337" cy="21748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819214" name="Rectangle 14"/>
            <p:cNvSpPr>
              <a:spLocks noChangeArrowheads="1"/>
            </p:cNvSpPr>
            <p:nvPr/>
          </p:nvSpPr>
          <p:spPr bwMode="auto">
            <a:xfrm>
              <a:off x="6034088" y="2647950"/>
              <a:ext cx="288925" cy="401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lnSpc>
                  <a:spcPct val="100000"/>
                </a:lnSpc>
                <a:spcBef>
                  <a:spcPct val="0"/>
                </a:spcBef>
                <a:buClrTx/>
                <a:buSzTx/>
                <a:buFontTx/>
                <a:buNone/>
              </a:pPr>
              <a:r>
                <a:rPr lang="en-US" altLang="en-US" sz="2000" b="0" i="0">
                  <a:latin typeface="FuturaA Md BT" pitchFamily="34" charset="0"/>
                </a:rPr>
                <a:t>a</a:t>
              </a:r>
              <a:endParaRPr lang="en-US" altLang="en-US" sz="2000" b="0" i="0">
                <a:solidFill>
                  <a:schemeClr val="tx2"/>
                </a:solidFill>
                <a:latin typeface="FuturaA Md BT" pitchFamily="34" charset="0"/>
              </a:endParaRPr>
            </a:p>
          </p:txBody>
        </p:sp>
        <p:sp>
          <p:nvSpPr>
            <p:cNvPr id="819215" name="Rectangle 15"/>
            <p:cNvSpPr>
              <a:spLocks noChangeArrowheads="1"/>
            </p:cNvSpPr>
            <p:nvPr/>
          </p:nvSpPr>
          <p:spPr bwMode="auto">
            <a:xfrm>
              <a:off x="6086475" y="5792788"/>
              <a:ext cx="288925" cy="4016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lnSpc>
                  <a:spcPct val="100000"/>
                </a:lnSpc>
                <a:spcBef>
                  <a:spcPct val="0"/>
                </a:spcBef>
                <a:buClrTx/>
                <a:buSzTx/>
                <a:buFontTx/>
                <a:buNone/>
              </a:pPr>
              <a:r>
                <a:rPr lang="en-US" altLang="en-US" sz="2000" b="0" i="0">
                  <a:latin typeface="FuturaA Md BT" pitchFamily="34" charset="0"/>
                </a:rPr>
                <a:t>c</a:t>
              </a:r>
              <a:endParaRPr lang="en-US" altLang="en-US" sz="2000" b="0" i="0">
                <a:solidFill>
                  <a:schemeClr val="tx2"/>
                </a:solidFill>
                <a:latin typeface="FuturaA Md BT" pitchFamily="34" charset="0"/>
              </a:endParaRPr>
            </a:p>
          </p:txBody>
        </p:sp>
        <p:sp>
          <p:nvSpPr>
            <p:cNvPr id="819216" name="Rectangle 16"/>
            <p:cNvSpPr>
              <a:spLocks noChangeArrowheads="1"/>
            </p:cNvSpPr>
            <p:nvPr/>
          </p:nvSpPr>
          <p:spPr bwMode="auto">
            <a:xfrm>
              <a:off x="8496300" y="4235450"/>
              <a:ext cx="288925" cy="401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lnSpc>
                  <a:spcPct val="100000"/>
                </a:lnSpc>
                <a:spcBef>
                  <a:spcPct val="0"/>
                </a:spcBef>
                <a:buClrTx/>
                <a:buSzTx/>
                <a:buFontTx/>
                <a:buNone/>
              </a:pPr>
              <a:r>
                <a:rPr lang="en-US" altLang="en-US" sz="2000" b="0" i="0">
                  <a:latin typeface="FuturaA Md BT" pitchFamily="34" charset="0"/>
                </a:rPr>
                <a:t>b</a:t>
              </a:r>
              <a:endParaRPr lang="en-US" altLang="en-US" sz="2000" b="0" i="0">
                <a:solidFill>
                  <a:schemeClr val="tx2"/>
                </a:solidFill>
                <a:latin typeface="FuturaA Md BT" pitchFamily="34" charset="0"/>
              </a:endParaRPr>
            </a:p>
          </p:txBody>
        </p:sp>
        <p:grpSp>
          <p:nvGrpSpPr>
            <p:cNvPr id="819223" name="Group 23"/>
            <p:cNvGrpSpPr>
              <a:grpSpLocks/>
            </p:cNvGrpSpPr>
            <p:nvPr/>
          </p:nvGrpSpPr>
          <p:grpSpPr bwMode="auto">
            <a:xfrm>
              <a:off x="6413500" y="3348038"/>
              <a:ext cx="365125" cy="668337"/>
              <a:chOff x="2870" y="2202"/>
              <a:chExt cx="532" cy="957"/>
            </a:xfrm>
          </p:grpSpPr>
          <p:sp>
            <p:nvSpPr>
              <p:cNvPr id="819224" name="Freeform 24"/>
              <p:cNvSpPr>
                <a:spLocks/>
              </p:cNvSpPr>
              <p:nvPr/>
            </p:nvSpPr>
            <p:spPr bwMode="auto">
              <a:xfrm>
                <a:off x="2870" y="2202"/>
                <a:ext cx="433" cy="732"/>
              </a:xfrm>
              <a:custGeom>
                <a:avLst/>
                <a:gdLst>
                  <a:gd name="T0" fmla="*/ 24 w 433"/>
                  <a:gd name="T1" fmla="*/ 0 h 732"/>
                  <a:gd name="T2" fmla="*/ 4 w 433"/>
                  <a:gd name="T3" fmla="*/ 32 h 732"/>
                  <a:gd name="T4" fmla="*/ 0 w 433"/>
                  <a:gd name="T5" fmla="*/ 105 h 732"/>
                  <a:gd name="T6" fmla="*/ 7 w 433"/>
                  <a:gd name="T7" fmla="*/ 179 h 732"/>
                  <a:gd name="T8" fmla="*/ 22 w 433"/>
                  <a:gd name="T9" fmla="*/ 221 h 732"/>
                  <a:gd name="T10" fmla="*/ 43 w 433"/>
                  <a:gd name="T11" fmla="*/ 237 h 732"/>
                  <a:gd name="T12" fmla="*/ 85 w 433"/>
                  <a:gd name="T13" fmla="*/ 245 h 732"/>
                  <a:gd name="T14" fmla="*/ 171 w 433"/>
                  <a:gd name="T15" fmla="*/ 239 h 732"/>
                  <a:gd name="T16" fmla="*/ 213 w 433"/>
                  <a:gd name="T17" fmla="*/ 228 h 732"/>
                  <a:gd name="T18" fmla="*/ 240 w 433"/>
                  <a:gd name="T19" fmla="*/ 200 h 732"/>
                  <a:gd name="T20" fmla="*/ 250 w 433"/>
                  <a:gd name="T21" fmla="*/ 165 h 732"/>
                  <a:gd name="T22" fmla="*/ 244 w 433"/>
                  <a:gd name="T23" fmla="*/ 131 h 732"/>
                  <a:gd name="T24" fmla="*/ 223 w 433"/>
                  <a:gd name="T25" fmla="*/ 101 h 732"/>
                  <a:gd name="T26" fmla="*/ 196 w 433"/>
                  <a:gd name="T27" fmla="*/ 87 h 732"/>
                  <a:gd name="T28" fmla="*/ 160 w 433"/>
                  <a:gd name="T29" fmla="*/ 90 h 732"/>
                  <a:gd name="T30" fmla="*/ 135 w 433"/>
                  <a:gd name="T31" fmla="*/ 110 h 732"/>
                  <a:gd name="T32" fmla="*/ 114 w 433"/>
                  <a:gd name="T33" fmla="*/ 146 h 732"/>
                  <a:gd name="T34" fmla="*/ 100 w 433"/>
                  <a:gd name="T35" fmla="*/ 180 h 732"/>
                  <a:gd name="T36" fmla="*/ 91 w 433"/>
                  <a:gd name="T37" fmla="*/ 249 h 732"/>
                  <a:gd name="T38" fmla="*/ 88 w 433"/>
                  <a:gd name="T39" fmla="*/ 342 h 732"/>
                  <a:gd name="T40" fmla="*/ 93 w 433"/>
                  <a:gd name="T41" fmla="*/ 402 h 732"/>
                  <a:gd name="T42" fmla="*/ 106 w 433"/>
                  <a:gd name="T43" fmla="*/ 434 h 732"/>
                  <a:gd name="T44" fmla="*/ 135 w 433"/>
                  <a:gd name="T45" fmla="*/ 456 h 732"/>
                  <a:gd name="T46" fmla="*/ 165 w 433"/>
                  <a:gd name="T47" fmla="*/ 467 h 732"/>
                  <a:gd name="T48" fmla="*/ 201 w 433"/>
                  <a:gd name="T49" fmla="*/ 470 h 732"/>
                  <a:gd name="T50" fmla="*/ 252 w 433"/>
                  <a:gd name="T51" fmla="*/ 465 h 732"/>
                  <a:gd name="T52" fmla="*/ 289 w 433"/>
                  <a:gd name="T53" fmla="*/ 455 h 732"/>
                  <a:gd name="T54" fmla="*/ 319 w 433"/>
                  <a:gd name="T55" fmla="*/ 428 h 732"/>
                  <a:gd name="T56" fmla="*/ 328 w 433"/>
                  <a:gd name="T57" fmla="*/ 396 h 732"/>
                  <a:gd name="T58" fmla="*/ 325 w 433"/>
                  <a:gd name="T59" fmla="*/ 362 h 732"/>
                  <a:gd name="T60" fmla="*/ 312 w 433"/>
                  <a:gd name="T61" fmla="*/ 336 h 732"/>
                  <a:gd name="T62" fmla="*/ 282 w 433"/>
                  <a:gd name="T63" fmla="*/ 317 h 732"/>
                  <a:gd name="T64" fmla="*/ 253 w 433"/>
                  <a:gd name="T65" fmla="*/ 314 h 732"/>
                  <a:gd name="T66" fmla="*/ 220 w 433"/>
                  <a:gd name="T67" fmla="*/ 326 h 732"/>
                  <a:gd name="T68" fmla="*/ 198 w 433"/>
                  <a:gd name="T69" fmla="*/ 353 h 732"/>
                  <a:gd name="T70" fmla="*/ 190 w 433"/>
                  <a:gd name="T71" fmla="*/ 405 h 732"/>
                  <a:gd name="T72" fmla="*/ 186 w 433"/>
                  <a:gd name="T73" fmla="*/ 450 h 732"/>
                  <a:gd name="T74" fmla="*/ 187 w 433"/>
                  <a:gd name="T75" fmla="*/ 531 h 732"/>
                  <a:gd name="T76" fmla="*/ 198 w 433"/>
                  <a:gd name="T77" fmla="*/ 587 h 732"/>
                  <a:gd name="T78" fmla="*/ 231 w 433"/>
                  <a:gd name="T79" fmla="*/ 620 h 732"/>
                  <a:gd name="T80" fmla="*/ 286 w 433"/>
                  <a:gd name="T81" fmla="*/ 632 h 732"/>
                  <a:gd name="T82" fmla="*/ 351 w 433"/>
                  <a:gd name="T83" fmla="*/ 627 h 732"/>
                  <a:gd name="T84" fmla="*/ 390 w 433"/>
                  <a:gd name="T85" fmla="*/ 615 h 732"/>
                  <a:gd name="T86" fmla="*/ 420 w 433"/>
                  <a:gd name="T87" fmla="*/ 590 h 732"/>
                  <a:gd name="T88" fmla="*/ 433 w 433"/>
                  <a:gd name="T89" fmla="*/ 557 h 732"/>
                  <a:gd name="T90" fmla="*/ 427 w 433"/>
                  <a:gd name="T91" fmla="*/ 516 h 732"/>
                  <a:gd name="T92" fmla="*/ 403 w 433"/>
                  <a:gd name="T93" fmla="*/ 485 h 732"/>
                  <a:gd name="T94" fmla="*/ 375 w 433"/>
                  <a:gd name="T95" fmla="*/ 473 h 732"/>
                  <a:gd name="T96" fmla="*/ 343 w 433"/>
                  <a:gd name="T97" fmla="*/ 476 h 732"/>
                  <a:gd name="T98" fmla="*/ 318 w 433"/>
                  <a:gd name="T99" fmla="*/ 491 h 732"/>
                  <a:gd name="T100" fmla="*/ 297 w 433"/>
                  <a:gd name="T101" fmla="*/ 530 h 732"/>
                  <a:gd name="T102" fmla="*/ 285 w 433"/>
                  <a:gd name="T103" fmla="*/ 579 h 732"/>
                  <a:gd name="T104" fmla="*/ 279 w 433"/>
                  <a:gd name="T105" fmla="*/ 669 h 732"/>
                  <a:gd name="T106" fmla="*/ 279 w 433"/>
                  <a:gd name="T107" fmla="*/ 732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433" h="732">
                    <a:moveTo>
                      <a:pt x="24" y="0"/>
                    </a:moveTo>
                    <a:lnTo>
                      <a:pt x="4" y="32"/>
                    </a:lnTo>
                    <a:lnTo>
                      <a:pt x="0" y="105"/>
                    </a:lnTo>
                    <a:lnTo>
                      <a:pt x="7" y="179"/>
                    </a:lnTo>
                    <a:lnTo>
                      <a:pt x="22" y="221"/>
                    </a:lnTo>
                    <a:lnTo>
                      <a:pt x="43" y="237"/>
                    </a:lnTo>
                    <a:lnTo>
                      <a:pt x="85" y="245"/>
                    </a:lnTo>
                    <a:lnTo>
                      <a:pt x="171" y="239"/>
                    </a:lnTo>
                    <a:lnTo>
                      <a:pt x="213" y="228"/>
                    </a:lnTo>
                    <a:lnTo>
                      <a:pt x="240" y="200"/>
                    </a:lnTo>
                    <a:lnTo>
                      <a:pt x="250" y="165"/>
                    </a:lnTo>
                    <a:lnTo>
                      <a:pt x="244" y="131"/>
                    </a:lnTo>
                    <a:lnTo>
                      <a:pt x="223" y="101"/>
                    </a:lnTo>
                    <a:lnTo>
                      <a:pt x="196" y="87"/>
                    </a:lnTo>
                    <a:lnTo>
                      <a:pt x="160" y="90"/>
                    </a:lnTo>
                    <a:lnTo>
                      <a:pt x="135" y="110"/>
                    </a:lnTo>
                    <a:lnTo>
                      <a:pt x="114" y="146"/>
                    </a:lnTo>
                    <a:lnTo>
                      <a:pt x="100" y="180"/>
                    </a:lnTo>
                    <a:lnTo>
                      <a:pt x="91" y="249"/>
                    </a:lnTo>
                    <a:lnTo>
                      <a:pt x="88" y="342"/>
                    </a:lnTo>
                    <a:lnTo>
                      <a:pt x="93" y="402"/>
                    </a:lnTo>
                    <a:lnTo>
                      <a:pt x="106" y="434"/>
                    </a:lnTo>
                    <a:lnTo>
                      <a:pt x="135" y="456"/>
                    </a:lnTo>
                    <a:lnTo>
                      <a:pt x="165" y="467"/>
                    </a:lnTo>
                    <a:lnTo>
                      <a:pt x="201" y="470"/>
                    </a:lnTo>
                    <a:lnTo>
                      <a:pt x="252" y="465"/>
                    </a:lnTo>
                    <a:lnTo>
                      <a:pt x="289" y="455"/>
                    </a:lnTo>
                    <a:lnTo>
                      <a:pt x="319" y="428"/>
                    </a:lnTo>
                    <a:lnTo>
                      <a:pt x="328" y="396"/>
                    </a:lnTo>
                    <a:lnTo>
                      <a:pt x="325" y="362"/>
                    </a:lnTo>
                    <a:lnTo>
                      <a:pt x="312" y="336"/>
                    </a:lnTo>
                    <a:lnTo>
                      <a:pt x="282" y="317"/>
                    </a:lnTo>
                    <a:lnTo>
                      <a:pt x="253" y="314"/>
                    </a:lnTo>
                    <a:lnTo>
                      <a:pt x="220" y="326"/>
                    </a:lnTo>
                    <a:lnTo>
                      <a:pt x="198" y="353"/>
                    </a:lnTo>
                    <a:lnTo>
                      <a:pt x="190" y="405"/>
                    </a:lnTo>
                    <a:lnTo>
                      <a:pt x="186" y="450"/>
                    </a:lnTo>
                    <a:lnTo>
                      <a:pt x="187" y="531"/>
                    </a:lnTo>
                    <a:lnTo>
                      <a:pt x="198" y="587"/>
                    </a:lnTo>
                    <a:lnTo>
                      <a:pt x="231" y="620"/>
                    </a:lnTo>
                    <a:lnTo>
                      <a:pt x="286" y="632"/>
                    </a:lnTo>
                    <a:lnTo>
                      <a:pt x="351" y="627"/>
                    </a:lnTo>
                    <a:lnTo>
                      <a:pt x="390" y="615"/>
                    </a:lnTo>
                    <a:lnTo>
                      <a:pt x="420" y="590"/>
                    </a:lnTo>
                    <a:lnTo>
                      <a:pt x="433" y="557"/>
                    </a:lnTo>
                    <a:lnTo>
                      <a:pt x="427" y="516"/>
                    </a:lnTo>
                    <a:lnTo>
                      <a:pt x="403" y="485"/>
                    </a:lnTo>
                    <a:lnTo>
                      <a:pt x="375" y="473"/>
                    </a:lnTo>
                    <a:lnTo>
                      <a:pt x="343" y="476"/>
                    </a:lnTo>
                    <a:lnTo>
                      <a:pt x="318" y="491"/>
                    </a:lnTo>
                    <a:lnTo>
                      <a:pt x="297" y="530"/>
                    </a:lnTo>
                    <a:lnTo>
                      <a:pt x="285" y="579"/>
                    </a:lnTo>
                    <a:lnTo>
                      <a:pt x="279" y="669"/>
                    </a:lnTo>
                    <a:lnTo>
                      <a:pt x="279" y="732"/>
                    </a:lnTo>
                  </a:path>
                </a:pathLst>
              </a:custGeom>
              <a:noFill/>
              <a:ln w="28575"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819225" name="Freeform 25"/>
              <p:cNvSpPr>
                <a:spLocks/>
              </p:cNvSpPr>
              <p:nvPr/>
            </p:nvSpPr>
            <p:spPr bwMode="auto">
              <a:xfrm>
                <a:off x="3147" y="2865"/>
                <a:ext cx="255" cy="294"/>
              </a:xfrm>
              <a:custGeom>
                <a:avLst/>
                <a:gdLst>
                  <a:gd name="T0" fmla="*/ 0 w 255"/>
                  <a:gd name="T1" fmla="*/ 54 h 294"/>
                  <a:gd name="T2" fmla="*/ 5 w 255"/>
                  <a:gd name="T3" fmla="*/ 104 h 294"/>
                  <a:gd name="T4" fmla="*/ 21 w 255"/>
                  <a:gd name="T5" fmla="*/ 146 h 294"/>
                  <a:gd name="T6" fmla="*/ 54 w 255"/>
                  <a:gd name="T7" fmla="*/ 165 h 294"/>
                  <a:gd name="T8" fmla="*/ 110 w 255"/>
                  <a:gd name="T9" fmla="*/ 162 h 294"/>
                  <a:gd name="T10" fmla="*/ 171 w 255"/>
                  <a:gd name="T11" fmla="*/ 150 h 294"/>
                  <a:gd name="T12" fmla="*/ 207 w 255"/>
                  <a:gd name="T13" fmla="*/ 126 h 294"/>
                  <a:gd name="T14" fmla="*/ 227 w 255"/>
                  <a:gd name="T15" fmla="*/ 90 h 294"/>
                  <a:gd name="T16" fmla="*/ 222 w 255"/>
                  <a:gd name="T17" fmla="*/ 54 h 294"/>
                  <a:gd name="T18" fmla="*/ 209 w 255"/>
                  <a:gd name="T19" fmla="*/ 26 h 294"/>
                  <a:gd name="T20" fmla="*/ 182 w 255"/>
                  <a:gd name="T21" fmla="*/ 5 h 294"/>
                  <a:gd name="T22" fmla="*/ 156 w 255"/>
                  <a:gd name="T23" fmla="*/ 0 h 294"/>
                  <a:gd name="T24" fmla="*/ 129 w 255"/>
                  <a:gd name="T25" fmla="*/ 8 h 294"/>
                  <a:gd name="T26" fmla="*/ 105 w 255"/>
                  <a:gd name="T27" fmla="*/ 32 h 294"/>
                  <a:gd name="T28" fmla="*/ 89 w 255"/>
                  <a:gd name="T29" fmla="*/ 71 h 294"/>
                  <a:gd name="T30" fmla="*/ 75 w 255"/>
                  <a:gd name="T31" fmla="*/ 135 h 294"/>
                  <a:gd name="T32" fmla="*/ 74 w 255"/>
                  <a:gd name="T33" fmla="*/ 200 h 294"/>
                  <a:gd name="T34" fmla="*/ 74 w 255"/>
                  <a:gd name="T35" fmla="*/ 252 h 294"/>
                  <a:gd name="T36" fmla="*/ 83 w 255"/>
                  <a:gd name="T37" fmla="*/ 272 h 294"/>
                  <a:gd name="T38" fmla="*/ 105 w 255"/>
                  <a:gd name="T39" fmla="*/ 287 h 294"/>
                  <a:gd name="T40" fmla="*/ 138 w 255"/>
                  <a:gd name="T41" fmla="*/ 294 h 294"/>
                  <a:gd name="T42" fmla="*/ 194 w 255"/>
                  <a:gd name="T43" fmla="*/ 291 h 294"/>
                  <a:gd name="T44" fmla="*/ 234 w 255"/>
                  <a:gd name="T45" fmla="*/ 285 h 294"/>
                  <a:gd name="T46" fmla="*/ 255 w 255"/>
                  <a:gd name="T47" fmla="*/ 273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55" h="294">
                    <a:moveTo>
                      <a:pt x="0" y="54"/>
                    </a:moveTo>
                    <a:lnTo>
                      <a:pt x="5" y="104"/>
                    </a:lnTo>
                    <a:lnTo>
                      <a:pt x="21" y="146"/>
                    </a:lnTo>
                    <a:lnTo>
                      <a:pt x="54" y="165"/>
                    </a:lnTo>
                    <a:lnTo>
                      <a:pt x="110" y="162"/>
                    </a:lnTo>
                    <a:lnTo>
                      <a:pt x="171" y="150"/>
                    </a:lnTo>
                    <a:lnTo>
                      <a:pt x="207" y="126"/>
                    </a:lnTo>
                    <a:lnTo>
                      <a:pt x="227" y="90"/>
                    </a:lnTo>
                    <a:lnTo>
                      <a:pt x="222" y="54"/>
                    </a:lnTo>
                    <a:lnTo>
                      <a:pt x="209" y="26"/>
                    </a:lnTo>
                    <a:lnTo>
                      <a:pt x="182" y="5"/>
                    </a:lnTo>
                    <a:lnTo>
                      <a:pt x="156" y="0"/>
                    </a:lnTo>
                    <a:lnTo>
                      <a:pt x="129" y="8"/>
                    </a:lnTo>
                    <a:lnTo>
                      <a:pt x="105" y="32"/>
                    </a:lnTo>
                    <a:lnTo>
                      <a:pt x="89" y="71"/>
                    </a:lnTo>
                    <a:lnTo>
                      <a:pt x="75" y="135"/>
                    </a:lnTo>
                    <a:lnTo>
                      <a:pt x="74" y="200"/>
                    </a:lnTo>
                    <a:lnTo>
                      <a:pt x="74" y="252"/>
                    </a:lnTo>
                    <a:lnTo>
                      <a:pt x="83" y="272"/>
                    </a:lnTo>
                    <a:lnTo>
                      <a:pt x="105" y="287"/>
                    </a:lnTo>
                    <a:lnTo>
                      <a:pt x="138" y="294"/>
                    </a:lnTo>
                    <a:lnTo>
                      <a:pt x="194" y="291"/>
                    </a:lnTo>
                    <a:lnTo>
                      <a:pt x="234" y="285"/>
                    </a:lnTo>
                    <a:lnTo>
                      <a:pt x="255" y="273"/>
                    </a:lnTo>
                  </a:path>
                </a:pathLst>
              </a:custGeom>
              <a:noFill/>
              <a:ln w="28575"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pSp>
        <p:sp>
          <p:nvSpPr>
            <p:cNvPr id="819226" name="Oval 26"/>
            <p:cNvSpPr>
              <a:spLocks noChangeArrowheads="1"/>
            </p:cNvSpPr>
            <p:nvPr/>
          </p:nvSpPr>
          <p:spPr bwMode="auto">
            <a:xfrm>
              <a:off x="6276975" y="3105150"/>
              <a:ext cx="66675" cy="74613"/>
            </a:xfrm>
            <a:prstGeom prst="ellipse">
              <a:avLst/>
            </a:prstGeom>
            <a:solidFill>
              <a:schemeClr val="tx1"/>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819227" name="Oval 27"/>
            <p:cNvSpPr>
              <a:spLocks noChangeArrowheads="1"/>
            </p:cNvSpPr>
            <p:nvPr/>
          </p:nvSpPr>
          <p:spPr bwMode="auto">
            <a:xfrm>
              <a:off x="6840538" y="4157663"/>
              <a:ext cx="65087" cy="74612"/>
            </a:xfrm>
            <a:prstGeom prst="ellipse">
              <a:avLst/>
            </a:prstGeom>
            <a:solidFill>
              <a:schemeClr val="tx2"/>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819228" name="Line 28"/>
            <p:cNvSpPr>
              <a:spLocks noChangeShapeType="1"/>
            </p:cNvSpPr>
            <p:nvPr/>
          </p:nvSpPr>
          <p:spPr bwMode="auto">
            <a:xfrm rot="5400000" flipV="1">
              <a:off x="6671469" y="4099719"/>
              <a:ext cx="404813" cy="21272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819229" name="Rectangle 29"/>
            <p:cNvSpPr>
              <a:spLocks noChangeArrowheads="1"/>
            </p:cNvSpPr>
            <p:nvPr/>
          </p:nvSpPr>
          <p:spPr bwMode="auto">
            <a:xfrm>
              <a:off x="6376988" y="2870200"/>
              <a:ext cx="463550" cy="401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lnSpc>
                  <a:spcPct val="100000"/>
                </a:lnSpc>
                <a:spcBef>
                  <a:spcPct val="0"/>
                </a:spcBef>
                <a:buClrTx/>
                <a:buSzTx/>
                <a:buFontTx/>
                <a:buNone/>
              </a:pPr>
              <a:r>
                <a:rPr lang="en-US" altLang="en-US" sz="2000" b="0" i="0">
                  <a:latin typeface="FuturaA Md BT" pitchFamily="34" charset="0"/>
                </a:rPr>
                <a:t>a2</a:t>
              </a:r>
            </a:p>
          </p:txBody>
        </p:sp>
        <p:sp>
          <p:nvSpPr>
            <p:cNvPr id="819230" name="Rectangle 30"/>
            <p:cNvSpPr>
              <a:spLocks noChangeArrowheads="1"/>
            </p:cNvSpPr>
            <p:nvPr/>
          </p:nvSpPr>
          <p:spPr bwMode="auto">
            <a:xfrm>
              <a:off x="6929438" y="3922713"/>
              <a:ext cx="339725" cy="4016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lnSpc>
                  <a:spcPct val="100000"/>
                </a:lnSpc>
                <a:spcBef>
                  <a:spcPct val="0"/>
                </a:spcBef>
                <a:buClrTx/>
                <a:buSzTx/>
                <a:buFontTx/>
                <a:buNone/>
              </a:pPr>
              <a:r>
                <a:rPr lang="en-US" altLang="en-US" sz="2000" b="0" i="0">
                  <a:latin typeface="FuturaA Md BT" pitchFamily="34" charset="0"/>
                </a:rPr>
                <a:t>a1</a:t>
              </a:r>
              <a:endParaRPr lang="en-US" altLang="en-US" sz="2000" b="0" i="0">
                <a:solidFill>
                  <a:schemeClr val="tx2"/>
                </a:solidFill>
                <a:latin typeface="FuturaA Md BT" pitchFamily="34" charset="0"/>
              </a:endParaRPr>
            </a:p>
          </p:txBody>
        </p:sp>
        <p:grpSp>
          <p:nvGrpSpPr>
            <p:cNvPr id="819274" name="Group 74"/>
            <p:cNvGrpSpPr>
              <a:grpSpLocks/>
            </p:cNvGrpSpPr>
            <p:nvPr/>
          </p:nvGrpSpPr>
          <p:grpSpPr bwMode="auto">
            <a:xfrm flipH="1">
              <a:off x="6418263" y="4781550"/>
              <a:ext cx="365125" cy="668338"/>
              <a:chOff x="2870" y="2202"/>
              <a:chExt cx="532" cy="957"/>
            </a:xfrm>
          </p:grpSpPr>
          <p:sp>
            <p:nvSpPr>
              <p:cNvPr id="819275" name="Freeform 75"/>
              <p:cNvSpPr>
                <a:spLocks/>
              </p:cNvSpPr>
              <p:nvPr/>
            </p:nvSpPr>
            <p:spPr bwMode="auto">
              <a:xfrm>
                <a:off x="2870" y="2202"/>
                <a:ext cx="433" cy="732"/>
              </a:xfrm>
              <a:custGeom>
                <a:avLst/>
                <a:gdLst>
                  <a:gd name="T0" fmla="*/ 24 w 433"/>
                  <a:gd name="T1" fmla="*/ 0 h 732"/>
                  <a:gd name="T2" fmla="*/ 4 w 433"/>
                  <a:gd name="T3" fmla="*/ 32 h 732"/>
                  <a:gd name="T4" fmla="*/ 0 w 433"/>
                  <a:gd name="T5" fmla="*/ 105 h 732"/>
                  <a:gd name="T6" fmla="*/ 7 w 433"/>
                  <a:gd name="T7" fmla="*/ 179 h 732"/>
                  <a:gd name="T8" fmla="*/ 22 w 433"/>
                  <a:gd name="T9" fmla="*/ 221 h 732"/>
                  <a:gd name="T10" fmla="*/ 43 w 433"/>
                  <a:gd name="T11" fmla="*/ 237 h 732"/>
                  <a:gd name="T12" fmla="*/ 85 w 433"/>
                  <a:gd name="T13" fmla="*/ 245 h 732"/>
                  <a:gd name="T14" fmla="*/ 171 w 433"/>
                  <a:gd name="T15" fmla="*/ 239 h 732"/>
                  <a:gd name="T16" fmla="*/ 213 w 433"/>
                  <a:gd name="T17" fmla="*/ 228 h 732"/>
                  <a:gd name="T18" fmla="*/ 240 w 433"/>
                  <a:gd name="T19" fmla="*/ 200 h 732"/>
                  <a:gd name="T20" fmla="*/ 250 w 433"/>
                  <a:gd name="T21" fmla="*/ 165 h 732"/>
                  <a:gd name="T22" fmla="*/ 244 w 433"/>
                  <a:gd name="T23" fmla="*/ 131 h 732"/>
                  <a:gd name="T24" fmla="*/ 223 w 433"/>
                  <a:gd name="T25" fmla="*/ 101 h 732"/>
                  <a:gd name="T26" fmla="*/ 196 w 433"/>
                  <a:gd name="T27" fmla="*/ 87 h 732"/>
                  <a:gd name="T28" fmla="*/ 160 w 433"/>
                  <a:gd name="T29" fmla="*/ 90 h 732"/>
                  <a:gd name="T30" fmla="*/ 135 w 433"/>
                  <a:gd name="T31" fmla="*/ 110 h 732"/>
                  <a:gd name="T32" fmla="*/ 114 w 433"/>
                  <a:gd name="T33" fmla="*/ 146 h 732"/>
                  <a:gd name="T34" fmla="*/ 100 w 433"/>
                  <a:gd name="T35" fmla="*/ 180 h 732"/>
                  <a:gd name="T36" fmla="*/ 91 w 433"/>
                  <a:gd name="T37" fmla="*/ 249 h 732"/>
                  <a:gd name="T38" fmla="*/ 88 w 433"/>
                  <a:gd name="T39" fmla="*/ 342 h 732"/>
                  <a:gd name="T40" fmla="*/ 93 w 433"/>
                  <a:gd name="T41" fmla="*/ 402 h 732"/>
                  <a:gd name="T42" fmla="*/ 106 w 433"/>
                  <a:gd name="T43" fmla="*/ 434 h 732"/>
                  <a:gd name="T44" fmla="*/ 135 w 433"/>
                  <a:gd name="T45" fmla="*/ 456 h 732"/>
                  <a:gd name="T46" fmla="*/ 165 w 433"/>
                  <a:gd name="T47" fmla="*/ 467 h 732"/>
                  <a:gd name="T48" fmla="*/ 201 w 433"/>
                  <a:gd name="T49" fmla="*/ 470 h 732"/>
                  <a:gd name="T50" fmla="*/ 252 w 433"/>
                  <a:gd name="T51" fmla="*/ 465 h 732"/>
                  <a:gd name="T52" fmla="*/ 289 w 433"/>
                  <a:gd name="T53" fmla="*/ 455 h 732"/>
                  <a:gd name="T54" fmla="*/ 319 w 433"/>
                  <a:gd name="T55" fmla="*/ 428 h 732"/>
                  <a:gd name="T56" fmla="*/ 328 w 433"/>
                  <a:gd name="T57" fmla="*/ 396 h 732"/>
                  <a:gd name="T58" fmla="*/ 325 w 433"/>
                  <a:gd name="T59" fmla="*/ 362 h 732"/>
                  <a:gd name="T60" fmla="*/ 312 w 433"/>
                  <a:gd name="T61" fmla="*/ 336 h 732"/>
                  <a:gd name="T62" fmla="*/ 282 w 433"/>
                  <a:gd name="T63" fmla="*/ 317 h 732"/>
                  <a:gd name="T64" fmla="*/ 253 w 433"/>
                  <a:gd name="T65" fmla="*/ 314 h 732"/>
                  <a:gd name="T66" fmla="*/ 220 w 433"/>
                  <a:gd name="T67" fmla="*/ 326 h 732"/>
                  <a:gd name="T68" fmla="*/ 198 w 433"/>
                  <a:gd name="T69" fmla="*/ 353 h 732"/>
                  <a:gd name="T70" fmla="*/ 190 w 433"/>
                  <a:gd name="T71" fmla="*/ 405 h 732"/>
                  <a:gd name="T72" fmla="*/ 186 w 433"/>
                  <a:gd name="T73" fmla="*/ 450 h 732"/>
                  <a:gd name="T74" fmla="*/ 187 w 433"/>
                  <a:gd name="T75" fmla="*/ 531 h 732"/>
                  <a:gd name="T76" fmla="*/ 198 w 433"/>
                  <a:gd name="T77" fmla="*/ 587 h 732"/>
                  <a:gd name="T78" fmla="*/ 231 w 433"/>
                  <a:gd name="T79" fmla="*/ 620 h 732"/>
                  <a:gd name="T80" fmla="*/ 286 w 433"/>
                  <a:gd name="T81" fmla="*/ 632 h 732"/>
                  <a:gd name="T82" fmla="*/ 351 w 433"/>
                  <a:gd name="T83" fmla="*/ 627 h 732"/>
                  <a:gd name="T84" fmla="*/ 390 w 433"/>
                  <a:gd name="T85" fmla="*/ 615 h 732"/>
                  <a:gd name="T86" fmla="*/ 420 w 433"/>
                  <a:gd name="T87" fmla="*/ 590 h 732"/>
                  <a:gd name="T88" fmla="*/ 433 w 433"/>
                  <a:gd name="T89" fmla="*/ 557 h 732"/>
                  <a:gd name="T90" fmla="*/ 427 w 433"/>
                  <a:gd name="T91" fmla="*/ 516 h 732"/>
                  <a:gd name="T92" fmla="*/ 403 w 433"/>
                  <a:gd name="T93" fmla="*/ 485 h 732"/>
                  <a:gd name="T94" fmla="*/ 375 w 433"/>
                  <a:gd name="T95" fmla="*/ 473 h 732"/>
                  <a:gd name="T96" fmla="*/ 343 w 433"/>
                  <a:gd name="T97" fmla="*/ 476 h 732"/>
                  <a:gd name="T98" fmla="*/ 318 w 433"/>
                  <a:gd name="T99" fmla="*/ 491 h 732"/>
                  <a:gd name="T100" fmla="*/ 297 w 433"/>
                  <a:gd name="T101" fmla="*/ 530 h 732"/>
                  <a:gd name="T102" fmla="*/ 285 w 433"/>
                  <a:gd name="T103" fmla="*/ 579 h 732"/>
                  <a:gd name="T104" fmla="*/ 279 w 433"/>
                  <a:gd name="T105" fmla="*/ 669 h 732"/>
                  <a:gd name="T106" fmla="*/ 279 w 433"/>
                  <a:gd name="T107" fmla="*/ 732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433" h="732">
                    <a:moveTo>
                      <a:pt x="24" y="0"/>
                    </a:moveTo>
                    <a:lnTo>
                      <a:pt x="4" y="32"/>
                    </a:lnTo>
                    <a:lnTo>
                      <a:pt x="0" y="105"/>
                    </a:lnTo>
                    <a:lnTo>
                      <a:pt x="7" y="179"/>
                    </a:lnTo>
                    <a:lnTo>
                      <a:pt x="22" y="221"/>
                    </a:lnTo>
                    <a:lnTo>
                      <a:pt x="43" y="237"/>
                    </a:lnTo>
                    <a:lnTo>
                      <a:pt x="85" y="245"/>
                    </a:lnTo>
                    <a:lnTo>
                      <a:pt x="171" y="239"/>
                    </a:lnTo>
                    <a:lnTo>
                      <a:pt x="213" y="228"/>
                    </a:lnTo>
                    <a:lnTo>
                      <a:pt x="240" y="200"/>
                    </a:lnTo>
                    <a:lnTo>
                      <a:pt x="250" y="165"/>
                    </a:lnTo>
                    <a:lnTo>
                      <a:pt x="244" y="131"/>
                    </a:lnTo>
                    <a:lnTo>
                      <a:pt x="223" y="101"/>
                    </a:lnTo>
                    <a:lnTo>
                      <a:pt x="196" y="87"/>
                    </a:lnTo>
                    <a:lnTo>
                      <a:pt x="160" y="90"/>
                    </a:lnTo>
                    <a:lnTo>
                      <a:pt x="135" y="110"/>
                    </a:lnTo>
                    <a:lnTo>
                      <a:pt x="114" y="146"/>
                    </a:lnTo>
                    <a:lnTo>
                      <a:pt x="100" y="180"/>
                    </a:lnTo>
                    <a:lnTo>
                      <a:pt x="91" y="249"/>
                    </a:lnTo>
                    <a:lnTo>
                      <a:pt x="88" y="342"/>
                    </a:lnTo>
                    <a:lnTo>
                      <a:pt x="93" y="402"/>
                    </a:lnTo>
                    <a:lnTo>
                      <a:pt x="106" y="434"/>
                    </a:lnTo>
                    <a:lnTo>
                      <a:pt x="135" y="456"/>
                    </a:lnTo>
                    <a:lnTo>
                      <a:pt x="165" y="467"/>
                    </a:lnTo>
                    <a:lnTo>
                      <a:pt x="201" y="470"/>
                    </a:lnTo>
                    <a:lnTo>
                      <a:pt x="252" y="465"/>
                    </a:lnTo>
                    <a:lnTo>
                      <a:pt x="289" y="455"/>
                    </a:lnTo>
                    <a:lnTo>
                      <a:pt x="319" y="428"/>
                    </a:lnTo>
                    <a:lnTo>
                      <a:pt x="328" y="396"/>
                    </a:lnTo>
                    <a:lnTo>
                      <a:pt x="325" y="362"/>
                    </a:lnTo>
                    <a:lnTo>
                      <a:pt x="312" y="336"/>
                    </a:lnTo>
                    <a:lnTo>
                      <a:pt x="282" y="317"/>
                    </a:lnTo>
                    <a:lnTo>
                      <a:pt x="253" y="314"/>
                    </a:lnTo>
                    <a:lnTo>
                      <a:pt x="220" y="326"/>
                    </a:lnTo>
                    <a:lnTo>
                      <a:pt x="198" y="353"/>
                    </a:lnTo>
                    <a:lnTo>
                      <a:pt x="190" y="405"/>
                    </a:lnTo>
                    <a:lnTo>
                      <a:pt x="186" y="450"/>
                    </a:lnTo>
                    <a:lnTo>
                      <a:pt x="187" y="531"/>
                    </a:lnTo>
                    <a:lnTo>
                      <a:pt x="198" y="587"/>
                    </a:lnTo>
                    <a:lnTo>
                      <a:pt x="231" y="620"/>
                    </a:lnTo>
                    <a:lnTo>
                      <a:pt x="286" y="632"/>
                    </a:lnTo>
                    <a:lnTo>
                      <a:pt x="351" y="627"/>
                    </a:lnTo>
                    <a:lnTo>
                      <a:pt x="390" y="615"/>
                    </a:lnTo>
                    <a:lnTo>
                      <a:pt x="420" y="590"/>
                    </a:lnTo>
                    <a:lnTo>
                      <a:pt x="433" y="557"/>
                    </a:lnTo>
                    <a:lnTo>
                      <a:pt x="427" y="516"/>
                    </a:lnTo>
                    <a:lnTo>
                      <a:pt x="403" y="485"/>
                    </a:lnTo>
                    <a:lnTo>
                      <a:pt x="375" y="473"/>
                    </a:lnTo>
                    <a:lnTo>
                      <a:pt x="343" y="476"/>
                    </a:lnTo>
                    <a:lnTo>
                      <a:pt x="318" y="491"/>
                    </a:lnTo>
                    <a:lnTo>
                      <a:pt x="297" y="530"/>
                    </a:lnTo>
                    <a:lnTo>
                      <a:pt x="285" y="579"/>
                    </a:lnTo>
                    <a:lnTo>
                      <a:pt x="279" y="669"/>
                    </a:lnTo>
                    <a:lnTo>
                      <a:pt x="279" y="732"/>
                    </a:lnTo>
                  </a:path>
                </a:pathLst>
              </a:custGeom>
              <a:noFill/>
              <a:ln w="28575"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819276" name="Freeform 76"/>
              <p:cNvSpPr>
                <a:spLocks/>
              </p:cNvSpPr>
              <p:nvPr/>
            </p:nvSpPr>
            <p:spPr bwMode="auto">
              <a:xfrm>
                <a:off x="3147" y="2865"/>
                <a:ext cx="255" cy="294"/>
              </a:xfrm>
              <a:custGeom>
                <a:avLst/>
                <a:gdLst>
                  <a:gd name="T0" fmla="*/ 0 w 255"/>
                  <a:gd name="T1" fmla="*/ 54 h 294"/>
                  <a:gd name="T2" fmla="*/ 5 w 255"/>
                  <a:gd name="T3" fmla="*/ 104 h 294"/>
                  <a:gd name="T4" fmla="*/ 21 w 255"/>
                  <a:gd name="T5" fmla="*/ 146 h 294"/>
                  <a:gd name="T6" fmla="*/ 54 w 255"/>
                  <a:gd name="T7" fmla="*/ 165 h 294"/>
                  <a:gd name="T8" fmla="*/ 110 w 255"/>
                  <a:gd name="T9" fmla="*/ 162 h 294"/>
                  <a:gd name="T10" fmla="*/ 171 w 255"/>
                  <a:gd name="T11" fmla="*/ 150 h 294"/>
                  <a:gd name="T12" fmla="*/ 207 w 255"/>
                  <a:gd name="T13" fmla="*/ 126 h 294"/>
                  <a:gd name="T14" fmla="*/ 227 w 255"/>
                  <a:gd name="T15" fmla="*/ 90 h 294"/>
                  <a:gd name="T16" fmla="*/ 222 w 255"/>
                  <a:gd name="T17" fmla="*/ 54 h 294"/>
                  <a:gd name="T18" fmla="*/ 209 w 255"/>
                  <a:gd name="T19" fmla="*/ 26 h 294"/>
                  <a:gd name="T20" fmla="*/ 182 w 255"/>
                  <a:gd name="T21" fmla="*/ 5 h 294"/>
                  <a:gd name="T22" fmla="*/ 156 w 255"/>
                  <a:gd name="T23" fmla="*/ 0 h 294"/>
                  <a:gd name="T24" fmla="*/ 129 w 255"/>
                  <a:gd name="T25" fmla="*/ 8 h 294"/>
                  <a:gd name="T26" fmla="*/ 105 w 255"/>
                  <a:gd name="T27" fmla="*/ 32 h 294"/>
                  <a:gd name="T28" fmla="*/ 89 w 255"/>
                  <a:gd name="T29" fmla="*/ 71 h 294"/>
                  <a:gd name="T30" fmla="*/ 75 w 255"/>
                  <a:gd name="T31" fmla="*/ 135 h 294"/>
                  <a:gd name="T32" fmla="*/ 74 w 255"/>
                  <a:gd name="T33" fmla="*/ 200 h 294"/>
                  <a:gd name="T34" fmla="*/ 74 w 255"/>
                  <a:gd name="T35" fmla="*/ 252 h 294"/>
                  <a:gd name="T36" fmla="*/ 83 w 255"/>
                  <a:gd name="T37" fmla="*/ 272 h 294"/>
                  <a:gd name="T38" fmla="*/ 105 w 255"/>
                  <a:gd name="T39" fmla="*/ 287 h 294"/>
                  <a:gd name="T40" fmla="*/ 138 w 255"/>
                  <a:gd name="T41" fmla="*/ 294 h 294"/>
                  <a:gd name="T42" fmla="*/ 194 w 255"/>
                  <a:gd name="T43" fmla="*/ 291 h 294"/>
                  <a:gd name="T44" fmla="*/ 234 w 255"/>
                  <a:gd name="T45" fmla="*/ 285 h 294"/>
                  <a:gd name="T46" fmla="*/ 255 w 255"/>
                  <a:gd name="T47" fmla="*/ 273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55" h="294">
                    <a:moveTo>
                      <a:pt x="0" y="54"/>
                    </a:moveTo>
                    <a:lnTo>
                      <a:pt x="5" y="104"/>
                    </a:lnTo>
                    <a:lnTo>
                      <a:pt x="21" y="146"/>
                    </a:lnTo>
                    <a:lnTo>
                      <a:pt x="54" y="165"/>
                    </a:lnTo>
                    <a:lnTo>
                      <a:pt x="110" y="162"/>
                    </a:lnTo>
                    <a:lnTo>
                      <a:pt x="171" y="150"/>
                    </a:lnTo>
                    <a:lnTo>
                      <a:pt x="207" y="126"/>
                    </a:lnTo>
                    <a:lnTo>
                      <a:pt x="227" y="90"/>
                    </a:lnTo>
                    <a:lnTo>
                      <a:pt x="222" y="54"/>
                    </a:lnTo>
                    <a:lnTo>
                      <a:pt x="209" y="26"/>
                    </a:lnTo>
                    <a:lnTo>
                      <a:pt x="182" y="5"/>
                    </a:lnTo>
                    <a:lnTo>
                      <a:pt x="156" y="0"/>
                    </a:lnTo>
                    <a:lnTo>
                      <a:pt x="129" y="8"/>
                    </a:lnTo>
                    <a:lnTo>
                      <a:pt x="105" y="32"/>
                    </a:lnTo>
                    <a:lnTo>
                      <a:pt x="89" y="71"/>
                    </a:lnTo>
                    <a:lnTo>
                      <a:pt x="75" y="135"/>
                    </a:lnTo>
                    <a:lnTo>
                      <a:pt x="74" y="200"/>
                    </a:lnTo>
                    <a:lnTo>
                      <a:pt x="74" y="252"/>
                    </a:lnTo>
                    <a:lnTo>
                      <a:pt x="83" y="272"/>
                    </a:lnTo>
                    <a:lnTo>
                      <a:pt x="105" y="287"/>
                    </a:lnTo>
                    <a:lnTo>
                      <a:pt x="138" y="294"/>
                    </a:lnTo>
                    <a:lnTo>
                      <a:pt x="194" y="291"/>
                    </a:lnTo>
                    <a:lnTo>
                      <a:pt x="234" y="285"/>
                    </a:lnTo>
                    <a:lnTo>
                      <a:pt x="255" y="273"/>
                    </a:lnTo>
                  </a:path>
                </a:pathLst>
              </a:custGeom>
              <a:noFill/>
              <a:ln w="28575"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pSp>
        <p:sp>
          <p:nvSpPr>
            <p:cNvPr id="819277" name="Line 77"/>
            <p:cNvSpPr>
              <a:spLocks noChangeShapeType="1"/>
            </p:cNvSpPr>
            <p:nvPr/>
          </p:nvSpPr>
          <p:spPr bwMode="auto">
            <a:xfrm rot="-16200000" flipH="1" flipV="1">
              <a:off x="6671469" y="4485482"/>
              <a:ext cx="406400" cy="21431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819278" name="Oval 78"/>
            <p:cNvSpPr>
              <a:spLocks noChangeArrowheads="1"/>
            </p:cNvSpPr>
            <p:nvPr/>
          </p:nvSpPr>
          <p:spPr bwMode="auto">
            <a:xfrm>
              <a:off x="6840538" y="4548188"/>
              <a:ext cx="65087" cy="74612"/>
            </a:xfrm>
            <a:prstGeom prst="ellipse">
              <a:avLst/>
            </a:prstGeom>
            <a:solidFill>
              <a:schemeClr val="tx1"/>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819279" name="Oval 79"/>
            <p:cNvSpPr>
              <a:spLocks noChangeArrowheads="1"/>
            </p:cNvSpPr>
            <p:nvPr/>
          </p:nvSpPr>
          <p:spPr bwMode="auto">
            <a:xfrm>
              <a:off x="6294438" y="5591175"/>
              <a:ext cx="65087" cy="74613"/>
            </a:xfrm>
            <a:prstGeom prst="ellipse">
              <a:avLst/>
            </a:prstGeom>
            <a:solidFill>
              <a:schemeClr val="tx1"/>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pSp>
          <p:nvGrpSpPr>
            <p:cNvPr id="819280" name="Group 80"/>
            <p:cNvGrpSpPr>
              <a:grpSpLocks/>
            </p:cNvGrpSpPr>
            <p:nvPr/>
          </p:nvGrpSpPr>
          <p:grpSpPr bwMode="auto">
            <a:xfrm>
              <a:off x="7364413" y="4319588"/>
              <a:ext cx="719137" cy="131762"/>
              <a:chOff x="0" y="0"/>
              <a:chExt cx="19994" cy="20000"/>
            </a:xfrm>
          </p:grpSpPr>
          <p:sp>
            <p:nvSpPr>
              <p:cNvPr id="819281" name="Arc 81"/>
              <p:cNvSpPr>
                <a:spLocks/>
              </p:cNvSpPr>
              <p:nvPr/>
            </p:nvSpPr>
            <p:spPr bwMode="auto">
              <a:xfrm flipH="1">
                <a:off x="0" y="1152"/>
                <a:ext cx="2678" cy="13508"/>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19282" name="Arc 82"/>
              <p:cNvSpPr>
                <a:spLocks/>
              </p:cNvSpPr>
              <p:nvPr/>
            </p:nvSpPr>
            <p:spPr bwMode="auto">
              <a:xfrm>
                <a:off x="2403" y="1152"/>
                <a:ext cx="2678" cy="13508"/>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nvGrpSpPr>
              <p:cNvPr id="819283" name="Group 83"/>
              <p:cNvGrpSpPr>
                <a:grpSpLocks/>
              </p:cNvGrpSpPr>
              <p:nvPr/>
            </p:nvGrpSpPr>
            <p:grpSpPr bwMode="auto">
              <a:xfrm>
                <a:off x="2575" y="13403"/>
                <a:ext cx="2489" cy="6597"/>
                <a:chOff x="0" y="0"/>
                <a:chExt cx="20000" cy="20000"/>
              </a:xfrm>
            </p:grpSpPr>
            <p:sp>
              <p:nvSpPr>
                <p:cNvPr id="819284" name="Arc 84"/>
                <p:cNvSpPr>
                  <a:spLocks/>
                </p:cNvSpPr>
                <p:nvPr/>
              </p:nvSpPr>
              <p:spPr bwMode="auto">
                <a:xfrm flipH="1" flipV="1">
                  <a:off x="0" y="0"/>
                  <a:ext cx="10478" cy="200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19285" name="Arc 85"/>
                <p:cNvSpPr>
                  <a:spLocks/>
                </p:cNvSpPr>
                <p:nvPr/>
              </p:nvSpPr>
              <p:spPr bwMode="auto">
                <a:xfrm flipV="1">
                  <a:off x="9514" y="0"/>
                  <a:ext cx="10486" cy="200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819286" name="Group 86"/>
              <p:cNvGrpSpPr>
                <a:grpSpLocks/>
              </p:cNvGrpSpPr>
              <p:nvPr/>
            </p:nvGrpSpPr>
            <p:grpSpPr bwMode="auto">
              <a:xfrm>
                <a:off x="6437" y="13403"/>
                <a:ext cx="2505" cy="6597"/>
                <a:chOff x="0" y="0"/>
                <a:chExt cx="19992" cy="20000"/>
              </a:xfrm>
            </p:grpSpPr>
            <p:sp>
              <p:nvSpPr>
                <p:cNvPr id="819287" name="Arc 87"/>
                <p:cNvSpPr>
                  <a:spLocks/>
                </p:cNvSpPr>
                <p:nvPr/>
              </p:nvSpPr>
              <p:spPr bwMode="auto">
                <a:xfrm flipH="1" flipV="1">
                  <a:off x="0" y="0"/>
                  <a:ext cx="10407" cy="200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19288" name="Arc 88"/>
                <p:cNvSpPr>
                  <a:spLocks/>
                </p:cNvSpPr>
                <p:nvPr/>
              </p:nvSpPr>
              <p:spPr bwMode="auto">
                <a:xfrm flipV="1">
                  <a:off x="9585" y="0"/>
                  <a:ext cx="10407" cy="200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819289" name="Group 89"/>
              <p:cNvGrpSpPr>
                <a:grpSpLocks/>
              </p:cNvGrpSpPr>
              <p:nvPr/>
            </p:nvGrpSpPr>
            <p:grpSpPr bwMode="auto">
              <a:xfrm>
                <a:off x="2540" y="733"/>
                <a:ext cx="6402" cy="13508"/>
                <a:chOff x="0" y="0"/>
                <a:chExt cx="19999" cy="20000"/>
              </a:xfrm>
            </p:grpSpPr>
            <p:sp>
              <p:nvSpPr>
                <p:cNvPr id="819290" name="Arc 90"/>
                <p:cNvSpPr>
                  <a:spLocks/>
                </p:cNvSpPr>
                <p:nvPr/>
              </p:nvSpPr>
              <p:spPr bwMode="auto">
                <a:xfrm flipH="1">
                  <a:off x="0" y="0"/>
                  <a:ext cx="10187" cy="200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19291" name="Arc 91"/>
                <p:cNvSpPr>
                  <a:spLocks/>
                </p:cNvSpPr>
                <p:nvPr/>
              </p:nvSpPr>
              <p:spPr bwMode="auto">
                <a:xfrm>
                  <a:off x="9812" y="0"/>
                  <a:ext cx="10187" cy="200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819292" name="Group 92"/>
              <p:cNvGrpSpPr>
                <a:grpSpLocks/>
              </p:cNvGrpSpPr>
              <p:nvPr/>
            </p:nvGrpSpPr>
            <p:grpSpPr bwMode="auto">
              <a:xfrm>
                <a:off x="10761" y="0"/>
                <a:ext cx="6573" cy="19791"/>
                <a:chOff x="0" y="-1"/>
                <a:chExt cx="20001" cy="20001"/>
              </a:xfrm>
            </p:grpSpPr>
            <p:grpSp>
              <p:nvGrpSpPr>
                <p:cNvPr id="819293" name="Group 93"/>
                <p:cNvGrpSpPr>
                  <a:grpSpLocks/>
                </p:cNvGrpSpPr>
                <p:nvPr/>
              </p:nvGrpSpPr>
              <p:grpSpPr bwMode="auto">
                <a:xfrm>
                  <a:off x="103" y="13333"/>
                  <a:ext cx="7574" cy="6667"/>
                  <a:chOff x="-8" y="0"/>
                  <a:chExt cx="20010" cy="20000"/>
                </a:xfrm>
              </p:grpSpPr>
              <p:sp>
                <p:nvSpPr>
                  <p:cNvPr id="819294" name="Arc 94"/>
                  <p:cNvSpPr>
                    <a:spLocks/>
                  </p:cNvSpPr>
                  <p:nvPr/>
                </p:nvSpPr>
                <p:spPr bwMode="auto">
                  <a:xfrm flipH="1" flipV="1">
                    <a:off x="-8" y="0"/>
                    <a:ext cx="10491" cy="200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19295" name="Arc 95"/>
                  <p:cNvSpPr>
                    <a:spLocks/>
                  </p:cNvSpPr>
                  <p:nvPr/>
                </p:nvSpPr>
                <p:spPr bwMode="auto">
                  <a:xfrm flipV="1">
                    <a:off x="9519" y="0"/>
                    <a:ext cx="10483" cy="200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819296" name="Arc 96"/>
                <p:cNvSpPr>
                  <a:spLocks/>
                </p:cNvSpPr>
                <p:nvPr/>
              </p:nvSpPr>
              <p:spPr bwMode="auto">
                <a:xfrm flipH="1">
                  <a:off x="11855" y="-1"/>
                  <a:ext cx="8146" cy="1365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nvGrpSpPr>
                <p:cNvPr id="819297" name="Group 97"/>
                <p:cNvGrpSpPr>
                  <a:grpSpLocks/>
                </p:cNvGrpSpPr>
                <p:nvPr/>
              </p:nvGrpSpPr>
              <p:grpSpPr bwMode="auto">
                <a:xfrm>
                  <a:off x="11855" y="13333"/>
                  <a:ext cx="7623" cy="6667"/>
                  <a:chOff x="0" y="0"/>
                  <a:chExt cx="20001" cy="20000"/>
                </a:xfrm>
              </p:grpSpPr>
              <p:sp>
                <p:nvSpPr>
                  <p:cNvPr id="819298" name="Arc 98"/>
                  <p:cNvSpPr>
                    <a:spLocks/>
                  </p:cNvSpPr>
                  <p:nvPr/>
                </p:nvSpPr>
                <p:spPr bwMode="auto">
                  <a:xfrm flipH="1" flipV="1">
                    <a:off x="0" y="0"/>
                    <a:ext cx="10411" cy="200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19299" name="Arc 99"/>
                  <p:cNvSpPr>
                    <a:spLocks/>
                  </p:cNvSpPr>
                  <p:nvPr/>
                </p:nvSpPr>
                <p:spPr bwMode="auto">
                  <a:xfrm flipV="1">
                    <a:off x="9590" y="0"/>
                    <a:ext cx="10411" cy="200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819300" name="Group 100"/>
                <p:cNvGrpSpPr>
                  <a:grpSpLocks/>
                </p:cNvGrpSpPr>
                <p:nvPr/>
              </p:nvGrpSpPr>
              <p:grpSpPr bwMode="auto">
                <a:xfrm>
                  <a:off x="0" y="422"/>
                  <a:ext cx="19426" cy="13652"/>
                  <a:chOff x="0" y="0"/>
                  <a:chExt cx="20000" cy="20000"/>
                </a:xfrm>
              </p:grpSpPr>
              <p:sp>
                <p:nvSpPr>
                  <p:cNvPr id="819301" name="Arc 101"/>
                  <p:cNvSpPr>
                    <a:spLocks/>
                  </p:cNvSpPr>
                  <p:nvPr/>
                </p:nvSpPr>
                <p:spPr bwMode="auto">
                  <a:xfrm flipH="1">
                    <a:off x="0" y="0"/>
                    <a:ext cx="10216" cy="200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19302" name="Arc 102"/>
                  <p:cNvSpPr>
                    <a:spLocks/>
                  </p:cNvSpPr>
                  <p:nvPr/>
                </p:nvSpPr>
                <p:spPr bwMode="auto">
                  <a:xfrm>
                    <a:off x="9784" y="0"/>
                    <a:ext cx="10216" cy="200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grpSp>
            <p:nvGrpSpPr>
              <p:cNvPr id="819303" name="Group 103"/>
              <p:cNvGrpSpPr>
                <a:grpSpLocks/>
              </p:cNvGrpSpPr>
              <p:nvPr/>
            </p:nvGrpSpPr>
            <p:grpSpPr bwMode="auto">
              <a:xfrm>
                <a:off x="6436" y="0"/>
                <a:ext cx="6848" cy="13717"/>
                <a:chOff x="0" y="0"/>
                <a:chExt cx="20001" cy="20000"/>
              </a:xfrm>
            </p:grpSpPr>
            <p:sp>
              <p:nvSpPr>
                <p:cNvPr id="819304" name="Arc 104"/>
                <p:cNvSpPr>
                  <a:spLocks/>
                </p:cNvSpPr>
                <p:nvPr/>
              </p:nvSpPr>
              <p:spPr bwMode="auto">
                <a:xfrm flipH="1">
                  <a:off x="0" y="305"/>
                  <a:ext cx="9974" cy="1969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19305" name="Arc 105"/>
                <p:cNvSpPr>
                  <a:spLocks/>
                </p:cNvSpPr>
                <p:nvPr/>
              </p:nvSpPr>
              <p:spPr bwMode="auto">
                <a:xfrm>
                  <a:off x="10024" y="0"/>
                  <a:ext cx="9977" cy="1969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819306" name="Arc 106"/>
              <p:cNvSpPr>
                <a:spLocks/>
              </p:cNvSpPr>
              <p:nvPr/>
            </p:nvSpPr>
            <p:spPr bwMode="auto">
              <a:xfrm>
                <a:off x="17317" y="0"/>
                <a:ext cx="2677" cy="13508"/>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819307" name="Line 107"/>
            <p:cNvSpPr>
              <a:spLocks noChangeShapeType="1"/>
            </p:cNvSpPr>
            <p:nvPr/>
          </p:nvSpPr>
          <p:spPr bwMode="auto">
            <a:xfrm rot="16200000" flipV="1">
              <a:off x="8284369" y="4190207"/>
              <a:ext cx="0" cy="41751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819308" name="Oval 108"/>
            <p:cNvSpPr>
              <a:spLocks noChangeArrowheads="1"/>
            </p:cNvSpPr>
            <p:nvPr/>
          </p:nvSpPr>
          <p:spPr bwMode="auto">
            <a:xfrm>
              <a:off x="7158038" y="4362450"/>
              <a:ext cx="65087" cy="74613"/>
            </a:xfrm>
            <a:prstGeom prst="ellipse">
              <a:avLst/>
            </a:prstGeom>
            <a:solidFill>
              <a:schemeClr val="tx1"/>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819309" name="Oval 109"/>
            <p:cNvSpPr>
              <a:spLocks noChangeArrowheads="1"/>
            </p:cNvSpPr>
            <p:nvPr/>
          </p:nvSpPr>
          <p:spPr bwMode="auto">
            <a:xfrm>
              <a:off x="8240713" y="4352925"/>
              <a:ext cx="66675" cy="74613"/>
            </a:xfrm>
            <a:prstGeom prst="ellipse">
              <a:avLst/>
            </a:prstGeom>
            <a:solidFill>
              <a:schemeClr val="tx1"/>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819310" name="Rectangle 110"/>
            <p:cNvSpPr>
              <a:spLocks noChangeArrowheads="1"/>
            </p:cNvSpPr>
            <p:nvPr/>
          </p:nvSpPr>
          <p:spPr bwMode="auto">
            <a:xfrm>
              <a:off x="8162925" y="4422775"/>
              <a:ext cx="328613" cy="401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lnSpc>
                  <a:spcPct val="100000"/>
                </a:lnSpc>
                <a:spcBef>
                  <a:spcPct val="0"/>
                </a:spcBef>
                <a:buClrTx/>
                <a:buSzTx/>
                <a:buFontTx/>
                <a:buNone/>
              </a:pPr>
              <a:r>
                <a:rPr lang="en-US" altLang="en-US" sz="2000" b="0" i="0">
                  <a:latin typeface="FuturaA Md BT" pitchFamily="34" charset="0"/>
                </a:rPr>
                <a:t>b2</a:t>
              </a:r>
              <a:endParaRPr lang="en-US" altLang="en-US" sz="2000" b="0" i="0">
                <a:solidFill>
                  <a:schemeClr val="tx2"/>
                </a:solidFill>
                <a:latin typeface="FuturaA Md BT" pitchFamily="34" charset="0"/>
              </a:endParaRPr>
            </a:p>
          </p:txBody>
        </p:sp>
        <p:sp>
          <p:nvSpPr>
            <p:cNvPr id="819311" name="Rectangle 111"/>
            <p:cNvSpPr>
              <a:spLocks noChangeArrowheads="1"/>
            </p:cNvSpPr>
            <p:nvPr/>
          </p:nvSpPr>
          <p:spPr bwMode="auto">
            <a:xfrm>
              <a:off x="7061200" y="4406900"/>
              <a:ext cx="328613" cy="401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lnSpc>
                  <a:spcPct val="100000"/>
                </a:lnSpc>
                <a:spcBef>
                  <a:spcPct val="0"/>
                </a:spcBef>
                <a:buClrTx/>
                <a:buSzTx/>
                <a:buFontTx/>
                <a:buNone/>
              </a:pPr>
              <a:r>
                <a:rPr lang="en-US" altLang="en-US" sz="2000" b="0" i="0">
                  <a:latin typeface="FuturaA Md BT" pitchFamily="34" charset="0"/>
                </a:rPr>
                <a:t>b1</a:t>
              </a:r>
            </a:p>
          </p:txBody>
        </p:sp>
        <p:sp>
          <p:nvSpPr>
            <p:cNvPr id="819312" name="Rectangle 112"/>
            <p:cNvSpPr>
              <a:spLocks noChangeArrowheads="1"/>
            </p:cNvSpPr>
            <p:nvPr/>
          </p:nvSpPr>
          <p:spPr bwMode="auto">
            <a:xfrm>
              <a:off x="6561138" y="4319588"/>
              <a:ext cx="368300" cy="4016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lnSpc>
                  <a:spcPct val="100000"/>
                </a:lnSpc>
                <a:spcBef>
                  <a:spcPct val="0"/>
                </a:spcBef>
                <a:buClrTx/>
                <a:buSzTx/>
                <a:buFontTx/>
                <a:buNone/>
              </a:pPr>
              <a:r>
                <a:rPr lang="en-US" altLang="en-US" sz="2000" b="0" i="0">
                  <a:latin typeface="FuturaA Md BT" pitchFamily="34" charset="0"/>
                </a:rPr>
                <a:t>c1</a:t>
              </a:r>
              <a:endParaRPr lang="en-US" altLang="en-US" sz="2000" b="0" i="0">
                <a:solidFill>
                  <a:schemeClr val="tx2"/>
                </a:solidFill>
                <a:latin typeface="FuturaA Md BT" pitchFamily="34" charset="0"/>
              </a:endParaRPr>
            </a:p>
          </p:txBody>
        </p:sp>
        <p:sp>
          <p:nvSpPr>
            <p:cNvPr id="819313" name="Rectangle 113"/>
            <p:cNvSpPr>
              <a:spLocks noChangeArrowheads="1"/>
            </p:cNvSpPr>
            <p:nvPr/>
          </p:nvSpPr>
          <p:spPr bwMode="auto">
            <a:xfrm>
              <a:off x="6021388" y="5338763"/>
              <a:ext cx="465137" cy="4016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lnSpc>
                  <a:spcPct val="100000"/>
                </a:lnSpc>
                <a:spcBef>
                  <a:spcPct val="0"/>
                </a:spcBef>
                <a:buClrTx/>
                <a:buSzTx/>
                <a:buFontTx/>
                <a:buNone/>
              </a:pPr>
              <a:r>
                <a:rPr lang="en-US" altLang="en-US" sz="2000" b="0" i="0">
                  <a:latin typeface="FuturaA Md BT" pitchFamily="34" charset="0"/>
                </a:rPr>
                <a:t>c2</a:t>
              </a:r>
            </a:p>
          </p:txBody>
        </p:sp>
      </p:grpSp>
      <p:sp>
        <p:nvSpPr>
          <p:cNvPr id="819314" name="Rectangle 114"/>
          <p:cNvSpPr>
            <a:spLocks noGrp="1" noChangeArrowheads="1"/>
          </p:cNvSpPr>
          <p:nvPr>
            <p:ph type="title"/>
          </p:nvPr>
        </p:nvSpPr>
        <p:spPr>
          <a:xfrm>
            <a:off x="563562" y="148301"/>
            <a:ext cx="8077200" cy="524408"/>
          </a:xfrm>
          <a:noFill/>
          <a:ln/>
        </p:spPr>
        <p:txBody>
          <a:bodyPr/>
          <a:lstStyle/>
          <a:p>
            <a:r>
              <a:rPr lang="fr-FR" altLang="en-US" sz="3200" dirty="0"/>
              <a:t>Transformers Connections</a:t>
            </a:r>
          </a:p>
        </p:txBody>
      </p:sp>
    </p:spTree>
    <p:extLst>
      <p:ext uri="{BB962C8B-B14F-4D97-AF65-F5344CB8AC3E}">
        <p14:creationId xmlns:p14="http://schemas.microsoft.com/office/powerpoint/2010/main" val="116007347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19210"/>
                                        </p:tgtEl>
                                        <p:attrNameLst>
                                          <p:attrName>style.visibility</p:attrName>
                                        </p:attrNameLst>
                                      </p:cBhvr>
                                      <p:to>
                                        <p:strVal val="visible"/>
                                      </p:to>
                                    </p:set>
                                    <p:animEffect transition="in" filter="blinds(horizontal)">
                                      <p:cBhvr>
                                        <p:cTn id="7" dur="500"/>
                                        <p:tgtEl>
                                          <p:spTgt spid="81921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blinds(horizontal)">
                                      <p:cBhvr>
                                        <p:cTn id="1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210"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1250" name="Rectangle 2"/>
          <p:cNvSpPr>
            <a:spLocks noChangeArrowheads="1"/>
          </p:cNvSpPr>
          <p:nvPr/>
        </p:nvSpPr>
        <p:spPr bwMode="auto">
          <a:xfrm>
            <a:off x="774700" y="1044575"/>
            <a:ext cx="5338763" cy="854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0"/>
              </a:spcBef>
              <a:defRPr sz="2400">
                <a:solidFill>
                  <a:schemeClr val="tx1"/>
                </a:solidFill>
                <a:latin typeface="Arial" panose="020B0604020202020204" pitchFamily="34" charset="0"/>
              </a:defRPr>
            </a:lvl1pPr>
            <a:lvl2pPr algn="l">
              <a:spcBef>
                <a:spcPct val="0"/>
              </a:spcBef>
              <a:defRPr sz="2400">
                <a:solidFill>
                  <a:schemeClr val="tx1"/>
                </a:solidFill>
                <a:latin typeface="Arial" panose="020B0604020202020204" pitchFamily="34" charset="0"/>
              </a:defRPr>
            </a:lvl2pPr>
            <a:lvl3pPr algn="l">
              <a:spcBef>
                <a:spcPct val="0"/>
              </a:spcBef>
              <a:defRPr sz="2400">
                <a:solidFill>
                  <a:schemeClr val="tx1"/>
                </a:solidFill>
                <a:latin typeface="Arial" panose="020B0604020202020204" pitchFamily="34" charset="0"/>
              </a:defRPr>
            </a:lvl3pPr>
            <a:lvl4pPr algn="l">
              <a:spcBef>
                <a:spcPct val="0"/>
              </a:spcBef>
              <a:defRPr sz="2400">
                <a:solidFill>
                  <a:schemeClr val="tx1"/>
                </a:solidFill>
                <a:latin typeface="Arial" panose="020B0604020202020204" pitchFamily="34" charset="0"/>
              </a:defRPr>
            </a:lvl4pPr>
            <a:lvl5pPr algn="l">
              <a:spcBef>
                <a:spcPct val="0"/>
              </a:spcBef>
              <a:defRPr sz="2400">
                <a:solidFill>
                  <a:schemeClr val="tx1"/>
                </a:solidFill>
                <a:latin typeface="Arial" panose="020B0604020202020204" pitchFamily="34" charset="0"/>
              </a:defRPr>
            </a:lvl5pPr>
            <a:lvl6pPr marL="457200" eaLnBrk="0" fontAlgn="base" hangingPunct="0">
              <a:spcBef>
                <a:spcPct val="0"/>
              </a:spcBef>
              <a:spcAft>
                <a:spcPct val="0"/>
              </a:spcAft>
              <a:defRPr sz="2400">
                <a:solidFill>
                  <a:schemeClr val="tx1"/>
                </a:solidFill>
                <a:latin typeface="Arial" panose="020B0604020202020204" pitchFamily="34" charset="0"/>
              </a:defRPr>
            </a:lvl6pPr>
            <a:lvl7pPr marL="914400" eaLnBrk="0" fontAlgn="base" hangingPunct="0">
              <a:spcBef>
                <a:spcPct val="0"/>
              </a:spcBef>
              <a:spcAft>
                <a:spcPct val="0"/>
              </a:spcAft>
              <a:defRPr sz="2400">
                <a:solidFill>
                  <a:schemeClr val="tx1"/>
                </a:solidFill>
                <a:latin typeface="Arial" panose="020B0604020202020204" pitchFamily="34" charset="0"/>
              </a:defRPr>
            </a:lvl7pPr>
            <a:lvl8pPr marL="1371600" eaLnBrk="0" fontAlgn="base" hangingPunct="0">
              <a:spcBef>
                <a:spcPct val="0"/>
              </a:spcBef>
              <a:spcAft>
                <a:spcPct val="0"/>
              </a:spcAft>
              <a:defRPr sz="2400">
                <a:solidFill>
                  <a:schemeClr val="tx1"/>
                </a:solidFill>
                <a:latin typeface="Arial" panose="020B0604020202020204" pitchFamily="34" charset="0"/>
              </a:defRPr>
            </a:lvl8pPr>
            <a:lvl9pPr marL="1828800" eaLnBrk="0" fontAlgn="base" hangingPunct="0">
              <a:spcBef>
                <a:spcPct val="0"/>
              </a:spcBef>
              <a:spcAft>
                <a:spcPct val="0"/>
              </a:spcAft>
              <a:defRPr sz="2400">
                <a:solidFill>
                  <a:schemeClr val="tx1"/>
                </a:solidFill>
                <a:latin typeface="Arial" panose="020B0604020202020204" pitchFamily="34" charset="0"/>
              </a:defRPr>
            </a:lvl9pPr>
          </a:lstStyle>
          <a:p>
            <a:pPr>
              <a:buClrTx/>
              <a:buSzTx/>
              <a:buFontTx/>
              <a:buNone/>
            </a:pPr>
            <a:r>
              <a:rPr lang="en-GB" altLang="en-US" i="0" dirty="0"/>
              <a:t>4.  Complete Connections (b)</a:t>
            </a:r>
          </a:p>
        </p:txBody>
      </p:sp>
      <p:grpSp>
        <p:nvGrpSpPr>
          <p:cNvPr id="2" name="Group 1"/>
          <p:cNvGrpSpPr/>
          <p:nvPr/>
        </p:nvGrpSpPr>
        <p:grpSpPr>
          <a:xfrm>
            <a:off x="874713" y="2011363"/>
            <a:ext cx="8228012" cy="4143375"/>
            <a:chOff x="874713" y="2011363"/>
            <a:chExt cx="8228012" cy="4143375"/>
          </a:xfrm>
        </p:grpSpPr>
        <p:sp>
          <p:nvSpPr>
            <p:cNvPr id="821251" name="Rectangle 3"/>
            <p:cNvSpPr>
              <a:spLocks noChangeArrowheads="1"/>
            </p:cNvSpPr>
            <p:nvPr/>
          </p:nvSpPr>
          <p:spPr bwMode="auto">
            <a:xfrm>
              <a:off x="2303463" y="2474913"/>
              <a:ext cx="5257800" cy="2452687"/>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1252" name="Rectangle 4"/>
            <p:cNvSpPr>
              <a:spLocks noChangeArrowheads="1"/>
            </p:cNvSpPr>
            <p:nvPr/>
          </p:nvSpPr>
          <p:spPr bwMode="auto">
            <a:xfrm>
              <a:off x="2741613" y="2952750"/>
              <a:ext cx="4379912" cy="509588"/>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1253" name="Rectangle 5"/>
            <p:cNvSpPr>
              <a:spLocks noChangeArrowheads="1"/>
            </p:cNvSpPr>
            <p:nvPr/>
          </p:nvSpPr>
          <p:spPr bwMode="auto">
            <a:xfrm>
              <a:off x="2741613" y="3943350"/>
              <a:ext cx="4379912" cy="522288"/>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1254" name="Oval 6"/>
            <p:cNvSpPr>
              <a:spLocks noChangeArrowheads="1"/>
            </p:cNvSpPr>
            <p:nvPr/>
          </p:nvSpPr>
          <p:spPr bwMode="auto">
            <a:xfrm>
              <a:off x="2982913" y="3033713"/>
              <a:ext cx="73025" cy="80962"/>
            </a:xfrm>
            <a:prstGeom prst="ellipse">
              <a:avLst/>
            </a:prstGeom>
            <a:solidFill>
              <a:srgbClr val="000000"/>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1255" name="Oval 7"/>
            <p:cNvSpPr>
              <a:spLocks noChangeArrowheads="1"/>
            </p:cNvSpPr>
            <p:nvPr/>
          </p:nvSpPr>
          <p:spPr bwMode="auto">
            <a:xfrm>
              <a:off x="4572000" y="3048000"/>
              <a:ext cx="74613" cy="80963"/>
            </a:xfrm>
            <a:prstGeom prst="ellipse">
              <a:avLst/>
            </a:prstGeom>
            <a:solidFill>
              <a:srgbClr val="000000"/>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nvGrpSpPr>
            <p:cNvPr id="821256" name="Group 8"/>
            <p:cNvGrpSpPr>
              <a:grpSpLocks/>
            </p:cNvGrpSpPr>
            <p:nvPr/>
          </p:nvGrpSpPr>
          <p:grpSpPr bwMode="auto">
            <a:xfrm>
              <a:off x="3036888" y="2417763"/>
              <a:ext cx="1609725" cy="690562"/>
              <a:chOff x="1837" y="1571"/>
              <a:chExt cx="1141" cy="435"/>
            </a:xfrm>
          </p:grpSpPr>
          <p:grpSp>
            <p:nvGrpSpPr>
              <p:cNvPr id="821257" name="Group 9"/>
              <p:cNvGrpSpPr>
                <a:grpSpLocks/>
              </p:cNvGrpSpPr>
              <p:nvPr/>
            </p:nvGrpSpPr>
            <p:grpSpPr bwMode="auto">
              <a:xfrm>
                <a:off x="1906" y="1571"/>
                <a:ext cx="41" cy="29"/>
                <a:chOff x="-1" y="-1"/>
                <a:chExt cx="20001" cy="20001"/>
              </a:xfrm>
            </p:grpSpPr>
            <p:sp>
              <p:nvSpPr>
                <p:cNvPr id="821258" name="Arc 10"/>
                <p:cNvSpPr>
                  <a:spLocks/>
                </p:cNvSpPr>
                <p:nvPr/>
              </p:nvSpPr>
              <p:spPr bwMode="auto">
                <a:xfrm>
                  <a:off x="13134" y="1224"/>
                  <a:ext cx="6866" cy="1551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1259" name="Arc 11"/>
                <p:cNvSpPr>
                  <a:spLocks/>
                </p:cNvSpPr>
                <p:nvPr/>
              </p:nvSpPr>
              <p:spPr bwMode="auto">
                <a:xfrm flipH="1">
                  <a:off x="-1" y="-1"/>
                  <a:ext cx="13732" cy="2000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821260" name="Arc 12"/>
              <p:cNvSpPr>
                <a:spLocks/>
              </p:cNvSpPr>
              <p:nvPr/>
            </p:nvSpPr>
            <p:spPr bwMode="auto">
              <a:xfrm flipH="1" flipV="1">
                <a:off x="2931" y="1914"/>
                <a:ext cx="47" cy="9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1261" name="Arc 13"/>
              <p:cNvSpPr>
                <a:spLocks/>
              </p:cNvSpPr>
              <p:nvPr/>
            </p:nvSpPr>
            <p:spPr bwMode="auto">
              <a:xfrm flipH="1">
                <a:off x="1870" y="1583"/>
                <a:ext cx="47" cy="26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1262" name="Arc 14"/>
              <p:cNvSpPr>
                <a:spLocks/>
              </p:cNvSpPr>
              <p:nvPr/>
            </p:nvSpPr>
            <p:spPr bwMode="auto">
              <a:xfrm flipV="1">
                <a:off x="1837" y="1842"/>
                <a:ext cx="36" cy="12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nvGrpSpPr>
              <p:cNvPr id="821263" name="Group 15"/>
              <p:cNvGrpSpPr>
                <a:grpSpLocks/>
              </p:cNvGrpSpPr>
              <p:nvPr/>
            </p:nvGrpSpPr>
            <p:grpSpPr bwMode="auto">
              <a:xfrm>
                <a:off x="1995" y="1909"/>
                <a:ext cx="28" cy="20"/>
                <a:chOff x="6" y="0"/>
                <a:chExt cx="19994" cy="20000"/>
              </a:xfrm>
            </p:grpSpPr>
            <p:sp>
              <p:nvSpPr>
                <p:cNvPr id="821264" name="Arc 16"/>
                <p:cNvSpPr>
                  <a:spLocks/>
                </p:cNvSpPr>
                <p:nvPr/>
              </p:nvSpPr>
              <p:spPr bwMode="auto">
                <a:xfrm flipV="1">
                  <a:off x="10003" y="1204"/>
                  <a:ext cx="9997" cy="16369"/>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1265" name="Arc 17"/>
                <p:cNvSpPr>
                  <a:spLocks/>
                </p:cNvSpPr>
                <p:nvPr/>
              </p:nvSpPr>
              <p:spPr bwMode="auto">
                <a:xfrm flipH="1" flipV="1">
                  <a:off x="6" y="0"/>
                  <a:ext cx="10867" cy="200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821266" name="Group 18"/>
              <p:cNvGrpSpPr>
                <a:grpSpLocks/>
              </p:cNvGrpSpPr>
              <p:nvPr/>
            </p:nvGrpSpPr>
            <p:grpSpPr bwMode="auto">
              <a:xfrm>
                <a:off x="2120" y="1576"/>
                <a:ext cx="40" cy="31"/>
                <a:chOff x="3" y="0"/>
                <a:chExt cx="19997" cy="19988"/>
              </a:xfrm>
            </p:grpSpPr>
            <p:sp>
              <p:nvSpPr>
                <p:cNvPr id="821267" name="Arc 19"/>
                <p:cNvSpPr>
                  <a:spLocks/>
                </p:cNvSpPr>
                <p:nvPr/>
              </p:nvSpPr>
              <p:spPr bwMode="auto">
                <a:xfrm>
                  <a:off x="13135" y="1924"/>
                  <a:ext cx="6865" cy="1038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1268" name="Arc 20"/>
                <p:cNvSpPr>
                  <a:spLocks/>
                </p:cNvSpPr>
                <p:nvPr/>
              </p:nvSpPr>
              <p:spPr bwMode="auto">
                <a:xfrm flipH="1">
                  <a:off x="3" y="0"/>
                  <a:ext cx="13730" cy="19988"/>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821269" name="Line 21"/>
              <p:cNvSpPr>
                <a:spLocks noChangeShapeType="1"/>
              </p:cNvSpPr>
              <p:nvPr/>
            </p:nvSpPr>
            <p:spPr bwMode="auto">
              <a:xfrm flipH="1">
                <a:off x="2063" y="1593"/>
                <a:ext cx="57" cy="194"/>
              </a:xfrm>
              <a:prstGeom prst="line">
                <a:avLst/>
              </a:prstGeom>
              <a:noFill/>
              <a:ln w="381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1270" name="Line 22"/>
              <p:cNvSpPr>
                <a:spLocks noChangeShapeType="1"/>
              </p:cNvSpPr>
              <p:nvPr/>
            </p:nvSpPr>
            <p:spPr bwMode="auto">
              <a:xfrm flipH="1">
                <a:off x="2025" y="1720"/>
                <a:ext cx="58" cy="193"/>
              </a:xfrm>
              <a:prstGeom prst="line">
                <a:avLst/>
              </a:prstGeom>
              <a:noFill/>
              <a:ln w="381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nvGrpSpPr>
              <p:cNvPr id="821271" name="Group 23"/>
              <p:cNvGrpSpPr>
                <a:grpSpLocks/>
              </p:cNvGrpSpPr>
              <p:nvPr/>
            </p:nvGrpSpPr>
            <p:grpSpPr bwMode="auto">
              <a:xfrm>
                <a:off x="2236" y="1914"/>
                <a:ext cx="28" cy="20"/>
                <a:chOff x="6" y="0"/>
                <a:chExt cx="19994" cy="20000"/>
              </a:xfrm>
            </p:grpSpPr>
            <p:sp>
              <p:nvSpPr>
                <p:cNvPr id="821272" name="Arc 24"/>
                <p:cNvSpPr>
                  <a:spLocks/>
                </p:cNvSpPr>
                <p:nvPr/>
              </p:nvSpPr>
              <p:spPr bwMode="auto">
                <a:xfrm flipV="1">
                  <a:off x="10003" y="0"/>
                  <a:ext cx="9997" cy="16359"/>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1273" name="Arc 25"/>
                <p:cNvSpPr>
                  <a:spLocks/>
                </p:cNvSpPr>
                <p:nvPr/>
              </p:nvSpPr>
              <p:spPr bwMode="auto">
                <a:xfrm flipH="1" flipV="1">
                  <a:off x="6" y="0"/>
                  <a:ext cx="10867" cy="200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821274" name="Group 26"/>
              <p:cNvGrpSpPr>
                <a:grpSpLocks/>
              </p:cNvGrpSpPr>
              <p:nvPr/>
            </p:nvGrpSpPr>
            <p:grpSpPr bwMode="auto">
              <a:xfrm>
                <a:off x="2361" y="1579"/>
                <a:ext cx="41" cy="31"/>
                <a:chOff x="2" y="0"/>
                <a:chExt cx="19998" cy="20001"/>
              </a:xfrm>
            </p:grpSpPr>
            <p:sp>
              <p:nvSpPr>
                <p:cNvPr id="821275" name="Arc 27"/>
                <p:cNvSpPr>
                  <a:spLocks/>
                </p:cNvSpPr>
                <p:nvPr/>
              </p:nvSpPr>
              <p:spPr bwMode="auto">
                <a:xfrm>
                  <a:off x="13237" y="1931"/>
                  <a:ext cx="6763" cy="10378"/>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1276" name="Arc 28"/>
                <p:cNvSpPr>
                  <a:spLocks/>
                </p:cNvSpPr>
                <p:nvPr/>
              </p:nvSpPr>
              <p:spPr bwMode="auto">
                <a:xfrm flipH="1">
                  <a:off x="2" y="0"/>
                  <a:ext cx="13526" cy="2000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821277" name="Line 29"/>
              <p:cNvSpPr>
                <a:spLocks noChangeShapeType="1"/>
              </p:cNvSpPr>
              <p:nvPr/>
            </p:nvSpPr>
            <p:spPr bwMode="auto">
              <a:xfrm flipH="1">
                <a:off x="2305" y="1598"/>
                <a:ext cx="57" cy="193"/>
              </a:xfrm>
              <a:prstGeom prst="line">
                <a:avLst/>
              </a:prstGeom>
              <a:noFill/>
              <a:ln w="381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1278" name="Line 30"/>
              <p:cNvSpPr>
                <a:spLocks noChangeShapeType="1"/>
              </p:cNvSpPr>
              <p:nvPr/>
            </p:nvSpPr>
            <p:spPr bwMode="auto">
              <a:xfrm flipH="1">
                <a:off x="2267" y="1724"/>
                <a:ext cx="58" cy="194"/>
              </a:xfrm>
              <a:prstGeom prst="line">
                <a:avLst/>
              </a:prstGeom>
              <a:noFill/>
              <a:ln w="381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nvGrpSpPr>
              <p:cNvPr id="821279" name="Group 31"/>
              <p:cNvGrpSpPr>
                <a:grpSpLocks/>
              </p:cNvGrpSpPr>
              <p:nvPr/>
            </p:nvGrpSpPr>
            <p:grpSpPr bwMode="auto">
              <a:xfrm>
                <a:off x="2494" y="1914"/>
                <a:ext cx="28" cy="20"/>
                <a:chOff x="6" y="0"/>
                <a:chExt cx="19994" cy="20000"/>
              </a:xfrm>
            </p:grpSpPr>
            <p:sp>
              <p:nvSpPr>
                <p:cNvPr id="821280" name="Arc 32"/>
                <p:cNvSpPr>
                  <a:spLocks/>
                </p:cNvSpPr>
                <p:nvPr/>
              </p:nvSpPr>
              <p:spPr bwMode="auto">
                <a:xfrm flipV="1">
                  <a:off x="10003" y="0"/>
                  <a:ext cx="9997" cy="16359"/>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1281" name="Arc 33"/>
                <p:cNvSpPr>
                  <a:spLocks/>
                </p:cNvSpPr>
                <p:nvPr/>
              </p:nvSpPr>
              <p:spPr bwMode="auto">
                <a:xfrm flipH="1" flipV="1">
                  <a:off x="6" y="0"/>
                  <a:ext cx="10864" cy="200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821282" name="Group 34"/>
              <p:cNvGrpSpPr>
                <a:grpSpLocks/>
              </p:cNvGrpSpPr>
              <p:nvPr/>
            </p:nvGrpSpPr>
            <p:grpSpPr bwMode="auto">
              <a:xfrm>
                <a:off x="2619" y="1579"/>
                <a:ext cx="41" cy="31"/>
                <a:chOff x="-4" y="0"/>
                <a:chExt cx="20004" cy="20001"/>
              </a:xfrm>
            </p:grpSpPr>
            <p:sp>
              <p:nvSpPr>
                <p:cNvPr id="821283" name="Arc 35"/>
                <p:cNvSpPr>
                  <a:spLocks/>
                </p:cNvSpPr>
                <p:nvPr/>
              </p:nvSpPr>
              <p:spPr bwMode="auto">
                <a:xfrm>
                  <a:off x="13234" y="1931"/>
                  <a:ext cx="6766" cy="10378"/>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1284" name="Arc 36"/>
                <p:cNvSpPr>
                  <a:spLocks/>
                </p:cNvSpPr>
                <p:nvPr/>
              </p:nvSpPr>
              <p:spPr bwMode="auto">
                <a:xfrm flipH="1">
                  <a:off x="-4" y="0"/>
                  <a:ext cx="13532" cy="2000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821285" name="Line 37"/>
              <p:cNvSpPr>
                <a:spLocks noChangeShapeType="1"/>
              </p:cNvSpPr>
              <p:nvPr/>
            </p:nvSpPr>
            <p:spPr bwMode="auto">
              <a:xfrm flipH="1">
                <a:off x="2562" y="1598"/>
                <a:ext cx="58" cy="193"/>
              </a:xfrm>
              <a:prstGeom prst="line">
                <a:avLst/>
              </a:prstGeom>
              <a:noFill/>
              <a:ln w="381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1286" name="Line 38"/>
              <p:cNvSpPr>
                <a:spLocks noChangeShapeType="1"/>
              </p:cNvSpPr>
              <p:nvPr/>
            </p:nvSpPr>
            <p:spPr bwMode="auto">
              <a:xfrm flipH="1">
                <a:off x="2524" y="1724"/>
                <a:ext cx="58" cy="194"/>
              </a:xfrm>
              <a:prstGeom prst="line">
                <a:avLst/>
              </a:prstGeom>
              <a:noFill/>
              <a:ln w="381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nvGrpSpPr>
              <p:cNvPr id="821287" name="Group 39"/>
              <p:cNvGrpSpPr>
                <a:grpSpLocks/>
              </p:cNvGrpSpPr>
              <p:nvPr/>
            </p:nvGrpSpPr>
            <p:grpSpPr bwMode="auto">
              <a:xfrm>
                <a:off x="2737" y="1914"/>
                <a:ext cx="27" cy="20"/>
                <a:chOff x="6" y="0"/>
                <a:chExt cx="19994" cy="20000"/>
              </a:xfrm>
            </p:grpSpPr>
            <p:sp>
              <p:nvSpPr>
                <p:cNvPr id="821288" name="Arc 40"/>
                <p:cNvSpPr>
                  <a:spLocks/>
                </p:cNvSpPr>
                <p:nvPr/>
              </p:nvSpPr>
              <p:spPr bwMode="auto">
                <a:xfrm flipV="1">
                  <a:off x="10003" y="0"/>
                  <a:ext cx="9997" cy="16359"/>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1289" name="Arc 41"/>
                <p:cNvSpPr>
                  <a:spLocks/>
                </p:cNvSpPr>
                <p:nvPr/>
              </p:nvSpPr>
              <p:spPr bwMode="auto">
                <a:xfrm flipH="1" flipV="1">
                  <a:off x="6" y="0"/>
                  <a:ext cx="10864" cy="200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821290" name="Group 42"/>
              <p:cNvGrpSpPr>
                <a:grpSpLocks/>
              </p:cNvGrpSpPr>
              <p:nvPr/>
            </p:nvGrpSpPr>
            <p:grpSpPr bwMode="auto">
              <a:xfrm>
                <a:off x="2861" y="1579"/>
                <a:ext cx="40" cy="31"/>
                <a:chOff x="-4" y="0"/>
                <a:chExt cx="20004" cy="20001"/>
              </a:xfrm>
            </p:grpSpPr>
            <p:sp>
              <p:nvSpPr>
                <p:cNvPr id="821291" name="Arc 43"/>
                <p:cNvSpPr>
                  <a:spLocks/>
                </p:cNvSpPr>
                <p:nvPr/>
              </p:nvSpPr>
              <p:spPr bwMode="auto">
                <a:xfrm>
                  <a:off x="13234" y="1931"/>
                  <a:ext cx="6766" cy="10378"/>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1292" name="Arc 44"/>
                <p:cNvSpPr>
                  <a:spLocks/>
                </p:cNvSpPr>
                <p:nvPr/>
              </p:nvSpPr>
              <p:spPr bwMode="auto">
                <a:xfrm flipH="1">
                  <a:off x="-4" y="0"/>
                  <a:ext cx="13532" cy="2000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821293" name="Line 45"/>
              <p:cNvSpPr>
                <a:spLocks noChangeShapeType="1"/>
              </p:cNvSpPr>
              <p:nvPr/>
            </p:nvSpPr>
            <p:spPr bwMode="auto">
              <a:xfrm flipH="1">
                <a:off x="2805" y="1598"/>
                <a:ext cx="57" cy="193"/>
              </a:xfrm>
              <a:prstGeom prst="line">
                <a:avLst/>
              </a:prstGeom>
              <a:noFill/>
              <a:ln w="381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1294" name="Line 46"/>
              <p:cNvSpPr>
                <a:spLocks noChangeShapeType="1"/>
              </p:cNvSpPr>
              <p:nvPr/>
            </p:nvSpPr>
            <p:spPr bwMode="auto">
              <a:xfrm flipH="1">
                <a:off x="2768" y="1724"/>
                <a:ext cx="57" cy="194"/>
              </a:xfrm>
              <a:prstGeom prst="line">
                <a:avLst/>
              </a:prstGeom>
              <a:noFill/>
              <a:ln w="381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821295" name="Oval 47"/>
            <p:cNvSpPr>
              <a:spLocks noChangeArrowheads="1"/>
            </p:cNvSpPr>
            <p:nvPr/>
          </p:nvSpPr>
          <p:spPr bwMode="auto">
            <a:xfrm>
              <a:off x="5300663" y="3035300"/>
              <a:ext cx="73025" cy="82550"/>
            </a:xfrm>
            <a:prstGeom prst="ellipse">
              <a:avLst/>
            </a:prstGeom>
            <a:solidFill>
              <a:srgbClr val="000000"/>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1296" name="Oval 48"/>
            <p:cNvSpPr>
              <a:spLocks noChangeArrowheads="1"/>
            </p:cNvSpPr>
            <p:nvPr/>
          </p:nvSpPr>
          <p:spPr bwMode="auto">
            <a:xfrm>
              <a:off x="6883400" y="3043238"/>
              <a:ext cx="73025" cy="80962"/>
            </a:xfrm>
            <a:prstGeom prst="ellipse">
              <a:avLst/>
            </a:prstGeom>
            <a:solidFill>
              <a:srgbClr val="000000"/>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1297" name="Oval 49"/>
            <p:cNvSpPr>
              <a:spLocks noChangeArrowheads="1"/>
            </p:cNvSpPr>
            <p:nvPr/>
          </p:nvSpPr>
          <p:spPr bwMode="auto">
            <a:xfrm>
              <a:off x="2982913" y="4019550"/>
              <a:ext cx="69850" cy="80963"/>
            </a:xfrm>
            <a:prstGeom prst="ellipse">
              <a:avLst/>
            </a:prstGeom>
            <a:solidFill>
              <a:srgbClr val="000000"/>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1298" name="Oval 50"/>
            <p:cNvSpPr>
              <a:spLocks noChangeArrowheads="1"/>
            </p:cNvSpPr>
            <p:nvPr/>
          </p:nvSpPr>
          <p:spPr bwMode="auto">
            <a:xfrm>
              <a:off x="4565650" y="4059238"/>
              <a:ext cx="73025" cy="80962"/>
            </a:xfrm>
            <a:prstGeom prst="ellipse">
              <a:avLst/>
            </a:prstGeom>
            <a:solidFill>
              <a:srgbClr val="000000"/>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1299" name="Oval 51"/>
            <p:cNvSpPr>
              <a:spLocks noChangeArrowheads="1"/>
            </p:cNvSpPr>
            <p:nvPr/>
          </p:nvSpPr>
          <p:spPr bwMode="auto">
            <a:xfrm>
              <a:off x="5305425" y="4014788"/>
              <a:ext cx="74613" cy="80962"/>
            </a:xfrm>
            <a:prstGeom prst="ellipse">
              <a:avLst/>
            </a:prstGeom>
            <a:solidFill>
              <a:srgbClr val="000000"/>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1300" name="Oval 52"/>
            <p:cNvSpPr>
              <a:spLocks noChangeArrowheads="1"/>
            </p:cNvSpPr>
            <p:nvPr/>
          </p:nvSpPr>
          <p:spPr bwMode="auto">
            <a:xfrm>
              <a:off x="6888163" y="4044950"/>
              <a:ext cx="76200" cy="80963"/>
            </a:xfrm>
            <a:prstGeom prst="ellipse">
              <a:avLst/>
            </a:prstGeom>
            <a:solidFill>
              <a:srgbClr val="000000"/>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1301" name="Oval 53"/>
            <p:cNvSpPr>
              <a:spLocks noChangeArrowheads="1"/>
            </p:cNvSpPr>
            <p:nvPr/>
          </p:nvSpPr>
          <p:spPr bwMode="auto">
            <a:xfrm>
              <a:off x="2941638" y="5021263"/>
              <a:ext cx="73025" cy="79375"/>
            </a:xfrm>
            <a:prstGeom prst="ellipse">
              <a:avLst/>
            </a:prstGeom>
            <a:solidFill>
              <a:srgbClr val="000000"/>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1302" name="Oval 54"/>
            <p:cNvSpPr>
              <a:spLocks noChangeArrowheads="1"/>
            </p:cNvSpPr>
            <p:nvPr/>
          </p:nvSpPr>
          <p:spPr bwMode="auto">
            <a:xfrm>
              <a:off x="4533900" y="5013325"/>
              <a:ext cx="71438" cy="80963"/>
            </a:xfrm>
            <a:prstGeom prst="ellipse">
              <a:avLst/>
            </a:prstGeom>
            <a:solidFill>
              <a:srgbClr val="000000"/>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1303" name="Oval 55"/>
            <p:cNvSpPr>
              <a:spLocks noChangeArrowheads="1"/>
            </p:cNvSpPr>
            <p:nvPr/>
          </p:nvSpPr>
          <p:spPr bwMode="auto">
            <a:xfrm>
              <a:off x="5262563" y="5026025"/>
              <a:ext cx="73025" cy="79375"/>
            </a:xfrm>
            <a:prstGeom prst="ellipse">
              <a:avLst/>
            </a:prstGeom>
            <a:solidFill>
              <a:srgbClr val="000000"/>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1304" name="Oval 56"/>
            <p:cNvSpPr>
              <a:spLocks noChangeArrowheads="1"/>
            </p:cNvSpPr>
            <p:nvPr/>
          </p:nvSpPr>
          <p:spPr bwMode="auto">
            <a:xfrm>
              <a:off x="6856413" y="5027613"/>
              <a:ext cx="69850" cy="80962"/>
            </a:xfrm>
            <a:prstGeom prst="ellipse">
              <a:avLst/>
            </a:prstGeom>
            <a:solidFill>
              <a:srgbClr val="000000"/>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1305" name="Line 57"/>
            <p:cNvSpPr>
              <a:spLocks noChangeShapeType="1"/>
            </p:cNvSpPr>
            <p:nvPr/>
          </p:nvSpPr>
          <p:spPr bwMode="auto">
            <a:xfrm flipV="1">
              <a:off x="2868613" y="4408488"/>
              <a:ext cx="0" cy="628650"/>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1306" name="Line 58"/>
            <p:cNvSpPr>
              <a:spLocks noChangeShapeType="1"/>
            </p:cNvSpPr>
            <p:nvPr/>
          </p:nvSpPr>
          <p:spPr bwMode="auto">
            <a:xfrm flipH="1">
              <a:off x="1122363" y="3067050"/>
              <a:ext cx="1885950" cy="0"/>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1307" name="Line 59"/>
            <p:cNvSpPr>
              <a:spLocks noChangeShapeType="1"/>
            </p:cNvSpPr>
            <p:nvPr/>
          </p:nvSpPr>
          <p:spPr bwMode="auto">
            <a:xfrm flipH="1">
              <a:off x="1138238" y="4048125"/>
              <a:ext cx="1885950" cy="0"/>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1308" name="Line 60"/>
            <p:cNvSpPr>
              <a:spLocks noChangeShapeType="1"/>
            </p:cNvSpPr>
            <p:nvPr/>
          </p:nvSpPr>
          <p:spPr bwMode="auto">
            <a:xfrm flipH="1">
              <a:off x="1087438" y="5056188"/>
              <a:ext cx="1887537" cy="0"/>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1309" name="Line 61"/>
            <p:cNvSpPr>
              <a:spLocks noChangeShapeType="1"/>
            </p:cNvSpPr>
            <p:nvPr/>
          </p:nvSpPr>
          <p:spPr bwMode="auto">
            <a:xfrm flipH="1">
              <a:off x="2873375" y="2011363"/>
              <a:ext cx="1884363" cy="0"/>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1310" name="Line 62"/>
            <p:cNvSpPr>
              <a:spLocks noChangeShapeType="1"/>
            </p:cNvSpPr>
            <p:nvPr/>
          </p:nvSpPr>
          <p:spPr bwMode="auto">
            <a:xfrm flipV="1">
              <a:off x="2876550" y="2011363"/>
              <a:ext cx="0" cy="1046162"/>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1311" name="Line 63"/>
            <p:cNvSpPr>
              <a:spLocks noChangeShapeType="1"/>
            </p:cNvSpPr>
            <p:nvPr/>
          </p:nvSpPr>
          <p:spPr bwMode="auto">
            <a:xfrm flipV="1">
              <a:off x="4770438" y="2011363"/>
              <a:ext cx="0" cy="3068637"/>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1312" name="Line 64"/>
            <p:cNvSpPr>
              <a:spLocks noChangeShapeType="1"/>
            </p:cNvSpPr>
            <p:nvPr/>
          </p:nvSpPr>
          <p:spPr bwMode="auto">
            <a:xfrm flipV="1">
              <a:off x="2868613" y="3386138"/>
              <a:ext cx="0" cy="633412"/>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1313" name="Line 65"/>
            <p:cNvSpPr>
              <a:spLocks noChangeShapeType="1"/>
            </p:cNvSpPr>
            <p:nvPr/>
          </p:nvSpPr>
          <p:spPr bwMode="auto">
            <a:xfrm flipH="1">
              <a:off x="2855913" y="3105150"/>
              <a:ext cx="1749425" cy="276225"/>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1314" name="Line 66"/>
            <p:cNvSpPr>
              <a:spLocks noChangeShapeType="1"/>
            </p:cNvSpPr>
            <p:nvPr/>
          </p:nvSpPr>
          <p:spPr bwMode="auto">
            <a:xfrm flipV="1">
              <a:off x="2868613" y="4398963"/>
              <a:ext cx="0" cy="619125"/>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1315" name="Line 67"/>
            <p:cNvSpPr>
              <a:spLocks noChangeShapeType="1"/>
            </p:cNvSpPr>
            <p:nvPr/>
          </p:nvSpPr>
          <p:spPr bwMode="auto">
            <a:xfrm flipH="1">
              <a:off x="2855913" y="4110038"/>
              <a:ext cx="1749425" cy="274637"/>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1316" name="Oval 68"/>
            <p:cNvSpPr>
              <a:spLocks noChangeArrowheads="1"/>
            </p:cNvSpPr>
            <p:nvPr/>
          </p:nvSpPr>
          <p:spPr bwMode="auto">
            <a:xfrm>
              <a:off x="2838450" y="3019425"/>
              <a:ext cx="74613" cy="80963"/>
            </a:xfrm>
            <a:prstGeom prst="ellipse">
              <a:avLst/>
            </a:prstGeom>
            <a:solidFill>
              <a:srgbClr val="000000"/>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1317" name="Oval 69"/>
            <p:cNvSpPr>
              <a:spLocks noChangeArrowheads="1"/>
            </p:cNvSpPr>
            <p:nvPr/>
          </p:nvSpPr>
          <p:spPr bwMode="auto">
            <a:xfrm>
              <a:off x="2830513" y="4019550"/>
              <a:ext cx="73025" cy="80963"/>
            </a:xfrm>
            <a:prstGeom prst="ellipse">
              <a:avLst/>
            </a:prstGeom>
            <a:solidFill>
              <a:srgbClr val="000000"/>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1318" name="Oval 70"/>
            <p:cNvSpPr>
              <a:spLocks noChangeArrowheads="1"/>
            </p:cNvSpPr>
            <p:nvPr/>
          </p:nvSpPr>
          <p:spPr bwMode="auto">
            <a:xfrm>
              <a:off x="2813050" y="5018088"/>
              <a:ext cx="74613" cy="80962"/>
            </a:xfrm>
            <a:prstGeom prst="ellipse">
              <a:avLst/>
            </a:prstGeom>
            <a:solidFill>
              <a:srgbClr val="000000"/>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1319" name="Line 71"/>
            <p:cNvSpPr>
              <a:spLocks noChangeShapeType="1"/>
            </p:cNvSpPr>
            <p:nvPr/>
          </p:nvSpPr>
          <p:spPr bwMode="auto">
            <a:xfrm flipH="1">
              <a:off x="4579938" y="5065713"/>
              <a:ext cx="187325" cy="0"/>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1320" name="Line 72"/>
            <p:cNvSpPr>
              <a:spLocks noChangeShapeType="1"/>
            </p:cNvSpPr>
            <p:nvPr/>
          </p:nvSpPr>
          <p:spPr bwMode="auto">
            <a:xfrm>
              <a:off x="6926263" y="3095625"/>
              <a:ext cx="1887537" cy="0"/>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1321" name="Line 73"/>
            <p:cNvSpPr>
              <a:spLocks noChangeShapeType="1"/>
            </p:cNvSpPr>
            <p:nvPr/>
          </p:nvSpPr>
          <p:spPr bwMode="auto">
            <a:xfrm>
              <a:off x="6935788" y="4086225"/>
              <a:ext cx="1885950" cy="0"/>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1322" name="Line 74"/>
            <p:cNvSpPr>
              <a:spLocks noChangeShapeType="1"/>
            </p:cNvSpPr>
            <p:nvPr/>
          </p:nvSpPr>
          <p:spPr bwMode="auto">
            <a:xfrm>
              <a:off x="6905625" y="5065713"/>
              <a:ext cx="1900238" cy="0"/>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1323" name="Line 75"/>
            <p:cNvSpPr>
              <a:spLocks noChangeShapeType="1"/>
            </p:cNvSpPr>
            <p:nvPr/>
          </p:nvSpPr>
          <p:spPr bwMode="auto">
            <a:xfrm flipV="1">
              <a:off x="5148263" y="3067050"/>
              <a:ext cx="0" cy="1979613"/>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1324" name="Line 76"/>
            <p:cNvSpPr>
              <a:spLocks noChangeShapeType="1"/>
            </p:cNvSpPr>
            <p:nvPr/>
          </p:nvSpPr>
          <p:spPr bwMode="auto">
            <a:xfrm>
              <a:off x="5160963" y="5056188"/>
              <a:ext cx="147637" cy="0"/>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1325" name="Line 77"/>
            <p:cNvSpPr>
              <a:spLocks noChangeShapeType="1"/>
            </p:cNvSpPr>
            <p:nvPr/>
          </p:nvSpPr>
          <p:spPr bwMode="auto">
            <a:xfrm>
              <a:off x="5160963" y="4067175"/>
              <a:ext cx="147637" cy="0"/>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1326" name="Line 78"/>
            <p:cNvSpPr>
              <a:spLocks noChangeShapeType="1"/>
            </p:cNvSpPr>
            <p:nvPr/>
          </p:nvSpPr>
          <p:spPr bwMode="auto">
            <a:xfrm>
              <a:off x="5148263" y="3076575"/>
              <a:ext cx="147637" cy="0"/>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1327" name="Line 79"/>
            <p:cNvSpPr>
              <a:spLocks noChangeShapeType="1"/>
            </p:cNvSpPr>
            <p:nvPr/>
          </p:nvSpPr>
          <p:spPr bwMode="auto">
            <a:xfrm flipV="1">
              <a:off x="5148263" y="5056188"/>
              <a:ext cx="0" cy="995362"/>
            </a:xfrm>
            <a:prstGeom prst="line">
              <a:avLst/>
            </a:prstGeom>
            <a:noFill/>
            <a:ln w="28575">
              <a:solidFill>
                <a:schemeClr val="tx1"/>
              </a:solidFill>
              <a:prstDash val="sysDash"/>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1328" name="Line 80"/>
            <p:cNvSpPr>
              <a:spLocks noChangeShapeType="1"/>
            </p:cNvSpPr>
            <p:nvPr/>
          </p:nvSpPr>
          <p:spPr bwMode="auto">
            <a:xfrm flipV="1">
              <a:off x="4999038" y="6056313"/>
              <a:ext cx="288925" cy="3175"/>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1329" name="Line 81"/>
            <p:cNvSpPr>
              <a:spLocks noChangeShapeType="1"/>
            </p:cNvSpPr>
            <p:nvPr/>
          </p:nvSpPr>
          <p:spPr bwMode="auto">
            <a:xfrm>
              <a:off x="5049838" y="6107113"/>
              <a:ext cx="190500" cy="0"/>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1330" name="Line 82"/>
            <p:cNvSpPr>
              <a:spLocks noChangeShapeType="1"/>
            </p:cNvSpPr>
            <p:nvPr/>
          </p:nvSpPr>
          <p:spPr bwMode="auto">
            <a:xfrm>
              <a:off x="5108575" y="6153150"/>
              <a:ext cx="80963" cy="1588"/>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nvGrpSpPr>
            <p:cNvPr id="821331" name="Group 83"/>
            <p:cNvGrpSpPr>
              <a:grpSpLocks/>
            </p:cNvGrpSpPr>
            <p:nvPr/>
          </p:nvGrpSpPr>
          <p:grpSpPr bwMode="auto">
            <a:xfrm>
              <a:off x="3116263" y="3394075"/>
              <a:ext cx="58737" cy="46038"/>
              <a:chOff x="-1" y="-1"/>
              <a:chExt cx="20001" cy="20001"/>
            </a:xfrm>
          </p:grpSpPr>
          <p:sp>
            <p:nvSpPr>
              <p:cNvPr id="821332" name="Arc 84"/>
              <p:cNvSpPr>
                <a:spLocks/>
              </p:cNvSpPr>
              <p:nvPr/>
            </p:nvSpPr>
            <p:spPr bwMode="auto">
              <a:xfrm>
                <a:off x="13134" y="1224"/>
                <a:ext cx="6866" cy="1551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1333" name="Arc 85"/>
              <p:cNvSpPr>
                <a:spLocks/>
              </p:cNvSpPr>
              <p:nvPr/>
            </p:nvSpPr>
            <p:spPr bwMode="auto">
              <a:xfrm flipH="1">
                <a:off x="-1" y="-1"/>
                <a:ext cx="13732" cy="2000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821334" name="Arc 86"/>
            <p:cNvSpPr>
              <a:spLocks/>
            </p:cNvSpPr>
            <p:nvPr/>
          </p:nvSpPr>
          <p:spPr bwMode="auto">
            <a:xfrm flipH="1" flipV="1">
              <a:off x="4564063" y="3938588"/>
              <a:ext cx="65087" cy="14605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1335" name="Arc 87"/>
            <p:cNvSpPr>
              <a:spLocks/>
            </p:cNvSpPr>
            <p:nvPr/>
          </p:nvSpPr>
          <p:spPr bwMode="auto">
            <a:xfrm flipH="1">
              <a:off x="3065463" y="3413125"/>
              <a:ext cx="66675" cy="41592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1336" name="Arc 88"/>
            <p:cNvSpPr>
              <a:spLocks/>
            </p:cNvSpPr>
            <p:nvPr/>
          </p:nvSpPr>
          <p:spPr bwMode="auto">
            <a:xfrm flipV="1">
              <a:off x="3019425" y="3824288"/>
              <a:ext cx="50800" cy="1905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nvGrpSpPr>
            <p:cNvPr id="821337" name="Group 89"/>
            <p:cNvGrpSpPr>
              <a:grpSpLocks/>
            </p:cNvGrpSpPr>
            <p:nvPr/>
          </p:nvGrpSpPr>
          <p:grpSpPr bwMode="auto">
            <a:xfrm>
              <a:off x="3243263" y="3930650"/>
              <a:ext cx="38100" cy="31750"/>
              <a:chOff x="6" y="0"/>
              <a:chExt cx="19994" cy="20000"/>
            </a:xfrm>
          </p:grpSpPr>
          <p:sp>
            <p:nvSpPr>
              <p:cNvPr id="821338" name="Arc 90"/>
              <p:cNvSpPr>
                <a:spLocks/>
              </p:cNvSpPr>
              <p:nvPr/>
            </p:nvSpPr>
            <p:spPr bwMode="auto">
              <a:xfrm flipV="1">
                <a:off x="10003" y="1204"/>
                <a:ext cx="9997" cy="16369"/>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1339" name="Arc 91"/>
              <p:cNvSpPr>
                <a:spLocks/>
              </p:cNvSpPr>
              <p:nvPr/>
            </p:nvSpPr>
            <p:spPr bwMode="auto">
              <a:xfrm flipH="1" flipV="1">
                <a:off x="6" y="0"/>
                <a:ext cx="10867" cy="200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821340" name="Group 92"/>
            <p:cNvGrpSpPr>
              <a:grpSpLocks/>
            </p:cNvGrpSpPr>
            <p:nvPr/>
          </p:nvGrpSpPr>
          <p:grpSpPr bwMode="auto">
            <a:xfrm>
              <a:off x="3419475" y="3402013"/>
              <a:ext cx="55563" cy="49212"/>
              <a:chOff x="3" y="0"/>
              <a:chExt cx="19997" cy="19988"/>
            </a:xfrm>
          </p:grpSpPr>
          <p:sp>
            <p:nvSpPr>
              <p:cNvPr id="821341" name="Arc 93"/>
              <p:cNvSpPr>
                <a:spLocks/>
              </p:cNvSpPr>
              <p:nvPr/>
            </p:nvSpPr>
            <p:spPr bwMode="auto">
              <a:xfrm>
                <a:off x="13135" y="1924"/>
                <a:ext cx="6865" cy="1038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1342" name="Arc 94"/>
              <p:cNvSpPr>
                <a:spLocks/>
              </p:cNvSpPr>
              <p:nvPr/>
            </p:nvSpPr>
            <p:spPr bwMode="auto">
              <a:xfrm flipH="1">
                <a:off x="3" y="0"/>
                <a:ext cx="13730" cy="19988"/>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821343" name="Line 95"/>
            <p:cNvSpPr>
              <a:spLocks noChangeShapeType="1"/>
            </p:cNvSpPr>
            <p:nvPr/>
          </p:nvSpPr>
          <p:spPr bwMode="auto">
            <a:xfrm flipH="1">
              <a:off x="3338513" y="3429000"/>
              <a:ext cx="80962" cy="307975"/>
            </a:xfrm>
            <a:prstGeom prst="line">
              <a:avLst/>
            </a:prstGeom>
            <a:noFill/>
            <a:ln w="381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1344" name="Line 96"/>
            <p:cNvSpPr>
              <a:spLocks noChangeShapeType="1"/>
            </p:cNvSpPr>
            <p:nvPr/>
          </p:nvSpPr>
          <p:spPr bwMode="auto">
            <a:xfrm flipH="1">
              <a:off x="3284538" y="3630613"/>
              <a:ext cx="82550" cy="306387"/>
            </a:xfrm>
            <a:prstGeom prst="line">
              <a:avLst/>
            </a:prstGeom>
            <a:noFill/>
            <a:ln w="381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nvGrpSpPr>
            <p:cNvPr id="821345" name="Group 97"/>
            <p:cNvGrpSpPr>
              <a:grpSpLocks/>
            </p:cNvGrpSpPr>
            <p:nvPr/>
          </p:nvGrpSpPr>
          <p:grpSpPr bwMode="auto">
            <a:xfrm>
              <a:off x="3582988" y="3938588"/>
              <a:ext cx="39687" cy="31750"/>
              <a:chOff x="6" y="0"/>
              <a:chExt cx="19994" cy="20000"/>
            </a:xfrm>
          </p:grpSpPr>
          <p:sp>
            <p:nvSpPr>
              <p:cNvPr id="821346" name="Arc 98"/>
              <p:cNvSpPr>
                <a:spLocks/>
              </p:cNvSpPr>
              <p:nvPr/>
            </p:nvSpPr>
            <p:spPr bwMode="auto">
              <a:xfrm flipV="1">
                <a:off x="10003" y="0"/>
                <a:ext cx="9997" cy="16359"/>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1347" name="Arc 99"/>
              <p:cNvSpPr>
                <a:spLocks/>
              </p:cNvSpPr>
              <p:nvPr/>
            </p:nvSpPr>
            <p:spPr bwMode="auto">
              <a:xfrm flipH="1" flipV="1">
                <a:off x="6" y="0"/>
                <a:ext cx="10867" cy="200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821348" name="Group 100"/>
            <p:cNvGrpSpPr>
              <a:grpSpLocks/>
            </p:cNvGrpSpPr>
            <p:nvPr/>
          </p:nvGrpSpPr>
          <p:grpSpPr bwMode="auto">
            <a:xfrm>
              <a:off x="3759200" y="3406775"/>
              <a:ext cx="57150" cy="49213"/>
              <a:chOff x="2" y="0"/>
              <a:chExt cx="19998" cy="20001"/>
            </a:xfrm>
          </p:grpSpPr>
          <p:sp>
            <p:nvSpPr>
              <p:cNvPr id="821349" name="Arc 101"/>
              <p:cNvSpPr>
                <a:spLocks/>
              </p:cNvSpPr>
              <p:nvPr/>
            </p:nvSpPr>
            <p:spPr bwMode="auto">
              <a:xfrm>
                <a:off x="13237" y="1931"/>
                <a:ext cx="6763" cy="10378"/>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1350" name="Arc 102"/>
              <p:cNvSpPr>
                <a:spLocks/>
              </p:cNvSpPr>
              <p:nvPr/>
            </p:nvSpPr>
            <p:spPr bwMode="auto">
              <a:xfrm flipH="1">
                <a:off x="2" y="0"/>
                <a:ext cx="13526" cy="2000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821351" name="Line 103"/>
            <p:cNvSpPr>
              <a:spLocks noChangeShapeType="1"/>
            </p:cNvSpPr>
            <p:nvPr/>
          </p:nvSpPr>
          <p:spPr bwMode="auto">
            <a:xfrm flipH="1">
              <a:off x="3679825" y="3436938"/>
              <a:ext cx="80963" cy="306387"/>
            </a:xfrm>
            <a:prstGeom prst="line">
              <a:avLst/>
            </a:prstGeom>
            <a:noFill/>
            <a:ln w="381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1352" name="Line 104"/>
            <p:cNvSpPr>
              <a:spLocks noChangeShapeType="1"/>
            </p:cNvSpPr>
            <p:nvPr/>
          </p:nvSpPr>
          <p:spPr bwMode="auto">
            <a:xfrm flipH="1">
              <a:off x="3625850" y="3636963"/>
              <a:ext cx="82550" cy="307975"/>
            </a:xfrm>
            <a:prstGeom prst="line">
              <a:avLst/>
            </a:prstGeom>
            <a:noFill/>
            <a:ln w="381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nvGrpSpPr>
            <p:cNvPr id="821353" name="Group 105"/>
            <p:cNvGrpSpPr>
              <a:grpSpLocks/>
            </p:cNvGrpSpPr>
            <p:nvPr/>
          </p:nvGrpSpPr>
          <p:grpSpPr bwMode="auto">
            <a:xfrm>
              <a:off x="3946525" y="3938588"/>
              <a:ext cx="39688" cy="31750"/>
              <a:chOff x="6" y="0"/>
              <a:chExt cx="19994" cy="20000"/>
            </a:xfrm>
          </p:grpSpPr>
          <p:sp>
            <p:nvSpPr>
              <p:cNvPr id="821354" name="Arc 106"/>
              <p:cNvSpPr>
                <a:spLocks/>
              </p:cNvSpPr>
              <p:nvPr/>
            </p:nvSpPr>
            <p:spPr bwMode="auto">
              <a:xfrm flipV="1">
                <a:off x="10003" y="0"/>
                <a:ext cx="9997" cy="16359"/>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1355" name="Arc 107"/>
              <p:cNvSpPr>
                <a:spLocks/>
              </p:cNvSpPr>
              <p:nvPr/>
            </p:nvSpPr>
            <p:spPr bwMode="auto">
              <a:xfrm flipH="1" flipV="1">
                <a:off x="6" y="0"/>
                <a:ext cx="10864" cy="200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821356" name="Group 108"/>
            <p:cNvGrpSpPr>
              <a:grpSpLocks/>
            </p:cNvGrpSpPr>
            <p:nvPr/>
          </p:nvGrpSpPr>
          <p:grpSpPr bwMode="auto">
            <a:xfrm>
              <a:off x="4122738" y="3406775"/>
              <a:ext cx="58737" cy="49213"/>
              <a:chOff x="-4" y="0"/>
              <a:chExt cx="20004" cy="20001"/>
            </a:xfrm>
          </p:grpSpPr>
          <p:sp>
            <p:nvSpPr>
              <p:cNvPr id="821357" name="Arc 109"/>
              <p:cNvSpPr>
                <a:spLocks/>
              </p:cNvSpPr>
              <p:nvPr/>
            </p:nvSpPr>
            <p:spPr bwMode="auto">
              <a:xfrm>
                <a:off x="13234" y="1931"/>
                <a:ext cx="6766" cy="10378"/>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1358" name="Arc 110"/>
              <p:cNvSpPr>
                <a:spLocks/>
              </p:cNvSpPr>
              <p:nvPr/>
            </p:nvSpPr>
            <p:spPr bwMode="auto">
              <a:xfrm flipH="1">
                <a:off x="-4" y="0"/>
                <a:ext cx="13532" cy="2000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821359" name="Line 111"/>
            <p:cNvSpPr>
              <a:spLocks noChangeShapeType="1"/>
            </p:cNvSpPr>
            <p:nvPr/>
          </p:nvSpPr>
          <p:spPr bwMode="auto">
            <a:xfrm flipH="1">
              <a:off x="4043363" y="3436938"/>
              <a:ext cx="80962" cy="306387"/>
            </a:xfrm>
            <a:prstGeom prst="line">
              <a:avLst/>
            </a:prstGeom>
            <a:noFill/>
            <a:ln w="381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1360" name="Line 112"/>
            <p:cNvSpPr>
              <a:spLocks noChangeShapeType="1"/>
            </p:cNvSpPr>
            <p:nvPr/>
          </p:nvSpPr>
          <p:spPr bwMode="auto">
            <a:xfrm flipH="1">
              <a:off x="3989388" y="3636963"/>
              <a:ext cx="80962" cy="307975"/>
            </a:xfrm>
            <a:prstGeom prst="line">
              <a:avLst/>
            </a:prstGeom>
            <a:noFill/>
            <a:ln w="381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nvGrpSpPr>
            <p:cNvPr id="821361" name="Group 113"/>
            <p:cNvGrpSpPr>
              <a:grpSpLocks/>
            </p:cNvGrpSpPr>
            <p:nvPr/>
          </p:nvGrpSpPr>
          <p:grpSpPr bwMode="auto">
            <a:xfrm>
              <a:off x="4289425" y="3938588"/>
              <a:ext cx="38100" cy="31750"/>
              <a:chOff x="6" y="0"/>
              <a:chExt cx="19994" cy="20000"/>
            </a:xfrm>
          </p:grpSpPr>
          <p:sp>
            <p:nvSpPr>
              <p:cNvPr id="821362" name="Arc 114"/>
              <p:cNvSpPr>
                <a:spLocks/>
              </p:cNvSpPr>
              <p:nvPr/>
            </p:nvSpPr>
            <p:spPr bwMode="auto">
              <a:xfrm flipV="1">
                <a:off x="10003" y="0"/>
                <a:ext cx="9997" cy="16359"/>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1363" name="Arc 115"/>
              <p:cNvSpPr>
                <a:spLocks/>
              </p:cNvSpPr>
              <p:nvPr/>
            </p:nvSpPr>
            <p:spPr bwMode="auto">
              <a:xfrm flipH="1" flipV="1">
                <a:off x="6" y="0"/>
                <a:ext cx="10864" cy="200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821364" name="Group 116"/>
            <p:cNvGrpSpPr>
              <a:grpSpLocks/>
            </p:cNvGrpSpPr>
            <p:nvPr/>
          </p:nvGrpSpPr>
          <p:grpSpPr bwMode="auto">
            <a:xfrm>
              <a:off x="4464050" y="3406775"/>
              <a:ext cx="57150" cy="49213"/>
              <a:chOff x="-4" y="0"/>
              <a:chExt cx="20004" cy="20001"/>
            </a:xfrm>
          </p:grpSpPr>
          <p:sp>
            <p:nvSpPr>
              <p:cNvPr id="821365" name="Arc 117"/>
              <p:cNvSpPr>
                <a:spLocks/>
              </p:cNvSpPr>
              <p:nvPr/>
            </p:nvSpPr>
            <p:spPr bwMode="auto">
              <a:xfrm>
                <a:off x="13234" y="1931"/>
                <a:ext cx="6766" cy="10378"/>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1366" name="Arc 118"/>
              <p:cNvSpPr>
                <a:spLocks/>
              </p:cNvSpPr>
              <p:nvPr/>
            </p:nvSpPr>
            <p:spPr bwMode="auto">
              <a:xfrm flipH="1">
                <a:off x="-4" y="0"/>
                <a:ext cx="13532" cy="2000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821367" name="Line 119"/>
            <p:cNvSpPr>
              <a:spLocks noChangeShapeType="1"/>
            </p:cNvSpPr>
            <p:nvPr/>
          </p:nvSpPr>
          <p:spPr bwMode="auto">
            <a:xfrm flipH="1">
              <a:off x="4386263" y="3436938"/>
              <a:ext cx="79375" cy="306387"/>
            </a:xfrm>
            <a:prstGeom prst="line">
              <a:avLst/>
            </a:prstGeom>
            <a:noFill/>
            <a:ln w="381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1368" name="Line 120"/>
            <p:cNvSpPr>
              <a:spLocks noChangeShapeType="1"/>
            </p:cNvSpPr>
            <p:nvPr/>
          </p:nvSpPr>
          <p:spPr bwMode="auto">
            <a:xfrm flipH="1">
              <a:off x="4333875" y="3636963"/>
              <a:ext cx="79375" cy="307975"/>
            </a:xfrm>
            <a:prstGeom prst="line">
              <a:avLst/>
            </a:prstGeom>
            <a:noFill/>
            <a:ln w="381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1369" name="Line 121"/>
            <p:cNvSpPr>
              <a:spLocks noChangeShapeType="1"/>
            </p:cNvSpPr>
            <p:nvPr/>
          </p:nvSpPr>
          <p:spPr bwMode="auto">
            <a:xfrm flipH="1">
              <a:off x="3284538" y="3630613"/>
              <a:ext cx="82550" cy="306387"/>
            </a:xfrm>
            <a:prstGeom prst="line">
              <a:avLst/>
            </a:prstGeom>
            <a:noFill/>
            <a:ln w="381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nvGrpSpPr>
            <p:cNvPr id="821370" name="Group 122"/>
            <p:cNvGrpSpPr>
              <a:grpSpLocks/>
            </p:cNvGrpSpPr>
            <p:nvPr/>
          </p:nvGrpSpPr>
          <p:grpSpPr bwMode="auto">
            <a:xfrm>
              <a:off x="2998788" y="4403725"/>
              <a:ext cx="1609725" cy="690563"/>
              <a:chOff x="1837" y="1571"/>
              <a:chExt cx="1141" cy="435"/>
            </a:xfrm>
          </p:grpSpPr>
          <p:grpSp>
            <p:nvGrpSpPr>
              <p:cNvPr id="821371" name="Group 123"/>
              <p:cNvGrpSpPr>
                <a:grpSpLocks/>
              </p:cNvGrpSpPr>
              <p:nvPr/>
            </p:nvGrpSpPr>
            <p:grpSpPr bwMode="auto">
              <a:xfrm>
                <a:off x="1906" y="1571"/>
                <a:ext cx="41" cy="29"/>
                <a:chOff x="-1" y="-1"/>
                <a:chExt cx="20001" cy="20001"/>
              </a:xfrm>
            </p:grpSpPr>
            <p:sp>
              <p:nvSpPr>
                <p:cNvPr id="821372" name="Arc 124"/>
                <p:cNvSpPr>
                  <a:spLocks/>
                </p:cNvSpPr>
                <p:nvPr/>
              </p:nvSpPr>
              <p:spPr bwMode="auto">
                <a:xfrm>
                  <a:off x="13134" y="1224"/>
                  <a:ext cx="6866" cy="1551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1373" name="Arc 125"/>
                <p:cNvSpPr>
                  <a:spLocks/>
                </p:cNvSpPr>
                <p:nvPr/>
              </p:nvSpPr>
              <p:spPr bwMode="auto">
                <a:xfrm flipH="1">
                  <a:off x="-1" y="-1"/>
                  <a:ext cx="13732" cy="2000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821374" name="Arc 126"/>
              <p:cNvSpPr>
                <a:spLocks/>
              </p:cNvSpPr>
              <p:nvPr/>
            </p:nvSpPr>
            <p:spPr bwMode="auto">
              <a:xfrm flipH="1" flipV="1">
                <a:off x="2931" y="1914"/>
                <a:ext cx="47" cy="9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1375" name="Arc 127"/>
              <p:cNvSpPr>
                <a:spLocks/>
              </p:cNvSpPr>
              <p:nvPr/>
            </p:nvSpPr>
            <p:spPr bwMode="auto">
              <a:xfrm flipH="1">
                <a:off x="1870" y="1583"/>
                <a:ext cx="47" cy="26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1376" name="Arc 128"/>
              <p:cNvSpPr>
                <a:spLocks/>
              </p:cNvSpPr>
              <p:nvPr/>
            </p:nvSpPr>
            <p:spPr bwMode="auto">
              <a:xfrm flipV="1">
                <a:off x="1837" y="1842"/>
                <a:ext cx="36" cy="12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nvGrpSpPr>
              <p:cNvPr id="821377" name="Group 129"/>
              <p:cNvGrpSpPr>
                <a:grpSpLocks/>
              </p:cNvGrpSpPr>
              <p:nvPr/>
            </p:nvGrpSpPr>
            <p:grpSpPr bwMode="auto">
              <a:xfrm>
                <a:off x="1995" y="1909"/>
                <a:ext cx="28" cy="20"/>
                <a:chOff x="6" y="0"/>
                <a:chExt cx="19994" cy="20000"/>
              </a:xfrm>
            </p:grpSpPr>
            <p:sp>
              <p:nvSpPr>
                <p:cNvPr id="821378" name="Arc 130"/>
                <p:cNvSpPr>
                  <a:spLocks/>
                </p:cNvSpPr>
                <p:nvPr/>
              </p:nvSpPr>
              <p:spPr bwMode="auto">
                <a:xfrm flipV="1">
                  <a:off x="10003" y="1204"/>
                  <a:ext cx="9997" cy="16369"/>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1379" name="Arc 131"/>
                <p:cNvSpPr>
                  <a:spLocks/>
                </p:cNvSpPr>
                <p:nvPr/>
              </p:nvSpPr>
              <p:spPr bwMode="auto">
                <a:xfrm flipH="1" flipV="1">
                  <a:off x="6" y="0"/>
                  <a:ext cx="10867" cy="200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821380" name="Group 132"/>
              <p:cNvGrpSpPr>
                <a:grpSpLocks/>
              </p:cNvGrpSpPr>
              <p:nvPr/>
            </p:nvGrpSpPr>
            <p:grpSpPr bwMode="auto">
              <a:xfrm>
                <a:off x="2120" y="1576"/>
                <a:ext cx="40" cy="31"/>
                <a:chOff x="3" y="0"/>
                <a:chExt cx="19997" cy="19988"/>
              </a:xfrm>
            </p:grpSpPr>
            <p:sp>
              <p:nvSpPr>
                <p:cNvPr id="821381" name="Arc 133"/>
                <p:cNvSpPr>
                  <a:spLocks/>
                </p:cNvSpPr>
                <p:nvPr/>
              </p:nvSpPr>
              <p:spPr bwMode="auto">
                <a:xfrm>
                  <a:off x="13135" y="1924"/>
                  <a:ext cx="6865" cy="1038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1382" name="Arc 134"/>
                <p:cNvSpPr>
                  <a:spLocks/>
                </p:cNvSpPr>
                <p:nvPr/>
              </p:nvSpPr>
              <p:spPr bwMode="auto">
                <a:xfrm flipH="1">
                  <a:off x="3" y="0"/>
                  <a:ext cx="13730" cy="19988"/>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821383" name="Line 135"/>
              <p:cNvSpPr>
                <a:spLocks noChangeShapeType="1"/>
              </p:cNvSpPr>
              <p:nvPr/>
            </p:nvSpPr>
            <p:spPr bwMode="auto">
              <a:xfrm flipH="1">
                <a:off x="2063" y="1593"/>
                <a:ext cx="57" cy="194"/>
              </a:xfrm>
              <a:prstGeom prst="line">
                <a:avLst/>
              </a:prstGeom>
              <a:noFill/>
              <a:ln w="381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1384" name="Line 136"/>
              <p:cNvSpPr>
                <a:spLocks noChangeShapeType="1"/>
              </p:cNvSpPr>
              <p:nvPr/>
            </p:nvSpPr>
            <p:spPr bwMode="auto">
              <a:xfrm flipH="1">
                <a:off x="2025" y="1720"/>
                <a:ext cx="58" cy="193"/>
              </a:xfrm>
              <a:prstGeom prst="line">
                <a:avLst/>
              </a:prstGeom>
              <a:noFill/>
              <a:ln w="381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nvGrpSpPr>
              <p:cNvPr id="821385" name="Group 137"/>
              <p:cNvGrpSpPr>
                <a:grpSpLocks/>
              </p:cNvGrpSpPr>
              <p:nvPr/>
            </p:nvGrpSpPr>
            <p:grpSpPr bwMode="auto">
              <a:xfrm>
                <a:off x="2236" y="1914"/>
                <a:ext cx="28" cy="20"/>
                <a:chOff x="6" y="0"/>
                <a:chExt cx="19994" cy="20000"/>
              </a:xfrm>
            </p:grpSpPr>
            <p:sp>
              <p:nvSpPr>
                <p:cNvPr id="821386" name="Arc 138"/>
                <p:cNvSpPr>
                  <a:spLocks/>
                </p:cNvSpPr>
                <p:nvPr/>
              </p:nvSpPr>
              <p:spPr bwMode="auto">
                <a:xfrm flipV="1">
                  <a:off x="10003" y="0"/>
                  <a:ext cx="9997" cy="16359"/>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1387" name="Arc 139"/>
                <p:cNvSpPr>
                  <a:spLocks/>
                </p:cNvSpPr>
                <p:nvPr/>
              </p:nvSpPr>
              <p:spPr bwMode="auto">
                <a:xfrm flipH="1" flipV="1">
                  <a:off x="6" y="0"/>
                  <a:ext cx="10867" cy="200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821388" name="Group 140"/>
              <p:cNvGrpSpPr>
                <a:grpSpLocks/>
              </p:cNvGrpSpPr>
              <p:nvPr/>
            </p:nvGrpSpPr>
            <p:grpSpPr bwMode="auto">
              <a:xfrm>
                <a:off x="2361" y="1579"/>
                <a:ext cx="41" cy="31"/>
                <a:chOff x="2" y="0"/>
                <a:chExt cx="19998" cy="20001"/>
              </a:xfrm>
            </p:grpSpPr>
            <p:sp>
              <p:nvSpPr>
                <p:cNvPr id="821389" name="Arc 141"/>
                <p:cNvSpPr>
                  <a:spLocks/>
                </p:cNvSpPr>
                <p:nvPr/>
              </p:nvSpPr>
              <p:spPr bwMode="auto">
                <a:xfrm>
                  <a:off x="13237" y="1931"/>
                  <a:ext cx="6763" cy="10378"/>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1390" name="Arc 142"/>
                <p:cNvSpPr>
                  <a:spLocks/>
                </p:cNvSpPr>
                <p:nvPr/>
              </p:nvSpPr>
              <p:spPr bwMode="auto">
                <a:xfrm flipH="1">
                  <a:off x="2" y="0"/>
                  <a:ext cx="13526" cy="2000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821391" name="Line 143"/>
              <p:cNvSpPr>
                <a:spLocks noChangeShapeType="1"/>
              </p:cNvSpPr>
              <p:nvPr/>
            </p:nvSpPr>
            <p:spPr bwMode="auto">
              <a:xfrm flipH="1">
                <a:off x="2305" y="1598"/>
                <a:ext cx="57" cy="193"/>
              </a:xfrm>
              <a:prstGeom prst="line">
                <a:avLst/>
              </a:prstGeom>
              <a:noFill/>
              <a:ln w="381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1392" name="Line 144"/>
              <p:cNvSpPr>
                <a:spLocks noChangeShapeType="1"/>
              </p:cNvSpPr>
              <p:nvPr/>
            </p:nvSpPr>
            <p:spPr bwMode="auto">
              <a:xfrm flipH="1">
                <a:off x="2267" y="1724"/>
                <a:ext cx="58" cy="194"/>
              </a:xfrm>
              <a:prstGeom prst="line">
                <a:avLst/>
              </a:prstGeom>
              <a:noFill/>
              <a:ln w="381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nvGrpSpPr>
              <p:cNvPr id="821393" name="Group 145"/>
              <p:cNvGrpSpPr>
                <a:grpSpLocks/>
              </p:cNvGrpSpPr>
              <p:nvPr/>
            </p:nvGrpSpPr>
            <p:grpSpPr bwMode="auto">
              <a:xfrm>
                <a:off x="2494" y="1914"/>
                <a:ext cx="28" cy="20"/>
                <a:chOff x="6" y="0"/>
                <a:chExt cx="19994" cy="20000"/>
              </a:xfrm>
            </p:grpSpPr>
            <p:sp>
              <p:nvSpPr>
                <p:cNvPr id="821394" name="Arc 146"/>
                <p:cNvSpPr>
                  <a:spLocks/>
                </p:cNvSpPr>
                <p:nvPr/>
              </p:nvSpPr>
              <p:spPr bwMode="auto">
                <a:xfrm flipV="1">
                  <a:off x="10003" y="0"/>
                  <a:ext cx="9997" cy="16359"/>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1395" name="Arc 147"/>
                <p:cNvSpPr>
                  <a:spLocks/>
                </p:cNvSpPr>
                <p:nvPr/>
              </p:nvSpPr>
              <p:spPr bwMode="auto">
                <a:xfrm flipH="1" flipV="1">
                  <a:off x="6" y="0"/>
                  <a:ext cx="10864" cy="200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821396" name="Group 148"/>
              <p:cNvGrpSpPr>
                <a:grpSpLocks/>
              </p:cNvGrpSpPr>
              <p:nvPr/>
            </p:nvGrpSpPr>
            <p:grpSpPr bwMode="auto">
              <a:xfrm>
                <a:off x="2619" y="1579"/>
                <a:ext cx="41" cy="31"/>
                <a:chOff x="-4" y="0"/>
                <a:chExt cx="20004" cy="20001"/>
              </a:xfrm>
            </p:grpSpPr>
            <p:sp>
              <p:nvSpPr>
                <p:cNvPr id="821397" name="Arc 149"/>
                <p:cNvSpPr>
                  <a:spLocks/>
                </p:cNvSpPr>
                <p:nvPr/>
              </p:nvSpPr>
              <p:spPr bwMode="auto">
                <a:xfrm>
                  <a:off x="13234" y="1931"/>
                  <a:ext cx="6766" cy="10378"/>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1398" name="Arc 150"/>
                <p:cNvSpPr>
                  <a:spLocks/>
                </p:cNvSpPr>
                <p:nvPr/>
              </p:nvSpPr>
              <p:spPr bwMode="auto">
                <a:xfrm flipH="1">
                  <a:off x="-4" y="0"/>
                  <a:ext cx="13532" cy="2000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821399" name="Line 151"/>
              <p:cNvSpPr>
                <a:spLocks noChangeShapeType="1"/>
              </p:cNvSpPr>
              <p:nvPr/>
            </p:nvSpPr>
            <p:spPr bwMode="auto">
              <a:xfrm flipH="1">
                <a:off x="2562" y="1598"/>
                <a:ext cx="58" cy="193"/>
              </a:xfrm>
              <a:prstGeom prst="line">
                <a:avLst/>
              </a:prstGeom>
              <a:noFill/>
              <a:ln w="381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1400" name="Line 152"/>
              <p:cNvSpPr>
                <a:spLocks noChangeShapeType="1"/>
              </p:cNvSpPr>
              <p:nvPr/>
            </p:nvSpPr>
            <p:spPr bwMode="auto">
              <a:xfrm flipH="1">
                <a:off x="2524" y="1724"/>
                <a:ext cx="58" cy="194"/>
              </a:xfrm>
              <a:prstGeom prst="line">
                <a:avLst/>
              </a:prstGeom>
              <a:noFill/>
              <a:ln w="381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nvGrpSpPr>
              <p:cNvPr id="821401" name="Group 153"/>
              <p:cNvGrpSpPr>
                <a:grpSpLocks/>
              </p:cNvGrpSpPr>
              <p:nvPr/>
            </p:nvGrpSpPr>
            <p:grpSpPr bwMode="auto">
              <a:xfrm>
                <a:off x="2737" y="1914"/>
                <a:ext cx="27" cy="20"/>
                <a:chOff x="6" y="0"/>
                <a:chExt cx="19994" cy="20000"/>
              </a:xfrm>
            </p:grpSpPr>
            <p:sp>
              <p:nvSpPr>
                <p:cNvPr id="821402" name="Arc 154"/>
                <p:cNvSpPr>
                  <a:spLocks/>
                </p:cNvSpPr>
                <p:nvPr/>
              </p:nvSpPr>
              <p:spPr bwMode="auto">
                <a:xfrm flipV="1">
                  <a:off x="10003" y="0"/>
                  <a:ext cx="9997" cy="16359"/>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1403" name="Arc 155"/>
                <p:cNvSpPr>
                  <a:spLocks/>
                </p:cNvSpPr>
                <p:nvPr/>
              </p:nvSpPr>
              <p:spPr bwMode="auto">
                <a:xfrm flipH="1" flipV="1">
                  <a:off x="6" y="0"/>
                  <a:ext cx="10864" cy="200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821404" name="Group 156"/>
              <p:cNvGrpSpPr>
                <a:grpSpLocks/>
              </p:cNvGrpSpPr>
              <p:nvPr/>
            </p:nvGrpSpPr>
            <p:grpSpPr bwMode="auto">
              <a:xfrm>
                <a:off x="2861" y="1579"/>
                <a:ext cx="40" cy="31"/>
                <a:chOff x="-4" y="0"/>
                <a:chExt cx="20004" cy="20001"/>
              </a:xfrm>
            </p:grpSpPr>
            <p:sp>
              <p:nvSpPr>
                <p:cNvPr id="821405" name="Arc 157"/>
                <p:cNvSpPr>
                  <a:spLocks/>
                </p:cNvSpPr>
                <p:nvPr/>
              </p:nvSpPr>
              <p:spPr bwMode="auto">
                <a:xfrm>
                  <a:off x="13234" y="1931"/>
                  <a:ext cx="6766" cy="10378"/>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1406" name="Arc 158"/>
                <p:cNvSpPr>
                  <a:spLocks/>
                </p:cNvSpPr>
                <p:nvPr/>
              </p:nvSpPr>
              <p:spPr bwMode="auto">
                <a:xfrm flipH="1">
                  <a:off x="-4" y="0"/>
                  <a:ext cx="13532" cy="2000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821407" name="Line 159"/>
              <p:cNvSpPr>
                <a:spLocks noChangeShapeType="1"/>
              </p:cNvSpPr>
              <p:nvPr/>
            </p:nvSpPr>
            <p:spPr bwMode="auto">
              <a:xfrm flipH="1">
                <a:off x="2805" y="1598"/>
                <a:ext cx="57" cy="193"/>
              </a:xfrm>
              <a:prstGeom prst="line">
                <a:avLst/>
              </a:prstGeom>
              <a:noFill/>
              <a:ln w="381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1408" name="Line 160"/>
              <p:cNvSpPr>
                <a:spLocks noChangeShapeType="1"/>
              </p:cNvSpPr>
              <p:nvPr/>
            </p:nvSpPr>
            <p:spPr bwMode="auto">
              <a:xfrm flipH="1">
                <a:off x="2768" y="1724"/>
                <a:ext cx="57" cy="194"/>
              </a:xfrm>
              <a:prstGeom prst="line">
                <a:avLst/>
              </a:prstGeom>
              <a:noFill/>
              <a:ln w="381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821409" name="Group 161"/>
            <p:cNvGrpSpPr>
              <a:grpSpLocks/>
            </p:cNvGrpSpPr>
            <p:nvPr/>
          </p:nvGrpSpPr>
          <p:grpSpPr bwMode="auto">
            <a:xfrm>
              <a:off x="5330825" y="3408363"/>
              <a:ext cx="1609725" cy="690562"/>
              <a:chOff x="1837" y="1571"/>
              <a:chExt cx="1141" cy="435"/>
            </a:xfrm>
          </p:grpSpPr>
          <p:grpSp>
            <p:nvGrpSpPr>
              <p:cNvPr id="821410" name="Group 162"/>
              <p:cNvGrpSpPr>
                <a:grpSpLocks/>
              </p:cNvGrpSpPr>
              <p:nvPr/>
            </p:nvGrpSpPr>
            <p:grpSpPr bwMode="auto">
              <a:xfrm>
                <a:off x="1906" y="1571"/>
                <a:ext cx="41" cy="29"/>
                <a:chOff x="-1" y="-1"/>
                <a:chExt cx="20001" cy="20001"/>
              </a:xfrm>
            </p:grpSpPr>
            <p:sp>
              <p:nvSpPr>
                <p:cNvPr id="821411" name="Arc 163"/>
                <p:cNvSpPr>
                  <a:spLocks/>
                </p:cNvSpPr>
                <p:nvPr/>
              </p:nvSpPr>
              <p:spPr bwMode="auto">
                <a:xfrm>
                  <a:off x="13134" y="1224"/>
                  <a:ext cx="6866" cy="1551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1412" name="Arc 164"/>
                <p:cNvSpPr>
                  <a:spLocks/>
                </p:cNvSpPr>
                <p:nvPr/>
              </p:nvSpPr>
              <p:spPr bwMode="auto">
                <a:xfrm flipH="1">
                  <a:off x="-1" y="-1"/>
                  <a:ext cx="13732" cy="2000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821413" name="Arc 165"/>
              <p:cNvSpPr>
                <a:spLocks/>
              </p:cNvSpPr>
              <p:nvPr/>
            </p:nvSpPr>
            <p:spPr bwMode="auto">
              <a:xfrm flipH="1" flipV="1">
                <a:off x="2931" y="1914"/>
                <a:ext cx="47" cy="9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1414" name="Arc 166"/>
              <p:cNvSpPr>
                <a:spLocks/>
              </p:cNvSpPr>
              <p:nvPr/>
            </p:nvSpPr>
            <p:spPr bwMode="auto">
              <a:xfrm flipH="1">
                <a:off x="1870" y="1583"/>
                <a:ext cx="47" cy="26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1415" name="Arc 167"/>
              <p:cNvSpPr>
                <a:spLocks/>
              </p:cNvSpPr>
              <p:nvPr/>
            </p:nvSpPr>
            <p:spPr bwMode="auto">
              <a:xfrm flipV="1">
                <a:off x="1837" y="1842"/>
                <a:ext cx="36" cy="12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nvGrpSpPr>
              <p:cNvPr id="821416" name="Group 168"/>
              <p:cNvGrpSpPr>
                <a:grpSpLocks/>
              </p:cNvGrpSpPr>
              <p:nvPr/>
            </p:nvGrpSpPr>
            <p:grpSpPr bwMode="auto">
              <a:xfrm>
                <a:off x="1995" y="1909"/>
                <a:ext cx="28" cy="20"/>
                <a:chOff x="6" y="0"/>
                <a:chExt cx="19994" cy="20000"/>
              </a:xfrm>
            </p:grpSpPr>
            <p:sp>
              <p:nvSpPr>
                <p:cNvPr id="821417" name="Arc 169"/>
                <p:cNvSpPr>
                  <a:spLocks/>
                </p:cNvSpPr>
                <p:nvPr/>
              </p:nvSpPr>
              <p:spPr bwMode="auto">
                <a:xfrm flipV="1">
                  <a:off x="10003" y="1204"/>
                  <a:ext cx="9997" cy="16369"/>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1418" name="Arc 170"/>
                <p:cNvSpPr>
                  <a:spLocks/>
                </p:cNvSpPr>
                <p:nvPr/>
              </p:nvSpPr>
              <p:spPr bwMode="auto">
                <a:xfrm flipH="1" flipV="1">
                  <a:off x="6" y="0"/>
                  <a:ext cx="10867" cy="200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821419" name="Group 171"/>
              <p:cNvGrpSpPr>
                <a:grpSpLocks/>
              </p:cNvGrpSpPr>
              <p:nvPr/>
            </p:nvGrpSpPr>
            <p:grpSpPr bwMode="auto">
              <a:xfrm>
                <a:off x="2120" y="1576"/>
                <a:ext cx="40" cy="31"/>
                <a:chOff x="3" y="0"/>
                <a:chExt cx="19997" cy="19988"/>
              </a:xfrm>
            </p:grpSpPr>
            <p:sp>
              <p:nvSpPr>
                <p:cNvPr id="821420" name="Arc 172"/>
                <p:cNvSpPr>
                  <a:spLocks/>
                </p:cNvSpPr>
                <p:nvPr/>
              </p:nvSpPr>
              <p:spPr bwMode="auto">
                <a:xfrm>
                  <a:off x="13135" y="1924"/>
                  <a:ext cx="6865" cy="1038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1421" name="Arc 173"/>
                <p:cNvSpPr>
                  <a:spLocks/>
                </p:cNvSpPr>
                <p:nvPr/>
              </p:nvSpPr>
              <p:spPr bwMode="auto">
                <a:xfrm flipH="1">
                  <a:off x="3" y="0"/>
                  <a:ext cx="13730" cy="19988"/>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821422" name="Line 174"/>
              <p:cNvSpPr>
                <a:spLocks noChangeShapeType="1"/>
              </p:cNvSpPr>
              <p:nvPr/>
            </p:nvSpPr>
            <p:spPr bwMode="auto">
              <a:xfrm flipH="1">
                <a:off x="2063" y="1593"/>
                <a:ext cx="57" cy="194"/>
              </a:xfrm>
              <a:prstGeom prst="line">
                <a:avLst/>
              </a:prstGeom>
              <a:noFill/>
              <a:ln w="381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1423" name="Line 175"/>
              <p:cNvSpPr>
                <a:spLocks noChangeShapeType="1"/>
              </p:cNvSpPr>
              <p:nvPr/>
            </p:nvSpPr>
            <p:spPr bwMode="auto">
              <a:xfrm flipH="1">
                <a:off x="2025" y="1720"/>
                <a:ext cx="58" cy="193"/>
              </a:xfrm>
              <a:prstGeom prst="line">
                <a:avLst/>
              </a:prstGeom>
              <a:noFill/>
              <a:ln w="381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nvGrpSpPr>
              <p:cNvPr id="821424" name="Group 176"/>
              <p:cNvGrpSpPr>
                <a:grpSpLocks/>
              </p:cNvGrpSpPr>
              <p:nvPr/>
            </p:nvGrpSpPr>
            <p:grpSpPr bwMode="auto">
              <a:xfrm>
                <a:off x="2236" y="1914"/>
                <a:ext cx="28" cy="20"/>
                <a:chOff x="6" y="0"/>
                <a:chExt cx="19994" cy="20000"/>
              </a:xfrm>
            </p:grpSpPr>
            <p:sp>
              <p:nvSpPr>
                <p:cNvPr id="821425" name="Arc 177"/>
                <p:cNvSpPr>
                  <a:spLocks/>
                </p:cNvSpPr>
                <p:nvPr/>
              </p:nvSpPr>
              <p:spPr bwMode="auto">
                <a:xfrm flipV="1">
                  <a:off x="10003" y="0"/>
                  <a:ext cx="9997" cy="16359"/>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1426" name="Arc 178"/>
                <p:cNvSpPr>
                  <a:spLocks/>
                </p:cNvSpPr>
                <p:nvPr/>
              </p:nvSpPr>
              <p:spPr bwMode="auto">
                <a:xfrm flipH="1" flipV="1">
                  <a:off x="6" y="0"/>
                  <a:ext cx="10867" cy="200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821427" name="Group 179"/>
              <p:cNvGrpSpPr>
                <a:grpSpLocks/>
              </p:cNvGrpSpPr>
              <p:nvPr/>
            </p:nvGrpSpPr>
            <p:grpSpPr bwMode="auto">
              <a:xfrm>
                <a:off x="2361" y="1579"/>
                <a:ext cx="41" cy="31"/>
                <a:chOff x="2" y="0"/>
                <a:chExt cx="19998" cy="20001"/>
              </a:xfrm>
            </p:grpSpPr>
            <p:sp>
              <p:nvSpPr>
                <p:cNvPr id="821428" name="Arc 180"/>
                <p:cNvSpPr>
                  <a:spLocks/>
                </p:cNvSpPr>
                <p:nvPr/>
              </p:nvSpPr>
              <p:spPr bwMode="auto">
                <a:xfrm>
                  <a:off x="13237" y="1931"/>
                  <a:ext cx="6763" cy="10378"/>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1429" name="Arc 181"/>
                <p:cNvSpPr>
                  <a:spLocks/>
                </p:cNvSpPr>
                <p:nvPr/>
              </p:nvSpPr>
              <p:spPr bwMode="auto">
                <a:xfrm flipH="1">
                  <a:off x="2" y="0"/>
                  <a:ext cx="13526" cy="2000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821430" name="Line 182"/>
              <p:cNvSpPr>
                <a:spLocks noChangeShapeType="1"/>
              </p:cNvSpPr>
              <p:nvPr/>
            </p:nvSpPr>
            <p:spPr bwMode="auto">
              <a:xfrm flipH="1">
                <a:off x="2305" y="1598"/>
                <a:ext cx="57" cy="193"/>
              </a:xfrm>
              <a:prstGeom prst="line">
                <a:avLst/>
              </a:prstGeom>
              <a:noFill/>
              <a:ln w="381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1431" name="Line 183"/>
              <p:cNvSpPr>
                <a:spLocks noChangeShapeType="1"/>
              </p:cNvSpPr>
              <p:nvPr/>
            </p:nvSpPr>
            <p:spPr bwMode="auto">
              <a:xfrm flipH="1">
                <a:off x="2267" y="1724"/>
                <a:ext cx="58" cy="194"/>
              </a:xfrm>
              <a:prstGeom prst="line">
                <a:avLst/>
              </a:prstGeom>
              <a:noFill/>
              <a:ln w="381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nvGrpSpPr>
              <p:cNvPr id="821432" name="Group 184"/>
              <p:cNvGrpSpPr>
                <a:grpSpLocks/>
              </p:cNvGrpSpPr>
              <p:nvPr/>
            </p:nvGrpSpPr>
            <p:grpSpPr bwMode="auto">
              <a:xfrm>
                <a:off x="2494" y="1914"/>
                <a:ext cx="28" cy="20"/>
                <a:chOff x="6" y="0"/>
                <a:chExt cx="19994" cy="20000"/>
              </a:xfrm>
            </p:grpSpPr>
            <p:sp>
              <p:nvSpPr>
                <p:cNvPr id="821433" name="Arc 185"/>
                <p:cNvSpPr>
                  <a:spLocks/>
                </p:cNvSpPr>
                <p:nvPr/>
              </p:nvSpPr>
              <p:spPr bwMode="auto">
                <a:xfrm flipV="1">
                  <a:off x="10003" y="0"/>
                  <a:ext cx="9997" cy="16359"/>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1434" name="Arc 186"/>
                <p:cNvSpPr>
                  <a:spLocks/>
                </p:cNvSpPr>
                <p:nvPr/>
              </p:nvSpPr>
              <p:spPr bwMode="auto">
                <a:xfrm flipH="1" flipV="1">
                  <a:off x="6" y="0"/>
                  <a:ext cx="10864" cy="200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821435" name="Group 187"/>
              <p:cNvGrpSpPr>
                <a:grpSpLocks/>
              </p:cNvGrpSpPr>
              <p:nvPr/>
            </p:nvGrpSpPr>
            <p:grpSpPr bwMode="auto">
              <a:xfrm>
                <a:off x="2619" y="1579"/>
                <a:ext cx="41" cy="31"/>
                <a:chOff x="-4" y="0"/>
                <a:chExt cx="20004" cy="20001"/>
              </a:xfrm>
            </p:grpSpPr>
            <p:sp>
              <p:nvSpPr>
                <p:cNvPr id="821436" name="Arc 188"/>
                <p:cNvSpPr>
                  <a:spLocks/>
                </p:cNvSpPr>
                <p:nvPr/>
              </p:nvSpPr>
              <p:spPr bwMode="auto">
                <a:xfrm>
                  <a:off x="13234" y="1931"/>
                  <a:ext cx="6766" cy="10378"/>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1437" name="Arc 189"/>
                <p:cNvSpPr>
                  <a:spLocks/>
                </p:cNvSpPr>
                <p:nvPr/>
              </p:nvSpPr>
              <p:spPr bwMode="auto">
                <a:xfrm flipH="1">
                  <a:off x="-4" y="0"/>
                  <a:ext cx="13532" cy="2000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821438" name="Line 190"/>
              <p:cNvSpPr>
                <a:spLocks noChangeShapeType="1"/>
              </p:cNvSpPr>
              <p:nvPr/>
            </p:nvSpPr>
            <p:spPr bwMode="auto">
              <a:xfrm flipH="1">
                <a:off x="2562" y="1598"/>
                <a:ext cx="58" cy="193"/>
              </a:xfrm>
              <a:prstGeom prst="line">
                <a:avLst/>
              </a:prstGeom>
              <a:noFill/>
              <a:ln w="381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1439" name="Line 191"/>
              <p:cNvSpPr>
                <a:spLocks noChangeShapeType="1"/>
              </p:cNvSpPr>
              <p:nvPr/>
            </p:nvSpPr>
            <p:spPr bwMode="auto">
              <a:xfrm flipH="1">
                <a:off x="2524" y="1724"/>
                <a:ext cx="58" cy="194"/>
              </a:xfrm>
              <a:prstGeom prst="line">
                <a:avLst/>
              </a:prstGeom>
              <a:noFill/>
              <a:ln w="381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nvGrpSpPr>
              <p:cNvPr id="821440" name="Group 192"/>
              <p:cNvGrpSpPr>
                <a:grpSpLocks/>
              </p:cNvGrpSpPr>
              <p:nvPr/>
            </p:nvGrpSpPr>
            <p:grpSpPr bwMode="auto">
              <a:xfrm>
                <a:off x="2737" y="1914"/>
                <a:ext cx="27" cy="20"/>
                <a:chOff x="6" y="0"/>
                <a:chExt cx="19994" cy="20000"/>
              </a:xfrm>
            </p:grpSpPr>
            <p:sp>
              <p:nvSpPr>
                <p:cNvPr id="821441" name="Arc 193"/>
                <p:cNvSpPr>
                  <a:spLocks/>
                </p:cNvSpPr>
                <p:nvPr/>
              </p:nvSpPr>
              <p:spPr bwMode="auto">
                <a:xfrm flipV="1">
                  <a:off x="10003" y="0"/>
                  <a:ext cx="9997" cy="16359"/>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1442" name="Arc 194"/>
                <p:cNvSpPr>
                  <a:spLocks/>
                </p:cNvSpPr>
                <p:nvPr/>
              </p:nvSpPr>
              <p:spPr bwMode="auto">
                <a:xfrm flipH="1" flipV="1">
                  <a:off x="6" y="0"/>
                  <a:ext cx="10864" cy="200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821443" name="Group 195"/>
              <p:cNvGrpSpPr>
                <a:grpSpLocks/>
              </p:cNvGrpSpPr>
              <p:nvPr/>
            </p:nvGrpSpPr>
            <p:grpSpPr bwMode="auto">
              <a:xfrm>
                <a:off x="2861" y="1579"/>
                <a:ext cx="40" cy="31"/>
                <a:chOff x="-4" y="0"/>
                <a:chExt cx="20004" cy="20001"/>
              </a:xfrm>
            </p:grpSpPr>
            <p:sp>
              <p:nvSpPr>
                <p:cNvPr id="821444" name="Arc 196"/>
                <p:cNvSpPr>
                  <a:spLocks/>
                </p:cNvSpPr>
                <p:nvPr/>
              </p:nvSpPr>
              <p:spPr bwMode="auto">
                <a:xfrm>
                  <a:off x="13234" y="1931"/>
                  <a:ext cx="6766" cy="10378"/>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1445" name="Arc 197"/>
                <p:cNvSpPr>
                  <a:spLocks/>
                </p:cNvSpPr>
                <p:nvPr/>
              </p:nvSpPr>
              <p:spPr bwMode="auto">
                <a:xfrm flipH="1">
                  <a:off x="-4" y="0"/>
                  <a:ext cx="13532" cy="2000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821446" name="Line 198"/>
              <p:cNvSpPr>
                <a:spLocks noChangeShapeType="1"/>
              </p:cNvSpPr>
              <p:nvPr/>
            </p:nvSpPr>
            <p:spPr bwMode="auto">
              <a:xfrm flipH="1">
                <a:off x="2805" y="1598"/>
                <a:ext cx="57" cy="193"/>
              </a:xfrm>
              <a:prstGeom prst="line">
                <a:avLst/>
              </a:prstGeom>
              <a:noFill/>
              <a:ln w="381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1447" name="Line 199"/>
              <p:cNvSpPr>
                <a:spLocks noChangeShapeType="1"/>
              </p:cNvSpPr>
              <p:nvPr/>
            </p:nvSpPr>
            <p:spPr bwMode="auto">
              <a:xfrm flipH="1">
                <a:off x="2768" y="1724"/>
                <a:ext cx="57" cy="194"/>
              </a:xfrm>
              <a:prstGeom prst="line">
                <a:avLst/>
              </a:prstGeom>
              <a:noFill/>
              <a:ln w="381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821448" name="Group 200"/>
            <p:cNvGrpSpPr>
              <a:grpSpLocks/>
            </p:cNvGrpSpPr>
            <p:nvPr/>
          </p:nvGrpSpPr>
          <p:grpSpPr bwMode="auto">
            <a:xfrm>
              <a:off x="5297488" y="4398963"/>
              <a:ext cx="1609725" cy="690562"/>
              <a:chOff x="1837" y="1571"/>
              <a:chExt cx="1141" cy="435"/>
            </a:xfrm>
          </p:grpSpPr>
          <p:grpSp>
            <p:nvGrpSpPr>
              <p:cNvPr id="821449" name="Group 201"/>
              <p:cNvGrpSpPr>
                <a:grpSpLocks/>
              </p:cNvGrpSpPr>
              <p:nvPr/>
            </p:nvGrpSpPr>
            <p:grpSpPr bwMode="auto">
              <a:xfrm>
                <a:off x="1906" y="1571"/>
                <a:ext cx="41" cy="29"/>
                <a:chOff x="-1" y="-1"/>
                <a:chExt cx="20001" cy="20001"/>
              </a:xfrm>
            </p:grpSpPr>
            <p:sp>
              <p:nvSpPr>
                <p:cNvPr id="821450" name="Arc 202"/>
                <p:cNvSpPr>
                  <a:spLocks/>
                </p:cNvSpPr>
                <p:nvPr/>
              </p:nvSpPr>
              <p:spPr bwMode="auto">
                <a:xfrm>
                  <a:off x="13134" y="1224"/>
                  <a:ext cx="6866" cy="1551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1451" name="Arc 203"/>
                <p:cNvSpPr>
                  <a:spLocks/>
                </p:cNvSpPr>
                <p:nvPr/>
              </p:nvSpPr>
              <p:spPr bwMode="auto">
                <a:xfrm flipH="1">
                  <a:off x="-1" y="-1"/>
                  <a:ext cx="13732" cy="2000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821452" name="Arc 204"/>
              <p:cNvSpPr>
                <a:spLocks/>
              </p:cNvSpPr>
              <p:nvPr/>
            </p:nvSpPr>
            <p:spPr bwMode="auto">
              <a:xfrm flipH="1" flipV="1">
                <a:off x="2931" y="1914"/>
                <a:ext cx="47" cy="9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1453" name="Arc 205"/>
              <p:cNvSpPr>
                <a:spLocks/>
              </p:cNvSpPr>
              <p:nvPr/>
            </p:nvSpPr>
            <p:spPr bwMode="auto">
              <a:xfrm flipH="1">
                <a:off x="1870" y="1583"/>
                <a:ext cx="47" cy="26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1454" name="Arc 206"/>
              <p:cNvSpPr>
                <a:spLocks/>
              </p:cNvSpPr>
              <p:nvPr/>
            </p:nvSpPr>
            <p:spPr bwMode="auto">
              <a:xfrm flipV="1">
                <a:off x="1837" y="1842"/>
                <a:ext cx="36" cy="12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nvGrpSpPr>
              <p:cNvPr id="821455" name="Group 207"/>
              <p:cNvGrpSpPr>
                <a:grpSpLocks/>
              </p:cNvGrpSpPr>
              <p:nvPr/>
            </p:nvGrpSpPr>
            <p:grpSpPr bwMode="auto">
              <a:xfrm>
                <a:off x="1995" y="1909"/>
                <a:ext cx="28" cy="20"/>
                <a:chOff x="6" y="0"/>
                <a:chExt cx="19994" cy="20000"/>
              </a:xfrm>
            </p:grpSpPr>
            <p:sp>
              <p:nvSpPr>
                <p:cNvPr id="821456" name="Arc 208"/>
                <p:cNvSpPr>
                  <a:spLocks/>
                </p:cNvSpPr>
                <p:nvPr/>
              </p:nvSpPr>
              <p:spPr bwMode="auto">
                <a:xfrm flipV="1">
                  <a:off x="10003" y="1204"/>
                  <a:ext cx="9997" cy="16369"/>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1457" name="Arc 209"/>
                <p:cNvSpPr>
                  <a:spLocks/>
                </p:cNvSpPr>
                <p:nvPr/>
              </p:nvSpPr>
              <p:spPr bwMode="auto">
                <a:xfrm flipH="1" flipV="1">
                  <a:off x="6" y="0"/>
                  <a:ext cx="10867" cy="200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821458" name="Group 210"/>
              <p:cNvGrpSpPr>
                <a:grpSpLocks/>
              </p:cNvGrpSpPr>
              <p:nvPr/>
            </p:nvGrpSpPr>
            <p:grpSpPr bwMode="auto">
              <a:xfrm>
                <a:off x="2120" y="1576"/>
                <a:ext cx="40" cy="31"/>
                <a:chOff x="3" y="0"/>
                <a:chExt cx="19997" cy="19988"/>
              </a:xfrm>
            </p:grpSpPr>
            <p:sp>
              <p:nvSpPr>
                <p:cNvPr id="821459" name="Arc 211"/>
                <p:cNvSpPr>
                  <a:spLocks/>
                </p:cNvSpPr>
                <p:nvPr/>
              </p:nvSpPr>
              <p:spPr bwMode="auto">
                <a:xfrm>
                  <a:off x="13135" y="1924"/>
                  <a:ext cx="6865" cy="1038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1460" name="Arc 212"/>
                <p:cNvSpPr>
                  <a:spLocks/>
                </p:cNvSpPr>
                <p:nvPr/>
              </p:nvSpPr>
              <p:spPr bwMode="auto">
                <a:xfrm flipH="1">
                  <a:off x="3" y="0"/>
                  <a:ext cx="13730" cy="19988"/>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821461" name="Line 213"/>
              <p:cNvSpPr>
                <a:spLocks noChangeShapeType="1"/>
              </p:cNvSpPr>
              <p:nvPr/>
            </p:nvSpPr>
            <p:spPr bwMode="auto">
              <a:xfrm flipH="1">
                <a:off x="2063" y="1593"/>
                <a:ext cx="57" cy="194"/>
              </a:xfrm>
              <a:prstGeom prst="line">
                <a:avLst/>
              </a:prstGeom>
              <a:noFill/>
              <a:ln w="381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1462" name="Line 214"/>
              <p:cNvSpPr>
                <a:spLocks noChangeShapeType="1"/>
              </p:cNvSpPr>
              <p:nvPr/>
            </p:nvSpPr>
            <p:spPr bwMode="auto">
              <a:xfrm flipH="1">
                <a:off x="2025" y="1720"/>
                <a:ext cx="58" cy="193"/>
              </a:xfrm>
              <a:prstGeom prst="line">
                <a:avLst/>
              </a:prstGeom>
              <a:noFill/>
              <a:ln w="381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nvGrpSpPr>
              <p:cNvPr id="821463" name="Group 215"/>
              <p:cNvGrpSpPr>
                <a:grpSpLocks/>
              </p:cNvGrpSpPr>
              <p:nvPr/>
            </p:nvGrpSpPr>
            <p:grpSpPr bwMode="auto">
              <a:xfrm>
                <a:off x="2236" y="1914"/>
                <a:ext cx="28" cy="20"/>
                <a:chOff x="6" y="0"/>
                <a:chExt cx="19994" cy="20000"/>
              </a:xfrm>
            </p:grpSpPr>
            <p:sp>
              <p:nvSpPr>
                <p:cNvPr id="821464" name="Arc 216"/>
                <p:cNvSpPr>
                  <a:spLocks/>
                </p:cNvSpPr>
                <p:nvPr/>
              </p:nvSpPr>
              <p:spPr bwMode="auto">
                <a:xfrm flipV="1">
                  <a:off x="10003" y="0"/>
                  <a:ext cx="9997" cy="16359"/>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1465" name="Arc 217"/>
                <p:cNvSpPr>
                  <a:spLocks/>
                </p:cNvSpPr>
                <p:nvPr/>
              </p:nvSpPr>
              <p:spPr bwMode="auto">
                <a:xfrm flipH="1" flipV="1">
                  <a:off x="6" y="0"/>
                  <a:ext cx="10867" cy="200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821466" name="Group 218"/>
              <p:cNvGrpSpPr>
                <a:grpSpLocks/>
              </p:cNvGrpSpPr>
              <p:nvPr/>
            </p:nvGrpSpPr>
            <p:grpSpPr bwMode="auto">
              <a:xfrm>
                <a:off x="2361" y="1579"/>
                <a:ext cx="41" cy="31"/>
                <a:chOff x="2" y="0"/>
                <a:chExt cx="19998" cy="20001"/>
              </a:xfrm>
            </p:grpSpPr>
            <p:sp>
              <p:nvSpPr>
                <p:cNvPr id="821467" name="Arc 219"/>
                <p:cNvSpPr>
                  <a:spLocks/>
                </p:cNvSpPr>
                <p:nvPr/>
              </p:nvSpPr>
              <p:spPr bwMode="auto">
                <a:xfrm>
                  <a:off x="13237" y="1931"/>
                  <a:ext cx="6763" cy="10378"/>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1468" name="Arc 220"/>
                <p:cNvSpPr>
                  <a:spLocks/>
                </p:cNvSpPr>
                <p:nvPr/>
              </p:nvSpPr>
              <p:spPr bwMode="auto">
                <a:xfrm flipH="1">
                  <a:off x="2" y="0"/>
                  <a:ext cx="13526" cy="2000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821469" name="Line 221"/>
              <p:cNvSpPr>
                <a:spLocks noChangeShapeType="1"/>
              </p:cNvSpPr>
              <p:nvPr/>
            </p:nvSpPr>
            <p:spPr bwMode="auto">
              <a:xfrm flipH="1">
                <a:off x="2305" y="1598"/>
                <a:ext cx="57" cy="193"/>
              </a:xfrm>
              <a:prstGeom prst="line">
                <a:avLst/>
              </a:prstGeom>
              <a:noFill/>
              <a:ln w="381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1470" name="Line 222"/>
              <p:cNvSpPr>
                <a:spLocks noChangeShapeType="1"/>
              </p:cNvSpPr>
              <p:nvPr/>
            </p:nvSpPr>
            <p:spPr bwMode="auto">
              <a:xfrm flipH="1">
                <a:off x="2267" y="1724"/>
                <a:ext cx="58" cy="194"/>
              </a:xfrm>
              <a:prstGeom prst="line">
                <a:avLst/>
              </a:prstGeom>
              <a:noFill/>
              <a:ln w="381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nvGrpSpPr>
              <p:cNvPr id="821471" name="Group 223"/>
              <p:cNvGrpSpPr>
                <a:grpSpLocks/>
              </p:cNvGrpSpPr>
              <p:nvPr/>
            </p:nvGrpSpPr>
            <p:grpSpPr bwMode="auto">
              <a:xfrm>
                <a:off x="2494" y="1914"/>
                <a:ext cx="28" cy="20"/>
                <a:chOff x="6" y="0"/>
                <a:chExt cx="19994" cy="20000"/>
              </a:xfrm>
            </p:grpSpPr>
            <p:sp>
              <p:nvSpPr>
                <p:cNvPr id="821472" name="Arc 224"/>
                <p:cNvSpPr>
                  <a:spLocks/>
                </p:cNvSpPr>
                <p:nvPr/>
              </p:nvSpPr>
              <p:spPr bwMode="auto">
                <a:xfrm flipV="1">
                  <a:off x="10003" y="0"/>
                  <a:ext cx="9997" cy="16359"/>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1473" name="Arc 225"/>
                <p:cNvSpPr>
                  <a:spLocks/>
                </p:cNvSpPr>
                <p:nvPr/>
              </p:nvSpPr>
              <p:spPr bwMode="auto">
                <a:xfrm flipH="1" flipV="1">
                  <a:off x="6" y="0"/>
                  <a:ext cx="10864" cy="200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821474" name="Group 226"/>
              <p:cNvGrpSpPr>
                <a:grpSpLocks/>
              </p:cNvGrpSpPr>
              <p:nvPr/>
            </p:nvGrpSpPr>
            <p:grpSpPr bwMode="auto">
              <a:xfrm>
                <a:off x="2619" y="1579"/>
                <a:ext cx="41" cy="31"/>
                <a:chOff x="-4" y="0"/>
                <a:chExt cx="20004" cy="20001"/>
              </a:xfrm>
            </p:grpSpPr>
            <p:sp>
              <p:nvSpPr>
                <p:cNvPr id="821475" name="Arc 227"/>
                <p:cNvSpPr>
                  <a:spLocks/>
                </p:cNvSpPr>
                <p:nvPr/>
              </p:nvSpPr>
              <p:spPr bwMode="auto">
                <a:xfrm>
                  <a:off x="13234" y="1931"/>
                  <a:ext cx="6766" cy="10378"/>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1476" name="Arc 228"/>
                <p:cNvSpPr>
                  <a:spLocks/>
                </p:cNvSpPr>
                <p:nvPr/>
              </p:nvSpPr>
              <p:spPr bwMode="auto">
                <a:xfrm flipH="1">
                  <a:off x="-4" y="0"/>
                  <a:ext cx="13532" cy="2000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821477" name="Line 229"/>
              <p:cNvSpPr>
                <a:spLocks noChangeShapeType="1"/>
              </p:cNvSpPr>
              <p:nvPr/>
            </p:nvSpPr>
            <p:spPr bwMode="auto">
              <a:xfrm flipH="1">
                <a:off x="2562" y="1598"/>
                <a:ext cx="58" cy="193"/>
              </a:xfrm>
              <a:prstGeom prst="line">
                <a:avLst/>
              </a:prstGeom>
              <a:noFill/>
              <a:ln w="381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1478" name="Line 230"/>
              <p:cNvSpPr>
                <a:spLocks noChangeShapeType="1"/>
              </p:cNvSpPr>
              <p:nvPr/>
            </p:nvSpPr>
            <p:spPr bwMode="auto">
              <a:xfrm flipH="1">
                <a:off x="2524" y="1724"/>
                <a:ext cx="58" cy="194"/>
              </a:xfrm>
              <a:prstGeom prst="line">
                <a:avLst/>
              </a:prstGeom>
              <a:noFill/>
              <a:ln w="381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nvGrpSpPr>
              <p:cNvPr id="821479" name="Group 231"/>
              <p:cNvGrpSpPr>
                <a:grpSpLocks/>
              </p:cNvGrpSpPr>
              <p:nvPr/>
            </p:nvGrpSpPr>
            <p:grpSpPr bwMode="auto">
              <a:xfrm>
                <a:off x="2737" y="1914"/>
                <a:ext cx="27" cy="20"/>
                <a:chOff x="6" y="0"/>
                <a:chExt cx="19994" cy="20000"/>
              </a:xfrm>
            </p:grpSpPr>
            <p:sp>
              <p:nvSpPr>
                <p:cNvPr id="821480" name="Arc 232"/>
                <p:cNvSpPr>
                  <a:spLocks/>
                </p:cNvSpPr>
                <p:nvPr/>
              </p:nvSpPr>
              <p:spPr bwMode="auto">
                <a:xfrm flipV="1">
                  <a:off x="10003" y="0"/>
                  <a:ext cx="9997" cy="16359"/>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1481" name="Arc 233"/>
                <p:cNvSpPr>
                  <a:spLocks/>
                </p:cNvSpPr>
                <p:nvPr/>
              </p:nvSpPr>
              <p:spPr bwMode="auto">
                <a:xfrm flipH="1" flipV="1">
                  <a:off x="6" y="0"/>
                  <a:ext cx="10864" cy="200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821482" name="Group 234"/>
              <p:cNvGrpSpPr>
                <a:grpSpLocks/>
              </p:cNvGrpSpPr>
              <p:nvPr/>
            </p:nvGrpSpPr>
            <p:grpSpPr bwMode="auto">
              <a:xfrm>
                <a:off x="2861" y="1579"/>
                <a:ext cx="40" cy="31"/>
                <a:chOff x="-4" y="0"/>
                <a:chExt cx="20004" cy="20001"/>
              </a:xfrm>
            </p:grpSpPr>
            <p:sp>
              <p:nvSpPr>
                <p:cNvPr id="821483" name="Arc 235"/>
                <p:cNvSpPr>
                  <a:spLocks/>
                </p:cNvSpPr>
                <p:nvPr/>
              </p:nvSpPr>
              <p:spPr bwMode="auto">
                <a:xfrm>
                  <a:off x="13234" y="1931"/>
                  <a:ext cx="6766" cy="10378"/>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1484" name="Arc 236"/>
                <p:cNvSpPr>
                  <a:spLocks/>
                </p:cNvSpPr>
                <p:nvPr/>
              </p:nvSpPr>
              <p:spPr bwMode="auto">
                <a:xfrm flipH="1">
                  <a:off x="-4" y="0"/>
                  <a:ext cx="13532" cy="2000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821485" name="Line 237"/>
              <p:cNvSpPr>
                <a:spLocks noChangeShapeType="1"/>
              </p:cNvSpPr>
              <p:nvPr/>
            </p:nvSpPr>
            <p:spPr bwMode="auto">
              <a:xfrm flipH="1">
                <a:off x="2805" y="1598"/>
                <a:ext cx="57" cy="193"/>
              </a:xfrm>
              <a:prstGeom prst="line">
                <a:avLst/>
              </a:prstGeom>
              <a:noFill/>
              <a:ln w="381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1486" name="Line 238"/>
              <p:cNvSpPr>
                <a:spLocks noChangeShapeType="1"/>
              </p:cNvSpPr>
              <p:nvPr/>
            </p:nvSpPr>
            <p:spPr bwMode="auto">
              <a:xfrm flipH="1">
                <a:off x="2768" y="1724"/>
                <a:ext cx="57" cy="194"/>
              </a:xfrm>
              <a:prstGeom prst="line">
                <a:avLst/>
              </a:prstGeom>
              <a:noFill/>
              <a:ln w="381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821487" name="Group 239"/>
            <p:cNvGrpSpPr>
              <a:grpSpLocks/>
            </p:cNvGrpSpPr>
            <p:nvPr/>
          </p:nvGrpSpPr>
          <p:grpSpPr bwMode="auto">
            <a:xfrm>
              <a:off x="5335588" y="2417763"/>
              <a:ext cx="1609725" cy="690562"/>
              <a:chOff x="1837" y="1571"/>
              <a:chExt cx="1141" cy="435"/>
            </a:xfrm>
          </p:grpSpPr>
          <p:grpSp>
            <p:nvGrpSpPr>
              <p:cNvPr id="821488" name="Group 240"/>
              <p:cNvGrpSpPr>
                <a:grpSpLocks/>
              </p:cNvGrpSpPr>
              <p:nvPr/>
            </p:nvGrpSpPr>
            <p:grpSpPr bwMode="auto">
              <a:xfrm>
                <a:off x="1906" y="1571"/>
                <a:ext cx="41" cy="29"/>
                <a:chOff x="-1" y="-1"/>
                <a:chExt cx="20001" cy="20001"/>
              </a:xfrm>
            </p:grpSpPr>
            <p:sp>
              <p:nvSpPr>
                <p:cNvPr id="821489" name="Arc 241"/>
                <p:cNvSpPr>
                  <a:spLocks/>
                </p:cNvSpPr>
                <p:nvPr/>
              </p:nvSpPr>
              <p:spPr bwMode="auto">
                <a:xfrm>
                  <a:off x="13134" y="1224"/>
                  <a:ext cx="6866" cy="1551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1490" name="Arc 242"/>
                <p:cNvSpPr>
                  <a:spLocks/>
                </p:cNvSpPr>
                <p:nvPr/>
              </p:nvSpPr>
              <p:spPr bwMode="auto">
                <a:xfrm flipH="1">
                  <a:off x="-1" y="-1"/>
                  <a:ext cx="13732" cy="2000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821491" name="Arc 243"/>
              <p:cNvSpPr>
                <a:spLocks/>
              </p:cNvSpPr>
              <p:nvPr/>
            </p:nvSpPr>
            <p:spPr bwMode="auto">
              <a:xfrm flipH="1" flipV="1">
                <a:off x="2931" y="1914"/>
                <a:ext cx="47" cy="9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1492" name="Arc 244"/>
              <p:cNvSpPr>
                <a:spLocks/>
              </p:cNvSpPr>
              <p:nvPr/>
            </p:nvSpPr>
            <p:spPr bwMode="auto">
              <a:xfrm flipH="1">
                <a:off x="1870" y="1583"/>
                <a:ext cx="47" cy="26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1493" name="Arc 245"/>
              <p:cNvSpPr>
                <a:spLocks/>
              </p:cNvSpPr>
              <p:nvPr/>
            </p:nvSpPr>
            <p:spPr bwMode="auto">
              <a:xfrm flipV="1">
                <a:off x="1837" y="1842"/>
                <a:ext cx="36" cy="12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nvGrpSpPr>
              <p:cNvPr id="821494" name="Group 246"/>
              <p:cNvGrpSpPr>
                <a:grpSpLocks/>
              </p:cNvGrpSpPr>
              <p:nvPr/>
            </p:nvGrpSpPr>
            <p:grpSpPr bwMode="auto">
              <a:xfrm>
                <a:off x="1995" y="1909"/>
                <a:ext cx="28" cy="20"/>
                <a:chOff x="6" y="0"/>
                <a:chExt cx="19994" cy="20000"/>
              </a:xfrm>
            </p:grpSpPr>
            <p:sp>
              <p:nvSpPr>
                <p:cNvPr id="821495" name="Arc 247"/>
                <p:cNvSpPr>
                  <a:spLocks/>
                </p:cNvSpPr>
                <p:nvPr/>
              </p:nvSpPr>
              <p:spPr bwMode="auto">
                <a:xfrm flipV="1">
                  <a:off x="10003" y="1204"/>
                  <a:ext cx="9997" cy="16369"/>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1496" name="Arc 248"/>
                <p:cNvSpPr>
                  <a:spLocks/>
                </p:cNvSpPr>
                <p:nvPr/>
              </p:nvSpPr>
              <p:spPr bwMode="auto">
                <a:xfrm flipH="1" flipV="1">
                  <a:off x="6" y="0"/>
                  <a:ext cx="10867" cy="200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821497" name="Group 249"/>
              <p:cNvGrpSpPr>
                <a:grpSpLocks/>
              </p:cNvGrpSpPr>
              <p:nvPr/>
            </p:nvGrpSpPr>
            <p:grpSpPr bwMode="auto">
              <a:xfrm>
                <a:off x="2120" y="1576"/>
                <a:ext cx="40" cy="31"/>
                <a:chOff x="3" y="0"/>
                <a:chExt cx="19997" cy="19988"/>
              </a:xfrm>
            </p:grpSpPr>
            <p:sp>
              <p:nvSpPr>
                <p:cNvPr id="821498" name="Arc 250"/>
                <p:cNvSpPr>
                  <a:spLocks/>
                </p:cNvSpPr>
                <p:nvPr/>
              </p:nvSpPr>
              <p:spPr bwMode="auto">
                <a:xfrm>
                  <a:off x="13135" y="1924"/>
                  <a:ext cx="6865" cy="1038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1499" name="Arc 251"/>
                <p:cNvSpPr>
                  <a:spLocks/>
                </p:cNvSpPr>
                <p:nvPr/>
              </p:nvSpPr>
              <p:spPr bwMode="auto">
                <a:xfrm flipH="1">
                  <a:off x="3" y="0"/>
                  <a:ext cx="13730" cy="19988"/>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821500" name="Line 252"/>
              <p:cNvSpPr>
                <a:spLocks noChangeShapeType="1"/>
              </p:cNvSpPr>
              <p:nvPr/>
            </p:nvSpPr>
            <p:spPr bwMode="auto">
              <a:xfrm flipH="1">
                <a:off x="2063" y="1593"/>
                <a:ext cx="57" cy="194"/>
              </a:xfrm>
              <a:prstGeom prst="line">
                <a:avLst/>
              </a:prstGeom>
              <a:noFill/>
              <a:ln w="381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1501" name="Line 253"/>
              <p:cNvSpPr>
                <a:spLocks noChangeShapeType="1"/>
              </p:cNvSpPr>
              <p:nvPr/>
            </p:nvSpPr>
            <p:spPr bwMode="auto">
              <a:xfrm flipH="1">
                <a:off x="2025" y="1720"/>
                <a:ext cx="58" cy="193"/>
              </a:xfrm>
              <a:prstGeom prst="line">
                <a:avLst/>
              </a:prstGeom>
              <a:noFill/>
              <a:ln w="381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nvGrpSpPr>
              <p:cNvPr id="821502" name="Group 254"/>
              <p:cNvGrpSpPr>
                <a:grpSpLocks/>
              </p:cNvGrpSpPr>
              <p:nvPr/>
            </p:nvGrpSpPr>
            <p:grpSpPr bwMode="auto">
              <a:xfrm>
                <a:off x="2236" y="1914"/>
                <a:ext cx="28" cy="20"/>
                <a:chOff x="6" y="0"/>
                <a:chExt cx="19994" cy="20000"/>
              </a:xfrm>
            </p:grpSpPr>
            <p:sp>
              <p:nvSpPr>
                <p:cNvPr id="821503" name="Arc 255"/>
                <p:cNvSpPr>
                  <a:spLocks/>
                </p:cNvSpPr>
                <p:nvPr/>
              </p:nvSpPr>
              <p:spPr bwMode="auto">
                <a:xfrm flipV="1">
                  <a:off x="10003" y="0"/>
                  <a:ext cx="9997" cy="16359"/>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1504" name="Arc 256"/>
                <p:cNvSpPr>
                  <a:spLocks/>
                </p:cNvSpPr>
                <p:nvPr/>
              </p:nvSpPr>
              <p:spPr bwMode="auto">
                <a:xfrm flipH="1" flipV="1">
                  <a:off x="6" y="0"/>
                  <a:ext cx="10867" cy="200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821505" name="Group 257"/>
              <p:cNvGrpSpPr>
                <a:grpSpLocks/>
              </p:cNvGrpSpPr>
              <p:nvPr/>
            </p:nvGrpSpPr>
            <p:grpSpPr bwMode="auto">
              <a:xfrm>
                <a:off x="2361" y="1579"/>
                <a:ext cx="41" cy="31"/>
                <a:chOff x="2" y="0"/>
                <a:chExt cx="19998" cy="20001"/>
              </a:xfrm>
            </p:grpSpPr>
            <p:sp>
              <p:nvSpPr>
                <p:cNvPr id="821506" name="Arc 258"/>
                <p:cNvSpPr>
                  <a:spLocks/>
                </p:cNvSpPr>
                <p:nvPr/>
              </p:nvSpPr>
              <p:spPr bwMode="auto">
                <a:xfrm>
                  <a:off x="13237" y="1931"/>
                  <a:ext cx="6763" cy="10378"/>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1507" name="Arc 259"/>
                <p:cNvSpPr>
                  <a:spLocks/>
                </p:cNvSpPr>
                <p:nvPr/>
              </p:nvSpPr>
              <p:spPr bwMode="auto">
                <a:xfrm flipH="1">
                  <a:off x="2" y="0"/>
                  <a:ext cx="13526" cy="2000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821508" name="Line 260"/>
              <p:cNvSpPr>
                <a:spLocks noChangeShapeType="1"/>
              </p:cNvSpPr>
              <p:nvPr/>
            </p:nvSpPr>
            <p:spPr bwMode="auto">
              <a:xfrm flipH="1">
                <a:off x="2305" y="1598"/>
                <a:ext cx="57" cy="193"/>
              </a:xfrm>
              <a:prstGeom prst="line">
                <a:avLst/>
              </a:prstGeom>
              <a:noFill/>
              <a:ln w="381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1509" name="Line 261"/>
              <p:cNvSpPr>
                <a:spLocks noChangeShapeType="1"/>
              </p:cNvSpPr>
              <p:nvPr/>
            </p:nvSpPr>
            <p:spPr bwMode="auto">
              <a:xfrm flipH="1">
                <a:off x="2267" y="1724"/>
                <a:ext cx="58" cy="194"/>
              </a:xfrm>
              <a:prstGeom prst="line">
                <a:avLst/>
              </a:prstGeom>
              <a:noFill/>
              <a:ln w="381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nvGrpSpPr>
              <p:cNvPr id="821510" name="Group 262"/>
              <p:cNvGrpSpPr>
                <a:grpSpLocks/>
              </p:cNvGrpSpPr>
              <p:nvPr/>
            </p:nvGrpSpPr>
            <p:grpSpPr bwMode="auto">
              <a:xfrm>
                <a:off x="2494" y="1914"/>
                <a:ext cx="28" cy="20"/>
                <a:chOff x="6" y="0"/>
                <a:chExt cx="19994" cy="20000"/>
              </a:xfrm>
            </p:grpSpPr>
            <p:sp>
              <p:nvSpPr>
                <p:cNvPr id="821511" name="Arc 263"/>
                <p:cNvSpPr>
                  <a:spLocks/>
                </p:cNvSpPr>
                <p:nvPr/>
              </p:nvSpPr>
              <p:spPr bwMode="auto">
                <a:xfrm flipV="1">
                  <a:off x="10003" y="0"/>
                  <a:ext cx="9997" cy="16359"/>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1512" name="Arc 264"/>
                <p:cNvSpPr>
                  <a:spLocks/>
                </p:cNvSpPr>
                <p:nvPr/>
              </p:nvSpPr>
              <p:spPr bwMode="auto">
                <a:xfrm flipH="1" flipV="1">
                  <a:off x="6" y="0"/>
                  <a:ext cx="10864" cy="200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821513" name="Group 265"/>
              <p:cNvGrpSpPr>
                <a:grpSpLocks/>
              </p:cNvGrpSpPr>
              <p:nvPr/>
            </p:nvGrpSpPr>
            <p:grpSpPr bwMode="auto">
              <a:xfrm>
                <a:off x="2619" y="1579"/>
                <a:ext cx="41" cy="31"/>
                <a:chOff x="-4" y="0"/>
                <a:chExt cx="20004" cy="20001"/>
              </a:xfrm>
            </p:grpSpPr>
            <p:sp>
              <p:nvSpPr>
                <p:cNvPr id="821514" name="Arc 266"/>
                <p:cNvSpPr>
                  <a:spLocks/>
                </p:cNvSpPr>
                <p:nvPr/>
              </p:nvSpPr>
              <p:spPr bwMode="auto">
                <a:xfrm>
                  <a:off x="13234" y="1931"/>
                  <a:ext cx="6766" cy="10378"/>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1515" name="Arc 267"/>
                <p:cNvSpPr>
                  <a:spLocks/>
                </p:cNvSpPr>
                <p:nvPr/>
              </p:nvSpPr>
              <p:spPr bwMode="auto">
                <a:xfrm flipH="1">
                  <a:off x="-4" y="0"/>
                  <a:ext cx="13532" cy="2000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821516" name="Line 268"/>
              <p:cNvSpPr>
                <a:spLocks noChangeShapeType="1"/>
              </p:cNvSpPr>
              <p:nvPr/>
            </p:nvSpPr>
            <p:spPr bwMode="auto">
              <a:xfrm flipH="1">
                <a:off x="2562" y="1598"/>
                <a:ext cx="58" cy="193"/>
              </a:xfrm>
              <a:prstGeom prst="line">
                <a:avLst/>
              </a:prstGeom>
              <a:noFill/>
              <a:ln w="381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1517" name="Line 269"/>
              <p:cNvSpPr>
                <a:spLocks noChangeShapeType="1"/>
              </p:cNvSpPr>
              <p:nvPr/>
            </p:nvSpPr>
            <p:spPr bwMode="auto">
              <a:xfrm flipH="1">
                <a:off x="2524" y="1724"/>
                <a:ext cx="58" cy="194"/>
              </a:xfrm>
              <a:prstGeom prst="line">
                <a:avLst/>
              </a:prstGeom>
              <a:noFill/>
              <a:ln w="381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nvGrpSpPr>
              <p:cNvPr id="821518" name="Group 270"/>
              <p:cNvGrpSpPr>
                <a:grpSpLocks/>
              </p:cNvGrpSpPr>
              <p:nvPr/>
            </p:nvGrpSpPr>
            <p:grpSpPr bwMode="auto">
              <a:xfrm>
                <a:off x="2737" y="1914"/>
                <a:ext cx="27" cy="20"/>
                <a:chOff x="6" y="0"/>
                <a:chExt cx="19994" cy="20000"/>
              </a:xfrm>
            </p:grpSpPr>
            <p:sp>
              <p:nvSpPr>
                <p:cNvPr id="821519" name="Arc 271"/>
                <p:cNvSpPr>
                  <a:spLocks/>
                </p:cNvSpPr>
                <p:nvPr/>
              </p:nvSpPr>
              <p:spPr bwMode="auto">
                <a:xfrm flipV="1">
                  <a:off x="10003" y="0"/>
                  <a:ext cx="9997" cy="16359"/>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1520" name="Arc 272"/>
                <p:cNvSpPr>
                  <a:spLocks/>
                </p:cNvSpPr>
                <p:nvPr/>
              </p:nvSpPr>
              <p:spPr bwMode="auto">
                <a:xfrm flipH="1" flipV="1">
                  <a:off x="6" y="0"/>
                  <a:ext cx="10864" cy="200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821521" name="Group 273"/>
              <p:cNvGrpSpPr>
                <a:grpSpLocks/>
              </p:cNvGrpSpPr>
              <p:nvPr/>
            </p:nvGrpSpPr>
            <p:grpSpPr bwMode="auto">
              <a:xfrm>
                <a:off x="2861" y="1579"/>
                <a:ext cx="40" cy="31"/>
                <a:chOff x="-4" y="0"/>
                <a:chExt cx="20004" cy="20001"/>
              </a:xfrm>
            </p:grpSpPr>
            <p:sp>
              <p:nvSpPr>
                <p:cNvPr id="821522" name="Arc 274"/>
                <p:cNvSpPr>
                  <a:spLocks/>
                </p:cNvSpPr>
                <p:nvPr/>
              </p:nvSpPr>
              <p:spPr bwMode="auto">
                <a:xfrm>
                  <a:off x="13234" y="1931"/>
                  <a:ext cx="6766" cy="10378"/>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1523" name="Arc 275"/>
                <p:cNvSpPr>
                  <a:spLocks/>
                </p:cNvSpPr>
                <p:nvPr/>
              </p:nvSpPr>
              <p:spPr bwMode="auto">
                <a:xfrm flipH="1">
                  <a:off x="-4" y="0"/>
                  <a:ext cx="13532" cy="2000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821524" name="Line 276"/>
              <p:cNvSpPr>
                <a:spLocks noChangeShapeType="1"/>
              </p:cNvSpPr>
              <p:nvPr/>
            </p:nvSpPr>
            <p:spPr bwMode="auto">
              <a:xfrm flipH="1">
                <a:off x="2805" y="1598"/>
                <a:ext cx="57" cy="193"/>
              </a:xfrm>
              <a:prstGeom prst="line">
                <a:avLst/>
              </a:prstGeom>
              <a:noFill/>
              <a:ln w="381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1525" name="Line 277"/>
              <p:cNvSpPr>
                <a:spLocks noChangeShapeType="1"/>
              </p:cNvSpPr>
              <p:nvPr/>
            </p:nvSpPr>
            <p:spPr bwMode="auto">
              <a:xfrm flipH="1">
                <a:off x="2768" y="1724"/>
                <a:ext cx="57" cy="194"/>
              </a:xfrm>
              <a:prstGeom prst="line">
                <a:avLst/>
              </a:prstGeom>
              <a:noFill/>
              <a:ln w="381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821526" name="Rectangle 278"/>
            <p:cNvSpPr>
              <a:spLocks noChangeArrowheads="1"/>
            </p:cNvSpPr>
            <p:nvPr/>
          </p:nvSpPr>
          <p:spPr bwMode="auto">
            <a:xfrm>
              <a:off x="5189538" y="5043488"/>
              <a:ext cx="427037" cy="4016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lnSpc>
                  <a:spcPct val="100000"/>
                </a:lnSpc>
                <a:spcBef>
                  <a:spcPct val="0"/>
                </a:spcBef>
                <a:buClrTx/>
                <a:buSzTx/>
                <a:buFontTx/>
                <a:buNone/>
              </a:pPr>
              <a:r>
                <a:rPr lang="en-US" altLang="en-US" sz="2000" b="0" i="0">
                  <a:latin typeface="FuturaA Md BT" pitchFamily="34" charset="0"/>
                </a:rPr>
                <a:t>c1</a:t>
              </a:r>
            </a:p>
          </p:txBody>
        </p:sp>
        <p:sp>
          <p:nvSpPr>
            <p:cNvPr id="821527" name="Rectangle 279"/>
            <p:cNvSpPr>
              <a:spLocks noChangeArrowheads="1"/>
            </p:cNvSpPr>
            <p:nvPr/>
          </p:nvSpPr>
          <p:spPr bwMode="auto">
            <a:xfrm>
              <a:off x="6762750" y="5067300"/>
              <a:ext cx="409575" cy="401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lnSpc>
                  <a:spcPct val="100000"/>
                </a:lnSpc>
                <a:spcBef>
                  <a:spcPct val="0"/>
                </a:spcBef>
                <a:buClrTx/>
                <a:buSzTx/>
                <a:buFontTx/>
                <a:buNone/>
              </a:pPr>
              <a:r>
                <a:rPr lang="en-US" altLang="en-US" sz="2000" b="0" i="0">
                  <a:latin typeface="FuturaA Md BT" pitchFamily="34" charset="0"/>
                </a:rPr>
                <a:t>c2</a:t>
              </a:r>
              <a:endParaRPr lang="en-US" altLang="en-US" sz="2000" b="0" i="0">
                <a:solidFill>
                  <a:schemeClr val="tx2"/>
                </a:solidFill>
                <a:latin typeface="FuturaA Md BT" pitchFamily="34" charset="0"/>
              </a:endParaRPr>
            </a:p>
          </p:txBody>
        </p:sp>
        <p:sp>
          <p:nvSpPr>
            <p:cNvPr id="821528" name="Rectangle 280"/>
            <p:cNvSpPr>
              <a:spLocks noChangeArrowheads="1"/>
            </p:cNvSpPr>
            <p:nvPr/>
          </p:nvSpPr>
          <p:spPr bwMode="auto">
            <a:xfrm>
              <a:off x="5227638" y="4029075"/>
              <a:ext cx="341312" cy="401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lnSpc>
                  <a:spcPct val="100000"/>
                </a:lnSpc>
                <a:spcBef>
                  <a:spcPct val="0"/>
                </a:spcBef>
                <a:buClrTx/>
                <a:buSzTx/>
                <a:buFontTx/>
                <a:buNone/>
              </a:pPr>
              <a:r>
                <a:rPr lang="en-US" altLang="en-US" sz="2000" b="0" i="0">
                  <a:latin typeface="FuturaA Md BT" pitchFamily="34" charset="0"/>
                </a:rPr>
                <a:t>b1</a:t>
              </a:r>
            </a:p>
          </p:txBody>
        </p:sp>
        <p:sp>
          <p:nvSpPr>
            <p:cNvPr id="821529" name="Rectangle 281"/>
            <p:cNvSpPr>
              <a:spLocks noChangeArrowheads="1"/>
            </p:cNvSpPr>
            <p:nvPr/>
          </p:nvSpPr>
          <p:spPr bwMode="auto">
            <a:xfrm>
              <a:off x="6800850" y="4052888"/>
              <a:ext cx="328613" cy="4016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lnSpc>
                  <a:spcPct val="100000"/>
                </a:lnSpc>
                <a:spcBef>
                  <a:spcPct val="0"/>
                </a:spcBef>
                <a:buClrTx/>
                <a:buSzTx/>
                <a:buFontTx/>
                <a:buNone/>
              </a:pPr>
              <a:r>
                <a:rPr lang="en-US" altLang="en-US" sz="2000" b="0" i="0">
                  <a:latin typeface="FuturaA Md BT" pitchFamily="34" charset="0"/>
                </a:rPr>
                <a:t>b2</a:t>
              </a:r>
            </a:p>
          </p:txBody>
        </p:sp>
        <p:sp>
          <p:nvSpPr>
            <p:cNvPr id="821530" name="Rectangle 282"/>
            <p:cNvSpPr>
              <a:spLocks noChangeArrowheads="1"/>
            </p:cNvSpPr>
            <p:nvPr/>
          </p:nvSpPr>
          <p:spPr bwMode="auto">
            <a:xfrm>
              <a:off x="5219700" y="3048000"/>
              <a:ext cx="354013" cy="401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lnSpc>
                  <a:spcPct val="100000"/>
                </a:lnSpc>
                <a:spcBef>
                  <a:spcPct val="0"/>
                </a:spcBef>
                <a:buClrTx/>
                <a:buSzTx/>
                <a:buFontTx/>
                <a:buNone/>
              </a:pPr>
              <a:r>
                <a:rPr lang="en-US" altLang="en-US" sz="2000" b="0" i="0">
                  <a:latin typeface="FuturaA Md BT" pitchFamily="34" charset="0"/>
                </a:rPr>
                <a:t>a1</a:t>
              </a:r>
            </a:p>
          </p:txBody>
        </p:sp>
        <p:sp>
          <p:nvSpPr>
            <p:cNvPr id="821531" name="Rectangle 283"/>
            <p:cNvSpPr>
              <a:spLocks noChangeArrowheads="1"/>
            </p:cNvSpPr>
            <p:nvPr/>
          </p:nvSpPr>
          <p:spPr bwMode="auto">
            <a:xfrm>
              <a:off x="6792913" y="3071813"/>
              <a:ext cx="379412" cy="4016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lnSpc>
                  <a:spcPct val="100000"/>
                </a:lnSpc>
                <a:spcBef>
                  <a:spcPct val="0"/>
                </a:spcBef>
                <a:buClrTx/>
                <a:buSzTx/>
                <a:buFontTx/>
                <a:buNone/>
              </a:pPr>
              <a:r>
                <a:rPr lang="en-US" altLang="en-US" sz="2000" b="0" i="0">
                  <a:latin typeface="FuturaA Md BT" pitchFamily="34" charset="0"/>
                </a:rPr>
                <a:t>a2</a:t>
              </a:r>
              <a:endParaRPr lang="en-US" altLang="en-US" sz="2000" b="0" i="0">
                <a:solidFill>
                  <a:schemeClr val="tx2"/>
                </a:solidFill>
                <a:latin typeface="FuturaA Md BT" pitchFamily="34" charset="0"/>
              </a:endParaRPr>
            </a:p>
          </p:txBody>
        </p:sp>
        <p:sp>
          <p:nvSpPr>
            <p:cNvPr id="821532" name="Rectangle 284"/>
            <p:cNvSpPr>
              <a:spLocks noChangeArrowheads="1"/>
            </p:cNvSpPr>
            <p:nvPr/>
          </p:nvSpPr>
          <p:spPr bwMode="auto">
            <a:xfrm>
              <a:off x="8813800" y="2924175"/>
              <a:ext cx="288925" cy="401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lnSpc>
                  <a:spcPct val="100000"/>
                </a:lnSpc>
                <a:spcBef>
                  <a:spcPct val="0"/>
                </a:spcBef>
                <a:buClrTx/>
                <a:buSzTx/>
                <a:buFontTx/>
                <a:buNone/>
              </a:pPr>
              <a:r>
                <a:rPr lang="en-US" altLang="en-US" sz="2000" b="0" i="0">
                  <a:latin typeface="FuturaA Md BT" pitchFamily="34" charset="0"/>
                </a:rPr>
                <a:t>a</a:t>
              </a:r>
              <a:endParaRPr lang="en-US" altLang="en-US" sz="2000" b="0" i="0">
                <a:solidFill>
                  <a:schemeClr val="tx2"/>
                </a:solidFill>
                <a:latin typeface="FuturaA Md BT" pitchFamily="34" charset="0"/>
              </a:endParaRPr>
            </a:p>
          </p:txBody>
        </p:sp>
        <p:sp>
          <p:nvSpPr>
            <p:cNvPr id="821533" name="Rectangle 285"/>
            <p:cNvSpPr>
              <a:spLocks noChangeArrowheads="1"/>
            </p:cNvSpPr>
            <p:nvPr/>
          </p:nvSpPr>
          <p:spPr bwMode="auto">
            <a:xfrm>
              <a:off x="8809038" y="3910013"/>
              <a:ext cx="290512" cy="4016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lnSpc>
                  <a:spcPct val="100000"/>
                </a:lnSpc>
                <a:spcBef>
                  <a:spcPct val="0"/>
                </a:spcBef>
                <a:buClrTx/>
                <a:buSzTx/>
                <a:buFontTx/>
                <a:buNone/>
              </a:pPr>
              <a:r>
                <a:rPr lang="en-US" altLang="en-US" sz="2000" b="0" i="0">
                  <a:latin typeface="FuturaA Md BT" pitchFamily="34" charset="0"/>
                </a:rPr>
                <a:t>b</a:t>
              </a:r>
              <a:endParaRPr lang="en-US" altLang="en-US" sz="2000" b="0" i="0">
                <a:solidFill>
                  <a:schemeClr val="tx2"/>
                </a:solidFill>
                <a:latin typeface="FuturaA Md BT" pitchFamily="34" charset="0"/>
              </a:endParaRPr>
            </a:p>
          </p:txBody>
        </p:sp>
        <p:sp>
          <p:nvSpPr>
            <p:cNvPr id="821534" name="Rectangle 286"/>
            <p:cNvSpPr>
              <a:spLocks noChangeArrowheads="1"/>
            </p:cNvSpPr>
            <p:nvPr/>
          </p:nvSpPr>
          <p:spPr bwMode="auto">
            <a:xfrm>
              <a:off x="8805863" y="4867275"/>
              <a:ext cx="288925" cy="401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lnSpc>
                  <a:spcPct val="100000"/>
                </a:lnSpc>
                <a:spcBef>
                  <a:spcPct val="0"/>
                </a:spcBef>
                <a:buClrTx/>
                <a:buSzTx/>
                <a:buFontTx/>
                <a:buNone/>
              </a:pPr>
              <a:r>
                <a:rPr lang="en-US" altLang="en-US" sz="2000" b="0" i="0">
                  <a:latin typeface="FuturaA Md BT" pitchFamily="34" charset="0"/>
                </a:rPr>
                <a:t>c</a:t>
              </a:r>
            </a:p>
          </p:txBody>
        </p:sp>
        <p:sp>
          <p:nvSpPr>
            <p:cNvPr id="821535" name="Rectangle 287"/>
            <p:cNvSpPr>
              <a:spLocks noChangeArrowheads="1"/>
            </p:cNvSpPr>
            <p:nvPr/>
          </p:nvSpPr>
          <p:spPr bwMode="auto">
            <a:xfrm>
              <a:off x="909638" y="2881313"/>
              <a:ext cx="288925" cy="4016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lnSpc>
                  <a:spcPct val="100000"/>
                </a:lnSpc>
                <a:spcBef>
                  <a:spcPct val="0"/>
                </a:spcBef>
                <a:buClrTx/>
                <a:buSzTx/>
                <a:buFontTx/>
                <a:buNone/>
              </a:pPr>
              <a:r>
                <a:rPr lang="en-US" altLang="en-US" sz="2000" b="0" i="0">
                  <a:latin typeface="FuturaA Md BT" pitchFamily="34" charset="0"/>
                </a:rPr>
                <a:t>A</a:t>
              </a:r>
            </a:p>
          </p:txBody>
        </p:sp>
        <p:sp>
          <p:nvSpPr>
            <p:cNvPr id="821536" name="Rectangle 288"/>
            <p:cNvSpPr>
              <a:spLocks noChangeArrowheads="1"/>
            </p:cNvSpPr>
            <p:nvPr/>
          </p:nvSpPr>
          <p:spPr bwMode="auto">
            <a:xfrm>
              <a:off x="906463" y="3867150"/>
              <a:ext cx="288925" cy="401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lnSpc>
                  <a:spcPct val="100000"/>
                </a:lnSpc>
                <a:spcBef>
                  <a:spcPct val="0"/>
                </a:spcBef>
                <a:buClrTx/>
                <a:buSzTx/>
                <a:buFontTx/>
                <a:buNone/>
              </a:pPr>
              <a:r>
                <a:rPr lang="en-US" altLang="en-US" sz="2000" b="0" i="0">
                  <a:latin typeface="FuturaA Md BT" pitchFamily="34" charset="0"/>
                </a:rPr>
                <a:t>B</a:t>
              </a:r>
            </a:p>
          </p:txBody>
        </p:sp>
        <p:sp>
          <p:nvSpPr>
            <p:cNvPr id="821537" name="Rectangle 289"/>
            <p:cNvSpPr>
              <a:spLocks noChangeArrowheads="1"/>
            </p:cNvSpPr>
            <p:nvPr/>
          </p:nvSpPr>
          <p:spPr bwMode="auto">
            <a:xfrm>
              <a:off x="874713" y="4867275"/>
              <a:ext cx="288925" cy="401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lnSpc>
                  <a:spcPct val="100000"/>
                </a:lnSpc>
                <a:spcBef>
                  <a:spcPct val="0"/>
                </a:spcBef>
                <a:buClrTx/>
                <a:buSzTx/>
                <a:buFontTx/>
                <a:buNone/>
              </a:pPr>
              <a:r>
                <a:rPr lang="en-US" altLang="en-US" sz="2000" b="0" i="0">
                  <a:latin typeface="FuturaA Md BT" pitchFamily="34" charset="0"/>
                </a:rPr>
                <a:t>C</a:t>
              </a:r>
            </a:p>
          </p:txBody>
        </p:sp>
        <p:sp>
          <p:nvSpPr>
            <p:cNvPr id="821538" name="Rectangle 290"/>
            <p:cNvSpPr>
              <a:spLocks noChangeArrowheads="1"/>
            </p:cNvSpPr>
            <p:nvPr/>
          </p:nvSpPr>
          <p:spPr bwMode="auto">
            <a:xfrm>
              <a:off x="2828925" y="5086350"/>
              <a:ext cx="354013" cy="401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lnSpc>
                  <a:spcPct val="100000"/>
                </a:lnSpc>
                <a:spcBef>
                  <a:spcPct val="0"/>
                </a:spcBef>
                <a:buClrTx/>
                <a:buSzTx/>
                <a:buFontTx/>
                <a:buNone/>
              </a:pPr>
              <a:r>
                <a:rPr lang="en-US" altLang="en-US" sz="2000" b="0" i="0">
                  <a:latin typeface="FuturaA Md BT" pitchFamily="34" charset="0"/>
                </a:rPr>
                <a:t>C2</a:t>
              </a:r>
            </a:p>
          </p:txBody>
        </p:sp>
        <p:sp>
          <p:nvSpPr>
            <p:cNvPr id="821539" name="Rectangle 291"/>
            <p:cNvSpPr>
              <a:spLocks noChangeArrowheads="1"/>
            </p:cNvSpPr>
            <p:nvPr/>
          </p:nvSpPr>
          <p:spPr bwMode="auto">
            <a:xfrm>
              <a:off x="4414838" y="5095875"/>
              <a:ext cx="377825" cy="401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lnSpc>
                  <a:spcPct val="100000"/>
                </a:lnSpc>
                <a:spcBef>
                  <a:spcPct val="0"/>
                </a:spcBef>
                <a:buClrTx/>
                <a:buSzTx/>
                <a:buFontTx/>
                <a:buNone/>
              </a:pPr>
              <a:r>
                <a:rPr lang="en-US" altLang="en-US" sz="2000" b="0" i="0">
                  <a:latin typeface="FuturaA Md BT" pitchFamily="34" charset="0"/>
                </a:rPr>
                <a:t>C1</a:t>
              </a:r>
            </a:p>
          </p:txBody>
        </p:sp>
        <p:sp>
          <p:nvSpPr>
            <p:cNvPr id="821540" name="Rectangle 292"/>
            <p:cNvSpPr>
              <a:spLocks noChangeArrowheads="1"/>
            </p:cNvSpPr>
            <p:nvPr/>
          </p:nvSpPr>
          <p:spPr bwMode="auto">
            <a:xfrm>
              <a:off x="2892425" y="4043363"/>
              <a:ext cx="474663" cy="4016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lnSpc>
                  <a:spcPct val="100000"/>
                </a:lnSpc>
                <a:spcBef>
                  <a:spcPct val="0"/>
                </a:spcBef>
                <a:buClrTx/>
                <a:buSzTx/>
                <a:buFontTx/>
                <a:buNone/>
              </a:pPr>
              <a:r>
                <a:rPr lang="en-US" altLang="en-US" sz="2000" b="0" i="0">
                  <a:latin typeface="FuturaA Md BT" pitchFamily="34" charset="0"/>
                </a:rPr>
                <a:t>B2</a:t>
              </a:r>
            </a:p>
          </p:txBody>
        </p:sp>
        <p:sp>
          <p:nvSpPr>
            <p:cNvPr id="821541" name="Rectangle 293"/>
            <p:cNvSpPr>
              <a:spLocks noChangeArrowheads="1"/>
            </p:cNvSpPr>
            <p:nvPr/>
          </p:nvSpPr>
          <p:spPr bwMode="auto">
            <a:xfrm>
              <a:off x="4440238" y="4095750"/>
              <a:ext cx="352425" cy="401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lnSpc>
                  <a:spcPct val="100000"/>
                </a:lnSpc>
                <a:spcBef>
                  <a:spcPct val="0"/>
                </a:spcBef>
                <a:buClrTx/>
                <a:buSzTx/>
                <a:buFontTx/>
                <a:buNone/>
              </a:pPr>
              <a:r>
                <a:rPr lang="en-US" altLang="en-US" sz="2000" b="0" i="0">
                  <a:latin typeface="FuturaA Md BT" pitchFamily="34" charset="0"/>
                </a:rPr>
                <a:t>B1</a:t>
              </a:r>
            </a:p>
          </p:txBody>
        </p:sp>
        <p:sp>
          <p:nvSpPr>
            <p:cNvPr id="821542" name="Rectangle 294"/>
            <p:cNvSpPr>
              <a:spLocks noChangeArrowheads="1"/>
            </p:cNvSpPr>
            <p:nvPr/>
          </p:nvSpPr>
          <p:spPr bwMode="auto">
            <a:xfrm>
              <a:off x="2884488" y="3062288"/>
              <a:ext cx="471487" cy="4016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lnSpc>
                  <a:spcPct val="100000"/>
                </a:lnSpc>
                <a:spcBef>
                  <a:spcPct val="0"/>
                </a:spcBef>
                <a:buClrTx/>
                <a:buSzTx/>
                <a:buFontTx/>
                <a:buNone/>
              </a:pPr>
              <a:r>
                <a:rPr lang="en-US" altLang="en-US" sz="2000" b="0" i="0">
                  <a:latin typeface="FuturaA Md BT" pitchFamily="34" charset="0"/>
                </a:rPr>
                <a:t>A2</a:t>
              </a:r>
            </a:p>
          </p:txBody>
        </p:sp>
        <p:sp>
          <p:nvSpPr>
            <p:cNvPr id="821543" name="Rectangle 295"/>
            <p:cNvSpPr>
              <a:spLocks noChangeArrowheads="1"/>
            </p:cNvSpPr>
            <p:nvPr/>
          </p:nvSpPr>
          <p:spPr bwMode="auto">
            <a:xfrm>
              <a:off x="4432300" y="3100388"/>
              <a:ext cx="566738" cy="4016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lnSpc>
                  <a:spcPct val="100000"/>
                </a:lnSpc>
                <a:spcBef>
                  <a:spcPct val="0"/>
                </a:spcBef>
                <a:buClrTx/>
                <a:buSzTx/>
                <a:buFontTx/>
                <a:buNone/>
              </a:pPr>
              <a:r>
                <a:rPr lang="en-US" altLang="en-US" sz="2000" b="0" i="0">
                  <a:latin typeface="FuturaA Md BT" pitchFamily="34" charset="0"/>
                </a:rPr>
                <a:t>A1</a:t>
              </a:r>
            </a:p>
          </p:txBody>
        </p:sp>
      </p:grpSp>
      <p:sp>
        <p:nvSpPr>
          <p:cNvPr id="821544" name="Rectangle 296"/>
          <p:cNvSpPr>
            <a:spLocks noGrp="1" noChangeArrowheads="1"/>
          </p:cNvSpPr>
          <p:nvPr>
            <p:ph type="title"/>
          </p:nvPr>
        </p:nvSpPr>
        <p:spPr>
          <a:xfrm>
            <a:off x="895350" y="133350"/>
            <a:ext cx="5767794" cy="512763"/>
          </a:xfrm>
          <a:noFill/>
          <a:ln/>
        </p:spPr>
        <p:txBody>
          <a:bodyPr/>
          <a:lstStyle/>
          <a:p>
            <a:r>
              <a:rPr lang="fr-FR" altLang="en-US" sz="3200" dirty="0"/>
              <a:t>Transformers Connections</a:t>
            </a:r>
          </a:p>
        </p:txBody>
      </p:sp>
    </p:spTree>
    <p:extLst>
      <p:ext uri="{BB962C8B-B14F-4D97-AF65-F5344CB8AC3E}">
        <p14:creationId xmlns:p14="http://schemas.microsoft.com/office/powerpoint/2010/main" val="110079786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21250"/>
                                        </p:tgtEl>
                                        <p:attrNameLst>
                                          <p:attrName>style.visibility</p:attrName>
                                        </p:attrNameLst>
                                      </p:cBhvr>
                                      <p:to>
                                        <p:strVal val="visible"/>
                                      </p:to>
                                    </p:set>
                                    <p:animEffect transition="in" filter="blinds(horizontal)">
                                      <p:cBhvr>
                                        <p:cTn id="7" dur="500"/>
                                        <p:tgtEl>
                                          <p:spTgt spid="82125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1250"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62" name="Rectangle 2"/>
          <p:cNvSpPr>
            <a:spLocks noChangeArrowheads="1"/>
          </p:cNvSpPr>
          <p:nvPr/>
        </p:nvSpPr>
        <p:spPr bwMode="auto">
          <a:xfrm>
            <a:off x="1992313" y="1447800"/>
            <a:ext cx="6070600" cy="4252913"/>
          </a:xfrm>
          <a:prstGeom prst="rect">
            <a:avLst/>
          </a:prstGeom>
          <a:gradFill rotWithShape="0">
            <a:gsLst>
              <a:gs pos="0">
                <a:srgbClr val="A2C1FE"/>
              </a:gs>
              <a:gs pos="50000">
                <a:srgbClr val="A2C1FE">
                  <a:gamma/>
                  <a:tint val="0"/>
                  <a:invGamma/>
                </a:srgbClr>
              </a:gs>
              <a:gs pos="100000">
                <a:srgbClr val="A2C1FE"/>
              </a:gs>
            </a:gsLst>
            <a:lin ang="2700000" scaled="1"/>
          </a:gradFill>
          <a:ln w="12700">
            <a:solidFill>
              <a:srgbClr val="092165"/>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08963" name="Line 3"/>
          <p:cNvSpPr>
            <a:spLocks noChangeShapeType="1"/>
          </p:cNvSpPr>
          <p:nvPr/>
        </p:nvSpPr>
        <p:spPr bwMode="auto">
          <a:xfrm>
            <a:off x="7129463" y="1446213"/>
            <a:ext cx="0" cy="4251325"/>
          </a:xfrm>
          <a:prstGeom prst="line">
            <a:avLst/>
          </a:prstGeom>
          <a:noFill/>
          <a:ln w="25400">
            <a:solidFill>
              <a:srgbClr val="1E1E78"/>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808964" name="Group 4"/>
          <p:cNvGrpSpPr>
            <a:grpSpLocks/>
          </p:cNvGrpSpPr>
          <p:nvPr/>
        </p:nvGrpSpPr>
        <p:grpSpPr bwMode="auto">
          <a:xfrm>
            <a:off x="1997075" y="2444750"/>
            <a:ext cx="6051550" cy="2128838"/>
            <a:chOff x="1085" y="1726"/>
            <a:chExt cx="4288" cy="1341"/>
          </a:xfrm>
        </p:grpSpPr>
        <p:sp>
          <p:nvSpPr>
            <p:cNvPr id="808965" name="Line 5"/>
            <p:cNvSpPr>
              <a:spLocks noChangeShapeType="1"/>
            </p:cNvSpPr>
            <p:nvPr/>
          </p:nvSpPr>
          <p:spPr bwMode="auto">
            <a:xfrm>
              <a:off x="1085" y="2370"/>
              <a:ext cx="4288" cy="0"/>
            </a:xfrm>
            <a:prstGeom prst="line">
              <a:avLst/>
            </a:prstGeom>
            <a:noFill/>
            <a:ln w="25400">
              <a:solidFill>
                <a:srgbClr val="1E1E78"/>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08966" name="Line 6"/>
            <p:cNvSpPr>
              <a:spLocks noChangeShapeType="1"/>
            </p:cNvSpPr>
            <p:nvPr/>
          </p:nvSpPr>
          <p:spPr bwMode="auto">
            <a:xfrm>
              <a:off x="1085" y="1726"/>
              <a:ext cx="4288" cy="0"/>
            </a:xfrm>
            <a:prstGeom prst="line">
              <a:avLst/>
            </a:prstGeom>
            <a:noFill/>
            <a:ln w="25400">
              <a:solidFill>
                <a:srgbClr val="1E1E78"/>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08967" name="Line 7"/>
            <p:cNvSpPr>
              <a:spLocks noChangeShapeType="1"/>
            </p:cNvSpPr>
            <p:nvPr/>
          </p:nvSpPr>
          <p:spPr bwMode="auto">
            <a:xfrm>
              <a:off x="1085" y="3067"/>
              <a:ext cx="4288" cy="0"/>
            </a:xfrm>
            <a:prstGeom prst="line">
              <a:avLst/>
            </a:prstGeom>
            <a:noFill/>
            <a:ln w="25400">
              <a:solidFill>
                <a:srgbClr val="1E1E78"/>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808968" name="Rectangle 8"/>
          <p:cNvSpPr>
            <a:spLocks noChangeArrowheads="1"/>
          </p:cNvSpPr>
          <p:nvPr/>
        </p:nvSpPr>
        <p:spPr bwMode="auto">
          <a:xfrm>
            <a:off x="3359150" y="1974850"/>
            <a:ext cx="3111500"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lnSpc>
                <a:spcPct val="100000"/>
              </a:lnSpc>
              <a:spcBef>
                <a:spcPct val="0"/>
              </a:spcBef>
              <a:buClrTx/>
              <a:buSzTx/>
              <a:buFontTx/>
              <a:buNone/>
            </a:pPr>
            <a:r>
              <a:rPr lang="en-GB" altLang="en-US" sz="2400" i="0">
                <a:solidFill>
                  <a:srgbClr val="1E1E78"/>
                </a:solidFill>
                <a:latin typeface="FuturaA Md BT" pitchFamily="34" charset="0"/>
              </a:rPr>
              <a:t>Phase displacement</a:t>
            </a:r>
          </a:p>
        </p:txBody>
      </p:sp>
      <p:sp>
        <p:nvSpPr>
          <p:cNvPr id="808969" name="Rectangle 9"/>
          <p:cNvSpPr>
            <a:spLocks noChangeArrowheads="1"/>
          </p:cNvSpPr>
          <p:nvPr/>
        </p:nvSpPr>
        <p:spPr bwMode="auto">
          <a:xfrm>
            <a:off x="2949575" y="1965325"/>
            <a:ext cx="350838"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lnSpc>
                <a:spcPct val="100000"/>
              </a:lnSpc>
              <a:spcBef>
                <a:spcPct val="0"/>
              </a:spcBef>
              <a:buClrTx/>
              <a:buSzTx/>
              <a:buFontTx/>
              <a:buNone/>
            </a:pPr>
            <a:r>
              <a:rPr lang="en-GB" altLang="en-US" sz="2400" i="0">
                <a:solidFill>
                  <a:srgbClr val="1E1E78"/>
                </a:solidFill>
                <a:latin typeface="FuturaA Md BT" pitchFamily="34" charset="0"/>
              </a:rPr>
              <a:t>0</a:t>
            </a:r>
          </a:p>
        </p:txBody>
      </p:sp>
      <p:sp>
        <p:nvSpPr>
          <p:cNvPr id="808970" name="Rectangle 10"/>
          <p:cNvSpPr>
            <a:spLocks noChangeArrowheads="1"/>
          </p:cNvSpPr>
          <p:nvPr/>
        </p:nvSpPr>
        <p:spPr bwMode="auto">
          <a:xfrm>
            <a:off x="2098675" y="1517650"/>
            <a:ext cx="1347788"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lnSpc>
                <a:spcPct val="100000"/>
              </a:lnSpc>
              <a:spcBef>
                <a:spcPct val="0"/>
              </a:spcBef>
              <a:buClrTx/>
              <a:buSzTx/>
              <a:buFontTx/>
              <a:buNone/>
            </a:pPr>
            <a:r>
              <a:rPr lang="en-GB" altLang="en-US" sz="2400" i="0">
                <a:solidFill>
                  <a:srgbClr val="1E1E78"/>
                </a:solidFill>
                <a:latin typeface="FuturaA Md BT" pitchFamily="34" charset="0"/>
              </a:rPr>
              <a:t>Group 1</a:t>
            </a:r>
          </a:p>
        </p:txBody>
      </p:sp>
      <p:sp>
        <p:nvSpPr>
          <p:cNvPr id="808971" name="Oval 11"/>
          <p:cNvSpPr>
            <a:spLocks noChangeArrowheads="1"/>
          </p:cNvSpPr>
          <p:nvPr/>
        </p:nvSpPr>
        <p:spPr bwMode="auto">
          <a:xfrm>
            <a:off x="3211513" y="2062163"/>
            <a:ext cx="63500" cy="69850"/>
          </a:xfrm>
          <a:prstGeom prst="ellipse">
            <a:avLst/>
          </a:prstGeom>
          <a:noFill/>
          <a:ln w="25400">
            <a:solidFill>
              <a:srgbClr val="1E1E78"/>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08972" name="Rectangle 12"/>
          <p:cNvSpPr>
            <a:spLocks noChangeArrowheads="1"/>
          </p:cNvSpPr>
          <p:nvPr/>
        </p:nvSpPr>
        <p:spPr bwMode="auto">
          <a:xfrm>
            <a:off x="3340100" y="2962275"/>
            <a:ext cx="3111500"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lnSpc>
                <a:spcPct val="100000"/>
              </a:lnSpc>
              <a:spcBef>
                <a:spcPct val="0"/>
              </a:spcBef>
              <a:buClrTx/>
              <a:buSzTx/>
              <a:buFontTx/>
              <a:buNone/>
            </a:pPr>
            <a:r>
              <a:rPr lang="en-GB" altLang="en-US" sz="2400" i="0">
                <a:solidFill>
                  <a:srgbClr val="1E1E78"/>
                </a:solidFill>
                <a:latin typeface="FuturaA Md BT" pitchFamily="34" charset="0"/>
              </a:rPr>
              <a:t>Phase displacement</a:t>
            </a:r>
          </a:p>
        </p:txBody>
      </p:sp>
      <p:sp>
        <p:nvSpPr>
          <p:cNvPr id="808973" name="Rectangle 13"/>
          <p:cNvSpPr>
            <a:spLocks noChangeArrowheads="1"/>
          </p:cNvSpPr>
          <p:nvPr/>
        </p:nvSpPr>
        <p:spPr bwMode="auto">
          <a:xfrm>
            <a:off x="2600325" y="2981325"/>
            <a:ext cx="690563"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lnSpc>
                <a:spcPct val="100000"/>
              </a:lnSpc>
              <a:spcBef>
                <a:spcPct val="0"/>
              </a:spcBef>
              <a:buClrTx/>
              <a:buSzTx/>
              <a:buFontTx/>
              <a:buNone/>
            </a:pPr>
            <a:r>
              <a:rPr lang="en-GB" altLang="en-US" sz="2400" i="0">
                <a:solidFill>
                  <a:srgbClr val="1E1E78"/>
                </a:solidFill>
                <a:latin typeface="FuturaA Md BT" pitchFamily="34" charset="0"/>
              </a:rPr>
              <a:t>180</a:t>
            </a:r>
          </a:p>
        </p:txBody>
      </p:sp>
      <p:sp>
        <p:nvSpPr>
          <p:cNvPr id="808974" name="Rectangle 14"/>
          <p:cNvSpPr>
            <a:spLocks noChangeArrowheads="1"/>
          </p:cNvSpPr>
          <p:nvPr/>
        </p:nvSpPr>
        <p:spPr bwMode="auto">
          <a:xfrm>
            <a:off x="2098675" y="2524125"/>
            <a:ext cx="1347788"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lnSpc>
                <a:spcPct val="100000"/>
              </a:lnSpc>
              <a:spcBef>
                <a:spcPct val="0"/>
              </a:spcBef>
              <a:buClrTx/>
              <a:buSzTx/>
              <a:buFontTx/>
              <a:buNone/>
            </a:pPr>
            <a:r>
              <a:rPr lang="en-GB" altLang="en-US" sz="2400" i="0">
                <a:solidFill>
                  <a:srgbClr val="1E1E78"/>
                </a:solidFill>
                <a:latin typeface="FuturaA Md BT" pitchFamily="34" charset="0"/>
              </a:rPr>
              <a:t>Group 2</a:t>
            </a:r>
          </a:p>
        </p:txBody>
      </p:sp>
      <p:sp>
        <p:nvSpPr>
          <p:cNvPr id="808975" name="Oval 15"/>
          <p:cNvSpPr>
            <a:spLocks noChangeArrowheads="1"/>
          </p:cNvSpPr>
          <p:nvPr/>
        </p:nvSpPr>
        <p:spPr bwMode="auto">
          <a:xfrm>
            <a:off x="3211513" y="3068638"/>
            <a:ext cx="63500" cy="69850"/>
          </a:xfrm>
          <a:prstGeom prst="ellipse">
            <a:avLst/>
          </a:prstGeom>
          <a:noFill/>
          <a:ln w="25400">
            <a:solidFill>
              <a:srgbClr val="1E1E78"/>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08976" name="Rectangle 16"/>
          <p:cNvSpPr>
            <a:spLocks noChangeArrowheads="1"/>
          </p:cNvSpPr>
          <p:nvPr/>
        </p:nvSpPr>
        <p:spPr bwMode="auto">
          <a:xfrm>
            <a:off x="3302000" y="4022725"/>
            <a:ext cx="3719513"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lnSpc>
                <a:spcPct val="100000"/>
              </a:lnSpc>
              <a:spcBef>
                <a:spcPct val="0"/>
              </a:spcBef>
              <a:buClrTx/>
              <a:buSzTx/>
              <a:buFontTx/>
              <a:buNone/>
            </a:pPr>
            <a:r>
              <a:rPr lang="en-GB" altLang="en-US" sz="2400" i="0">
                <a:solidFill>
                  <a:srgbClr val="1E1E78"/>
                </a:solidFill>
                <a:latin typeface="FuturaA Md BT" pitchFamily="34" charset="0"/>
              </a:rPr>
              <a:t>Lag phase displacement</a:t>
            </a:r>
          </a:p>
        </p:txBody>
      </p:sp>
      <p:sp>
        <p:nvSpPr>
          <p:cNvPr id="808977" name="Rectangle 17"/>
          <p:cNvSpPr>
            <a:spLocks noChangeArrowheads="1"/>
          </p:cNvSpPr>
          <p:nvPr/>
        </p:nvSpPr>
        <p:spPr bwMode="auto">
          <a:xfrm>
            <a:off x="2778125" y="4022725"/>
            <a:ext cx="520700"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lnSpc>
                <a:spcPct val="100000"/>
              </a:lnSpc>
              <a:spcBef>
                <a:spcPct val="0"/>
              </a:spcBef>
              <a:buClrTx/>
              <a:buSzTx/>
              <a:buFontTx/>
              <a:buNone/>
            </a:pPr>
            <a:r>
              <a:rPr lang="en-GB" altLang="en-US" sz="2400" i="0">
                <a:solidFill>
                  <a:srgbClr val="1E1E78"/>
                </a:solidFill>
                <a:latin typeface="FuturaA Md BT" pitchFamily="34" charset="0"/>
              </a:rPr>
              <a:t>30</a:t>
            </a:r>
          </a:p>
        </p:txBody>
      </p:sp>
      <p:sp>
        <p:nvSpPr>
          <p:cNvPr id="808978" name="Rectangle 18"/>
          <p:cNvSpPr>
            <a:spLocks noChangeArrowheads="1"/>
          </p:cNvSpPr>
          <p:nvPr/>
        </p:nvSpPr>
        <p:spPr bwMode="auto">
          <a:xfrm>
            <a:off x="2098675" y="3575050"/>
            <a:ext cx="1347788"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lnSpc>
                <a:spcPct val="100000"/>
              </a:lnSpc>
              <a:spcBef>
                <a:spcPct val="0"/>
              </a:spcBef>
              <a:buClrTx/>
              <a:buSzTx/>
              <a:buFontTx/>
              <a:buNone/>
            </a:pPr>
            <a:r>
              <a:rPr lang="en-GB" altLang="en-US" sz="2400" i="0">
                <a:solidFill>
                  <a:srgbClr val="1E1E78"/>
                </a:solidFill>
                <a:latin typeface="FuturaA Md BT" pitchFamily="34" charset="0"/>
              </a:rPr>
              <a:t>Group 3</a:t>
            </a:r>
          </a:p>
        </p:txBody>
      </p:sp>
      <p:sp>
        <p:nvSpPr>
          <p:cNvPr id="808979" name="Oval 19"/>
          <p:cNvSpPr>
            <a:spLocks noChangeArrowheads="1"/>
          </p:cNvSpPr>
          <p:nvPr/>
        </p:nvSpPr>
        <p:spPr bwMode="auto">
          <a:xfrm>
            <a:off x="3211513" y="4119563"/>
            <a:ext cx="63500" cy="69850"/>
          </a:xfrm>
          <a:prstGeom prst="ellipse">
            <a:avLst/>
          </a:prstGeom>
          <a:noFill/>
          <a:ln w="25400">
            <a:solidFill>
              <a:srgbClr val="1E1E78"/>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08980" name="Rectangle 20"/>
          <p:cNvSpPr>
            <a:spLocks noChangeArrowheads="1"/>
          </p:cNvSpPr>
          <p:nvPr/>
        </p:nvSpPr>
        <p:spPr bwMode="auto">
          <a:xfrm>
            <a:off x="3263900" y="5135563"/>
            <a:ext cx="3889375"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lnSpc>
                <a:spcPct val="100000"/>
              </a:lnSpc>
              <a:spcBef>
                <a:spcPct val="0"/>
              </a:spcBef>
              <a:buClrTx/>
              <a:buSzTx/>
              <a:buFontTx/>
              <a:buNone/>
            </a:pPr>
            <a:r>
              <a:rPr lang="en-GB" altLang="en-US" sz="2400" i="0">
                <a:solidFill>
                  <a:srgbClr val="1E1E78"/>
                </a:solidFill>
                <a:latin typeface="FuturaA Md BT" pitchFamily="34" charset="0"/>
              </a:rPr>
              <a:t>Lead phase displacement</a:t>
            </a:r>
          </a:p>
        </p:txBody>
      </p:sp>
      <p:sp>
        <p:nvSpPr>
          <p:cNvPr id="808981" name="Rectangle 21"/>
          <p:cNvSpPr>
            <a:spLocks noChangeArrowheads="1"/>
          </p:cNvSpPr>
          <p:nvPr/>
        </p:nvSpPr>
        <p:spPr bwMode="auto">
          <a:xfrm>
            <a:off x="2778125" y="5135563"/>
            <a:ext cx="520700"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lnSpc>
                <a:spcPct val="100000"/>
              </a:lnSpc>
              <a:spcBef>
                <a:spcPct val="0"/>
              </a:spcBef>
              <a:buClrTx/>
              <a:buSzTx/>
              <a:buFontTx/>
              <a:buNone/>
            </a:pPr>
            <a:r>
              <a:rPr lang="en-GB" altLang="en-US" sz="2400" i="0">
                <a:solidFill>
                  <a:srgbClr val="1E1E78"/>
                </a:solidFill>
                <a:latin typeface="FuturaA Md BT" pitchFamily="34" charset="0"/>
              </a:rPr>
              <a:t>30</a:t>
            </a:r>
          </a:p>
        </p:txBody>
      </p:sp>
      <p:sp>
        <p:nvSpPr>
          <p:cNvPr id="808982" name="Rectangle 22"/>
          <p:cNvSpPr>
            <a:spLocks noChangeArrowheads="1"/>
          </p:cNvSpPr>
          <p:nvPr/>
        </p:nvSpPr>
        <p:spPr bwMode="auto">
          <a:xfrm>
            <a:off x="2098675" y="4687888"/>
            <a:ext cx="1347788"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lnSpc>
                <a:spcPct val="100000"/>
              </a:lnSpc>
              <a:spcBef>
                <a:spcPct val="0"/>
              </a:spcBef>
              <a:buClrTx/>
              <a:buSzTx/>
              <a:buFontTx/>
              <a:buNone/>
            </a:pPr>
            <a:r>
              <a:rPr lang="en-GB" altLang="en-US" sz="2400" i="0">
                <a:solidFill>
                  <a:srgbClr val="1E1E78"/>
                </a:solidFill>
                <a:latin typeface="FuturaA Md BT" pitchFamily="34" charset="0"/>
              </a:rPr>
              <a:t>Group 4</a:t>
            </a:r>
          </a:p>
        </p:txBody>
      </p:sp>
      <p:sp>
        <p:nvSpPr>
          <p:cNvPr id="808983" name="Oval 23"/>
          <p:cNvSpPr>
            <a:spLocks noChangeArrowheads="1"/>
          </p:cNvSpPr>
          <p:nvPr/>
        </p:nvSpPr>
        <p:spPr bwMode="auto">
          <a:xfrm>
            <a:off x="3211513" y="5232400"/>
            <a:ext cx="63500" cy="69850"/>
          </a:xfrm>
          <a:prstGeom prst="ellipse">
            <a:avLst/>
          </a:prstGeom>
          <a:noFill/>
          <a:ln w="25400">
            <a:solidFill>
              <a:srgbClr val="1E1E78"/>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08984" name="Rectangle 24"/>
          <p:cNvSpPr>
            <a:spLocks noChangeArrowheads="1"/>
          </p:cNvSpPr>
          <p:nvPr/>
        </p:nvSpPr>
        <p:spPr bwMode="auto">
          <a:xfrm>
            <a:off x="7224713" y="1417638"/>
            <a:ext cx="760412" cy="109378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a:lnSpc>
                <a:spcPct val="100000"/>
              </a:lnSpc>
              <a:spcBef>
                <a:spcPct val="0"/>
              </a:spcBef>
              <a:buClrTx/>
              <a:buSzTx/>
              <a:buFontTx/>
              <a:buNone/>
            </a:pPr>
            <a:r>
              <a:rPr lang="en-GB" altLang="en-US" sz="2200" i="0">
                <a:solidFill>
                  <a:srgbClr val="1E1E78"/>
                </a:solidFill>
                <a:latin typeface="FuturaA Md BT" pitchFamily="34" charset="0"/>
              </a:rPr>
              <a:t>Yy0</a:t>
            </a:r>
          </a:p>
          <a:p>
            <a:pPr algn="l">
              <a:lnSpc>
                <a:spcPct val="100000"/>
              </a:lnSpc>
              <a:spcBef>
                <a:spcPct val="0"/>
              </a:spcBef>
              <a:buClrTx/>
              <a:buSzTx/>
              <a:buFontTx/>
              <a:buNone/>
            </a:pPr>
            <a:r>
              <a:rPr lang="en-GB" altLang="en-US" sz="2200" i="0">
                <a:solidFill>
                  <a:srgbClr val="1E1E78"/>
                </a:solidFill>
                <a:latin typeface="FuturaA Md BT" pitchFamily="34" charset="0"/>
              </a:rPr>
              <a:t>Dd0</a:t>
            </a:r>
          </a:p>
          <a:p>
            <a:pPr algn="l">
              <a:lnSpc>
                <a:spcPct val="100000"/>
              </a:lnSpc>
              <a:spcBef>
                <a:spcPct val="0"/>
              </a:spcBef>
              <a:buClrTx/>
              <a:buSzTx/>
              <a:buFontTx/>
              <a:buNone/>
            </a:pPr>
            <a:r>
              <a:rPr lang="en-GB" altLang="en-US" sz="2200" i="0">
                <a:solidFill>
                  <a:srgbClr val="1E1E78"/>
                </a:solidFill>
                <a:latin typeface="FuturaA Md BT" pitchFamily="34" charset="0"/>
              </a:rPr>
              <a:t>Zd0</a:t>
            </a:r>
          </a:p>
        </p:txBody>
      </p:sp>
      <p:sp>
        <p:nvSpPr>
          <p:cNvPr id="808985" name="Rectangle 25"/>
          <p:cNvSpPr>
            <a:spLocks noChangeArrowheads="1"/>
          </p:cNvSpPr>
          <p:nvPr/>
        </p:nvSpPr>
        <p:spPr bwMode="auto">
          <a:xfrm>
            <a:off x="7224713" y="2427288"/>
            <a:ext cx="760412" cy="109378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a:lnSpc>
                <a:spcPct val="100000"/>
              </a:lnSpc>
              <a:spcBef>
                <a:spcPct val="0"/>
              </a:spcBef>
              <a:buClrTx/>
              <a:buSzTx/>
              <a:buFontTx/>
              <a:buNone/>
            </a:pPr>
            <a:r>
              <a:rPr lang="en-GB" altLang="en-US" sz="2200" i="0">
                <a:solidFill>
                  <a:srgbClr val="1E1E78"/>
                </a:solidFill>
                <a:latin typeface="FuturaA Md BT" pitchFamily="34" charset="0"/>
              </a:rPr>
              <a:t>Yy6</a:t>
            </a:r>
          </a:p>
          <a:p>
            <a:pPr algn="l">
              <a:lnSpc>
                <a:spcPct val="100000"/>
              </a:lnSpc>
              <a:spcBef>
                <a:spcPct val="0"/>
              </a:spcBef>
              <a:buClrTx/>
              <a:buSzTx/>
              <a:buFontTx/>
              <a:buNone/>
            </a:pPr>
            <a:r>
              <a:rPr lang="en-GB" altLang="en-US" sz="2200" i="0">
                <a:solidFill>
                  <a:srgbClr val="1E1E78"/>
                </a:solidFill>
                <a:latin typeface="FuturaA Md BT" pitchFamily="34" charset="0"/>
              </a:rPr>
              <a:t>Dd6</a:t>
            </a:r>
          </a:p>
          <a:p>
            <a:pPr algn="l">
              <a:lnSpc>
                <a:spcPct val="100000"/>
              </a:lnSpc>
              <a:spcBef>
                <a:spcPct val="0"/>
              </a:spcBef>
              <a:buClrTx/>
              <a:buSzTx/>
              <a:buFontTx/>
              <a:buNone/>
            </a:pPr>
            <a:r>
              <a:rPr lang="en-GB" altLang="en-US" sz="2200" i="0">
                <a:solidFill>
                  <a:srgbClr val="1E1E78"/>
                </a:solidFill>
                <a:latin typeface="FuturaA Md BT" pitchFamily="34" charset="0"/>
              </a:rPr>
              <a:t>Dz6</a:t>
            </a:r>
          </a:p>
        </p:txBody>
      </p:sp>
      <p:sp>
        <p:nvSpPr>
          <p:cNvPr id="808986" name="Rectangle 26"/>
          <p:cNvSpPr>
            <a:spLocks noChangeArrowheads="1"/>
          </p:cNvSpPr>
          <p:nvPr/>
        </p:nvSpPr>
        <p:spPr bwMode="auto">
          <a:xfrm>
            <a:off x="7224713" y="3487738"/>
            <a:ext cx="828675" cy="109378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a:lnSpc>
                <a:spcPct val="100000"/>
              </a:lnSpc>
              <a:spcBef>
                <a:spcPct val="0"/>
              </a:spcBef>
              <a:buClrTx/>
              <a:buSzTx/>
              <a:buFontTx/>
              <a:buNone/>
            </a:pPr>
            <a:r>
              <a:rPr lang="en-GB" altLang="en-US" sz="2200" i="0">
                <a:solidFill>
                  <a:srgbClr val="1E1E78"/>
                </a:solidFill>
                <a:latin typeface="FuturaA Md BT" pitchFamily="34" charset="0"/>
              </a:rPr>
              <a:t>Yd1</a:t>
            </a:r>
          </a:p>
          <a:p>
            <a:pPr algn="l">
              <a:lnSpc>
                <a:spcPct val="100000"/>
              </a:lnSpc>
              <a:spcBef>
                <a:spcPct val="0"/>
              </a:spcBef>
              <a:buClrTx/>
              <a:buSzTx/>
              <a:buFontTx/>
              <a:buNone/>
            </a:pPr>
            <a:r>
              <a:rPr lang="en-GB" altLang="en-US" sz="2200" i="0">
                <a:solidFill>
                  <a:srgbClr val="1E1E78"/>
                </a:solidFill>
                <a:latin typeface="FuturaA Md BT" pitchFamily="34" charset="0"/>
              </a:rPr>
              <a:t>Dy1</a:t>
            </a:r>
          </a:p>
          <a:p>
            <a:pPr algn="l">
              <a:lnSpc>
                <a:spcPct val="100000"/>
              </a:lnSpc>
              <a:spcBef>
                <a:spcPct val="0"/>
              </a:spcBef>
              <a:buClrTx/>
              <a:buSzTx/>
              <a:buFontTx/>
              <a:buNone/>
            </a:pPr>
            <a:r>
              <a:rPr lang="en-GB" altLang="en-US" sz="2200" i="0">
                <a:solidFill>
                  <a:srgbClr val="1E1E78"/>
                </a:solidFill>
                <a:latin typeface="FuturaA Md BT" pitchFamily="34" charset="0"/>
              </a:rPr>
              <a:t>Yz1</a:t>
            </a:r>
          </a:p>
        </p:txBody>
      </p:sp>
      <p:sp>
        <p:nvSpPr>
          <p:cNvPr id="808987" name="Rectangle 27"/>
          <p:cNvSpPr>
            <a:spLocks noChangeArrowheads="1"/>
          </p:cNvSpPr>
          <p:nvPr/>
        </p:nvSpPr>
        <p:spPr bwMode="auto">
          <a:xfrm>
            <a:off x="7129463" y="4592638"/>
            <a:ext cx="898525" cy="109378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a:lnSpc>
                <a:spcPct val="100000"/>
              </a:lnSpc>
              <a:spcBef>
                <a:spcPct val="0"/>
              </a:spcBef>
              <a:buClrTx/>
              <a:buSzTx/>
              <a:buFontTx/>
              <a:buNone/>
            </a:pPr>
            <a:r>
              <a:rPr lang="en-GB" altLang="en-US" sz="2200" i="0">
                <a:solidFill>
                  <a:srgbClr val="1E1E78"/>
                </a:solidFill>
                <a:latin typeface="FuturaA Md BT" pitchFamily="34" charset="0"/>
              </a:rPr>
              <a:t>Yd11</a:t>
            </a:r>
          </a:p>
          <a:p>
            <a:pPr algn="l">
              <a:lnSpc>
                <a:spcPct val="100000"/>
              </a:lnSpc>
              <a:spcBef>
                <a:spcPct val="0"/>
              </a:spcBef>
              <a:buClrTx/>
              <a:buSzTx/>
              <a:buFontTx/>
              <a:buNone/>
            </a:pPr>
            <a:r>
              <a:rPr lang="en-GB" altLang="en-US" sz="2200" i="0">
                <a:solidFill>
                  <a:srgbClr val="1E1E78"/>
                </a:solidFill>
                <a:latin typeface="FuturaA Md BT" pitchFamily="34" charset="0"/>
              </a:rPr>
              <a:t>Dy11</a:t>
            </a:r>
          </a:p>
          <a:p>
            <a:pPr algn="l">
              <a:lnSpc>
                <a:spcPct val="100000"/>
              </a:lnSpc>
              <a:spcBef>
                <a:spcPct val="0"/>
              </a:spcBef>
              <a:buClrTx/>
              <a:buSzTx/>
              <a:buFontTx/>
              <a:buNone/>
            </a:pPr>
            <a:r>
              <a:rPr lang="en-GB" altLang="en-US" sz="2200" i="0">
                <a:solidFill>
                  <a:srgbClr val="1E1E78"/>
                </a:solidFill>
                <a:latin typeface="FuturaA Md BT" pitchFamily="34" charset="0"/>
              </a:rPr>
              <a:t>Yz11</a:t>
            </a:r>
          </a:p>
        </p:txBody>
      </p:sp>
      <p:sp>
        <p:nvSpPr>
          <p:cNvPr id="808988" name="Rectangle 28"/>
          <p:cNvSpPr>
            <a:spLocks noGrp="1" noChangeArrowheads="1"/>
          </p:cNvSpPr>
          <p:nvPr>
            <p:ph type="title"/>
          </p:nvPr>
        </p:nvSpPr>
        <p:spPr>
          <a:xfrm>
            <a:off x="762000" y="85725"/>
            <a:ext cx="8077200" cy="561975"/>
          </a:xfrm>
        </p:spPr>
        <p:txBody>
          <a:bodyPr/>
          <a:lstStyle/>
          <a:p>
            <a:r>
              <a:rPr lang="en-US" altLang="en-US" sz="2700"/>
              <a:t>Transformer Vector Groups</a:t>
            </a:r>
            <a:endParaRPr lang="en-US" altLang="en-US"/>
          </a:p>
        </p:txBody>
      </p:sp>
    </p:spTree>
    <p:extLst>
      <p:ext uri="{BB962C8B-B14F-4D97-AF65-F5344CB8AC3E}">
        <p14:creationId xmlns:p14="http://schemas.microsoft.com/office/powerpoint/2010/main" val="238283671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8" name="Rectangle 28"/>
          <p:cNvSpPr>
            <a:spLocks noGrp="1" noChangeArrowheads="1"/>
          </p:cNvSpPr>
          <p:nvPr>
            <p:ph type="title"/>
          </p:nvPr>
        </p:nvSpPr>
        <p:spPr>
          <a:xfrm>
            <a:off x="762000" y="85725"/>
            <a:ext cx="8077200" cy="561975"/>
          </a:xfrm>
        </p:spPr>
        <p:txBody>
          <a:bodyPr/>
          <a:lstStyle/>
          <a:p>
            <a:r>
              <a:rPr lang="en-US" altLang="en-US" sz="2700" dirty="0"/>
              <a:t>Transformer Ratio Correction, reference current :</a:t>
            </a:r>
            <a:endParaRPr lang="en-US" altLang="en-US" dirty="0"/>
          </a:p>
        </p:txBody>
      </p:sp>
      <p:sp>
        <p:nvSpPr>
          <p:cNvPr id="31" name="Line 5"/>
          <p:cNvSpPr>
            <a:spLocks noChangeShapeType="1"/>
          </p:cNvSpPr>
          <p:nvPr/>
        </p:nvSpPr>
        <p:spPr bwMode="auto">
          <a:xfrm>
            <a:off x="1958976" y="1592796"/>
            <a:ext cx="1789112" cy="0"/>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2" name="Line 6"/>
          <p:cNvSpPr>
            <a:spLocks noChangeShapeType="1"/>
          </p:cNvSpPr>
          <p:nvPr/>
        </p:nvSpPr>
        <p:spPr bwMode="auto">
          <a:xfrm>
            <a:off x="4643438" y="1592796"/>
            <a:ext cx="1787525" cy="0"/>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3" name="Oval 17"/>
          <p:cNvSpPr>
            <a:spLocks noChangeArrowheads="1"/>
          </p:cNvSpPr>
          <p:nvPr/>
        </p:nvSpPr>
        <p:spPr bwMode="auto">
          <a:xfrm>
            <a:off x="4152901" y="1332446"/>
            <a:ext cx="484187" cy="484188"/>
          </a:xfrm>
          <a:prstGeom prst="ellipse">
            <a:avLst/>
          </a:pr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4" name="Line 18"/>
          <p:cNvSpPr>
            <a:spLocks noChangeShapeType="1"/>
          </p:cNvSpPr>
          <p:nvPr/>
        </p:nvSpPr>
        <p:spPr bwMode="auto">
          <a:xfrm>
            <a:off x="2840038" y="1662646"/>
            <a:ext cx="150812" cy="0"/>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5" name="Line 19"/>
          <p:cNvSpPr>
            <a:spLocks noChangeShapeType="1"/>
          </p:cNvSpPr>
          <p:nvPr/>
        </p:nvSpPr>
        <p:spPr bwMode="auto">
          <a:xfrm>
            <a:off x="2303463" y="1662646"/>
            <a:ext cx="138112" cy="0"/>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6" name="Line 20"/>
          <p:cNvSpPr>
            <a:spLocks noChangeShapeType="1"/>
          </p:cNvSpPr>
          <p:nvPr/>
        </p:nvSpPr>
        <p:spPr bwMode="auto">
          <a:xfrm flipH="1">
            <a:off x="2295779" y="1650079"/>
            <a:ext cx="1257" cy="1454885"/>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7" name="Line 21"/>
          <p:cNvSpPr>
            <a:spLocks noChangeShapeType="1"/>
          </p:cNvSpPr>
          <p:nvPr/>
        </p:nvSpPr>
        <p:spPr bwMode="auto">
          <a:xfrm>
            <a:off x="2990851" y="1651534"/>
            <a:ext cx="0" cy="766763"/>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8" name="Line 22"/>
          <p:cNvSpPr>
            <a:spLocks noChangeShapeType="1"/>
          </p:cNvSpPr>
          <p:nvPr/>
        </p:nvSpPr>
        <p:spPr bwMode="auto">
          <a:xfrm flipH="1">
            <a:off x="5399088" y="1662646"/>
            <a:ext cx="146050" cy="0"/>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9" name="Line 23"/>
          <p:cNvSpPr>
            <a:spLocks noChangeShapeType="1"/>
          </p:cNvSpPr>
          <p:nvPr/>
        </p:nvSpPr>
        <p:spPr bwMode="auto">
          <a:xfrm flipH="1">
            <a:off x="5948363" y="1662646"/>
            <a:ext cx="139700" cy="0"/>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0" name="Line 24"/>
          <p:cNvSpPr>
            <a:spLocks noChangeShapeType="1"/>
          </p:cNvSpPr>
          <p:nvPr/>
        </p:nvSpPr>
        <p:spPr bwMode="auto">
          <a:xfrm flipH="1">
            <a:off x="6088063" y="1654709"/>
            <a:ext cx="6350" cy="1440365"/>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1" name="Line 25"/>
          <p:cNvSpPr>
            <a:spLocks noChangeShapeType="1"/>
          </p:cNvSpPr>
          <p:nvPr/>
        </p:nvSpPr>
        <p:spPr bwMode="auto">
          <a:xfrm>
            <a:off x="5399088" y="1651534"/>
            <a:ext cx="1587" cy="777875"/>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2" name="Oval 26"/>
          <p:cNvSpPr>
            <a:spLocks noChangeArrowheads="1"/>
          </p:cNvSpPr>
          <p:nvPr/>
        </p:nvSpPr>
        <p:spPr bwMode="auto">
          <a:xfrm>
            <a:off x="3748088" y="1346734"/>
            <a:ext cx="482600" cy="484188"/>
          </a:xfrm>
          <a:prstGeom prst="ellipse">
            <a:avLst/>
          </a:pr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nvGrpSpPr>
          <p:cNvPr id="58" name="Group 32"/>
          <p:cNvGrpSpPr>
            <a:grpSpLocks/>
          </p:cNvGrpSpPr>
          <p:nvPr/>
        </p:nvGrpSpPr>
        <p:grpSpPr bwMode="auto">
          <a:xfrm rot="5400000">
            <a:off x="2540001" y="1356259"/>
            <a:ext cx="203200" cy="415925"/>
            <a:chOff x="235" y="2513"/>
            <a:chExt cx="386" cy="794"/>
          </a:xfrm>
        </p:grpSpPr>
        <p:sp>
          <p:nvSpPr>
            <p:cNvPr id="79" name="Arc 33"/>
            <p:cNvSpPr>
              <a:spLocks/>
            </p:cNvSpPr>
            <p:nvPr/>
          </p:nvSpPr>
          <p:spPr bwMode="auto">
            <a:xfrm flipH="1" flipV="1">
              <a:off x="235" y="2710"/>
              <a:ext cx="243" cy="20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0" name="Arc 34"/>
            <p:cNvSpPr>
              <a:spLocks/>
            </p:cNvSpPr>
            <p:nvPr/>
          </p:nvSpPr>
          <p:spPr bwMode="auto">
            <a:xfrm flipH="1">
              <a:off x="235" y="2514"/>
              <a:ext cx="243" cy="198"/>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1" name="Freeform 35"/>
            <p:cNvSpPr>
              <a:spLocks/>
            </p:cNvSpPr>
            <p:nvPr/>
          </p:nvSpPr>
          <p:spPr bwMode="auto">
            <a:xfrm>
              <a:off x="456" y="2513"/>
              <a:ext cx="165" cy="1"/>
            </a:xfrm>
            <a:custGeom>
              <a:avLst/>
              <a:gdLst>
                <a:gd name="T0" fmla="*/ 19853 w 20000"/>
                <a:gd name="T1" fmla="*/ 0 h 20000"/>
                <a:gd name="T2" fmla="*/ 0 w 20000"/>
                <a:gd name="T3" fmla="*/ 0 h 20000"/>
              </a:gdLst>
              <a:ahLst/>
              <a:cxnLst>
                <a:cxn ang="0">
                  <a:pos x="T0" y="T1"/>
                </a:cxn>
                <a:cxn ang="0">
                  <a:pos x="T2" y="T3"/>
                </a:cxn>
              </a:cxnLst>
              <a:rect l="0" t="0" r="r" b="b"/>
              <a:pathLst>
                <a:path w="20000" h="20000">
                  <a:moveTo>
                    <a:pt x="19853" y="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 name="Freeform 36"/>
            <p:cNvSpPr>
              <a:spLocks/>
            </p:cNvSpPr>
            <p:nvPr/>
          </p:nvSpPr>
          <p:spPr bwMode="auto">
            <a:xfrm>
              <a:off x="450" y="2911"/>
              <a:ext cx="171" cy="2"/>
            </a:xfrm>
            <a:custGeom>
              <a:avLst/>
              <a:gdLst>
                <a:gd name="T0" fmla="*/ 19858 w 20000"/>
                <a:gd name="T1" fmla="*/ 0 h 20000"/>
                <a:gd name="T2" fmla="*/ 0 w 20000"/>
                <a:gd name="T3" fmla="*/ 0 h 20000"/>
              </a:gdLst>
              <a:ahLst/>
              <a:cxnLst>
                <a:cxn ang="0">
                  <a:pos x="T0" y="T1"/>
                </a:cxn>
                <a:cxn ang="0">
                  <a:pos x="T2" y="T3"/>
                </a:cxn>
              </a:cxnLst>
              <a:rect l="0" t="0" r="r" b="b"/>
              <a:pathLst>
                <a:path w="20000" h="20000">
                  <a:moveTo>
                    <a:pt x="19858" y="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3" name="Arc 37"/>
            <p:cNvSpPr>
              <a:spLocks/>
            </p:cNvSpPr>
            <p:nvPr/>
          </p:nvSpPr>
          <p:spPr bwMode="auto">
            <a:xfrm flipH="1" flipV="1">
              <a:off x="238" y="3106"/>
              <a:ext cx="243" cy="2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4" name="Arc 38"/>
            <p:cNvSpPr>
              <a:spLocks/>
            </p:cNvSpPr>
            <p:nvPr/>
          </p:nvSpPr>
          <p:spPr bwMode="auto">
            <a:xfrm flipH="1">
              <a:off x="238" y="2907"/>
              <a:ext cx="243" cy="19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5" name="Freeform 39"/>
            <p:cNvSpPr>
              <a:spLocks/>
            </p:cNvSpPr>
            <p:nvPr/>
          </p:nvSpPr>
          <p:spPr bwMode="auto">
            <a:xfrm>
              <a:off x="450" y="3305"/>
              <a:ext cx="171" cy="2"/>
            </a:xfrm>
            <a:custGeom>
              <a:avLst/>
              <a:gdLst>
                <a:gd name="T0" fmla="*/ 19858 w 20000"/>
                <a:gd name="T1" fmla="*/ 0 h 20000"/>
                <a:gd name="T2" fmla="*/ 0 w 20000"/>
                <a:gd name="T3" fmla="*/ 0 h 20000"/>
              </a:gdLst>
              <a:ahLst/>
              <a:cxnLst>
                <a:cxn ang="0">
                  <a:pos x="T0" y="T1"/>
                </a:cxn>
                <a:cxn ang="0">
                  <a:pos x="T2" y="T3"/>
                </a:cxn>
              </a:cxnLst>
              <a:rect l="0" t="0" r="r" b="b"/>
              <a:pathLst>
                <a:path w="20000" h="20000">
                  <a:moveTo>
                    <a:pt x="19858" y="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59" name="Group 40"/>
          <p:cNvGrpSpPr>
            <a:grpSpLocks/>
          </p:cNvGrpSpPr>
          <p:nvPr/>
        </p:nvGrpSpPr>
        <p:grpSpPr bwMode="auto">
          <a:xfrm rot="5400000">
            <a:off x="5641976" y="1361021"/>
            <a:ext cx="204788" cy="415925"/>
            <a:chOff x="235" y="2513"/>
            <a:chExt cx="386" cy="794"/>
          </a:xfrm>
        </p:grpSpPr>
        <p:sp>
          <p:nvSpPr>
            <p:cNvPr id="72" name="Arc 41"/>
            <p:cNvSpPr>
              <a:spLocks/>
            </p:cNvSpPr>
            <p:nvPr/>
          </p:nvSpPr>
          <p:spPr bwMode="auto">
            <a:xfrm flipH="1" flipV="1">
              <a:off x="235" y="2710"/>
              <a:ext cx="243" cy="20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3" name="Arc 42"/>
            <p:cNvSpPr>
              <a:spLocks/>
            </p:cNvSpPr>
            <p:nvPr/>
          </p:nvSpPr>
          <p:spPr bwMode="auto">
            <a:xfrm flipH="1">
              <a:off x="235" y="2514"/>
              <a:ext cx="243" cy="198"/>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4" name="Freeform 43"/>
            <p:cNvSpPr>
              <a:spLocks/>
            </p:cNvSpPr>
            <p:nvPr/>
          </p:nvSpPr>
          <p:spPr bwMode="auto">
            <a:xfrm>
              <a:off x="456" y="2513"/>
              <a:ext cx="165" cy="1"/>
            </a:xfrm>
            <a:custGeom>
              <a:avLst/>
              <a:gdLst>
                <a:gd name="T0" fmla="*/ 19853 w 20000"/>
                <a:gd name="T1" fmla="*/ 0 h 20000"/>
                <a:gd name="T2" fmla="*/ 0 w 20000"/>
                <a:gd name="T3" fmla="*/ 0 h 20000"/>
              </a:gdLst>
              <a:ahLst/>
              <a:cxnLst>
                <a:cxn ang="0">
                  <a:pos x="T0" y="T1"/>
                </a:cxn>
                <a:cxn ang="0">
                  <a:pos x="T2" y="T3"/>
                </a:cxn>
              </a:cxnLst>
              <a:rect l="0" t="0" r="r" b="b"/>
              <a:pathLst>
                <a:path w="20000" h="20000">
                  <a:moveTo>
                    <a:pt x="19853" y="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5" name="Freeform 44"/>
            <p:cNvSpPr>
              <a:spLocks/>
            </p:cNvSpPr>
            <p:nvPr/>
          </p:nvSpPr>
          <p:spPr bwMode="auto">
            <a:xfrm>
              <a:off x="450" y="2911"/>
              <a:ext cx="171" cy="2"/>
            </a:xfrm>
            <a:custGeom>
              <a:avLst/>
              <a:gdLst>
                <a:gd name="T0" fmla="*/ 19858 w 20000"/>
                <a:gd name="T1" fmla="*/ 0 h 20000"/>
                <a:gd name="T2" fmla="*/ 0 w 20000"/>
                <a:gd name="T3" fmla="*/ 0 h 20000"/>
              </a:gdLst>
              <a:ahLst/>
              <a:cxnLst>
                <a:cxn ang="0">
                  <a:pos x="T0" y="T1"/>
                </a:cxn>
                <a:cxn ang="0">
                  <a:pos x="T2" y="T3"/>
                </a:cxn>
              </a:cxnLst>
              <a:rect l="0" t="0" r="r" b="b"/>
              <a:pathLst>
                <a:path w="20000" h="20000">
                  <a:moveTo>
                    <a:pt x="19858" y="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 name="Arc 45"/>
            <p:cNvSpPr>
              <a:spLocks/>
            </p:cNvSpPr>
            <p:nvPr/>
          </p:nvSpPr>
          <p:spPr bwMode="auto">
            <a:xfrm flipH="1" flipV="1">
              <a:off x="238" y="3106"/>
              <a:ext cx="243" cy="2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7" name="Arc 46"/>
            <p:cNvSpPr>
              <a:spLocks/>
            </p:cNvSpPr>
            <p:nvPr/>
          </p:nvSpPr>
          <p:spPr bwMode="auto">
            <a:xfrm flipH="1">
              <a:off x="238" y="2907"/>
              <a:ext cx="243" cy="19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8" name="Freeform 47"/>
            <p:cNvSpPr>
              <a:spLocks/>
            </p:cNvSpPr>
            <p:nvPr/>
          </p:nvSpPr>
          <p:spPr bwMode="auto">
            <a:xfrm>
              <a:off x="450" y="3305"/>
              <a:ext cx="171" cy="2"/>
            </a:xfrm>
            <a:custGeom>
              <a:avLst/>
              <a:gdLst>
                <a:gd name="T0" fmla="*/ 19858 w 20000"/>
                <a:gd name="T1" fmla="*/ 0 h 20000"/>
                <a:gd name="T2" fmla="*/ 0 w 20000"/>
                <a:gd name="T3" fmla="*/ 0 h 20000"/>
              </a:gdLst>
              <a:ahLst/>
              <a:cxnLst>
                <a:cxn ang="0">
                  <a:pos x="T0" y="T1"/>
                </a:cxn>
                <a:cxn ang="0">
                  <a:pos x="T2" y="T3"/>
                </a:cxn>
              </a:cxnLst>
              <a:rect l="0" t="0" r="r" b="b"/>
              <a:pathLst>
                <a:path w="20000" h="20000">
                  <a:moveTo>
                    <a:pt x="19858" y="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86" name="Rectangle 14"/>
          <p:cNvSpPr>
            <a:spLocks noChangeArrowheads="1"/>
          </p:cNvSpPr>
          <p:nvPr/>
        </p:nvSpPr>
        <p:spPr bwMode="auto">
          <a:xfrm>
            <a:off x="1246459" y="1231629"/>
            <a:ext cx="1016000" cy="247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lnSpc>
                <a:spcPct val="100000"/>
              </a:lnSpc>
              <a:spcBef>
                <a:spcPct val="0"/>
              </a:spcBef>
              <a:buClrTx/>
              <a:buSzTx/>
              <a:buFontTx/>
              <a:buNone/>
            </a:pPr>
            <a:r>
              <a:rPr lang="en-GB" altLang="en-US" sz="1600" b="0" i="0" dirty="0">
                <a:solidFill>
                  <a:schemeClr val="tx1"/>
                </a:solidFill>
                <a:latin typeface="FuturaA Md BT" pitchFamily="34" charset="0"/>
              </a:rPr>
              <a:t>230 KV</a:t>
            </a:r>
          </a:p>
        </p:txBody>
      </p:sp>
      <p:sp>
        <p:nvSpPr>
          <p:cNvPr id="87" name="Rectangle 14"/>
          <p:cNvSpPr>
            <a:spLocks noChangeArrowheads="1"/>
          </p:cNvSpPr>
          <p:nvPr/>
        </p:nvSpPr>
        <p:spPr bwMode="auto">
          <a:xfrm>
            <a:off x="6541541" y="1231629"/>
            <a:ext cx="1016000" cy="247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lnSpc>
                <a:spcPct val="100000"/>
              </a:lnSpc>
              <a:spcBef>
                <a:spcPct val="0"/>
              </a:spcBef>
              <a:buClrTx/>
              <a:buSzTx/>
              <a:buFontTx/>
              <a:buNone/>
            </a:pPr>
            <a:r>
              <a:rPr lang="en-GB" altLang="en-US" sz="1600" b="0" i="0" dirty="0">
                <a:solidFill>
                  <a:schemeClr val="tx1"/>
                </a:solidFill>
                <a:latin typeface="FuturaA Md BT" pitchFamily="34" charset="0"/>
              </a:rPr>
              <a:t>13.8 KV</a:t>
            </a:r>
          </a:p>
        </p:txBody>
      </p:sp>
      <p:sp>
        <p:nvSpPr>
          <p:cNvPr id="88" name="Rectangle 14"/>
          <p:cNvSpPr>
            <a:spLocks noChangeArrowheads="1"/>
          </p:cNvSpPr>
          <p:nvPr/>
        </p:nvSpPr>
        <p:spPr bwMode="auto">
          <a:xfrm>
            <a:off x="3859213" y="1044315"/>
            <a:ext cx="1016000" cy="247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lnSpc>
                <a:spcPct val="100000"/>
              </a:lnSpc>
              <a:spcBef>
                <a:spcPct val="0"/>
              </a:spcBef>
              <a:buClrTx/>
              <a:buSzTx/>
              <a:buFontTx/>
              <a:buNone/>
            </a:pPr>
            <a:r>
              <a:rPr lang="en-GB" altLang="en-US" sz="1600" b="0" i="0" dirty="0">
                <a:solidFill>
                  <a:schemeClr val="tx1"/>
                </a:solidFill>
                <a:latin typeface="FuturaA Md BT" pitchFamily="34" charset="0"/>
              </a:rPr>
              <a:t>100 MVA</a:t>
            </a:r>
          </a:p>
        </p:txBody>
      </p:sp>
      <p:sp>
        <p:nvSpPr>
          <p:cNvPr id="89" name="Rectangle 14"/>
          <p:cNvSpPr>
            <a:spLocks noChangeArrowheads="1"/>
          </p:cNvSpPr>
          <p:nvPr/>
        </p:nvSpPr>
        <p:spPr bwMode="auto">
          <a:xfrm>
            <a:off x="2127509" y="1200311"/>
            <a:ext cx="1016000" cy="247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ctr">
              <a:lnSpc>
                <a:spcPct val="100000"/>
              </a:lnSpc>
              <a:spcBef>
                <a:spcPct val="0"/>
              </a:spcBef>
              <a:buClrTx/>
              <a:buSzTx/>
              <a:buFontTx/>
              <a:buNone/>
            </a:pPr>
            <a:r>
              <a:rPr lang="en-GB" altLang="en-US" sz="1600" b="0" i="0" dirty="0">
                <a:solidFill>
                  <a:schemeClr val="tx1"/>
                </a:solidFill>
                <a:latin typeface="FuturaA Md BT" pitchFamily="34" charset="0"/>
              </a:rPr>
              <a:t>400:5</a:t>
            </a:r>
          </a:p>
        </p:txBody>
      </p:sp>
      <p:sp>
        <p:nvSpPr>
          <p:cNvPr id="90" name="Rectangle 14"/>
          <p:cNvSpPr>
            <a:spLocks noChangeArrowheads="1"/>
          </p:cNvSpPr>
          <p:nvPr/>
        </p:nvSpPr>
        <p:spPr bwMode="auto">
          <a:xfrm>
            <a:off x="5243320" y="1178646"/>
            <a:ext cx="1016000" cy="247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ctr">
              <a:lnSpc>
                <a:spcPct val="100000"/>
              </a:lnSpc>
              <a:spcBef>
                <a:spcPct val="0"/>
              </a:spcBef>
              <a:buClrTx/>
              <a:buSzTx/>
              <a:buFontTx/>
              <a:buNone/>
            </a:pPr>
            <a:r>
              <a:rPr lang="en-GB" altLang="en-US" sz="1600" b="0" i="0" dirty="0">
                <a:solidFill>
                  <a:schemeClr val="tx1"/>
                </a:solidFill>
                <a:latin typeface="FuturaA Md BT" pitchFamily="34" charset="0"/>
              </a:rPr>
              <a:t>3000:5</a:t>
            </a:r>
          </a:p>
        </p:txBody>
      </p:sp>
      <mc:AlternateContent xmlns:mc="http://schemas.openxmlformats.org/markup-compatibility/2006" xmlns:a14="http://schemas.microsoft.com/office/drawing/2010/main">
        <mc:Choice Requires="a14">
          <p:sp>
            <p:nvSpPr>
              <p:cNvPr id="3" name="Rectangle 2"/>
              <p:cNvSpPr/>
              <p:nvPr/>
            </p:nvSpPr>
            <p:spPr>
              <a:xfrm>
                <a:off x="878531" y="3908541"/>
                <a:ext cx="2265107" cy="67076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i="1" smtClean="0">
                          <a:solidFill>
                            <a:schemeClr val="tx1"/>
                          </a:solidFill>
                          <a:latin typeface="Cambria Math" panose="02040503050406030204" pitchFamily="18" charset="0"/>
                        </a:rPr>
                        <m:t>𝐼</m:t>
                      </m:r>
                      <m:r>
                        <a:rPr lang="en-US" i="0">
                          <a:solidFill>
                            <a:schemeClr val="tx1"/>
                          </a:solidFill>
                          <a:latin typeface="Cambria Math" panose="02040503050406030204" pitchFamily="18" charset="0"/>
                        </a:rPr>
                        <m:t> </m:t>
                      </m:r>
                      <m:r>
                        <a:rPr lang="en-US" i="1">
                          <a:solidFill>
                            <a:schemeClr val="tx1"/>
                          </a:solidFill>
                          <a:latin typeface="Cambria Math" panose="02040503050406030204" pitchFamily="18" charset="0"/>
                        </a:rPr>
                        <m:t>𝑟𝑒𝑓</m:t>
                      </m:r>
                      <m:r>
                        <a:rPr lang="en-US" i="0">
                          <a:solidFill>
                            <a:schemeClr val="tx1"/>
                          </a:solidFill>
                          <a:latin typeface="Cambria Math" panose="02040503050406030204" pitchFamily="18" charset="0"/>
                        </a:rPr>
                        <m:t>,</m:t>
                      </m:r>
                      <m:r>
                        <a:rPr lang="en-US" i="1">
                          <a:solidFill>
                            <a:schemeClr val="tx1"/>
                          </a:solidFill>
                          <a:latin typeface="Cambria Math" panose="02040503050406030204" pitchFamily="18" charset="0"/>
                        </a:rPr>
                        <m:t>𝑛</m:t>
                      </m:r>
                      <m:r>
                        <a:rPr lang="en-US" i="0">
                          <a:solidFill>
                            <a:schemeClr val="tx1"/>
                          </a:solidFill>
                          <a:latin typeface="Cambria Math" panose="02040503050406030204" pitchFamily="18" charset="0"/>
                        </a:rPr>
                        <m:t>=</m:t>
                      </m:r>
                      <m:f>
                        <m:fPr>
                          <m:ctrlPr>
                            <a:rPr lang="en-US" i="1">
                              <a:solidFill>
                                <a:schemeClr val="tx1"/>
                              </a:solidFill>
                              <a:latin typeface="Cambria Math" panose="02040503050406030204" pitchFamily="18" charset="0"/>
                            </a:rPr>
                          </m:ctrlPr>
                        </m:fPr>
                        <m:num>
                          <m:r>
                            <a:rPr lang="en-US" i="1">
                              <a:solidFill>
                                <a:schemeClr val="tx1"/>
                              </a:solidFill>
                              <a:latin typeface="Cambria Math" panose="02040503050406030204" pitchFamily="18" charset="0"/>
                            </a:rPr>
                            <m:t>𝑆𝑟𝑒𝑓</m:t>
                          </m:r>
                        </m:num>
                        <m:den>
                          <m:rad>
                            <m:radPr>
                              <m:degHide m:val="on"/>
                              <m:ctrlPr>
                                <a:rPr lang="en-US" i="1">
                                  <a:solidFill>
                                    <a:schemeClr val="tx1"/>
                                  </a:solidFill>
                                  <a:latin typeface="Cambria Math" panose="02040503050406030204" pitchFamily="18" charset="0"/>
                                </a:rPr>
                              </m:ctrlPr>
                            </m:radPr>
                            <m:deg/>
                            <m:e>
                              <m:r>
                                <a:rPr lang="en-US" i="0">
                                  <a:solidFill>
                                    <a:schemeClr val="tx1"/>
                                  </a:solidFill>
                                  <a:latin typeface="Cambria Math" panose="02040503050406030204" pitchFamily="18" charset="0"/>
                                </a:rPr>
                                <m:t>3</m:t>
                              </m:r>
                            </m:e>
                          </m:rad>
                          <m:r>
                            <a:rPr lang="en-US" i="1">
                              <a:solidFill>
                                <a:schemeClr val="tx1"/>
                              </a:solidFill>
                              <a:latin typeface="Cambria Math" panose="02040503050406030204" pitchFamily="18" charset="0"/>
                            </a:rPr>
                            <m:t>𝑉</m:t>
                          </m:r>
                          <m:r>
                            <a:rPr lang="en-US" i="0">
                              <a:solidFill>
                                <a:schemeClr val="tx1"/>
                              </a:solidFill>
                              <a:latin typeface="Cambria Math" panose="02040503050406030204" pitchFamily="18" charset="0"/>
                            </a:rPr>
                            <m:t> </m:t>
                          </m:r>
                          <m:r>
                            <a:rPr lang="en-US" i="1">
                              <a:solidFill>
                                <a:schemeClr val="tx1"/>
                              </a:solidFill>
                              <a:latin typeface="Cambria Math" panose="02040503050406030204" pitchFamily="18" charset="0"/>
                            </a:rPr>
                            <m:t>𝑛𝑜𝑚</m:t>
                          </m:r>
                          <m:r>
                            <a:rPr lang="en-US" i="0">
                              <a:solidFill>
                                <a:schemeClr val="tx1"/>
                              </a:solidFill>
                              <a:latin typeface="Cambria Math" panose="02040503050406030204" pitchFamily="18" charset="0"/>
                            </a:rPr>
                            <m:t> </m:t>
                          </m:r>
                        </m:den>
                      </m:f>
                    </m:oMath>
                  </m:oMathPara>
                </a14:m>
                <a:endParaRPr lang="en-US" dirty="0">
                  <a:solidFill>
                    <a:schemeClr val="tx1"/>
                  </a:solidFill>
                </a:endParaRPr>
              </a:p>
            </p:txBody>
          </p:sp>
        </mc:Choice>
        <mc:Fallback xmlns="">
          <p:sp>
            <p:nvSpPr>
              <p:cNvPr id="3" name="Rectangle 2"/>
              <p:cNvSpPr>
                <a:spLocks noRot="1" noChangeAspect="1" noMove="1" noResize="1" noEditPoints="1" noAdjustHandles="1" noChangeArrowheads="1" noChangeShapeType="1" noTextEdit="1"/>
              </p:cNvSpPr>
              <p:nvPr/>
            </p:nvSpPr>
            <p:spPr>
              <a:xfrm>
                <a:off x="878531" y="3908541"/>
                <a:ext cx="2265107" cy="670761"/>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3" name="Rectangle 92"/>
              <p:cNvSpPr/>
              <p:nvPr/>
            </p:nvSpPr>
            <p:spPr>
              <a:xfrm>
                <a:off x="4756772" y="4876783"/>
                <a:ext cx="3278783" cy="503215"/>
              </a:xfrm>
              <a:prstGeom prst="rect">
                <a:avLst/>
              </a:prstGeom>
            </p:spPr>
            <p:txBody>
              <a:bodyPr wrap="none">
                <a:spAutoFit/>
              </a:bodyPr>
              <a:lstStyle/>
              <a:p>
                <a14:m>
                  <m:oMath xmlns:m="http://schemas.openxmlformats.org/officeDocument/2006/math">
                    <m:r>
                      <a:rPr lang="en-US" i="1" smtClean="0">
                        <a:solidFill>
                          <a:schemeClr val="tx1"/>
                        </a:solidFill>
                        <a:latin typeface="Cambria Math" panose="02040503050406030204" pitchFamily="18" charset="0"/>
                      </a:rPr>
                      <m:t>𝐼</m:t>
                    </m:r>
                    <m:r>
                      <a:rPr lang="en-US" i="0">
                        <a:solidFill>
                          <a:schemeClr val="tx1"/>
                        </a:solidFill>
                        <a:latin typeface="Cambria Math" panose="02040503050406030204" pitchFamily="18" charset="0"/>
                      </a:rPr>
                      <m:t> </m:t>
                    </m:r>
                    <m:r>
                      <a:rPr lang="en-US" i="1">
                        <a:solidFill>
                          <a:schemeClr val="tx1"/>
                        </a:solidFill>
                        <a:latin typeface="Cambria Math" panose="02040503050406030204" pitchFamily="18" charset="0"/>
                      </a:rPr>
                      <m:t>𝑟𝑒𝑓</m:t>
                    </m:r>
                    <m:r>
                      <a:rPr lang="en-US" i="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𝐿𝑉</m:t>
                    </m:r>
                    <m:r>
                      <a:rPr lang="en-US" i="0">
                        <a:solidFill>
                          <a:schemeClr val="tx1"/>
                        </a:solidFill>
                        <a:latin typeface="Cambria Math" panose="02040503050406030204" pitchFamily="18" charset="0"/>
                      </a:rPr>
                      <m:t>=</m:t>
                    </m:r>
                    <m:f>
                      <m:fPr>
                        <m:ctrlPr>
                          <a:rPr lang="en-US" i="1">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100 </m:t>
                        </m:r>
                        <m:r>
                          <a:rPr lang="en-US" b="0" i="1" smtClean="0">
                            <a:solidFill>
                              <a:schemeClr val="tx1"/>
                            </a:solidFill>
                            <a:latin typeface="Cambria Math" panose="02040503050406030204" pitchFamily="18" charset="0"/>
                          </a:rPr>
                          <m:t>𝑀𝑉𝐴</m:t>
                        </m:r>
                      </m:num>
                      <m:den>
                        <m:rad>
                          <m:radPr>
                            <m:degHide m:val="on"/>
                            <m:ctrlPr>
                              <a:rPr lang="en-US" i="1">
                                <a:solidFill>
                                  <a:schemeClr val="tx1"/>
                                </a:solidFill>
                                <a:latin typeface="Cambria Math" panose="02040503050406030204" pitchFamily="18" charset="0"/>
                              </a:rPr>
                            </m:ctrlPr>
                          </m:radPr>
                          <m:deg/>
                          <m:e>
                            <m:r>
                              <a:rPr lang="en-US" i="0">
                                <a:solidFill>
                                  <a:schemeClr val="tx1"/>
                                </a:solidFill>
                                <a:latin typeface="Cambria Math" panose="02040503050406030204" pitchFamily="18" charset="0"/>
                              </a:rPr>
                              <m:t>3</m:t>
                            </m:r>
                          </m:e>
                        </m:rad>
                        <m:r>
                          <a:rPr lang="en-US" b="0" i="1" smtClean="0">
                            <a:solidFill>
                              <a:schemeClr val="tx1"/>
                            </a:solidFill>
                            <a:latin typeface="Cambria Math" panose="02040503050406030204" pitchFamily="18" charset="0"/>
                          </a:rPr>
                          <m:t>𝑥</m:t>
                        </m:r>
                        <m:r>
                          <a:rPr lang="en-US" b="0" i="1" smtClean="0">
                            <a:solidFill>
                              <a:schemeClr val="tx1"/>
                            </a:solidFill>
                            <a:latin typeface="Cambria Math" panose="02040503050406030204" pitchFamily="18" charset="0"/>
                          </a:rPr>
                          <m:t> </m:t>
                        </m:r>
                        <m:r>
                          <a:rPr lang="en-US" b="0" i="0" smtClean="0">
                            <a:solidFill>
                              <a:schemeClr val="tx1"/>
                            </a:solidFill>
                            <a:latin typeface="Cambria Math" panose="02040503050406030204" pitchFamily="18" charset="0"/>
                          </a:rPr>
                          <m:t>13.8</m:t>
                        </m:r>
                        <m:r>
                          <m:rPr>
                            <m:sty m:val="p"/>
                          </m:rPr>
                          <a:rPr lang="en-US" b="0" i="0" smtClean="0">
                            <a:solidFill>
                              <a:schemeClr val="tx1"/>
                            </a:solidFill>
                            <a:latin typeface="Cambria Math" panose="02040503050406030204" pitchFamily="18" charset="0"/>
                          </a:rPr>
                          <m:t>KV</m:t>
                        </m:r>
                        <m:r>
                          <a:rPr lang="en-US" i="0">
                            <a:solidFill>
                              <a:schemeClr val="tx1"/>
                            </a:solidFill>
                            <a:latin typeface="Cambria Math" panose="02040503050406030204" pitchFamily="18" charset="0"/>
                          </a:rPr>
                          <m:t> </m:t>
                        </m:r>
                      </m:den>
                    </m:f>
                  </m:oMath>
                </a14:m>
                <a:r>
                  <a:rPr lang="en-US" dirty="0">
                    <a:solidFill>
                      <a:schemeClr val="tx1"/>
                    </a:solidFill>
                  </a:rPr>
                  <a:t> = 4184 A</a:t>
                </a:r>
              </a:p>
            </p:txBody>
          </p:sp>
        </mc:Choice>
        <mc:Fallback xmlns="">
          <p:sp>
            <p:nvSpPr>
              <p:cNvPr id="93" name="Rectangle 92"/>
              <p:cNvSpPr>
                <a:spLocks noRot="1" noChangeAspect="1" noMove="1" noResize="1" noEditPoints="1" noAdjustHandles="1" noChangeArrowheads="1" noChangeShapeType="1" noTextEdit="1"/>
              </p:cNvSpPr>
              <p:nvPr/>
            </p:nvSpPr>
            <p:spPr>
              <a:xfrm>
                <a:off x="4756772" y="4876783"/>
                <a:ext cx="3278783" cy="503215"/>
              </a:xfrm>
              <a:prstGeom prst="rect">
                <a:avLst/>
              </a:prstGeom>
              <a:blipFill>
                <a:blip r:embed="rId4"/>
                <a:stretch>
                  <a:fillRect r="-558" b="-241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4" name="Rectangle 93"/>
              <p:cNvSpPr/>
              <p:nvPr/>
            </p:nvSpPr>
            <p:spPr>
              <a:xfrm>
                <a:off x="978822" y="4886441"/>
                <a:ext cx="3054682" cy="503215"/>
              </a:xfrm>
              <a:prstGeom prst="rect">
                <a:avLst/>
              </a:prstGeom>
            </p:spPr>
            <p:txBody>
              <a:bodyPr wrap="none">
                <a:spAutoFit/>
              </a:bodyPr>
              <a:lstStyle/>
              <a:p>
                <a14:m>
                  <m:oMath xmlns:m="http://schemas.openxmlformats.org/officeDocument/2006/math">
                    <m:r>
                      <a:rPr lang="en-US" i="1" smtClean="0">
                        <a:solidFill>
                          <a:schemeClr val="tx1"/>
                        </a:solidFill>
                        <a:latin typeface="Cambria Math" panose="02040503050406030204" pitchFamily="18" charset="0"/>
                      </a:rPr>
                      <m:t>𝐼</m:t>
                    </m:r>
                    <m:r>
                      <a:rPr lang="en-US" i="0">
                        <a:solidFill>
                          <a:schemeClr val="tx1"/>
                        </a:solidFill>
                        <a:latin typeface="Cambria Math" panose="02040503050406030204" pitchFamily="18" charset="0"/>
                      </a:rPr>
                      <m:t> </m:t>
                    </m:r>
                    <m:r>
                      <a:rPr lang="en-US" i="1">
                        <a:solidFill>
                          <a:schemeClr val="tx1"/>
                        </a:solidFill>
                        <a:latin typeface="Cambria Math" panose="02040503050406030204" pitchFamily="18" charset="0"/>
                      </a:rPr>
                      <m:t>𝑟𝑒𝑓</m:t>
                    </m:r>
                    <m:r>
                      <a:rPr lang="en-US" i="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𝐻𝑉</m:t>
                    </m:r>
                    <m:r>
                      <a:rPr lang="en-US" i="0">
                        <a:solidFill>
                          <a:schemeClr val="tx1"/>
                        </a:solidFill>
                        <a:latin typeface="Cambria Math" panose="02040503050406030204" pitchFamily="18" charset="0"/>
                      </a:rPr>
                      <m:t>=</m:t>
                    </m:r>
                    <m:f>
                      <m:fPr>
                        <m:ctrlPr>
                          <a:rPr lang="en-US" i="1">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100 </m:t>
                        </m:r>
                        <m:r>
                          <a:rPr lang="en-US" b="0" i="1" smtClean="0">
                            <a:solidFill>
                              <a:schemeClr val="tx1"/>
                            </a:solidFill>
                            <a:latin typeface="Cambria Math" panose="02040503050406030204" pitchFamily="18" charset="0"/>
                          </a:rPr>
                          <m:t>𝑀𝑉𝐴</m:t>
                        </m:r>
                      </m:num>
                      <m:den>
                        <m:rad>
                          <m:radPr>
                            <m:degHide m:val="on"/>
                            <m:ctrlPr>
                              <a:rPr lang="en-US" i="1">
                                <a:solidFill>
                                  <a:schemeClr val="tx1"/>
                                </a:solidFill>
                                <a:latin typeface="Cambria Math" panose="02040503050406030204" pitchFamily="18" charset="0"/>
                              </a:rPr>
                            </m:ctrlPr>
                          </m:radPr>
                          <m:deg/>
                          <m:e>
                            <m:r>
                              <a:rPr lang="en-US" i="0">
                                <a:solidFill>
                                  <a:schemeClr val="tx1"/>
                                </a:solidFill>
                                <a:latin typeface="Cambria Math" panose="02040503050406030204" pitchFamily="18" charset="0"/>
                              </a:rPr>
                              <m:t>3</m:t>
                            </m:r>
                          </m:e>
                        </m:rad>
                        <m:r>
                          <a:rPr lang="en-US" b="0" i="1" smtClean="0">
                            <a:solidFill>
                              <a:schemeClr val="tx1"/>
                            </a:solidFill>
                            <a:latin typeface="Cambria Math" panose="02040503050406030204" pitchFamily="18" charset="0"/>
                          </a:rPr>
                          <m:t>. </m:t>
                        </m:r>
                        <m:r>
                          <a:rPr lang="en-US" b="0" i="0" smtClean="0">
                            <a:solidFill>
                              <a:schemeClr val="tx1"/>
                            </a:solidFill>
                            <a:latin typeface="Cambria Math" panose="02040503050406030204" pitchFamily="18" charset="0"/>
                          </a:rPr>
                          <m:t>230</m:t>
                        </m:r>
                        <m:r>
                          <m:rPr>
                            <m:sty m:val="p"/>
                          </m:rPr>
                          <a:rPr lang="en-US" b="0" i="0" smtClean="0">
                            <a:solidFill>
                              <a:schemeClr val="tx1"/>
                            </a:solidFill>
                            <a:latin typeface="Cambria Math" panose="02040503050406030204" pitchFamily="18" charset="0"/>
                          </a:rPr>
                          <m:t>KV</m:t>
                        </m:r>
                        <m:r>
                          <a:rPr lang="en-US" i="0">
                            <a:solidFill>
                              <a:schemeClr val="tx1"/>
                            </a:solidFill>
                            <a:latin typeface="Cambria Math" panose="02040503050406030204" pitchFamily="18" charset="0"/>
                          </a:rPr>
                          <m:t> </m:t>
                        </m:r>
                      </m:den>
                    </m:f>
                  </m:oMath>
                </a14:m>
                <a:r>
                  <a:rPr lang="en-US" dirty="0">
                    <a:solidFill>
                      <a:schemeClr val="tx1"/>
                    </a:solidFill>
                  </a:rPr>
                  <a:t> = 251 A</a:t>
                </a:r>
              </a:p>
            </p:txBody>
          </p:sp>
        </mc:Choice>
        <mc:Fallback xmlns="">
          <p:sp>
            <p:nvSpPr>
              <p:cNvPr id="94" name="Rectangle 93"/>
              <p:cNvSpPr>
                <a:spLocks noRot="1" noChangeAspect="1" noMove="1" noResize="1" noEditPoints="1" noAdjustHandles="1" noChangeArrowheads="1" noChangeShapeType="1" noTextEdit="1"/>
              </p:cNvSpPr>
              <p:nvPr/>
            </p:nvSpPr>
            <p:spPr>
              <a:xfrm>
                <a:off x="978822" y="4886441"/>
                <a:ext cx="3054682" cy="503215"/>
              </a:xfrm>
              <a:prstGeom prst="rect">
                <a:avLst/>
              </a:prstGeom>
              <a:blipFill>
                <a:blip r:embed="rId5"/>
                <a:stretch>
                  <a:fillRect r="-798" b="-3659"/>
                </a:stretch>
              </a:blipFill>
            </p:spPr>
            <p:txBody>
              <a:bodyPr/>
              <a:lstStyle/>
              <a:p>
                <a:r>
                  <a:rPr lang="en-US">
                    <a:noFill/>
                  </a:rPr>
                  <a:t> </a:t>
                </a:r>
              </a:p>
            </p:txBody>
          </p:sp>
        </mc:Fallback>
      </mc:AlternateContent>
      <p:cxnSp>
        <p:nvCxnSpPr>
          <p:cNvPr id="5" name="Straight Arrow Connector 4"/>
          <p:cNvCxnSpPr/>
          <p:nvPr/>
        </p:nvCxnSpPr>
        <p:spPr bwMode="auto">
          <a:xfrm>
            <a:off x="1246459" y="1592080"/>
            <a:ext cx="589237" cy="0"/>
          </a:xfrm>
          <a:prstGeom prst="straightConnector1">
            <a:avLst/>
          </a:prstGeom>
          <a:solidFill>
            <a:schemeClr val="accent1"/>
          </a:solidFill>
          <a:ln w="22225" cap="flat" cmpd="sng" algn="ctr">
            <a:solidFill>
              <a:srgbClr val="FF0000"/>
            </a:solidFill>
            <a:prstDash val="solid"/>
            <a:round/>
            <a:headEnd type="none" w="sm" len="sm"/>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7" name="Rectangle 14"/>
          <p:cNvSpPr>
            <a:spLocks noChangeArrowheads="1"/>
          </p:cNvSpPr>
          <p:nvPr/>
        </p:nvSpPr>
        <p:spPr bwMode="auto">
          <a:xfrm>
            <a:off x="1049323" y="1627608"/>
            <a:ext cx="1016000" cy="247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ctr">
              <a:lnSpc>
                <a:spcPct val="100000"/>
              </a:lnSpc>
              <a:spcBef>
                <a:spcPct val="0"/>
              </a:spcBef>
              <a:buClrTx/>
              <a:buSzTx/>
              <a:buFontTx/>
              <a:buNone/>
            </a:pPr>
            <a:r>
              <a:rPr lang="en-GB" altLang="en-US" sz="1600" b="0" i="0" dirty="0">
                <a:solidFill>
                  <a:srgbClr val="FF0000"/>
                </a:solidFill>
                <a:latin typeface="FuturaA Md BT" pitchFamily="34" charset="0"/>
              </a:rPr>
              <a:t>251 A</a:t>
            </a:r>
          </a:p>
        </p:txBody>
      </p:sp>
      <p:cxnSp>
        <p:nvCxnSpPr>
          <p:cNvPr id="98" name="Straight Arrow Connector 97"/>
          <p:cNvCxnSpPr/>
          <p:nvPr/>
        </p:nvCxnSpPr>
        <p:spPr bwMode="auto">
          <a:xfrm>
            <a:off x="6678652" y="1583071"/>
            <a:ext cx="589237" cy="0"/>
          </a:xfrm>
          <a:prstGeom prst="straightConnector1">
            <a:avLst/>
          </a:prstGeom>
          <a:solidFill>
            <a:schemeClr val="accent1"/>
          </a:solidFill>
          <a:ln w="22225" cap="flat" cmpd="sng" algn="ctr">
            <a:solidFill>
              <a:srgbClr val="FF0000"/>
            </a:solidFill>
            <a:prstDash val="solid"/>
            <a:round/>
            <a:headEnd type="none" w="sm" len="sm"/>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9" name="Rectangle 14"/>
          <p:cNvSpPr>
            <a:spLocks noChangeArrowheads="1"/>
          </p:cNvSpPr>
          <p:nvPr/>
        </p:nvSpPr>
        <p:spPr bwMode="auto">
          <a:xfrm>
            <a:off x="6465270" y="1590542"/>
            <a:ext cx="1016000" cy="247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ctr">
              <a:lnSpc>
                <a:spcPct val="100000"/>
              </a:lnSpc>
              <a:spcBef>
                <a:spcPct val="0"/>
              </a:spcBef>
              <a:buClrTx/>
              <a:buSzTx/>
              <a:buFontTx/>
              <a:buNone/>
            </a:pPr>
            <a:r>
              <a:rPr lang="en-GB" altLang="en-US" sz="1600" b="0" i="0" dirty="0">
                <a:solidFill>
                  <a:srgbClr val="FF0000"/>
                </a:solidFill>
                <a:latin typeface="FuturaA Md BT" pitchFamily="34" charset="0"/>
              </a:rPr>
              <a:t>4184 A</a:t>
            </a:r>
          </a:p>
        </p:txBody>
      </p:sp>
      <p:sp>
        <p:nvSpPr>
          <p:cNvPr id="6" name="Rectangle 5"/>
          <p:cNvSpPr/>
          <p:nvPr/>
        </p:nvSpPr>
        <p:spPr bwMode="auto">
          <a:xfrm>
            <a:off x="3785016" y="2782434"/>
            <a:ext cx="1219956" cy="602569"/>
          </a:xfrm>
          <a:prstGeom prst="rect">
            <a:avLst/>
          </a:prstGeom>
          <a:solidFill>
            <a:schemeClr val="bg1"/>
          </a:solidFill>
          <a:ln w="25400" cap="flat" cmpd="sng" algn="ctr">
            <a:solidFill>
              <a:schemeClr val="tx1"/>
            </a:solidFill>
            <a:prstDash val="solid"/>
            <a:round/>
            <a:headEnd type="none" w="sm" len="sm"/>
            <a:tailEnd type="none" w="sm" len="sm"/>
          </a:ln>
          <a:effectLst/>
          <a:ex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panose="020B0604020202020204" pitchFamily="34" charset="0"/>
              </a:rPr>
              <a:t>87T</a:t>
            </a:r>
          </a:p>
        </p:txBody>
      </p:sp>
      <p:cxnSp>
        <p:nvCxnSpPr>
          <p:cNvPr id="8" name="Straight Arrow Connector 7"/>
          <p:cNvCxnSpPr/>
          <p:nvPr/>
        </p:nvCxnSpPr>
        <p:spPr bwMode="auto">
          <a:xfrm>
            <a:off x="2303462" y="3096602"/>
            <a:ext cx="1481554" cy="0"/>
          </a:xfrm>
          <a:prstGeom prst="straightConnector1">
            <a:avLst/>
          </a:prstGeom>
          <a:solidFill>
            <a:schemeClr val="accent1"/>
          </a:solidFill>
          <a:ln w="28575" cap="flat" cmpd="sng" algn="ctr">
            <a:solidFill>
              <a:schemeClr val="tx1"/>
            </a:solidFill>
            <a:prstDash val="solid"/>
            <a:round/>
            <a:headEnd type="none" w="sm" len="sm"/>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 name="Straight Arrow Connector 9"/>
          <p:cNvCxnSpPr>
            <a:stCxn id="50" idx="1"/>
            <a:endCxn id="6" idx="3"/>
          </p:cNvCxnSpPr>
          <p:nvPr/>
        </p:nvCxnSpPr>
        <p:spPr bwMode="auto">
          <a:xfrm flipH="1" flipV="1">
            <a:off x="5004972" y="3083719"/>
            <a:ext cx="1083091" cy="11355"/>
          </a:xfrm>
          <a:prstGeom prst="straightConnector1">
            <a:avLst/>
          </a:prstGeom>
          <a:solidFill>
            <a:schemeClr val="accent1"/>
          </a:solidFill>
          <a:ln w="28575" cap="flat" cmpd="sng" algn="ctr">
            <a:solidFill>
              <a:schemeClr val="tx1"/>
            </a:solidFill>
            <a:prstDash val="solid"/>
            <a:round/>
            <a:headEnd type="none" w="sm" len="sm"/>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5421707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94"/>
                                        </p:tgtEl>
                                        <p:attrNameLst>
                                          <p:attrName>style.visibility</p:attrName>
                                        </p:attrNameLst>
                                      </p:cBhvr>
                                      <p:to>
                                        <p:strVal val="visible"/>
                                      </p:to>
                                    </p:set>
                                    <p:animEffect transition="in" filter="blinds(horizontal)">
                                      <p:cBhvr>
                                        <p:cTn id="12" dur="500"/>
                                        <p:tgtEl>
                                          <p:spTgt spid="94"/>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blinds(horizontal)">
                                      <p:cBhvr>
                                        <p:cTn id="17" dur="500"/>
                                        <p:tgtEl>
                                          <p:spTgt spid="5"/>
                                        </p:tgtEl>
                                      </p:cBhvr>
                                    </p:animEffect>
                                  </p:childTnLst>
                                </p:cTn>
                              </p:par>
                              <p:par>
                                <p:cTn id="18" presetID="3" presetClass="entr" presetSubtype="10" fill="hold" grpId="0" nodeType="withEffect">
                                  <p:stCondLst>
                                    <p:cond delay="0"/>
                                  </p:stCondLst>
                                  <p:childTnLst>
                                    <p:set>
                                      <p:cBhvr>
                                        <p:cTn id="19" dur="1" fill="hold">
                                          <p:stCondLst>
                                            <p:cond delay="0"/>
                                          </p:stCondLst>
                                        </p:cTn>
                                        <p:tgtEl>
                                          <p:spTgt spid="97"/>
                                        </p:tgtEl>
                                        <p:attrNameLst>
                                          <p:attrName>style.visibility</p:attrName>
                                        </p:attrNameLst>
                                      </p:cBhvr>
                                      <p:to>
                                        <p:strVal val="visible"/>
                                      </p:to>
                                    </p:set>
                                    <p:animEffect transition="in" filter="blinds(horizontal)">
                                      <p:cBhvr>
                                        <p:cTn id="20" dur="500"/>
                                        <p:tgtEl>
                                          <p:spTgt spid="97"/>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93"/>
                                        </p:tgtEl>
                                        <p:attrNameLst>
                                          <p:attrName>style.visibility</p:attrName>
                                        </p:attrNameLst>
                                      </p:cBhvr>
                                      <p:to>
                                        <p:strVal val="visible"/>
                                      </p:to>
                                    </p:set>
                                    <p:animEffect transition="in" filter="blinds(horizontal)">
                                      <p:cBhvr>
                                        <p:cTn id="25" dur="500"/>
                                        <p:tgtEl>
                                          <p:spTgt spid="93"/>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99"/>
                                        </p:tgtEl>
                                        <p:attrNameLst>
                                          <p:attrName>style.visibility</p:attrName>
                                        </p:attrNameLst>
                                      </p:cBhvr>
                                      <p:to>
                                        <p:strVal val="visible"/>
                                      </p:to>
                                    </p:set>
                                    <p:animEffect transition="in" filter="blinds(horizontal)">
                                      <p:cBhvr>
                                        <p:cTn id="30" dur="500"/>
                                        <p:tgtEl>
                                          <p:spTgt spid="99"/>
                                        </p:tgtEl>
                                      </p:cBhvr>
                                    </p:animEffect>
                                  </p:childTnLst>
                                </p:cTn>
                              </p:par>
                              <p:par>
                                <p:cTn id="31" presetID="3" presetClass="entr" presetSubtype="10" fill="hold" nodeType="withEffect">
                                  <p:stCondLst>
                                    <p:cond delay="0"/>
                                  </p:stCondLst>
                                  <p:childTnLst>
                                    <p:set>
                                      <p:cBhvr>
                                        <p:cTn id="32" dur="1" fill="hold">
                                          <p:stCondLst>
                                            <p:cond delay="0"/>
                                          </p:stCondLst>
                                        </p:cTn>
                                        <p:tgtEl>
                                          <p:spTgt spid="98"/>
                                        </p:tgtEl>
                                        <p:attrNameLst>
                                          <p:attrName>style.visibility</p:attrName>
                                        </p:attrNameLst>
                                      </p:cBhvr>
                                      <p:to>
                                        <p:strVal val="visible"/>
                                      </p:to>
                                    </p:set>
                                    <p:animEffect transition="in" filter="blinds(horizontal)">
                                      <p:cBhvr>
                                        <p:cTn id="33" dur="500"/>
                                        <p:tgtEl>
                                          <p:spTgt spid="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93" grpId="0"/>
      <p:bldP spid="94" grpId="0"/>
      <p:bldP spid="97" grpId="0"/>
      <p:bldP spid="99"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8" name="Rectangle 28"/>
          <p:cNvSpPr>
            <a:spLocks noGrp="1" noChangeArrowheads="1"/>
          </p:cNvSpPr>
          <p:nvPr>
            <p:ph type="title"/>
          </p:nvPr>
        </p:nvSpPr>
        <p:spPr>
          <a:xfrm>
            <a:off x="762000" y="85725"/>
            <a:ext cx="8077200" cy="561975"/>
          </a:xfrm>
        </p:spPr>
        <p:txBody>
          <a:bodyPr/>
          <a:lstStyle/>
          <a:p>
            <a:r>
              <a:rPr lang="en-US" altLang="en-US" sz="2700" dirty="0"/>
              <a:t>Transformer Ratio Correction, Matching factor :</a:t>
            </a:r>
            <a:endParaRPr lang="en-US" altLang="en-US" dirty="0"/>
          </a:p>
        </p:txBody>
      </p:sp>
      <p:sp>
        <p:nvSpPr>
          <p:cNvPr id="31" name="Line 5"/>
          <p:cNvSpPr>
            <a:spLocks noChangeShapeType="1"/>
          </p:cNvSpPr>
          <p:nvPr/>
        </p:nvSpPr>
        <p:spPr bwMode="auto">
          <a:xfrm>
            <a:off x="1958976" y="1592796"/>
            <a:ext cx="1789112" cy="0"/>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2" name="Line 6"/>
          <p:cNvSpPr>
            <a:spLocks noChangeShapeType="1"/>
          </p:cNvSpPr>
          <p:nvPr/>
        </p:nvSpPr>
        <p:spPr bwMode="auto">
          <a:xfrm>
            <a:off x="4643438" y="1592796"/>
            <a:ext cx="1787525" cy="0"/>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3" name="Oval 17"/>
          <p:cNvSpPr>
            <a:spLocks noChangeArrowheads="1"/>
          </p:cNvSpPr>
          <p:nvPr/>
        </p:nvSpPr>
        <p:spPr bwMode="auto">
          <a:xfrm>
            <a:off x="4152901" y="1332446"/>
            <a:ext cx="484187" cy="484188"/>
          </a:xfrm>
          <a:prstGeom prst="ellipse">
            <a:avLst/>
          </a:pr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4" name="Line 18"/>
          <p:cNvSpPr>
            <a:spLocks noChangeShapeType="1"/>
          </p:cNvSpPr>
          <p:nvPr/>
        </p:nvSpPr>
        <p:spPr bwMode="auto">
          <a:xfrm>
            <a:off x="2840038" y="1662646"/>
            <a:ext cx="150812" cy="0"/>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5" name="Line 19"/>
          <p:cNvSpPr>
            <a:spLocks noChangeShapeType="1"/>
          </p:cNvSpPr>
          <p:nvPr/>
        </p:nvSpPr>
        <p:spPr bwMode="auto">
          <a:xfrm>
            <a:off x="2303463" y="1662646"/>
            <a:ext cx="138112" cy="0"/>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6" name="Line 20"/>
          <p:cNvSpPr>
            <a:spLocks noChangeShapeType="1"/>
          </p:cNvSpPr>
          <p:nvPr/>
        </p:nvSpPr>
        <p:spPr bwMode="auto">
          <a:xfrm flipH="1">
            <a:off x="2295779" y="1650079"/>
            <a:ext cx="1257" cy="1454885"/>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8" name="Line 22"/>
          <p:cNvSpPr>
            <a:spLocks noChangeShapeType="1"/>
          </p:cNvSpPr>
          <p:nvPr/>
        </p:nvSpPr>
        <p:spPr bwMode="auto">
          <a:xfrm flipH="1">
            <a:off x="5399088" y="1662646"/>
            <a:ext cx="146050" cy="0"/>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9" name="Line 23"/>
          <p:cNvSpPr>
            <a:spLocks noChangeShapeType="1"/>
          </p:cNvSpPr>
          <p:nvPr/>
        </p:nvSpPr>
        <p:spPr bwMode="auto">
          <a:xfrm flipH="1">
            <a:off x="5948363" y="1662646"/>
            <a:ext cx="139700" cy="0"/>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0" name="Line 24"/>
          <p:cNvSpPr>
            <a:spLocks noChangeShapeType="1"/>
          </p:cNvSpPr>
          <p:nvPr/>
        </p:nvSpPr>
        <p:spPr bwMode="auto">
          <a:xfrm flipH="1">
            <a:off x="6088063" y="1654709"/>
            <a:ext cx="6350" cy="1440365"/>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2" name="Oval 26"/>
          <p:cNvSpPr>
            <a:spLocks noChangeArrowheads="1"/>
          </p:cNvSpPr>
          <p:nvPr/>
        </p:nvSpPr>
        <p:spPr bwMode="auto">
          <a:xfrm>
            <a:off x="3748088" y="1346734"/>
            <a:ext cx="482600" cy="484188"/>
          </a:xfrm>
          <a:prstGeom prst="ellipse">
            <a:avLst/>
          </a:pr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nvGrpSpPr>
          <p:cNvPr id="58" name="Group 32"/>
          <p:cNvGrpSpPr>
            <a:grpSpLocks/>
          </p:cNvGrpSpPr>
          <p:nvPr/>
        </p:nvGrpSpPr>
        <p:grpSpPr bwMode="auto">
          <a:xfrm rot="5400000">
            <a:off x="2540001" y="1356259"/>
            <a:ext cx="203200" cy="415925"/>
            <a:chOff x="235" y="2513"/>
            <a:chExt cx="386" cy="794"/>
          </a:xfrm>
        </p:grpSpPr>
        <p:sp>
          <p:nvSpPr>
            <p:cNvPr id="79" name="Arc 33"/>
            <p:cNvSpPr>
              <a:spLocks/>
            </p:cNvSpPr>
            <p:nvPr/>
          </p:nvSpPr>
          <p:spPr bwMode="auto">
            <a:xfrm flipH="1" flipV="1">
              <a:off x="235" y="2710"/>
              <a:ext cx="243" cy="20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0" name="Arc 34"/>
            <p:cNvSpPr>
              <a:spLocks/>
            </p:cNvSpPr>
            <p:nvPr/>
          </p:nvSpPr>
          <p:spPr bwMode="auto">
            <a:xfrm flipH="1">
              <a:off x="235" y="2514"/>
              <a:ext cx="243" cy="198"/>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1" name="Freeform 35"/>
            <p:cNvSpPr>
              <a:spLocks/>
            </p:cNvSpPr>
            <p:nvPr/>
          </p:nvSpPr>
          <p:spPr bwMode="auto">
            <a:xfrm>
              <a:off x="456" y="2513"/>
              <a:ext cx="165" cy="1"/>
            </a:xfrm>
            <a:custGeom>
              <a:avLst/>
              <a:gdLst>
                <a:gd name="T0" fmla="*/ 19853 w 20000"/>
                <a:gd name="T1" fmla="*/ 0 h 20000"/>
                <a:gd name="T2" fmla="*/ 0 w 20000"/>
                <a:gd name="T3" fmla="*/ 0 h 20000"/>
              </a:gdLst>
              <a:ahLst/>
              <a:cxnLst>
                <a:cxn ang="0">
                  <a:pos x="T0" y="T1"/>
                </a:cxn>
                <a:cxn ang="0">
                  <a:pos x="T2" y="T3"/>
                </a:cxn>
              </a:cxnLst>
              <a:rect l="0" t="0" r="r" b="b"/>
              <a:pathLst>
                <a:path w="20000" h="20000">
                  <a:moveTo>
                    <a:pt x="19853" y="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 name="Freeform 36"/>
            <p:cNvSpPr>
              <a:spLocks/>
            </p:cNvSpPr>
            <p:nvPr/>
          </p:nvSpPr>
          <p:spPr bwMode="auto">
            <a:xfrm>
              <a:off x="450" y="2911"/>
              <a:ext cx="171" cy="2"/>
            </a:xfrm>
            <a:custGeom>
              <a:avLst/>
              <a:gdLst>
                <a:gd name="T0" fmla="*/ 19858 w 20000"/>
                <a:gd name="T1" fmla="*/ 0 h 20000"/>
                <a:gd name="T2" fmla="*/ 0 w 20000"/>
                <a:gd name="T3" fmla="*/ 0 h 20000"/>
              </a:gdLst>
              <a:ahLst/>
              <a:cxnLst>
                <a:cxn ang="0">
                  <a:pos x="T0" y="T1"/>
                </a:cxn>
                <a:cxn ang="0">
                  <a:pos x="T2" y="T3"/>
                </a:cxn>
              </a:cxnLst>
              <a:rect l="0" t="0" r="r" b="b"/>
              <a:pathLst>
                <a:path w="20000" h="20000">
                  <a:moveTo>
                    <a:pt x="19858" y="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3" name="Arc 37"/>
            <p:cNvSpPr>
              <a:spLocks/>
            </p:cNvSpPr>
            <p:nvPr/>
          </p:nvSpPr>
          <p:spPr bwMode="auto">
            <a:xfrm flipH="1" flipV="1">
              <a:off x="238" y="3106"/>
              <a:ext cx="243" cy="2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4" name="Arc 38"/>
            <p:cNvSpPr>
              <a:spLocks/>
            </p:cNvSpPr>
            <p:nvPr/>
          </p:nvSpPr>
          <p:spPr bwMode="auto">
            <a:xfrm flipH="1">
              <a:off x="238" y="2907"/>
              <a:ext cx="243" cy="19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5" name="Freeform 39"/>
            <p:cNvSpPr>
              <a:spLocks/>
            </p:cNvSpPr>
            <p:nvPr/>
          </p:nvSpPr>
          <p:spPr bwMode="auto">
            <a:xfrm>
              <a:off x="450" y="3305"/>
              <a:ext cx="171" cy="2"/>
            </a:xfrm>
            <a:custGeom>
              <a:avLst/>
              <a:gdLst>
                <a:gd name="T0" fmla="*/ 19858 w 20000"/>
                <a:gd name="T1" fmla="*/ 0 h 20000"/>
                <a:gd name="T2" fmla="*/ 0 w 20000"/>
                <a:gd name="T3" fmla="*/ 0 h 20000"/>
              </a:gdLst>
              <a:ahLst/>
              <a:cxnLst>
                <a:cxn ang="0">
                  <a:pos x="T0" y="T1"/>
                </a:cxn>
                <a:cxn ang="0">
                  <a:pos x="T2" y="T3"/>
                </a:cxn>
              </a:cxnLst>
              <a:rect l="0" t="0" r="r" b="b"/>
              <a:pathLst>
                <a:path w="20000" h="20000">
                  <a:moveTo>
                    <a:pt x="19858" y="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59" name="Group 40"/>
          <p:cNvGrpSpPr>
            <a:grpSpLocks/>
          </p:cNvGrpSpPr>
          <p:nvPr/>
        </p:nvGrpSpPr>
        <p:grpSpPr bwMode="auto">
          <a:xfrm rot="5400000">
            <a:off x="5641976" y="1361021"/>
            <a:ext cx="204788" cy="415925"/>
            <a:chOff x="235" y="2513"/>
            <a:chExt cx="386" cy="794"/>
          </a:xfrm>
        </p:grpSpPr>
        <p:sp>
          <p:nvSpPr>
            <p:cNvPr id="72" name="Arc 41"/>
            <p:cNvSpPr>
              <a:spLocks/>
            </p:cNvSpPr>
            <p:nvPr/>
          </p:nvSpPr>
          <p:spPr bwMode="auto">
            <a:xfrm flipH="1" flipV="1">
              <a:off x="235" y="2710"/>
              <a:ext cx="243" cy="20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3" name="Arc 42"/>
            <p:cNvSpPr>
              <a:spLocks/>
            </p:cNvSpPr>
            <p:nvPr/>
          </p:nvSpPr>
          <p:spPr bwMode="auto">
            <a:xfrm flipH="1">
              <a:off x="235" y="2514"/>
              <a:ext cx="243" cy="198"/>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4" name="Freeform 43"/>
            <p:cNvSpPr>
              <a:spLocks/>
            </p:cNvSpPr>
            <p:nvPr/>
          </p:nvSpPr>
          <p:spPr bwMode="auto">
            <a:xfrm>
              <a:off x="456" y="2513"/>
              <a:ext cx="165" cy="1"/>
            </a:xfrm>
            <a:custGeom>
              <a:avLst/>
              <a:gdLst>
                <a:gd name="T0" fmla="*/ 19853 w 20000"/>
                <a:gd name="T1" fmla="*/ 0 h 20000"/>
                <a:gd name="T2" fmla="*/ 0 w 20000"/>
                <a:gd name="T3" fmla="*/ 0 h 20000"/>
              </a:gdLst>
              <a:ahLst/>
              <a:cxnLst>
                <a:cxn ang="0">
                  <a:pos x="T0" y="T1"/>
                </a:cxn>
                <a:cxn ang="0">
                  <a:pos x="T2" y="T3"/>
                </a:cxn>
              </a:cxnLst>
              <a:rect l="0" t="0" r="r" b="b"/>
              <a:pathLst>
                <a:path w="20000" h="20000">
                  <a:moveTo>
                    <a:pt x="19853" y="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5" name="Freeform 44"/>
            <p:cNvSpPr>
              <a:spLocks/>
            </p:cNvSpPr>
            <p:nvPr/>
          </p:nvSpPr>
          <p:spPr bwMode="auto">
            <a:xfrm>
              <a:off x="450" y="2911"/>
              <a:ext cx="171" cy="2"/>
            </a:xfrm>
            <a:custGeom>
              <a:avLst/>
              <a:gdLst>
                <a:gd name="T0" fmla="*/ 19858 w 20000"/>
                <a:gd name="T1" fmla="*/ 0 h 20000"/>
                <a:gd name="T2" fmla="*/ 0 w 20000"/>
                <a:gd name="T3" fmla="*/ 0 h 20000"/>
              </a:gdLst>
              <a:ahLst/>
              <a:cxnLst>
                <a:cxn ang="0">
                  <a:pos x="T0" y="T1"/>
                </a:cxn>
                <a:cxn ang="0">
                  <a:pos x="T2" y="T3"/>
                </a:cxn>
              </a:cxnLst>
              <a:rect l="0" t="0" r="r" b="b"/>
              <a:pathLst>
                <a:path w="20000" h="20000">
                  <a:moveTo>
                    <a:pt x="19858" y="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 name="Arc 45"/>
            <p:cNvSpPr>
              <a:spLocks/>
            </p:cNvSpPr>
            <p:nvPr/>
          </p:nvSpPr>
          <p:spPr bwMode="auto">
            <a:xfrm flipH="1" flipV="1">
              <a:off x="238" y="3106"/>
              <a:ext cx="243" cy="2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7" name="Arc 46"/>
            <p:cNvSpPr>
              <a:spLocks/>
            </p:cNvSpPr>
            <p:nvPr/>
          </p:nvSpPr>
          <p:spPr bwMode="auto">
            <a:xfrm flipH="1">
              <a:off x="238" y="2907"/>
              <a:ext cx="243" cy="19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8" name="Freeform 47"/>
            <p:cNvSpPr>
              <a:spLocks/>
            </p:cNvSpPr>
            <p:nvPr/>
          </p:nvSpPr>
          <p:spPr bwMode="auto">
            <a:xfrm>
              <a:off x="450" y="3305"/>
              <a:ext cx="171" cy="2"/>
            </a:xfrm>
            <a:custGeom>
              <a:avLst/>
              <a:gdLst>
                <a:gd name="T0" fmla="*/ 19858 w 20000"/>
                <a:gd name="T1" fmla="*/ 0 h 20000"/>
                <a:gd name="T2" fmla="*/ 0 w 20000"/>
                <a:gd name="T3" fmla="*/ 0 h 20000"/>
              </a:gdLst>
              <a:ahLst/>
              <a:cxnLst>
                <a:cxn ang="0">
                  <a:pos x="T0" y="T1"/>
                </a:cxn>
                <a:cxn ang="0">
                  <a:pos x="T2" y="T3"/>
                </a:cxn>
              </a:cxnLst>
              <a:rect l="0" t="0" r="r" b="b"/>
              <a:pathLst>
                <a:path w="20000" h="20000">
                  <a:moveTo>
                    <a:pt x="19858" y="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86" name="Rectangle 14"/>
          <p:cNvSpPr>
            <a:spLocks noChangeArrowheads="1"/>
          </p:cNvSpPr>
          <p:nvPr/>
        </p:nvSpPr>
        <p:spPr bwMode="auto">
          <a:xfrm>
            <a:off x="1246459" y="1231629"/>
            <a:ext cx="1016000" cy="247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lnSpc>
                <a:spcPct val="100000"/>
              </a:lnSpc>
              <a:spcBef>
                <a:spcPct val="0"/>
              </a:spcBef>
              <a:buClrTx/>
              <a:buSzTx/>
              <a:buFontTx/>
              <a:buNone/>
            </a:pPr>
            <a:r>
              <a:rPr lang="en-GB" altLang="en-US" sz="1600" b="0" i="0" dirty="0">
                <a:solidFill>
                  <a:schemeClr val="tx1"/>
                </a:solidFill>
                <a:latin typeface="FuturaA Md BT" pitchFamily="34" charset="0"/>
              </a:rPr>
              <a:t>230 KV</a:t>
            </a:r>
          </a:p>
        </p:txBody>
      </p:sp>
      <p:sp>
        <p:nvSpPr>
          <p:cNvPr id="87" name="Rectangle 14"/>
          <p:cNvSpPr>
            <a:spLocks noChangeArrowheads="1"/>
          </p:cNvSpPr>
          <p:nvPr/>
        </p:nvSpPr>
        <p:spPr bwMode="auto">
          <a:xfrm>
            <a:off x="6541541" y="1231629"/>
            <a:ext cx="1016000" cy="247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lnSpc>
                <a:spcPct val="100000"/>
              </a:lnSpc>
              <a:spcBef>
                <a:spcPct val="0"/>
              </a:spcBef>
              <a:buClrTx/>
              <a:buSzTx/>
              <a:buFontTx/>
              <a:buNone/>
            </a:pPr>
            <a:r>
              <a:rPr lang="en-GB" altLang="en-US" sz="1600" b="0" i="0" dirty="0">
                <a:solidFill>
                  <a:schemeClr val="tx1"/>
                </a:solidFill>
                <a:latin typeface="FuturaA Md BT" pitchFamily="34" charset="0"/>
              </a:rPr>
              <a:t>13.8 KV</a:t>
            </a:r>
          </a:p>
        </p:txBody>
      </p:sp>
      <p:sp>
        <p:nvSpPr>
          <p:cNvPr id="88" name="Rectangle 14"/>
          <p:cNvSpPr>
            <a:spLocks noChangeArrowheads="1"/>
          </p:cNvSpPr>
          <p:nvPr/>
        </p:nvSpPr>
        <p:spPr bwMode="auto">
          <a:xfrm>
            <a:off x="3859213" y="1044315"/>
            <a:ext cx="1016000" cy="247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lnSpc>
                <a:spcPct val="100000"/>
              </a:lnSpc>
              <a:spcBef>
                <a:spcPct val="0"/>
              </a:spcBef>
              <a:buClrTx/>
              <a:buSzTx/>
              <a:buFontTx/>
              <a:buNone/>
            </a:pPr>
            <a:r>
              <a:rPr lang="en-GB" altLang="en-US" sz="1600" b="0" i="0" dirty="0">
                <a:solidFill>
                  <a:schemeClr val="tx1"/>
                </a:solidFill>
                <a:latin typeface="FuturaA Md BT" pitchFamily="34" charset="0"/>
              </a:rPr>
              <a:t>100 MVA</a:t>
            </a:r>
          </a:p>
        </p:txBody>
      </p:sp>
      <p:sp>
        <p:nvSpPr>
          <p:cNvPr id="89" name="Rectangle 14"/>
          <p:cNvSpPr>
            <a:spLocks noChangeArrowheads="1"/>
          </p:cNvSpPr>
          <p:nvPr/>
        </p:nvSpPr>
        <p:spPr bwMode="auto">
          <a:xfrm>
            <a:off x="2127509" y="1200311"/>
            <a:ext cx="1016000" cy="247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ctr">
              <a:lnSpc>
                <a:spcPct val="100000"/>
              </a:lnSpc>
              <a:spcBef>
                <a:spcPct val="0"/>
              </a:spcBef>
              <a:buClrTx/>
              <a:buSzTx/>
              <a:buFontTx/>
              <a:buNone/>
            </a:pPr>
            <a:r>
              <a:rPr lang="en-GB" altLang="en-US" sz="1600" b="0" i="0" dirty="0">
                <a:solidFill>
                  <a:schemeClr val="tx1"/>
                </a:solidFill>
                <a:latin typeface="FuturaA Md BT" pitchFamily="34" charset="0"/>
              </a:rPr>
              <a:t>400:5</a:t>
            </a:r>
          </a:p>
        </p:txBody>
      </p:sp>
      <p:sp>
        <p:nvSpPr>
          <p:cNvPr id="90" name="Rectangle 14"/>
          <p:cNvSpPr>
            <a:spLocks noChangeArrowheads="1"/>
          </p:cNvSpPr>
          <p:nvPr/>
        </p:nvSpPr>
        <p:spPr bwMode="auto">
          <a:xfrm>
            <a:off x="5243320" y="1178646"/>
            <a:ext cx="1016000" cy="247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ctr">
              <a:lnSpc>
                <a:spcPct val="100000"/>
              </a:lnSpc>
              <a:spcBef>
                <a:spcPct val="0"/>
              </a:spcBef>
              <a:buClrTx/>
              <a:buSzTx/>
              <a:buFontTx/>
              <a:buNone/>
            </a:pPr>
            <a:r>
              <a:rPr lang="en-GB" altLang="en-US" sz="1600" b="0" i="0" dirty="0">
                <a:solidFill>
                  <a:schemeClr val="tx1"/>
                </a:solidFill>
                <a:latin typeface="FuturaA Md BT" pitchFamily="34" charset="0"/>
              </a:rPr>
              <a:t>3000:5</a:t>
            </a:r>
          </a:p>
        </p:txBody>
      </p:sp>
      <p:cxnSp>
        <p:nvCxnSpPr>
          <p:cNvPr id="5" name="Straight Arrow Connector 4"/>
          <p:cNvCxnSpPr/>
          <p:nvPr/>
        </p:nvCxnSpPr>
        <p:spPr bwMode="auto">
          <a:xfrm>
            <a:off x="1246459" y="1592080"/>
            <a:ext cx="589237" cy="0"/>
          </a:xfrm>
          <a:prstGeom prst="straightConnector1">
            <a:avLst/>
          </a:prstGeom>
          <a:solidFill>
            <a:schemeClr val="accent1"/>
          </a:solidFill>
          <a:ln w="22225" cap="flat" cmpd="sng" algn="ctr">
            <a:solidFill>
              <a:srgbClr val="FF0000"/>
            </a:solidFill>
            <a:prstDash val="solid"/>
            <a:round/>
            <a:headEnd type="none" w="sm" len="sm"/>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7" name="Rectangle 14"/>
          <p:cNvSpPr>
            <a:spLocks noChangeArrowheads="1"/>
          </p:cNvSpPr>
          <p:nvPr/>
        </p:nvSpPr>
        <p:spPr bwMode="auto">
          <a:xfrm>
            <a:off x="1294743" y="2250373"/>
            <a:ext cx="1016000" cy="247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ctr">
              <a:lnSpc>
                <a:spcPct val="100000"/>
              </a:lnSpc>
              <a:spcBef>
                <a:spcPct val="0"/>
              </a:spcBef>
              <a:buClrTx/>
              <a:buSzTx/>
              <a:buFontTx/>
              <a:buNone/>
            </a:pPr>
            <a:r>
              <a:rPr lang="en-GB" altLang="en-US" sz="1600" b="0" i="0" dirty="0">
                <a:solidFill>
                  <a:srgbClr val="FF0000"/>
                </a:solidFill>
                <a:latin typeface="FuturaA Md BT" pitchFamily="34" charset="0"/>
              </a:rPr>
              <a:t>3.1375 A </a:t>
            </a:r>
          </a:p>
        </p:txBody>
      </p:sp>
      <p:cxnSp>
        <p:nvCxnSpPr>
          <p:cNvPr id="98" name="Straight Arrow Connector 97"/>
          <p:cNvCxnSpPr/>
          <p:nvPr/>
        </p:nvCxnSpPr>
        <p:spPr bwMode="auto">
          <a:xfrm>
            <a:off x="6678652" y="1583071"/>
            <a:ext cx="589237" cy="0"/>
          </a:xfrm>
          <a:prstGeom prst="straightConnector1">
            <a:avLst/>
          </a:prstGeom>
          <a:solidFill>
            <a:schemeClr val="accent1"/>
          </a:solidFill>
          <a:ln w="22225" cap="flat" cmpd="sng" algn="ctr">
            <a:solidFill>
              <a:srgbClr val="FF0000"/>
            </a:solidFill>
            <a:prstDash val="solid"/>
            <a:round/>
            <a:headEnd type="none" w="sm" len="sm"/>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9" name="Rectangle 14"/>
          <p:cNvSpPr>
            <a:spLocks noChangeArrowheads="1"/>
          </p:cNvSpPr>
          <p:nvPr/>
        </p:nvSpPr>
        <p:spPr bwMode="auto">
          <a:xfrm>
            <a:off x="6473571" y="1583071"/>
            <a:ext cx="1016000" cy="247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ctr">
              <a:lnSpc>
                <a:spcPct val="100000"/>
              </a:lnSpc>
              <a:spcBef>
                <a:spcPct val="0"/>
              </a:spcBef>
              <a:buClrTx/>
              <a:buSzTx/>
              <a:buFontTx/>
              <a:buNone/>
            </a:pPr>
            <a:r>
              <a:rPr lang="en-GB" altLang="en-US" sz="1600" b="0" i="0" dirty="0">
                <a:solidFill>
                  <a:srgbClr val="FF0000"/>
                </a:solidFill>
                <a:latin typeface="FuturaA Md BT" pitchFamily="34" charset="0"/>
              </a:rPr>
              <a:t>4184 A</a:t>
            </a:r>
          </a:p>
        </p:txBody>
      </p:sp>
      <p:sp>
        <p:nvSpPr>
          <p:cNvPr id="6" name="Rectangle 5"/>
          <p:cNvSpPr/>
          <p:nvPr/>
        </p:nvSpPr>
        <p:spPr bwMode="auto">
          <a:xfrm>
            <a:off x="3842013" y="2803679"/>
            <a:ext cx="836378" cy="602569"/>
          </a:xfrm>
          <a:prstGeom prst="rect">
            <a:avLst/>
          </a:prstGeom>
          <a:solidFill>
            <a:schemeClr val="bg1"/>
          </a:solidFill>
          <a:ln w="25400" cap="flat" cmpd="sng" algn="ctr">
            <a:solidFill>
              <a:schemeClr val="tx1"/>
            </a:solidFill>
            <a:prstDash val="solid"/>
            <a:round/>
            <a:headEnd type="none" w="sm" len="sm"/>
            <a:tailEnd type="none" w="sm" len="sm"/>
          </a:ln>
          <a:effectLst/>
          <a:ex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panose="020B0604020202020204" pitchFamily="34" charset="0"/>
              </a:rPr>
              <a:t>87T</a:t>
            </a:r>
          </a:p>
        </p:txBody>
      </p:sp>
      <p:cxnSp>
        <p:nvCxnSpPr>
          <p:cNvPr id="8" name="Straight Arrow Connector 7"/>
          <p:cNvCxnSpPr/>
          <p:nvPr/>
        </p:nvCxnSpPr>
        <p:spPr bwMode="auto">
          <a:xfrm flipV="1">
            <a:off x="2303462" y="3095074"/>
            <a:ext cx="687388" cy="1530"/>
          </a:xfrm>
          <a:prstGeom prst="straightConnector1">
            <a:avLst/>
          </a:prstGeom>
          <a:solidFill>
            <a:schemeClr val="accent1"/>
          </a:solidFill>
          <a:ln w="28575" cap="flat" cmpd="sng" algn="ctr">
            <a:solidFill>
              <a:schemeClr val="tx1"/>
            </a:solidFill>
            <a:prstDash val="solid"/>
            <a:round/>
            <a:headEnd type="none" w="sm" len="sm"/>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 name="Straight Arrow Connector 9"/>
          <p:cNvCxnSpPr/>
          <p:nvPr/>
        </p:nvCxnSpPr>
        <p:spPr bwMode="auto">
          <a:xfrm flipH="1">
            <a:off x="5523129" y="3103897"/>
            <a:ext cx="564934" cy="1"/>
          </a:xfrm>
          <a:prstGeom prst="straightConnector1">
            <a:avLst/>
          </a:prstGeom>
          <a:solidFill>
            <a:schemeClr val="accent1"/>
          </a:solidFill>
          <a:ln w="28575" cap="flat" cmpd="sng" algn="ctr">
            <a:solidFill>
              <a:schemeClr val="tx1"/>
            </a:solidFill>
            <a:prstDash val="solid"/>
            <a:round/>
            <a:headEnd type="none" w="sm" len="sm"/>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3" name="Rectangle 14"/>
          <p:cNvSpPr>
            <a:spLocks noChangeArrowheads="1"/>
          </p:cNvSpPr>
          <p:nvPr/>
        </p:nvSpPr>
        <p:spPr bwMode="auto">
          <a:xfrm>
            <a:off x="1025271" y="1627608"/>
            <a:ext cx="1016000" cy="247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ctr">
              <a:lnSpc>
                <a:spcPct val="100000"/>
              </a:lnSpc>
              <a:spcBef>
                <a:spcPct val="0"/>
              </a:spcBef>
              <a:buClrTx/>
              <a:buSzTx/>
              <a:buFontTx/>
              <a:buNone/>
            </a:pPr>
            <a:r>
              <a:rPr lang="en-GB" altLang="en-US" sz="1600" b="0" i="0" dirty="0">
                <a:solidFill>
                  <a:srgbClr val="FF0000"/>
                </a:solidFill>
                <a:latin typeface="FuturaA Md BT" pitchFamily="34" charset="0"/>
              </a:rPr>
              <a:t>251 A</a:t>
            </a:r>
          </a:p>
        </p:txBody>
      </p:sp>
      <p:cxnSp>
        <p:nvCxnSpPr>
          <p:cNvPr id="4" name="Straight Arrow Connector 3"/>
          <p:cNvCxnSpPr/>
          <p:nvPr/>
        </p:nvCxnSpPr>
        <p:spPr bwMode="auto">
          <a:xfrm>
            <a:off x="2433638" y="2132856"/>
            <a:ext cx="0" cy="649578"/>
          </a:xfrm>
          <a:prstGeom prst="straightConnector1">
            <a:avLst/>
          </a:prstGeom>
          <a:solidFill>
            <a:schemeClr val="accent1"/>
          </a:solidFill>
          <a:ln w="22225" cap="flat" cmpd="sng" algn="ctr">
            <a:solidFill>
              <a:srgbClr val="FF0000"/>
            </a:solidFill>
            <a:prstDash val="solid"/>
            <a:round/>
            <a:headEnd type="none" w="sm" len="sm"/>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4" name="Straight Arrow Connector 53"/>
          <p:cNvCxnSpPr/>
          <p:nvPr/>
        </p:nvCxnSpPr>
        <p:spPr bwMode="auto">
          <a:xfrm flipV="1">
            <a:off x="5976396" y="1925584"/>
            <a:ext cx="0" cy="649578"/>
          </a:xfrm>
          <a:prstGeom prst="straightConnector1">
            <a:avLst/>
          </a:prstGeom>
          <a:solidFill>
            <a:schemeClr val="accent1"/>
          </a:solidFill>
          <a:ln w="22225" cap="flat" cmpd="sng" algn="ctr">
            <a:solidFill>
              <a:srgbClr val="FF0000"/>
            </a:solidFill>
            <a:prstDash val="solid"/>
            <a:round/>
            <a:headEnd type="none" w="sm" len="sm"/>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5" name="Rectangle 14"/>
          <p:cNvSpPr>
            <a:spLocks noChangeArrowheads="1"/>
          </p:cNvSpPr>
          <p:nvPr/>
        </p:nvSpPr>
        <p:spPr bwMode="auto">
          <a:xfrm>
            <a:off x="5965572" y="2094444"/>
            <a:ext cx="1016000" cy="247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ctr">
              <a:lnSpc>
                <a:spcPct val="100000"/>
              </a:lnSpc>
              <a:spcBef>
                <a:spcPct val="0"/>
              </a:spcBef>
              <a:buClrTx/>
              <a:buSzTx/>
              <a:buFontTx/>
              <a:buNone/>
            </a:pPr>
            <a:r>
              <a:rPr lang="en-GB" altLang="en-US" sz="1600" b="0" i="0" dirty="0">
                <a:solidFill>
                  <a:srgbClr val="FF0000"/>
                </a:solidFill>
                <a:latin typeface="FuturaA Md BT" pitchFamily="34" charset="0"/>
              </a:rPr>
              <a:t>6.973 A</a:t>
            </a:r>
          </a:p>
        </p:txBody>
      </p:sp>
      <mc:AlternateContent xmlns:mc="http://schemas.openxmlformats.org/markup-compatibility/2006" xmlns:a14="http://schemas.microsoft.com/office/drawing/2010/main">
        <mc:Choice Requires="a14">
          <p:sp>
            <p:nvSpPr>
              <p:cNvPr id="7" name="Rectangle 6"/>
              <p:cNvSpPr/>
              <p:nvPr/>
            </p:nvSpPr>
            <p:spPr>
              <a:xfrm>
                <a:off x="662903" y="3834145"/>
                <a:ext cx="3961534" cy="59349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600" i="1" smtClean="0">
                          <a:solidFill>
                            <a:schemeClr val="tx1"/>
                          </a:solidFill>
                          <a:latin typeface="Cambria Math" panose="02040503050406030204" pitchFamily="18" charset="0"/>
                        </a:rPr>
                        <m:t>𝐼</m:t>
                      </m:r>
                      <m:func>
                        <m:funcPr>
                          <m:ctrlPr>
                            <a:rPr lang="en-US" sz="1600" i="1">
                              <a:solidFill>
                                <a:schemeClr val="tx1"/>
                              </a:solidFill>
                              <a:latin typeface="Cambria Math" panose="02040503050406030204" pitchFamily="18" charset="0"/>
                            </a:rPr>
                          </m:ctrlPr>
                        </m:funcPr>
                        <m:fName>
                          <m:r>
                            <m:rPr>
                              <m:sty m:val="p"/>
                            </m:rPr>
                            <a:rPr lang="en-US" sz="1600" i="0">
                              <a:solidFill>
                                <a:schemeClr val="tx1"/>
                              </a:solidFill>
                              <a:latin typeface="Cambria Math" panose="02040503050406030204" pitchFamily="18" charset="0"/>
                            </a:rPr>
                            <m:t>sec</m:t>
                          </m:r>
                        </m:fName>
                        <m:e>
                          <m:r>
                            <a:rPr lang="en-US" sz="1600" i="1">
                              <a:solidFill>
                                <a:schemeClr val="tx1"/>
                              </a:solidFill>
                              <a:latin typeface="Cambria Math" panose="02040503050406030204" pitchFamily="18" charset="0"/>
                            </a:rPr>
                            <m:t>𝐻𝑉</m:t>
                          </m:r>
                          <m:r>
                            <a:rPr lang="en-US" sz="1600" i="0">
                              <a:solidFill>
                                <a:schemeClr val="tx1"/>
                              </a:solidFill>
                              <a:latin typeface="Cambria Math" panose="02040503050406030204" pitchFamily="18" charset="0"/>
                            </a:rPr>
                            <m:t> </m:t>
                          </m:r>
                        </m:e>
                      </m:func>
                      <m:r>
                        <a:rPr lang="en-US" sz="1600" i="0">
                          <a:solidFill>
                            <a:schemeClr val="tx1"/>
                          </a:solidFill>
                          <a:latin typeface="Cambria Math" panose="02040503050406030204" pitchFamily="18" charset="0"/>
                        </a:rPr>
                        <m:t>=</m:t>
                      </m:r>
                      <m:f>
                        <m:fPr>
                          <m:ctrlPr>
                            <a:rPr lang="en-US" sz="1600" i="1">
                              <a:solidFill>
                                <a:schemeClr val="tx1"/>
                              </a:solidFill>
                              <a:latin typeface="Cambria Math" panose="02040503050406030204" pitchFamily="18" charset="0"/>
                            </a:rPr>
                          </m:ctrlPr>
                        </m:fPr>
                        <m:num>
                          <m:r>
                            <a:rPr lang="en-US" sz="1600" i="1">
                              <a:solidFill>
                                <a:schemeClr val="tx1"/>
                              </a:solidFill>
                              <a:latin typeface="Cambria Math" panose="02040503050406030204" pitchFamily="18" charset="0"/>
                            </a:rPr>
                            <m:t>𝐼𝑟𝑒𝑓</m:t>
                          </m:r>
                          <m:r>
                            <a:rPr lang="en-US" sz="1600" i="0">
                              <a:solidFill>
                                <a:schemeClr val="tx1"/>
                              </a:solidFill>
                              <a:latin typeface="Cambria Math" panose="02040503050406030204" pitchFamily="18" charset="0"/>
                            </a:rPr>
                            <m:t> </m:t>
                          </m:r>
                          <m:r>
                            <a:rPr lang="en-US" sz="1600" i="1">
                              <a:solidFill>
                                <a:schemeClr val="tx1"/>
                              </a:solidFill>
                              <a:latin typeface="Cambria Math" panose="02040503050406030204" pitchFamily="18" charset="0"/>
                            </a:rPr>
                            <m:t>𝐻𝑉</m:t>
                          </m:r>
                        </m:num>
                        <m:den>
                          <m:r>
                            <a:rPr lang="en-US" sz="1600" i="1">
                              <a:solidFill>
                                <a:schemeClr val="tx1"/>
                              </a:solidFill>
                              <a:latin typeface="Cambria Math" panose="02040503050406030204" pitchFamily="18" charset="0"/>
                            </a:rPr>
                            <m:t>𝐶𝑇𝑅</m:t>
                          </m:r>
                          <m:r>
                            <a:rPr lang="en-US" sz="1600" i="0">
                              <a:solidFill>
                                <a:schemeClr val="tx1"/>
                              </a:solidFill>
                              <a:latin typeface="Cambria Math" panose="02040503050406030204" pitchFamily="18" charset="0"/>
                            </a:rPr>
                            <m:t> </m:t>
                          </m:r>
                          <m:r>
                            <a:rPr lang="en-US" sz="1600" i="1">
                              <a:solidFill>
                                <a:schemeClr val="tx1"/>
                              </a:solidFill>
                              <a:latin typeface="Cambria Math" panose="02040503050406030204" pitchFamily="18" charset="0"/>
                            </a:rPr>
                            <m:t>𝐻𝑉</m:t>
                          </m:r>
                          <m:r>
                            <a:rPr lang="en-US" sz="1600" i="0">
                              <a:solidFill>
                                <a:schemeClr val="tx1"/>
                              </a:solidFill>
                              <a:latin typeface="Cambria Math" panose="02040503050406030204" pitchFamily="18" charset="0"/>
                            </a:rPr>
                            <m:t> </m:t>
                          </m:r>
                        </m:den>
                      </m:f>
                      <m:r>
                        <a:rPr lang="en-US" sz="1600" i="0">
                          <a:solidFill>
                            <a:schemeClr val="tx1"/>
                          </a:solidFill>
                          <a:latin typeface="Cambria Math" panose="02040503050406030204" pitchFamily="18" charset="0"/>
                        </a:rPr>
                        <m:t>=</m:t>
                      </m:r>
                      <m:f>
                        <m:fPr>
                          <m:ctrlPr>
                            <a:rPr lang="en-US" sz="1600" i="1">
                              <a:solidFill>
                                <a:schemeClr val="tx1"/>
                              </a:solidFill>
                              <a:latin typeface="Cambria Math" panose="02040503050406030204" pitchFamily="18" charset="0"/>
                            </a:rPr>
                          </m:ctrlPr>
                        </m:fPr>
                        <m:num>
                          <m:r>
                            <a:rPr lang="en-US" sz="1600" i="0">
                              <a:solidFill>
                                <a:schemeClr val="tx1"/>
                              </a:solidFill>
                              <a:latin typeface="Cambria Math" panose="02040503050406030204" pitchFamily="18" charset="0"/>
                            </a:rPr>
                            <m:t>251</m:t>
                          </m:r>
                        </m:num>
                        <m:den>
                          <m:f>
                            <m:fPr>
                              <m:type m:val="lin"/>
                              <m:ctrlPr>
                                <a:rPr lang="en-US" sz="1600" i="1">
                                  <a:solidFill>
                                    <a:schemeClr val="tx1"/>
                                  </a:solidFill>
                                  <a:latin typeface="Cambria Math" panose="02040503050406030204" pitchFamily="18" charset="0"/>
                                </a:rPr>
                              </m:ctrlPr>
                            </m:fPr>
                            <m:num>
                              <m:r>
                                <a:rPr lang="en-US" sz="1600" i="0">
                                  <a:solidFill>
                                    <a:schemeClr val="tx1"/>
                                  </a:solidFill>
                                  <a:latin typeface="Cambria Math" panose="02040503050406030204" pitchFamily="18" charset="0"/>
                                </a:rPr>
                                <m:t>400</m:t>
                              </m:r>
                            </m:num>
                            <m:den>
                              <m:r>
                                <a:rPr lang="en-US" sz="1600" i="0">
                                  <a:solidFill>
                                    <a:schemeClr val="tx1"/>
                                  </a:solidFill>
                                  <a:latin typeface="Cambria Math" panose="02040503050406030204" pitchFamily="18" charset="0"/>
                                </a:rPr>
                                <m:t>5</m:t>
                              </m:r>
                            </m:den>
                          </m:f>
                          <m:r>
                            <a:rPr lang="en-US" sz="1600" i="0">
                              <a:solidFill>
                                <a:schemeClr val="tx1"/>
                              </a:solidFill>
                              <a:latin typeface="Cambria Math" panose="02040503050406030204" pitchFamily="18" charset="0"/>
                            </a:rPr>
                            <m:t> </m:t>
                          </m:r>
                        </m:den>
                      </m:f>
                      <m:r>
                        <a:rPr lang="en-US" sz="1600" i="0">
                          <a:solidFill>
                            <a:schemeClr val="tx1"/>
                          </a:solidFill>
                          <a:latin typeface="Cambria Math" panose="02040503050406030204" pitchFamily="18" charset="0"/>
                        </a:rPr>
                        <m:t>=3.1375 </m:t>
                      </m:r>
                      <m:r>
                        <a:rPr lang="en-US" sz="1600" i="1">
                          <a:solidFill>
                            <a:schemeClr val="tx1"/>
                          </a:solidFill>
                          <a:latin typeface="Cambria Math" panose="02040503050406030204" pitchFamily="18" charset="0"/>
                        </a:rPr>
                        <m:t>𝐴</m:t>
                      </m:r>
                    </m:oMath>
                  </m:oMathPara>
                </a14:m>
                <a:endParaRPr lang="en-US" sz="1600" dirty="0">
                  <a:solidFill>
                    <a:schemeClr val="tx1"/>
                  </a:solidFill>
                </a:endParaRPr>
              </a:p>
            </p:txBody>
          </p:sp>
        </mc:Choice>
        <mc:Fallback xmlns="">
          <p:sp>
            <p:nvSpPr>
              <p:cNvPr id="7" name="Rectangle 6"/>
              <p:cNvSpPr>
                <a:spLocks noRot="1" noChangeAspect="1" noMove="1" noResize="1" noEditPoints="1" noAdjustHandles="1" noChangeArrowheads="1" noChangeShapeType="1" noTextEdit="1"/>
              </p:cNvSpPr>
              <p:nvPr/>
            </p:nvSpPr>
            <p:spPr>
              <a:xfrm>
                <a:off x="662903" y="3834145"/>
                <a:ext cx="3961534" cy="593496"/>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Rectangle 8"/>
              <p:cNvSpPr/>
              <p:nvPr/>
            </p:nvSpPr>
            <p:spPr>
              <a:xfrm>
                <a:off x="4925177" y="3850481"/>
                <a:ext cx="3881384" cy="59349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600" i="1" smtClean="0">
                          <a:solidFill>
                            <a:schemeClr val="tx1"/>
                          </a:solidFill>
                          <a:latin typeface="Cambria Math" panose="02040503050406030204" pitchFamily="18" charset="0"/>
                        </a:rPr>
                        <m:t>𝐼</m:t>
                      </m:r>
                      <m:func>
                        <m:funcPr>
                          <m:ctrlPr>
                            <a:rPr lang="en-US" sz="1600" i="1">
                              <a:solidFill>
                                <a:schemeClr val="tx1"/>
                              </a:solidFill>
                              <a:latin typeface="Cambria Math" panose="02040503050406030204" pitchFamily="18" charset="0"/>
                            </a:rPr>
                          </m:ctrlPr>
                        </m:funcPr>
                        <m:fName>
                          <m:r>
                            <m:rPr>
                              <m:sty m:val="p"/>
                            </m:rPr>
                            <a:rPr lang="en-US" sz="1600" i="0">
                              <a:solidFill>
                                <a:schemeClr val="tx1"/>
                              </a:solidFill>
                              <a:latin typeface="Cambria Math" panose="02040503050406030204" pitchFamily="18" charset="0"/>
                            </a:rPr>
                            <m:t>sec</m:t>
                          </m:r>
                        </m:fName>
                        <m:e>
                          <m:r>
                            <a:rPr lang="en-US" sz="1600" i="1">
                              <a:solidFill>
                                <a:schemeClr val="tx1"/>
                              </a:solidFill>
                              <a:latin typeface="Cambria Math" panose="02040503050406030204" pitchFamily="18" charset="0"/>
                            </a:rPr>
                            <m:t>𝐿𝑉</m:t>
                          </m:r>
                          <m:r>
                            <a:rPr lang="en-US" sz="1600" i="0">
                              <a:solidFill>
                                <a:schemeClr val="tx1"/>
                              </a:solidFill>
                              <a:latin typeface="Cambria Math" panose="02040503050406030204" pitchFamily="18" charset="0"/>
                            </a:rPr>
                            <m:t> </m:t>
                          </m:r>
                        </m:e>
                      </m:func>
                      <m:r>
                        <a:rPr lang="en-US" sz="1600" i="0">
                          <a:solidFill>
                            <a:schemeClr val="tx1"/>
                          </a:solidFill>
                          <a:latin typeface="Cambria Math" panose="02040503050406030204" pitchFamily="18" charset="0"/>
                        </a:rPr>
                        <m:t>=</m:t>
                      </m:r>
                      <m:f>
                        <m:fPr>
                          <m:ctrlPr>
                            <a:rPr lang="en-US" sz="1600" i="1">
                              <a:solidFill>
                                <a:schemeClr val="tx1"/>
                              </a:solidFill>
                              <a:latin typeface="Cambria Math" panose="02040503050406030204" pitchFamily="18" charset="0"/>
                            </a:rPr>
                          </m:ctrlPr>
                        </m:fPr>
                        <m:num>
                          <m:r>
                            <a:rPr lang="en-US" sz="1600" i="1">
                              <a:solidFill>
                                <a:schemeClr val="tx1"/>
                              </a:solidFill>
                              <a:latin typeface="Cambria Math" panose="02040503050406030204" pitchFamily="18" charset="0"/>
                            </a:rPr>
                            <m:t>𝐼𝑟𝑒𝑓</m:t>
                          </m:r>
                          <m:r>
                            <a:rPr lang="en-US" sz="1600" i="0">
                              <a:solidFill>
                                <a:schemeClr val="tx1"/>
                              </a:solidFill>
                              <a:latin typeface="Cambria Math" panose="02040503050406030204" pitchFamily="18" charset="0"/>
                            </a:rPr>
                            <m:t> </m:t>
                          </m:r>
                          <m:r>
                            <a:rPr lang="en-US" sz="1600" i="1">
                              <a:solidFill>
                                <a:schemeClr val="tx1"/>
                              </a:solidFill>
                              <a:latin typeface="Cambria Math" panose="02040503050406030204" pitchFamily="18" charset="0"/>
                            </a:rPr>
                            <m:t>𝐿𝑉</m:t>
                          </m:r>
                        </m:num>
                        <m:den>
                          <m:r>
                            <a:rPr lang="en-US" sz="1600" i="1">
                              <a:solidFill>
                                <a:schemeClr val="tx1"/>
                              </a:solidFill>
                              <a:latin typeface="Cambria Math" panose="02040503050406030204" pitchFamily="18" charset="0"/>
                            </a:rPr>
                            <m:t>𝐶𝑇𝑅</m:t>
                          </m:r>
                          <m:r>
                            <a:rPr lang="en-US" sz="1600" i="0">
                              <a:solidFill>
                                <a:schemeClr val="tx1"/>
                              </a:solidFill>
                              <a:latin typeface="Cambria Math" panose="02040503050406030204" pitchFamily="18" charset="0"/>
                            </a:rPr>
                            <m:t> </m:t>
                          </m:r>
                          <m:r>
                            <a:rPr lang="en-US" sz="1600" i="1">
                              <a:solidFill>
                                <a:schemeClr val="tx1"/>
                              </a:solidFill>
                              <a:latin typeface="Cambria Math" panose="02040503050406030204" pitchFamily="18" charset="0"/>
                            </a:rPr>
                            <m:t>𝐿𝑉</m:t>
                          </m:r>
                          <m:r>
                            <a:rPr lang="en-US" sz="1600" i="0">
                              <a:solidFill>
                                <a:schemeClr val="tx1"/>
                              </a:solidFill>
                              <a:latin typeface="Cambria Math" panose="02040503050406030204" pitchFamily="18" charset="0"/>
                            </a:rPr>
                            <m:t> </m:t>
                          </m:r>
                        </m:den>
                      </m:f>
                      <m:r>
                        <a:rPr lang="en-US" sz="1600" i="0">
                          <a:solidFill>
                            <a:schemeClr val="tx1"/>
                          </a:solidFill>
                          <a:latin typeface="Cambria Math" panose="02040503050406030204" pitchFamily="18" charset="0"/>
                        </a:rPr>
                        <m:t>=</m:t>
                      </m:r>
                      <m:f>
                        <m:fPr>
                          <m:ctrlPr>
                            <a:rPr lang="en-US" sz="1600" i="1">
                              <a:solidFill>
                                <a:schemeClr val="tx1"/>
                              </a:solidFill>
                              <a:latin typeface="Cambria Math" panose="02040503050406030204" pitchFamily="18" charset="0"/>
                            </a:rPr>
                          </m:ctrlPr>
                        </m:fPr>
                        <m:num>
                          <m:r>
                            <a:rPr lang="en-US" sz="1600" i="0">
                              <a:solidFill>
                                <a:schemeClr val="tx1"/>
                              </a:solidFill>
                              <a:latin typeface="Cambria Math" panose="02040503050406030204" pitchFamily="18" charset="0"/>
                            </a:rPr>
                            <m:t>4184</m:t>
                          </m:r>
                        </m:num>
                        <m:den>
                          <m:f>
                            <m:fPr>
                              <m:type m:val="lin"/>
                              <m:ctrlPr>
                                <a:rPr lang="en-US" sz="1600" i="1">
                                  <a:solidFill>
                                    <a:schemeClr val="tx1"/>
                                  </a:solidFill>
                                  <a:latin typeface="Cambria Math" panose="02040503050406030204" pitchFamily="18" charset="0"/>
                                </a:rPr>
                              </m:ctrlPr>
                            </m:fPr>
                            <m:num>
                              <m:r>
                                <a:rPr lang="en-US" sz="1600" i="0">
                                  <a:solidFill>
                                    <a:schemeClr val="tx1"/>
                                  </a:solidFill>
                                  <a:latin typeface="Cambria Math" panose="02040503050406030204" pitchFamily="18" charset="0"/>
                                </a:rPr>
                                <m:t>3000</m:t>
                              </m:r>
                            </m:num>
                            <m:den>
                              <m:r>
                                <a:rPr lang="en-US" sz="1600" i="0">
                                  <a:solidFill>
                                    <a:schemeClr val="tx1"/>
                                  </a:solidFill>
                                  <a:latin typeface="Cambria Math" panose="02040503050406030204" pitchFamily="18" charset="0"/>
                                </a:rPr>
                                <m:t>5</m:t>
                              </m:r>
                            </m:den>
                          </m:f>
                          <m:r>
                            <a:rPr lang="en-US" sz="1600" i="0">
                              <a:solidFill>
                                <a:schemeClr val="tx1"/>
                              </a:solidFill>
                              <a:latin typeface="Cambria Math" panose="02040503050406030204" pitchFamily="18" charset="0"/>
                            </a:rPr>
                            <m:t> </m:t>
                          </m:r>
                        </m:den>
                      </m:f>
                      <m:r>
                        <a:rPr lang="en-US" sz="1600" i="0">
                          <a:solidFill>
                            <a:schemeClr val="tx1"/>
                          </a:solidFill>
                          <a:latin typeface="Cambria Math" panose="02040503050406030204" pitchFamily="18" charset="0"/>
                        </a:rPr>
                        <m:t>=6.973 </m:t>
                      </m:r>
                      <m:r>
                        <a:rPr lang="en-US" sz="1600" i="1">
                          <a:solidFill>
                            <a:schemeClr val="tx1"/>
                          </a:solidFill>
                          <a:latin typeface="Cambria Math" panose="02040503050406030204" pitchFamily="18" charset="0"/>
                        </a:rPr>
                        <m:t>𝐴</m:t>
                      </m:r>
                    </m:oMath>
                  </m:oMathPara>
                </a14:m>
                <a:endParaRPr lang="en-US" sz="1600" dirty="0">
                  <a:solidFill>
                    <a:schemeClr val="tx1"/>
                  </a:solidFill>
                </a:endParaRPr>
              </a:p>
            </p:txBody>
          </p:sp>
        </mc:Choice>
        <mc:Fallback xmlns="">
          <p:sp>
            <p:nvSpPr>
              <p:cNvPr id="9" name="Rectangle 8"/>
              <p:cNvSpPr>
                <a:spLocks noRot="1" noChangeAspect="1" noMove="1" noResize="1" noEditPoints="1" noAdjustHandles="1" noChangeArrowheads="1" noChangeShapeType="1" noTextEdit="1"/>
              </p:cNvSpPr>
              <p:nvPr/>
            </p:nvSpPr>
            <p:spPr>
              <a:xfrm>
                <a:off x="4925177" y="3850481"/>
                <a:ext cx="3881384" cy="593496"/>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Rectangle 12"/>
              <p:cNvSpPr/>
              <p:nvPr/>
            </p:nvSpPr>
            <p:spPr>
              <a:xfrm>
                <a:off x="290544" y="4668008"/>
                <a:ext cx="4302061" cy="603114"/>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sz="1600" i="1" smtClean="0">
                          <a:solidFill>
                            <a:schemeClr val="tx1"/>
                          </a:solidFill>
                          <a:latin typeface="Cambria Math" panose="02040503050406030204" pitchFamily="18" charset="0"/>
                        </a:rPr>
                        <m:t>𝐾</m:t>
                      </m:r>
                      <m:r>
                        <a:rPr lang="en-US" sz="1600" i="1" smtClean="0">
                          <a:solidFill>
                            <a:schemeClr val="tx1"/>
                          </a:solidFill>
                          <a:latin typeface="Cambria Math" panose="02040503050406030204" pitchFamily="18" charset="0"/>
                        </a:rPr>
                        <m:t> </m:t>
                      </m:r>
                      <m:r>
                        <a:rPr lang="en-US" sz="1600" i="1" smtClean="0">
                          <a:solidFill>
                            <a:schemeClr val="tx1"/>
                          </a:solidFill>
                          <a:latin typeface="Cambria Math" panose="02040503050406030204" pitchFamily="18" charset="0"/>
                        </a:rPr>
                        <m:t>𝑎𝑚𝑝</m:t>
                      </m:r>
                      <m:r>
                        <a:rPr lang="en-US" sz="1600" i="1" smtClean="0">
                          <a:solidFill>
                            <a:schemeClr val="tx1"/>
                          </a:solidFill>
                          <a:latin typeface="Cambria Math" panose="02040503050406030204" pitchFamily="18" charset="0"/>
                        </a:rPr>
                        <m:t> </m:t>
                      </m:r>
                      <m:r>
                        <a:rPr lang="en-US" sz="1600" i="1" smtClean="0">
                          <a:solidFill>
                            <a:schemeClr val="tx1"/>
                          </a:solidFill>
                          <a:latin typeface="Cambria Math" panose="02040503050406030204" pitchFamily="18" charset="0"/>
                        </a:rPr>
                        <m:t>𝐻𝑉</m:t>
                      </m:r>
                      <m:r>
                        <a:rPr lang="en-US" sz="1600" i="1" smtClean="0">
                          <a:solidFill>
                            <a:schemeClr val="tx1"/>
                          </a:solidFill>
                          <a:latin typeface="Cambria Math" panose="02040503050406030204" pitchFamily="18" charset="0"/>
                        </a:rPr>
                        <m:t>=</m:t>
                      </m:r>
                      <m:f>
                        <m:fPr>
                          <m:ctrlPr>
                            <a:rPr lang="en-US" sz="1600" i="1">
                              <a:solidFill>
                                <a:schemeClr val="tx1"/>
                              </a:solidFill>
                              <a:latin typeface="Cambria Math" panose="02040503050406030204" pitchFamily="18" charset="0"/>
                            </a:rPr>
                          </m:ctrlPr>
                        </m:fPr>
                        <m:num>
                          <m:r>
                            <a:rPr lang="en-US" sz="1600" i="1">
                              <a:solidFill>
                                <a:schemeClr val="tx1"/>
                              </a:solidFill>
                              <a:latin typeface="Cambria Math" panose="02040503050406030204" pitchFamily="18" charset="0"/>
                            </a:rPr>
                            <m:t>𝐼</m:t>
                          </m:r>
                          <m:r>
                            <a:rPr lang="en-US" sz="1600" i="1">
                              <a:solidFill>
                                <a:schemeClr val="tx1"/>
                              </a:solidFill>
                              <a:latin typeface="Cambria Math" panose="02040503050406030204" pitchFamily="18" charset="0"/>
                            </a:rPr>
                            <m:t> </m:t>
                          </m:r>
                          <m:r>
                            <a:rPr lang="en-US" sz="1600" i="1">
                              <a:solidFill>
                                <a:schemeClr val="tx1"/>
                              </a:solidFill>
                              <a:latin typeface="Cambria Math" panose="02040503050406030204" pitchFamily="18" charset="0"/>
                            </a:rPr>
                            <m:t>𝑛𝑜𝑚</m:t>
                          </m:r>
                        </m:num>
                        <m:den>
                          <m:r>
                            <a:rPr lang="en-US" sz="1600" i="1">
                              <a:solidFill>
                                <a:schemeClr val="tx1"/>
                              </a:solidFill>
                              <a:latin typeface="Cambria Math" panose="02040503050406030204" pitchFamily="18" charset="0"/>
                            </a:rPr>
                            <m:t>𝐼</m:t>
                          </m:r>
                          <m:r>
                            <a:rPr lang="en-US" sz="1600" i="1">
                              <a:solidFill>
                                <a:schemeClr val="tx1"/>
                              </a:solidFill>
                              <a:latin typeface="Cambria Math" panose="02040503050406030204" pitchFamily="18" charset="0"/>
                            </a:rPr>
                            <m:t> </m:t>
                          </m:r>
                          <m:r>
                            <a:rPr lang="en-US" sz="1600" i="1">
                              <a:solidFill>
                                <a:schemeClr val="tx1"/>
                              </a:solidFill>
                              <a:latin typeface="Cambria Math" panose="02040503050406030204" pitchFamily="18" charset="0"/>
                            </a:rPr>
                            <m:t>𝑟𝑒𝑓</m:t>
                          </m:r>
                          <m:r>
                            <a:rPr lang="en-US" sz="1600" i="1">
                              <a:solidFill>
                                <a:schemeClr val="tx1"/>
                              </a:solidFill>
                              <a:latin typeface="Cambria Math" panose="02040503050406030204" pitchFamily="18" charset="0"/>
                            </a:rPr>
                            <m:t> </m:t>
                          </m:r>
                        </m:den>
                      </m:f>
                      <m:r>
                        <a:rPr lang="en-US" sz="1600" i="1">
                          <a:solidFill>
                            <a:schemeClr val="tx1"/>
                          </a:solidFill>
                          <a:latin typeface="Cambria Math" panose="02040503050406030204" pitchFamily="18" charset="0"/>
                        </a:rPr>
                        <m:t>=</m:t>
                      </m:r>
                      <m:f>
                        <m:fPr>
                          <m:ctrlPr>
                            <a:rPr lang="en-US" sz="1600" i="1">
                              <a:solidFill>
                                <a:schemeClr val="tx1"/>
                              </a:solidFill>
                              <a:latin typeface="Cambria Math" panose="02040503050406030204" pitchFamily="18" charset="0"/>
                            </a:rPr>
                          </m:ctrlPr>
                        </m:fPr>
                        <m:num>
                          <m:r>
                            <a:rPr lang="en-US" sz="1600" i="1">
                              <a:solidFill>
                                <a:schemeClr val="tx1"/>
                              </a:solidFill>
                              <a:latin typeface="Cambria Math" panose="02040503050406030204" pitchFamily="18" charset="0"/>
                            </a:rPr>
                            <m:t>5</m:t>
                          </m:r>
                        </m:num>
                        <m:den>
                          <m:r>
                            <a:rPr lang="en-US" sz="1600" i="1">
                              <a:solidFill>
                                <a:schemeClr val="tx1"/>
                              </a:solidFill>
                              <a:latin typeface="Cambria Math" panose="02040503050406030204" pitchFamily="18" charset="0"/>
                            </a:rPr>
                            <m:t>3.1375 </m:t>
                          </m:r>
                        </m:den>
                      </m:f>
                      <m:r>
                        <a:rPr lang="en-US" sz="1600" i="1">
                          <a:solidFill>
                            <a:schemeClr val="tx1"/>
                          </a:solidFill>
                          <a:latin typeface="Cambria Math" panose="02040503050406030204" pitchFamily="18" charset="0"/>
                        </a:rPr>
                        <m:t>=1.593</m:t>
                      </m:r>
                    </m:oMath>
                  </m:oMathPara>
                </a14:m>
                <a:endParaRPr lang="en-US" sz="1600" dirty="0">
                  <a:solidFill>
                    <a:schemeClr val="tx1"/>
                  </a:solidFill>
                </a:endParaRPr>
              </a:p>
            </p:txBody>
          </p:sp>
        </mc:Choice>
        <mc:Fallback xmlns="">
          <p:sp>
            <p:nvSpPr>
              <p:cNvPr id="13" name="Rectangle 12"/>
              <p:cNvSpPr>
                <a:spLocks noRot="1" noChangeAspect="1" noMove="1" noResize="1" noEditPoints="1" noAdjustHandles="1" noChangeArrowheads="1" noChangeShapeType="1" noTextEdit="1"/>
              </p:cNvSpPr>
              <p:nvPr/>
            </p:nvSpPr>
            <p:spPr>
              <a:xfrm>
                <a:off x="290544" y="4668008"/>
                <a:ext cx="4302061" cy="603114"/>
              </a:xfrm>
              <a:prstGeom prst="rect">
                <a:avLst/>
              </a:prstGeom>
              <a:blipFill>
                <a:blip r:embed="rId5"/>
                <a:stretch>
                  <a:fillRect/>
                </a:stretch>
              </a:blipFill>
            </p:spPr>
            <p:txBody>
              <a:bodyPr/>
              <a:lstStyle/>
              <a:p>
                <a:r>
                  <a:rPr lang="en-US">
                    <a:noFill/>
                  </a:rPr>
                  <a:t> </a:t>
                </a:r>
              </a:p>
            </p:txBody>
          </p:sp>
        </mc:Fallback>
      </mc:AlternateContent>
      <p:sp>
        <p:nvSpPr>
          <p:cNvPr id="60" name="Rectangle 59"/>
          <p:cNvSpPr/>
          <p:nvPr/>
        </p:nvSpPr>
        <p:spPr bwMode="auto">
          <a:xfrm>
            <a:off x="2997276" y="2793789"/>
            <a:ext cx="847443" cy="602569"/>
          </a:xfrm>
          <a:prstGeom prst="rect">
            <a:avLst/>
          </a:prstGeom>
          <a:solidFill>
            <a:srgbClr val="FFFF00"/>
          </a:solidFill>
          <a:ln w="25400" cap="flat" cmpd="sng" algn="ctr">
            <a:solidFill>
              <a:schemeClr val="tx1"/>
            </a:solidFill>
            <a:prstDash val="solid"/>
            <a:round/>
            <a:headEnd type="none" w="sm" len="sm"/>
            <a:tailEnd type="none" w="sm" len="sm"/>
          </a:ln>
          <a:effectLst/>
          <a:ex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dirty="0">
                <a:ln>
                  <a:noFill/>
                </a:ln>
                <a:solidFill>
                  <a:schemeClr val="tx1"/>
                </a:solidFill>
                <a:effectLst/>
                <a:latin typeface="Arial" panose="020B0604020202020204" pitchFamily="34" charset="0"/>
              </a:rPr>
              <a:t>X 1.593</a:t>
            </a:r>
            <a:br>
              <a:rPr kumimoji="0" lang="en-US" sz="1400" b="0" i="0" u="none" strike="noStrike" cap="none" normalizeH="0" baseline="0" dirty="0">
                <a:ln>
                  <a:noFill/>
                </a:ln>
                <a:solidFill>
                  <a:schemeClr val="tx1"/>
                </a:solidFill>
                <a:effectLst/>
                <a:latin typeface="Arial" panose="020B0604020202020204" pitchFamily="34" charset="0"/>
              </a:rPr>
            </a:br>
            <a:r>
              <a:rPr kumimoji="0" lang="en-US" sz="1400" b="0" i="0" u="none" strike="noStrike" cap="none" normalizeH="0" baseline="0" dirty="0">
                <a:ln>
                  <a:noFill/>
                </a:ln>
                <a:solidFill>
                  <a:schemeClr val="tx1"/>
                </a:solidFill>
                <a:effectLst/>
                <a:latin typeface="Arial" panose="020B0604020202020204" pitchFamily="34" charset="0"/>
              </a:rPr>
              <a:t>= 5 A</a:t>
            </a:r>
          </a:p>
        </p:txBody>
      </p:sp>
      <p:sp>
        <p:nvSpPr>
          <p:cNvPr id="63" name="Rectangle 62"/>
          <p:cNvSpPr/>
          <p:nvPr/>
        </p:nvSpPr>
        <p:spPr bwMode="auto">
          <a:xfrm>
            <a:off x="4689456" y="2803679"/>
            <a:ext cx="847443" cy="602569"/>
          </a:xfrm>
          <a:prstGeom prst="rect">
            <a:avLst/>
          </a:prstGeom>
          <a:solidFill>
            <a:srgbClr val="FFFF00"/>
          </a:solidFill>
          <a:ln w="25400" cap="flat" cmpd="sng" algn="ctr">
            <a:solidFill>
              <a:schemeClr val="tx1"/>
            </a:solidFill>
            <a:prstDash val="solid"/>
            <a:round/>
            <a:headEnd type="none" w="sm" len="sm"/>
            <a:tailEnd type="none" w="sm" len="sm"/>
          </a:ln>
          <a:effectLst/>
          <a:ex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dirty="0">
                <a:ln>
                  <a:noFill/>
                </a:ln>
                <a:solidFill>
                  <a:schemeClr val="tx1"/>
                </a:solidFill>
                <a:effectLst/>
                <a:latin typeface="Arial" panose="020B0604020202020204" pitchFamily="34" charset="0"/>
              </a:rPr>
              <a:t>X 0.717</a:t>
            </a:r>
            <a:br>
              <a:rPr kumimoji="0" lang="en-US" sz="1400" b="0" i="0" u="none" strike="noStrike" cap="none" normalizeH="0" baseline="0" dirty="0">
                <a:ln>
                  <a:noFill/>
                </a:ln>
                <a:solidFill>
                  <a:schemeClr val="tx1"/>
                </a:solidFill>
                <a:effectLst/>
                <a:latin typeface="Arial" panose="020B0604020202020204" pitchFamily="34" charset="0"/>
              </a:rPr>
            </a:br>
            <a:r>
              <a:rPr kumimoji="0" lang="en-US" sz="1400" b="0" i="0" u="none" strike="noStrike" cap="none" normalizeH="0" baseline="0" dirty="0">
                <a:ln>
                  <a:noFill/>
                </a:ln>
                <a:solidFill>
                  <a:schemeClr val="tx1"/>
                </a:solidFill>
                <a:effectLst/>
                <a:latin typeface="Arial" panose="020B0604020202020204" pitchFamily="34" charset="0"/>
              </a:rPr>
              <a:t>= 5 A</a:t>
            </a:r>
          </a:p>
        </p:txBody>
      </p:sp>
      <mc:AlternateContent xmlns:mc="http://schemas.openxmlformats.org/markup-compatibility/2006" xmlns:a14="http://schemas.microsoft.com/office/drawing/2010/main">
        <mc:Choice Requires="a14">
          <p:sp>
            <p:nvSpPr>
              <p:cNvPr id="20" name="Rectangle 19"/>
              <p:cNvSpPr/>
              <p:nvPr/>
            </p:nvSpPr>
            <p:spPr>
              <a:xfrm>
                <a:off x="4929031" y="4670557"/>
                <a:ext cx="3544817" cy="60311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600" i="1" smtClean="0">
                          <a:solidFill>
                            <a:schemeClr val="tx1"/>
                          </a:solidFill>
                          <a:latin typeface="Cambria Math" panose="02040503050406030204" pitchFamily="18" charset="0"/>
                        </a:rPr>
                        <m:t>𝐾</m:t>
                      </m:r>
                      <m:r>
                        <a:rPr lang="en-US" sz="1600" i="0">
                          <a:solidFill>
                            <a:schemeClr val="tx1"/>
                          </a:solidFill>
                          <a:latin typeface="Cambria Math" panose="02040503050406030204" pitchFamily="18" charset="0"/>
                        </a:rPr>
                        <m:t> </m:t>
                      </m:r>
                      <m:r>
                        <a:rPr lang="en-US" sz="1600" i="1">
                          <a:solidFill>
                            <a:schemeClr val="tx1"/>
                          </a:solidFill>
                          <a:latin typeface="Cambria Math" panose="02040503050406030204" pitchFamily="18" charset="0"/>
                        </a:rPr>
                        <m:t>𝑎𝑚𝑝</m:t>
                      </m:r>
                      <m:r>
                        <a:rPr lang="en-US" sz="1600" i="0">
                          <a:solidFill>
                            <a:schemeClr val="tx1"/>
                          </a:solidFill>
                          <a:latin typeface="Cambria Math" panose="02040503050406030204" pitchFamily="18" charset="0"/>
                        </a:rPr>
                        <m:t> </m:t>
                      </m:r>
                      <m:r>
                        <a:rPr lang="en-US" sz="1600" i="1">
                          <a:solidFill>
                            <a:schemeClr val="tx1"/>
                          </a:solidFill>
                          <a:latin typeface="Cambria Math" panose="02040503050406030204" pitchFamily="18" charset="0"/>
                        </a:rPr>
                        <m:t>𝐿𝑉</m:t>
                      </m:r>
                      <m:r>
                        <a:rPr lang="en-US" sz="1600" i="0">
                          <a:solidFill>
                            <a:schemeClr val="tx1"/>
                          </a:solidFill>
                          <a:latin typeface="Cambria Math" panose="02040503050406030204" pitchFamily="18" charset="0"/>
                        </a:rPr>
                        <m:t>=</m:t>
                      </m:r>
                      <m:f>
                        <m:fPr>
                          <m:ctrlPr>
                            <a:rPr lang="en-US" sz="1600" i="1">
                              <a:solidFill>
                                <a:schemeClr val="tx1"/>
                              </a:solidFill>
                              <a:latin typeface="Cambria Math" panose="02040503050406030204" pitchFamily="18" charset="0"/>
                            </a:rPr>
                          </m:ctrlPr>
                        </m:fPr>
                        <m:num>
                          <m:r>
                            <a:rPr lang="en-US" sz="1600" i="1">
                              <a:solidFill>
                                <a:schemeClr val="tx1"/>
                              </a:solidFill>
                              <a:latin typeface="Cambria Math" panose="02040503050406030204" pitchFamily="18" charset="0"/>
                            </a:rPr>
                            <m:t>𝐼</m:t>
                          </m:r>
                          <m:r>
                            <a:rPr lang="en-US" sz="1600" i="0">
                              <a:solidFill>
                                <a:schemeClr val="tx1"/>
                              </a:solidFill>
                              <a:latin typeface="Cambria Math" panose="02040503050406030204" pitchFamily="18" charset="0"/>
                            </a:rPr>
                            <m:t> </m:t>
                          </m:r>
                          <m:r>
                            <a:rPr lang="en-US" sz="1600" i="1">
                              <a:solidFill>
                                <a:schemeClr val="tx1"/>
                              </a:solidFill>
                              <a:latin typeface="Cambria Math" panose="02040503050406030204" pitchFamily="18" charset="0"/>
                            </a:rPr>
                            <m:t>𝑛𝑜𝑚</m:t>
                          </m:r>
                        </m:num>
                        <m:den>
                          <m:r>
                            <a:rPr lang="en-US" sz="1600" i="1">
                              <a:solidFill>
                                <a:schemeClr val="tx1"/>
                              </a:solidFill>
                              <a:latin typeface="Cambria Math" panose="02040503050406030204" pitchFamily="18" charset="0"/>
                            </a:rPr>
                            <m:t>𝐼</m:t>
                          </m:r>
                          <m:r>
                            <a:rPr lang="en-US" sz="1600" i="0">
                              <a:solidFill>
                                <a:schemeClr val="tx1"/>
                              </a:solidFill>
                              <a:latin typeface="Cambria Math" panose="02040503050406030204" pitchFamily="18" charset="0"/>
                            </a:rPr>
                            <m:t> </m:t>
                          </m:r>
                          <m:r>
                            <a:rPr lang="en-US" sz="1600" i="1">
                              <a:solidFill>
                                <a:schemeClr val="tx1"/>
                              </a:solidFill>
                              <a:latin typeface="Cambria Math" panose="02040503050406030204" pitchFamily="18" charset="0"/>
                            </a:rPr>
                            <m:t>𝑟𝑒𝑓</m:t>
                          </m:r>
                          <m:r>
                            <a:rPr lang="en-US" sz="1600" i="0">
                              <a:solidFill>
                                <a:schemeClr val="tx1"/>
                              </a:solidFill>
                              <a:latin typeface="Cambria Math" panose="02040503050406030204" pitchFamily="18" charset="0"/>
                            </a:rPr>
                            <m:t> </m:t>
                          </m:r>
                        </m:den>
                      </m:f>
                      <m:r>
                        <a:rPr lang="en-US" sz="1600" i="0">
                          <a:solidFill>
                            <a:schemeClr val="tx1"/>
                          </a:solidFill>
                          <a:latin typeface="Cambria Math" panose="02040503050406030204" pitchFamily="18" charset="0"/>
                        </a:rPr>
                        <m:t>=</m:t>
                      </m:r>
                      <m:f>
                        <m:fPr>
                          <m:ctrlPr>
                            <a:rPr lang="en-US" sz="1600" i="1">
                              <a:solidFill>
                                <a:schemeClr val="tx1"/>
                              </a:solidFill>
                              <a:latin typeface="Cambria Math" panose="02040503050406030204" pitchFamily="18" charset="0"/>
                            </a:rPr>
                          </m:ctrlPr>
                        </m:fPr>
                        <m:num>
                          <m:r>
                            <a:rPr lang="en-US" sz="1600" i="0">
                              <a:solidFill>
                                <a:schemeClr val="tx1"/>
                              </a:solidFill>
                              <a:latin typeface="Cambria Math" panose="02040503050406030204" pitchFamily="18" charset="0"/>
                            </a:rPr>
                            <m:t>5</m:t>
                          </m:r>
                        </m:num>
                        <m:den>
                          <m:r>
                            <a:rPr lang="en-US" sz="1600" i="0">
                              <a:solidFill>
                                <a:schemeClr val="tx1"/>
                              </a:solidFill>
                              <a:latin typeface="Cambria Math" panose="02040503050406030204" pitchFamily="18" charset="0"/>
                            </a:rPr>
                            <m:t>6.973 </m:t>
                          </m:r>
                        </m:den>
                      </m:f>
                      <m:r>
                        <a:rPr lang="en-US" sz="1600" i="0">
                          <a:solidFill>
                            <a:schemeClr val="tx1"/>
                          </a:solidFill>
                          <a:latin typeface="Cambria Math" panose="02040503050406030204" pitchFamily="18" charset="0"/>
                        </a:rPr>
                        <m:t>=0.717 </m:t>
                      </m:r>
                    </m:oMath>
                  </m:oMathPara>
                </a14:m>
                <a:endParaRPr lang="en-US" sz="1600" dirty="0">
                  <a:solidFill>
                    <a:schemeClr val="tx1"/>
                  </a:solidFill>
                </a:endParaRPr>
              </a:p>
            </p:txBody>
          </p:sp>
        </mc:Choice>
        <mc:Fallback xmlns="">
          <p:sp>
            <p:nvSpPr>
              <p:cNvPr id="20" name="Rectangle 19"/>
              <p:cNvSpPr>
                <a:spLocks noRot="1" noChangeAspect="1" noMove="1" noResize="1" noEditPoints="1" noAdjustHandles="1" noChangeArrowheads="1" noChangeShapeType="1" noTextEdit="1"/>
              </p:cNvSpPr>
              <p:nvPr/>
            </p:nvSpPr>
            <p:spPr>
              <a:xfrm>
                <a:off x="4929031" y="4670557"/>
                <a:ext cx="3544817" cy="603114"/>
              </a:xfrm>
              <a:prstGeom prst="rect">
                <a:avLst/>
              </a:prstGeom>
              <a:blipFill>
                <a:blip r:embed="rId6"/>
                <a:stretch>
                  <a:fillRect/>
                </a:stretch>
              </a:blipFill>
            </p:spPr>
            <p:txBody>
              <a:bodyPr/>
              <a:lstStyle/>
              <a:p>
                <a:r>
                  <a:rPr lang="en-US">
                    <a:noFill/>
                  </a:rPr>
                  <a:t> </a:t>
                </a:r>
              </a:p>
            </p:txBody>
          </p:sp>
        </mc:Fallback>
      </mc:AlternateContent>
      <p:sp>
        <p:nvSpPr>
          <p:cNvPr id="56" name="Line 21"/>
          <p:cNvSpPr>
            <a:spLocks noChangeShapeType="1"/>
          </p:cNvSpPr>
          <p:nvPr/>
        </p:nvSpPr>
        <p:spPr bwMode="auto">
          <a:xfrm>
            <a:off x="5408507" y="1650079"/>
            <a:ext cx="1333" cy="332287"/>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7" name="Line 21"/>
          <p:cNvSpPr>
            <a:spLocks noChangeShapeType="1"/>
          </p:cNvSpPr>
          <p:nvPr/>
        </p:nvSpPr>
        <p:spPr bwMode="auto">
          <a:xfrm flipV="1">
            <a:off x="5301995" y="1993476"/>
            <a:ext cx="213192" cy="2846"/>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1" name="Line 21"/>
          <p:cNvSpPr>
            <a:spLocks noChangeShapeType="1"/>
          </p:cNvSpPr>
          <p:nvPr/>
        </p:nvSpPr>
        <p:spPr bwMode="auto">
          <a:xfrm flipV="1">
            <a:off x="5358977" y="2044594"/>
            <a:ext cx="112395" cy="1"/>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2" name="Line 21"/>
          <p:cNvSpPr>
            <a:spLocks noChangeShapeType="1"/>
          </p:cNvSpPr>
          <p:nvPr/>
        </p:nvSpPr>
        <p:spPr bwMode="auto">
          <a:xfrm flipV="1">
            <a:off x="5385648" y="2086336"/>
            <a:ext cx="54180" cy="2752"/>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8" name="Line 21"/>
          <p:cNvSpPr>
            <a:spLocks noChangeShapeType="1"/>
          </p:cNvSpPr>
          <p:nvPr/>
        </p:nvSpPr>
        <p:spPr bwMode="auto">
          <a:xfrm>
            <a:off x="2975423" y="1668285"/>
            <a:ext cx="1333" cy="332287"/>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9" name="Line 21"/>
          <p:cNvSpPr>
            <a:spLocks noChangeShapeType="1"/>
          </p:cNvSpPr>
          <p:nvPr/>
        </p:nvSpPr>
        <p:spPr bwMode="auto">
          <a:xfrm flipV="1">
            <a:off x="2868911" y="2011682"/>
            <a:ext cx="213192" cy="2846"/>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0" name="Line 21"/>
          <p:cNvSpPr>
            <a:spLocks noChangeShapeType="1"/>
          </p:cNvSpPr>
          <p:nvPr/>
        </p:nvSpPr>
        <p:spPr bwMode="auto">
          <a:xfrm flipV="1">
            <a:off x="2925893" y="2062800"/>
            <a:ext cx="112395" cy="1"/>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 name="Line 21"/>
          <p:cNvSpPr>
            <a:spLocks noChangeShapeType="1"/>
          </p:cNvSpPr>
          <p:nvPr/>
        </p:nvSpPr>
        <p:spPr bwMode="auto">
          <a:xfrm flipV="1">
            <a:off x="2952564" y="2104542"/>
            <a:ext cx="54180" cy="2752"/>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Tree>
    <p:extLst>
      <p:ext uri="{BB962C8B-B14F-4D97-AF65-F5344CB8AC3E}">
        <p14:creationId xmlns:p14="http://schemas.microsoft.com/office/powerpoint/2010/main" val="30787098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97"/>
                                        </p:tgtEl>
                                        <p:attrNameLst>
                                          <p:attrName>style.visibility</p:attrName>
                                        </p:attrNameLst>
                                      </p:cBhvr>
                                      <p:to>
                                        <p:strVal val="visible"/>
                                      </p:to>
                                    </p:set>
                                    <p:animEffect transition="in" filter="blinds(horizontal)">
                                      <p:cBhvr>
                                        <p:cTn id="12" dur="500"/>
                                        <p:tgtEl>
                                          <p:spTgt spid="97"/>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blinds(horizontal)">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blinds(horizontal)">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54"/>
                                        </p:tgtEl>
                                        <p:attrNameLst>
                                          <p:attrName>style.visibility</p:attrName>
                                        </p:attrNameLst>
                                      </p:cBhvr>
                                      <p:to>
                                        <p:strVal val="visible"/>
                                      </p:to>
                                    </p:set>
                                    <p:animEffect transition="in" filter="blinds(horizontal)">
                                      <p:cBhvr>
                                        <p:cTn id="27" dur="500"/>
                                        <p:tgtEl>
                                          <p:spTgt spid="54"/>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55"/>
                                        </p:tgtEl>
                                        <p:attrNameLst>
                                          <p:attrName>style.visibility</p:attrName>
                                        </p:attrNameLst>
                                      </p:cBhvr>
                                      <p:to>
                                        <p:strVal val="visible"/>
                                      </p:to>
                                    </p:set>
                                    <p:animEffect transition="in" filter="blinds(horizontal)">
                                      <p:cBhvr>
                                        <p:cTn id="32" dur="500"/>
                                        <p:tgtEl>
                                          <p:spTgt spid="55"/>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blinds(horizontal)">
                                      <p:cBhvr>
                                        <p:cTn id="37" dur="500"/>
                                        <p:tgtEl>
                                          <p:spTgt spid="13"/>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60"/>
                                        </p:tgtEl>
                                        <p:attrNameLst>
                                          <p:attrName>style.visibility</p:attrName>
                                        </p:attrNameLst>
                                      </p:cBhvr>
                                      <p:to>
                                        <p:strVal val="visible"/>
                                      </p:to>
                                    </p:set>
                                    <p:animEffect transition="in" filter="blinds(horizontal)">
                                      <p:cBhvr>
                                        <p:cTn id="42" dur="500"/>
                                        <p:tgtEl>
                                          <p:spTgt spid="60"/>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blinds(horizontal)">
                                      <p:cBhvr>
                                        <p:cTn id="47" dur="500"/>
                                        <p:tgtEl>
                                          <p:spTgt spid="20"/>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63"/>
                                        </p:tgtEl>
                                        <p:attrNameLst>
                                          <p:attrName>style.visibility</p:attrName>
                                        </p:attrNameLst>
                                      </p:cBhvr>
                                      <p:to>
                                        <p:strVal val="visible"/>
                                      </p:to>
                                    </p:set>
                                    <p:animEffect transition="in" filter="blinds(horizontal)">
                                      <p:cBhvr>
                                        <p:cTn id="52" dur="5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 grpId="0"/>
      <p:bldP spid="55" grpId="0"/>
      <p:bldP spid="7" grpId="0"/>
      <p:bldP spid="9" grpId="0"/>
      <p:bldP spid="13" grpId="0"/>
      <p:bldP spid="60" grpId="0" animBg="1"/>
      <p:bldP spid="63" grpId="0" animBg="1"/>
      <p:bldP spid="20"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8" name="Rectangle 28"/>
          <p:cNvSpPr>
            <a:spLocks noGrp="1" noChangeArrowheads="1"/>
          </p:cNvSpPr>
          <p:nvPr>
            <p:ph type="title"/>
          </p:nvPr>
        </p:nvSpPr>
        <p:spPr>
          <a:xfrm>
            <a:off x="762000" y="85725"/>
            <a:ext cx="8077200" cy="561975"/>
          </a:xfrm>
        </p:spPr>
        <p:txBody>
          <a:bodyPr/>
          <a:lstStyle/>
          <a:p>
            <a:r>
              <a:rPr lang="en-US" altLang="en-US" sz="2700" dirty="0"/>
              <a:t>Transformer Ratio Correction summary:</a:t>
            </a:r>
            <a:endParaRPr lang="en-US" altLang="en-US" dirty="0"/>
          </a:p>
        </p:txBody>
      </p:sp>
      <p:sp>
        <p:nvSpPr>
          <p:cNvPr id="2" name="Rectangle 1"/>
          <p:cNvSpPr/>
          <p:nvPr/>
        </p:nvSpPr>
        <p:spPr>
          <a:xfrm>
            <a:off x="762000" y="990600"/>
            <a:ext cx="7986464" cy="4418620"/>
          </a:xfrm>
          <a:prstGeom prst="rect">
            <a:avLst/>
          </a:prstGeom>
          <a:noFill/>
          <a:ln w="9525">
            <a:noFill/>
            <a:miter lim="800000"/>
            <a:headEnd type="none" w="sm" len="sm"/>
            <a:tailEnd type="none" w="sm" len="sm"/>
          </a:ln>
          <a:effectLst/>
        </p:spPr>
        <p:txBody>
          <a:bodyPr lIns="270000" tIns="180000" rIns="0"/>
          <a:lstStyle/>
          <a:p>
            <a:r>
              <a:rPr lang="en-US" sz="1600" dirty="0">
                <a:solidFill>
                  <a:schemeClr val="accent1"/>
                </a:solidFill>
              </a:rPr>
              <a:t>The P64x calculates the ratio correction factors on the basis of the reference power, winding nominal voltage, and primary nominal currents of the current transformers.</a:t>
            </a:r>
          </a:p>
          <a:p>
            <a:endParaRPr lang="en-US" sz="1600" dirty="0">
              <a:solidFill>
                <a:schemeClr val="accent1"/>
              </a:solidFill>
            </a:endParaRPr>
          </a:p>
          <a:p>
            <a:endParaRPr lang="en-US" sz="1600" dirty="0">
              <a:solidFill>
                <a:schemeClr val="accent1"/>
              </a:solidFill>
            </a:endParaRPr>
          </a:p>
          <a:p>
            <a:endParaRPr lang="en-US" sz="1600" dirty="0">
              <a:solidFill>
                <a:schemeClr val="accent1"/>
              </a:solidFill>
            </a:endParaRPr>
          </a:p>
          <a:p>
            <a:br>
              <a:rPr lang="en-US" sz="1600" dirty="0">
                <a:solidFill>
                  <a:schemeClr val="accent1"/>
                </a:solidFill>
              </a:rPr>
            </a:br>
            <a:br>
              <a:rPr lang="en-US" sz="1600" dirty="0">
                <a:solidFill>
                  <a:schemeClr val="accent1"/>
                </a:solidFill>
              </a:rPr>
            </a:br>
            <a:r>
              <a:rPr lang="en-US" sz="1600" dirty="0" err="1">
                <a:solidFill>
                  <a:schemeClr val="accent1"/>
                </a:solidFill>
              </a:rPr>
              <a:t>Sref</a:t>
            </a:r>
            <a:r>
              <a:rPr lang="en-US" sz="1600" dirty="0">
                <a:solidFill>
                  <a:schemeClr val="accent1"/>
                </a:solidFill>
              </a:rPr>
              <a:t>:	 common reference power for all ends</a:t>
            </a:r>
            <a:br>
              <a:rPr lang="en-US" sz="1600" dirty="0">
                <a:solidFill>
                  <a:schemeClr val="accent1"/>
                </a:solidFill>
              </a:rPr>
            </a:br>
            <a:r>
              <a:rPr lang="en-US" sz="1600" dirty="0">
                <a:solidFill>
                  <a:schemeClr val="accent1"/>
                </a:solidFill>
              </a:rPr>
              <a:t>n: 	 is CT1, CT2, CT3, CT4, CT5 for each of the CT inputs</a:t>
            </a:r>
          </a:p>
          <a:p>
            <a:r>
              <a:rPr lang="en-US" sz="1600" dirty="0" err="1">
                <a:solidFill>
                  <a:schemeClr val="accent1"/>
                </a:solidFill>
              </a:rPr>
              <a:t>Iref,n</a:t>
            </a:r>
            <a:r>
              <a:rPr lang="en-US" sz="1600" dirty="0">
                <a:solidFill>
                  <a:schemeClr val="accent1"/>
                </a:solidFill>
              </a:rPr>
              <a:t>: 	 reference current for the respective CT input</a:t>
            </a:r>
          </a:p>
          <a:p>
            <a:r>
              <a:rPr lang="en-US" sz="1600" dirty="0" err="1">
                <a:solidFill>
                  <a:schemeClr val="accent1"/>
                </a:solidFill>
              </a:rPr>
              <a:t>Kamp,n</a:t>
            </a:r>
            <a:r>
              <a:rPr lang="en-US" sz="1600" dirty="0">
                <a:solidFill>
                  <a:schemeClr val="accent1"/>
                </a:solidFill>
              </a:rPr>
              <a:t>:	 amplitude-matching factor for the respective CT input</a:t>
            </a:r>
          </a:p>
          <a:p>
            <a:r>
              <a:rPr lang="en-US" sz="1600" dirty="0" err="1">
                <a:solidFill>
                  <a:schemeClr val="accent1"/>
                </a:solidFill>
              </a:rPr>
              <a:t>Inom,n</a:t>
            </a:r>
            <a:r>
              <a:rPr lang="en-US" sz="1600" dirty="0">
                <a:solidFill>
                  <a:schemeClr val="accent1"/>
                </a:solidFill>
              </a:rPr>
              <a:t>: 	 primary nominal currents for the respective CT input</a:t>
            </a:r>
          </a:p>
          <a:p>
            <a:r>
              <a:rPr lang="en-US" sz="1600" dirty="0" err="1">
                <a:solidFill>
                  <a:schemeClr val="accent1"/>
                </a:solidFill>
              </a:rPr>
              <a:t>Vnom,n</a:t>
            </a:r>
            <a:r>
              <a:rPr lang="en-US" sz="1600" dirty="0">
                <a:solidFill>
                  <a:schemeClr val="accent1"/>
                </a:solidFill>
              </a:rPr>
              <a:t>:	 primary nominal voltage for the respective CT input</a:t>
            </a:r>
            <a:br>
              <a:rPr lang="en-US" sz="1600" dirty="0">
                <a:solidFill>
                  <a:schemeClr val="accent1"/>
                </a:solidFill>
              </a:rPr>
            </a:br>
            <a:endParaRPr lang="en-US" sz="1600" dirty="0">
              <a:solidFill>
                <a:schemeClr val="accent1"/>
              </a:solidFill>
            </a:endParaRPr>
          </a:p>
          <a:p>
            <a:r>
              <a:rPr lang="en-US" sz="1600" dirty="0">
                <a:solidFill>
                  <a:schemeClr val="accent1"/>
                </a:solidFill>
              </a:rPr>
              <a:t>The P64x checks that the matching factors are within their permissible ranges. </a:t>
            </a:r>
            <a:br>
              <a:rPr lang="en-US" sz="1600" dirty="0">
                <a:solidFill>
                  <a:schemeClr val="accent1"/>
                </a:solidFill>
              </a:rPr>
            </a:br>
            <a:r>
              <a:rPr lang="en-US" sz="1600" dirty="0">
                <a:solidFill>
                  <a:schemeClr val="accent1"/>
                </a:solidFill>
              </a:rPr>
              <a:t>The matching factors must satisfy the following condition:</a:t>
            </a:r>
          </a:p>
          <a:p>
            <a:pPr marL="285750" indent="-285750">
              <a:buFont typeface="Arial" panose="020B0604020202020204" pitchFamily="34" charset="0"/>
              <a:buChar char="•"/>
            </a:pPr>
            <a:r>
              <a:rPr lang="en-US" sz="1600" dirty="0">
                <a:solidFill>
                  <a:schemeClr val="accent1"/>
                </a:solidFill>
              </a:rPr>
              <a:t>The matching factors must always be 0.05 &lt; </a:t>
            </a:r>
            <a:r>
              <a:rPr lang="en-US" sz="1600" dirty="0" err="1">
                <a:solidFill>
                  <a:schemeClr val="accent1"/>
                </a:solidFill>
              </a:rPr>
              <a:t>Kamp,n</a:t>
            </a:r>
            <a:r>
              <a:rPr lang="en-US" sz="1600" dirty="0">
                <a:solidFill>
                  <a:schemeClr val="accent1"/>
                </a:solidFill>
              </a:rPr>
              <a:t> &lt; 20</a:t>
            </a:r>
          </a:p>
        </p:txBody>
      </p:sp>
      <p:pic>
        <p:nvPicPr>
          <p:cNvPr id="3" name="Picture 2"/>
          <p:cNvPicPr>
            <a:picLocks noChangeAspect="1"/>
          </p:cNvPicPr>
          <p:nvPr/>
        </p:nvPicPr>
        <p:blipFill>
          <a:blip r:embed="rId3"/>
          <a:stretch>
            <a:fillRect/>
          </a:stretch>
        </p:blipFill>
        <p:spPr>
          <a:xfrm>
            <a:off x="1547664" y="1664804"/>
            <a:ext cx="4932548" cy="1141794"/>
          </a:xfrm>
          <a:prstGeom prst="rect">
            <a:avLst/>
          </a:prstGeom>
        </p:spPr>
      </p:pic>
    </p:spTree>
    <p:extLst>
      <p:ext uri="{BB962C8B-B14F-4D97-AF65-F5344CB8AC3E}">
        <p14:creationId xmlns:p14="http://schemas.microsoft.com/office/powerpoint/2010/main" val="139193264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blinds(horizontal)">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
                                            <p:txEl>
                                              <p:pRg st="4" end="4"/>
                                            </p:txEl>
                                          </p:spTgt>
                                        </p:tgtEl>
                                        <p:attrNameLst>
                                          <p:attrName>style.visibility</p:attrName>
                                        </p:attrNameLst>
                                      </p:cBhvr>
                                      <p:to>
                                        <p:strVal val="visible"/>
                                      </p:to>
                                    </p:set>
                                    <p:animEffect transition="in" filter="blinds(horizontal)">
                                      <p:cBhvr>
                                        <p:cTn id="17" dur="500"/>
                                        <p:tgtEl>
                                          <p:spTgt spid="2">
                                            <p:txEl>
                                              <p:pRg st="4" end="4"/>
                                            </p:txEl>
                                          </p:spTgt>
                                        </p:tgtEl>
                                      </p:cBhvr>
                                    </p:animEffect>
                                  </p:childTnLst>
                                </p:cTn>
                              </p:par>
                              <p:par>
                                <p:cTn id="18" presetID="3" presetClass="entr" presetSubtype="10" fill="hold" nodeType="withEffect">
                                  <p:stCondLst>
                                    <p:cond delay="0"/>
                                  </p:stCondLst>
                                  <p:childTnLst>
                                    <p:set>
                                      <p:cBhvr>
                                        <p:cTn id="19" dur="1" fill="hold">
                                          <p:stCondLst>
                                            <p:cond delay="0"/>
                                          </p:stCondLst>
                                        </p:cTn>
                                        <p:tgtEl>
                                          <p:spTgt spid="2">
                                            <p:txEl>
                                              <p:pRg st="5" end="5"/>
                                            </p:txEl>
                                          </p:spTgt>
                                        </p:tgtEl>
                                        <p:attrNameLst>
                                          <p:attrName>style.visibility</p:attrName>
                                        </p:attrNameLst>
                                      </p:cBhvr>
                                      <p:to>
                                        <p:strVal val="visible"/>
                                      </p:to>
                                    </p:set>
                                    <p:animEffect transition="in" filter="blinds(horizontal)">
                                      <p:cBhvr>
                                        <p:cTn id="20" dur="500"/>
                                        <p:tgtEl>
                                          <p:spTgt spid="2">
                                            <p:txEl>
                                              <p:pRg st="5" end="5"/>
                                            </p:txEl>
                                          </p:spTgt>
                                        </p:tgtEl>
                                      </p:cBhvr>
                                    </p:animEffect>
                                  </p:childTnLst>
                                </p:cTn>
                              </p:par>
                              <p:par>
                                <p:cTn id="21" presetID="3" presetClass="entr" presetSubtype="10" fill="hold" nodeType="withEffect">
                                  <p:stCondLst>
                                    <p:cond delay="0"/>
                                  </p:stCondLst>
                                  <p:childTnLst>
                                    <p:set>
                                      <p:cBhvr>
                                        <p:cTn id="22" dur="1" fill="hold">
                                          <p:stCondLst>
                                            <p:cond delay="0"/>
                                          </p:stCondLst>
                                        </p:cTn>
                                        <p:tgtEl>
                                          <p:spTgt spid="2">
                                            <p:txEl>
                                              <p:pRg st="6" end="6"/>
                                            </p:txEl>
                                          </p:spTgt>
                                        </p:tgtEl>
                                        <p:attrNameLst>
                                          <p:attrName>style.visibility</p:attrName>
                                        </p:attrNameLst>
                                      </p:cBhvr>
                                      <p:to>
                                        <p:strVal val="visible"/>
                                      </p:to>
                                    </p:set>
                                    <p:animEffect transition="in" filter="blinds(horizontal)">
                                      <p:cBhvr>
                                        <p:cTn id="23" dur="500"/>
                                        <p:tgtEl>
                                          <p:spTgt spid="2">
                                            <p:txEl>
                                              <p:pRg st="6" end="6"/>
                                            </p:txEl>
                                          </p:spTgt>
                                        </p:tgtEl>
                                      </p:cBhvr>
                                    </p:animEffect>
                                  </p:childTnLst>
                                </p:cTn>
                              </p:par>
                              <p:par>
                                <p:cTn id="24" presetID="3" presetClass="entr" presetSubtype="10" fill="hold" nodeType="withEffect">
                                  <p:stCondLst>
                                    <p:cond delay="0"/>
                                  </p:stCondLst>
                                  <p:childTnLst>
                                    <p:set>
                                      <p:cBhvr>
                                        <p:cTn id="25" dur="1" fill="hold">
                                          <p:stCondLst>
                                            <p:cond delay="0"/>
                                          </p:stCondLst>
                                        </p:cTn>
                                        <p:tgtEl>
                                          <p:spTgt spid="2">
                                            <p:txEl>
                                              <p:pRg st="7" end="7"/>
                                            </p:txEl>
                                          </p:spTgt>
                                        </p:tgtEl>
                                        <p:attrNameLst>
                                          <p:attrName>style.visibility</p:attrName>
                                        </p:attrNameLst>
                                      </p:cBhvr>
                                      <p:to>
                                        <p:strVal val="visible"/>
                                      </p:to>
                                    </p:set>
                                    <p:animEffect transition="in" filter="blinds(horizontal)">
                                      <p:cBhvr>
                                        <p:cTn id="26" dur="500"/>
                                        <p:tgtEl>
                                          <p:spTgt spid="2">
                                            <p:txEl>
                                              <p:pRg st="7" end="7"/>
                                            </p:txEl>
                                          </p:spTgt>
                                        </p:tgtEl>
                                      </p:cBhvr>
                                    </p:animEffect>
                                  </p:childTnLst>
                                </p:cTn>
                              </p:par>
                              <p:par>
                                <p:cTn id="27" presetID="3" presetClass="entr" presetSubtype="10" fill="hold" nodeType="withEffect">
                                  <p:stCondLst>
                                    <p:cond delay="0"/>
                                  </p:stCondLst>
                                  <p:childTnLst>
                                    <p:set>
                                      <p:cBhvr>
                                        <p:cTn id="28" dur="1" fill="hold">
                                          <p:stCondLst>
                                            <p:cond delay="0"/>
                                          </p:stCondLst>
                                        </p:cTn>
                                        <p:tgtEl>
                                          <p:spTgt spid="2">
                                            <p:txEl>
                                              <p:pRg st="8" end="8"/>
                                            </p:txEl>
                                          </p:spTgt>
                                        </p:tgtEl>
                                        <p:attrNameLst>
                                          <p:attrName>style.visibility</p:attrName>
                                        </p:attrNameLst>
                                      </p:cBhvr>
                                      <p:to>
                                        <p:strVal val="visible"/>
                                      </p:to>
                                    </p:set>
                                    <p:animEffect transition="in" filter="blinds(horizontal)">
                                      <p:cBhvr>
                                        <p:cTn id="29" dur="500"/>
                                        <p:tgtEl>
                                          <p:spTgt spid="2">
                                            <p:txEl>
                                              <p:pRg st="8" end="8"/>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3" presetClass="entr" presetSubtype="10" fill="hold" nodeType="clickEffect">
                                  <p:stCondLst>
                                    <p:cond delay="0"/>
                                  </p:stCondLst>
                                  <p:childTnLst>
                                    <p:set>
                                      <p:cBhvr>
                                        <p:cTn id="33" dur="1" fill="hold">
                                          <p:stCondLst>
                                            <p:cond delay="0"/>
                                          </p:stCondLst>
                                        </p:cTn>
                                        <p:tgtEl>
                                          <p:spTgt spid="2">
                                            <p:txEl>
                                              <p:pRg st="9" end="9"/>
                                            </p:txEl>
                                          </p:spTgt>
                                        </p:tgtEl>
                                        <p:attrNameLst>
                                          <p:attrName>style.visibility</p:attrName>
                                        </p:attrNameLst>
                                      </p:cBhvr>
                                      <p:to>
                                        <p:strVal val="visible"/>
                                      </p:to>
                                    </p:set>
                                    <p:animEffect transition="in" filter="blinds(horizontal)">
                                      <p:cBhvr>
                                        <p:cTn id="34" dur="500"/>
                                        <p:tgtEl>
                                          <p:spTgt spid="2">
                                            <p:txEl>
                                              <p:pRg st="9" end="9"/>
                                            </p:txEl>
                                          </p:spTgt>
                                        </p:tgtEl>
                                      </p:cBhvr>
                                    </p:animEffect>
                                  </p:childTnLst>
                                </p:cTn>
                              </p:par>
                              <p:par>
                                <p:cTn id="35" presetID="3" presetClass="entr" presetSubtype="10" fill="hold" nodeType="withEffect">
                                  <p:stCondLst>
                                    <p:cond delay="0"/>
                                  </p:stCondLst>
                                  <p:childTnLst>
                                    <p:set>
                                      <p:cBhvr>
                                        <p:cTn id="36" dur="1" fill="hold">
                                          <p:stCondLst>
                                            <p:cond delay="0"/>
                                          </p:stCondLst>
                                        </p:cTn>
                                        <p:tgtEl>
                                          <p:spTgt spid="2">
                                            <p:txEl>
                                              <p:pRg st="10" end="10"/>
                                            </p:txEl>
                                          </p:spTgt>
                                        </p:tgtEl>
                                        <p:attrNameLst>
                                          <p:attrName>style.visibility</p:attrName>
                                        </p:attrNameLst>
                                      </p:cBhvr>
                                      <p:to>
                                        <p:strVal val="visible"/>
                                      </p:to>
                                    </p:set>
                                    <p:animEffect transition="in" filter="blinds(horizontal)">
                                      <p:cBhvr>
                                        <p:cTn id="37" dur="500"/>
                                        <p:tgtEl>
                                          <p:spTgt spid="2">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4994" name="Rectangle 2"/>
          <p:cNvSpPr>
            <a:spLocks noGrp="1" noChangeArrowheads="1"/>
          </p:cNvSpPr>
          <p:nvPr>
            <p:ph type="title"/>
          </p:nvPr>
        </p:nvSpPr>
        <p:spPr>
          <a:xfrm>
            <a:off x="431800" y="77789"/>
            <a:ext cx="8280400" cy="395288"/>
          </a:xfrm>
        </p:spPr>
        <p:txBody>
          <a:bodyPr/>
          <a:lstStyle/>
          <a:p>
            <a:r>
              <a:rPr lang="fr-FR" altLang="en-US" dirty="0"/>
              <a:t>Use of </a:t>
            </a:r>
            <a:r>
              <a:rPr lang="fr-FR" altLang="en-US" sz="3200" dirty="0" err="1"/>
              <a:t>Interposing</a:t>
            </a:r>
            <a:r>
              <a:rPr lang="fr-FR" altLang="en-US" dirty="0"/>
              <a:t> CT</a:t>
            </a:r>
          </a:p>
        </p:txBody>
      </p:sp>
      <p:grpSp>
        <p:nvGrpSpPr>
          <p:cNvPr id="725316" name="Group 324"/>
          <p:cNvGrpSpPr>
            <a:grpSpLocks/>
          </p:cNvGrpSpPr>
          <p:nvPr/>
        </p:nvGrpSpPr>
        <p:grpSpPr bwMode="auto">
          <a:xfrm>
            <a:off x="1695450" y="1108075"/>
            <a:ext cx="6191250" cy="5453063"/>
            <a:chOff x="1068" y="698"/>
            <a:chExt cx="3900" cy="3435"/>
          </a:xfrm>
        </p:grpSpPr>
        <p:sp>
          <p:nvSpPr>
            <p:cNvPr id="724997" name="Freeform 5"/>
            <p:cNvSpPr>
              <a:spLocks/>
            </p:cNvSpPr>
            <p:nvPr/>
          </p:nvSpPr>
          <p:spPr bwMode="auto">
            <a:xfrm>
              <a:off x="1660" y="1525"/>
              <a:ext cx="1002" cy="853"/>
            </a:xfrm>
            <a:custGeom>
              <a:avLst/>
              <a:gdLst>
                <a:gd name="T0" fmla="*/ 855 w 856"/>
                <a:gd name="T1" fmla="*/ 739 h 740"/>
                <a:gd name="T2" fmla="*/ 124 w 856"/>
                <a:gd name="T3" fmla="*/ 739 h 740"/>
                <a:gd name="T4" fmla="*/ 124 w 856"/>
                <a:gd name="T5" fmla="*/ 0 h 740"/>
                <a:gd name="T6" fmla="*/ 0 w 856"/>
                <a:gd name="T7" fmla="*/ 0 h 740"/>
              </a:gdLst>
              <a:ahLst/>
              <a:cxnLst>
                <a:cxn ang="0">
                  <a:pos x="T0" y="T1"/>
                </a:cxn>
                <a:cxn ang="0">
                  <a:pos x="T2" y="T3"/>
                </a:cxn>
                <a:cxn ang="0">
                  <a:pos x="T4" y="T5"/>
                </a:cxn>
                <a:cxn ang="0">
                  <a:pos x="T6" y="T7"/>
                </a:cxn>
              </a:cxnLst>
              <a:rect l="0" t="0" r="r" b="b"/>
              <a:pathLst>
                <a:path w="856" h="740">
                  <a:moveTo>
                    <a:pt x="855" y="739"/>
                  </a:moveTo>
                  <a:lnTo>
                    <a:pt x="124" y="739"/>
                  </a:lnTo>
                  <a:lnTo>
                    <a:pt x="124" y="0"/>
                  </a:lnTo>
                  <a:lnTo>
                    <a:pt x="0" y="0"/>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24998" name="Freeform 6"/>
            <p:cNvSpPr>
              <a:spLocks/>
            </p:cNvSpPr>
            <p:nvPr/>
          </p:nvSpPr>
          <p:spPr bwMode="auto">
            <a:xfrm>
              <a:off x="3691" y="1520"/>
              <a:ext cx="557" cy="861"/>
            </a:xfrm>
            <a:custGeom>
              <a:avLst/>
              <a:gdLst>
                <a:gd name="T0" fmla="*/ 0 w 467"/>
                <a:gd name="T1" fmla="*/ 736 h 737"/>
                <a:gd name="T2" fmla="*/ 335 w 467"/>
                <a:gd name="T3" fmla="*/ 736 h 737"/>
                <a:gd name="T4" fmla="*/ 335 w 467"/>
                <a:gd name="T5" fmla="*/ 0 h 737"/>
                <a:gd name="T6" fmla="*/ 466 w 467"/>
                <a:gd name="T7" fmla="*/ 0 h 737"/>
              </a:gdLst>
              <a:ahLst/>
              <a:cxnLst>
                <a:cxn ang="0">
                  <a:pos x="T0" y="T1"/>
                </a:cxn>
                <a:cxn ang="0">
                  <a:pos x="T2" y="T3"/>
                </a:cxn>
                <a:cxn ang="0">
                  <a:pos x="T4" y="T5"/>
                </a:cxn>
                <a:cxn ang="0">
                  <a:pos x="T6" y="T7"/>
                </a:cxn>
              </a:cxnLst>
              <a:rect l="0" t="0" r="r" b="b"/>
              <a:pathLst>
                <a:path w="467" h="737">
                  <a:moveTo>
                    <a:pt x="0" y="736"/>
                  </a:moveTo>
                  <a:lnTo>
                    <a:pt x="335" y="736"/>
                  </a:lnTo>
                  <a:lnTo>
                    <a:pt x="335" y="0"/>
                  </a:lnTo>
                  <a:lnTo>
                    <a:pt x="466" y="0"/>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24999" name="Line 7"/>
            <p:cNvSpPr>
              <a:spLocks noChangeShapeType="1"/>
            </p:cNvSpPr>
            <p:nvPr/>
          </p:nvSpPr>
          <p:spPr bwMode="auto">
            <a:xfrm>
              <a:off x="4456" y="1266"/>
              <a:ext cx="264"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25000" name="Line 8"/>
            <p:cNvSpPr>
              <a:spLocks noChangeShapeType="1"/>
            </p:cNvSpPr>
            <p:nvPr/>
          </p:nvSpPr>
          <p:spPr bwMode="auto">
            <a:xfrm>
              <a:off x="4445" y="1521"/>
              <a:ext cx="279"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25001" name="Line 9"/>
            <p:cNvSpPr>
              <a:spLocks noChangeShapeType="1"/>
            </p:cNvSpPr>
            <p:nvPr/>
          </p:nvSpPr>
          <p:spPr bwMode="auto">
            <a:xfrm flipH="1">
              <a:off x="3247" y="2236"/>
              <a:ext cx="89"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25002" name="Line 10"/>
            <p:cNvSpPr>
              <a:spLocks noChangeShapeType="1"/>
            </p:cNvSpPr>
            <p:nvPr/>
          </p:nvSpPr>
          <p:spPr bwMode="auto">
            <a:xfrm flipH="1">
              <a:off x="3247" y="2383"/>
              <a:ext cx="79"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25003" name="Freeform 11"/>
            <p:cNvSpPr>
              <a:spLocks/>
            </p:cNvSpPr>
            <p:nvPr/>
          </p:nvSpPr>
          <p:spPr bwMode="auto">
            <a:xfrm>
              <a:off x="2544" y="2092"/>
              <a:ext cx="634" cy="406"/>
            </a:xfrm>
            <a:custGeom>
              <a:avLst/>
              <a:gdLst>
                <a:gd name="T0" fmla="*/ 429 w 550"/>
                <a:gd name="T1" fmla="*/ 0 h 346"/>
                <a:gd name="T2" fmla="*/ 549 w 550"/>
                <a:gd name="T3" fmla="*/ 0 h 346"/>
                <a:gd name="T4" fmla="*/ 549 w 550"/>
                <a:gd name="T5" fmla="*/ 345 h 346"/>
                <a:gd name="T6" fmla="*/ 0 w 550"/>
                <a:gd name="T7" fmla="*/ 345 h 346"/>
                <a:gd name="T8" fmla="*/ 0 w 550"/>
                <a:gd name="T9" fmla="*/ 252 h 346"/>
              </a:gdLst>
              <a:ahLst/>
              <a:cxnLst>
                <a:cxn ang="0">
                  <a:pos x="T0" y="T1"/>
                </a:cxn>
                <a:cxn ang="0">
                  <a:pos x="T2" y="T3"/>
                </a:cxn>
                <a:cxn ang="0">
                  <a:pos x="T4" y="T5"/>
                </a:cxn>
                <a:cxn ang="0">
                  <a:pos x="T6" y="T7"/>
                </a:cxn>
                <a:cxn ang="0">
                  <a:pos x="T8" y="T9"/>
                </a:cxn>
              </a:cxnLst>
              <a:rect l="0" t="0" r="r" b="b"/>
              <a:pathLst>
                <a:path w="550" h="346">
                  <a:moveTo>
                    <a:pt x="429" y="0"/>
                  </a:moveTo>
                  <a:lnTo>
                    <a:pt x="549" y="0"/>
                  </a:lnTo>
                  <a:lnTo>
                    <a:pt x="549" y="345"/>
                  </a:lnTo>
                  <a:lnTo>
                    <a:pt x="0" y="345"/>
                  </a:lnTo>
                  <a:lnTo>
                    <a:pt x="0" y="252"/>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25004" name="Freeform 12"/>
            <p:cNvSpPr>
              <a:spLocks/>
            </p:cNvSpPr>
            <p:nvPr/>
          </p:nvSpPr>
          <p:spPr bwMode="auto">
            <a:xfrm>
              <a:off x="2530" y="2241"/>
              <a:ext cx="566" cy="137"/>
            </a:xfrm>
            <a:custGeom>
              <a:avLst/>
              <a:gdLst>
                <a:gd name="T0" fmla="*/ 433 w 491"/>
                <a:gd name="T1" fmla="*/ 129 h 130"/>
                <a:gd name="T2" fmla="*/ 490 w 491"/>
                <a:gd name="T3" fmla="*/ 129 h 130"/>
                <a:gd name="T4" fmla="*/ 490 w 491"/>
                <a:gd name="T5" fmla="*/ 45 h 130"/>
                <a:gd name="T6" fmla="*/ 0 w 491"/>
                <a:gd name="T7" fmla="*/ 45 h 130"/>
                <a:gd name="T8" fmla="*/ 0 w 491"/>
                <a:gd name="T9" fmla="*/ 0 h 130"/>
              </a:gdLst>
              <a:ahLst/>
              <a:cxnLst>
                <a:cxn ang="0">
                  <a:pos x="T0" y="T1"/>
                </a:cxn>
                <a:cxn ang="0">
                  <a:pos x="T2" y="T3"/>
                </a:cxn>
                <a:cxn ang="0">
                  <a:pos x="T4" y="T5"/>
                </a:cxn>
                <a:cxn ang="0">
                  <a:pos x="T6" y="T7"/>
                </a:cxn>
                <a:cxn ang="0">
                  <a:pos x="T8" y="T9"/>
                </a:cxn>
              </a:cxnLst>
              <a:rect l="0" t="0" r="r" b="b"/>
              <a:pathLst>
                <a:path w="491" h="130">
                  <a:moveTo>
                    <a:pt x="433" y="129"/>
                  </a:moveTo>
                  <a:lnTo>
                    <a:pt x="490" y="129"/>
                  </a:lnTo>
                  <a:lnTo>
                    <a:pt x="490" y="45"/>
                  </a:lnTo>
                  <a:lnTo>
                    <a:pt x="0" y="45"/>
                  </a:lnTo>
                  <a:lnTo>
                    <a:pt x="0" y="0"/>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25005" name="Freeform 13"/>
            <p:cNvSpPr>
              <a:spLocks/>
            </p:cNvSpPr>
            <p:nvPr/>
          </p:nvSpPr>
          <p:spPr bwMode="auto">
            <a:xfrm>
              <a:off x="2527" y="2099"/>
              <a:ext cx="563" cy="137"/>
            </a:xfrm>
            <a:custGeom>
              <a:avLst/>
              <a:gdLst>
                <a:gd name="T0" fmla="*/ 440 w 489"/>
                <a:gd name="T1" fmla="*/ 118 h 119"/>
                <a:gd name="T2" fmla="*/ 488 w 489"/>
                <a:gd name="T3" fmla="*/ 118 h 119"/>
                <a:gd name="T4" fmla="*/ 488 w 489"/>
                <a:gd name="T5" fmla="*/ 44 h 119"/>
                <a:gd name="T6" fmla="*/ 0 w 489"/>
                <a:gd name="T7" fmla="*/ 44 h 119"/>
                <a:gd name="T8" fmla="*/ 0 w 489"/>
                <a:gd name="T9" fmla="*/ 0 h 119"/>
              </a:gdLst>
              <a:ahLst/>
              <a:cxnLst>
                <a:cxn ang="0">
                  <a:pos x="T0" y="T1"/>
                </a:cxn>
                <a:cxn ang="0">
                  <a:pos x="T2" y="T3"/>
                </a:cxn>
                <a:cxn ang="0">
                  <a:pos x="T4" y="T5"/>
                </a:cxn>
                <a:cxn ang="0">
                  <a:pos x="T6" y="T7"/>
                </a:cxn>
                <a:cxn ang="0">
                  <a:pos x="T8" y="T9"/>
                </a:cxn>
              </a:cxnLst>
              <a:rect l="0" t="0" r="r" b="b"/>
              <a:pathLst>
                <a:path w="489" h="119">
                  <a:moveTo>
                    <a:pt x="440" y="118"/>
                  </a:moveTo>
                  <a:lnTo>
                    <a:pt x="488" y="118"/>
                  </a:lnTo>
                  <a:lnTo>
                    <a:pt x="488" y="44"/>
                  </a:lnTo>
                  <a:lnTo>
                    <a:pt x="0" y="44"/>
                  </a:lnTo>
                  <a:lnTo>
                    <a:pt x="0" y="0"/>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25006" name="Oval 14"/>
            <p:cNvSpPr>
              <a:spLocks noChangeArrowheads="1"/>
            </p:cNvSpPr>
            <p:nvPr/>
          </p:nvSpPr>
          <p:spPr bwMode="auto">
            <a:xfrm>
              <a:off x="2030" y="2604"/>
              <a:ext cx="167" cy="169"/>
            </a:xfrm>
            <a:prstGeom prst="ellipse">
              <a:avLst/>
            </a:prstGeom>
            <a:noFill/>
            <a:ln w="25400">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25007" name="Oval 15"/>
            <p:cNvSpPr>
              <a:spLocks noChangeArrowheads="1"/>
            </p:cNvSpPr>
            <p:nvPr/>
          </p:nvSpPr>
          <p:spPr bwMode="auto">
            <a:xfrm>
              <a:off x="2211" y="2747"/>
              <a:ext cx="170" cy="170"/>
            </a:xfrm>
            <a:prstGeom prst="ellipse">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rgbClr val="114FFB"/>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25008" name="Oval 16"/>
            <p:cNvSpPr>
              <a:spLocks noChangeArrowheads="1"/>
            </p:cNvSpPr>
            <p:nvPr/>
          </p:nvSpPr>
          <p:spPr bwMode="auto">
            <a:xfrm>
              <a:off x="2395" y="2890"/>
              <a:ext cx="167" cy="167"/>
            </a:xfrm>
            <a:prstGeom prst="ellipse">
              <a:avLst/>
            </a:prstGeom>
            <a:noFill/>
            <a:ln w="25400">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25009" name="Line 17"/>
            <p:cNvSpPr>
              <a:spLocks noChangeShapeType="1"/>
            </p:cNvSpPr>
            <p:nvPr/>
          </p:nvSpPr>
          <p:spPr bwMode="auto">
            <a:xfrm flipV="1">
              <a:off x="2114" y="2776"/>
              <a:ext cx="0" cy="396"/>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25010" name="Line 18"/>
            <p:cNvSpPr>
              <a:spLocks noChangeShapeType="1"/>
            </p:cNvSpPr>
            <p:nvPr/>
          </p:nvSpPr>
          <p:spPr bwMode="auto">
            <a:xfrm flipV="1">
              <a:off x="2299" y="2228"/>
              <a:ext cx="0" cy="525"/>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25011" name="Line 19"/>
            <p:cNvSpPr>
              <a:spLocks noChangeShapeType="1"/>
            </p:cNvSpPr>
            <p:nvPr/>
          </p:nvSpPr>
          <p:spPr bwMode="auto">
            <a:xfrm flipV="1">
              <a:off x="2486" y="2369"/>
              <a:ext cx="0" cy="522"/>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25012" name="Line 20"/>
            <p:cNvSpPr>
              <a:spLocks noChangeShapeType="1"/>
            </p:cNvSpPr>
            <p:nvPr/>
          </p:nvSpPr>
          <p:spPr bwMode="auto">
            <a:xfrm flipV="1">
              <a:off x="2116" y="2083"/>
              <a:ext cx="0" cy="521"/>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25013" name="Line 21"/>
            <p:cNvSpPr>
              <a:spLocks noChangeShapeType="1"/>
            </p:cNvSpPr>
            <p:nvPr/>
          </p:nvSpPr>
          <p:spPr bwMode="auto">
            <a:xfrm flipV="1">
              <a:off x="2299" y="2914"/>
              <a:ext cx="0" cy="263"/>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25014" name="Line 22"/>
            <p:cNvSpPr>
              <a:spLocks noChangeShapeType="1"/>
            </p:cNvSpPr>
            <p:nvPr/>
          </p:nvSpPr>
          <p:spPr bwMode="auto">
            <a:xfrm flipH="1">
              <a:off x="1070" y="921"/>
              <a:ext cx="1254" cy="0"/>
            </a:xfrm>
            <a:prstGeom prst="line">
              <a:avLst/>
            </a:prstGeom>
            <a:noFill/>
            <a:ln w="25400">
              <a:solidFill>
                <a:srgbClr val="5F9E45"/>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25015" name="Line 23"/>
            <p:cNvSpPr>
              <a:spLocks noChangeShapeType="1"/>
            </p:cNvSpPr>
            <p:nvPr/>
          </p:nvSpPr>
          <p:spPr bwMode="auto">
            <a:xfrm flipH="1">
              <a:off x="1070" y="1182"/>
              <a:ext cx="1233" cy="0"/>
            </a:xfrm>
            <a:prstGeom prst="line">
              <a:avLst/>
            </a:prstGeom>
            <a:noFill/>
            <a:ln w="25400">
              <a:solidFill>
                <a:srgbClr val="5F9E45"/>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25016" name="Line 24"/>
            <p:cNvSpPr>
              <a:spLocks noChangeShapeType="1"/>
            </p:cNvSpPr>
            <p:nvPr/>
          </p:nvSpPr>
          <p:spPr bwMode="auto">
            <a:xfrm flipH="1">
              <a:off x="1068" y="1438"/>
              <a:ext cx="1233" cy="0"/>
            </a:xfrm>
            <a:prstGeom prst="line">
              <a:avLst/>
            </a:prstGeom>
            <a:noFill/>
            <a:ln w="25400">
              <a:solidFill>
                <a:srgbClr val="5F9E45"/>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25017" name="Line 25"/>
            <p:cNvSpPr>
              <a:spLocks noChangeShapeType="1"/>
            </p:cNvSpPr>
            <p:nvPr/>
          </p:nvSpPr>
          <p:spPr bwMode="auto">
            <a:xfrm flipH="1">
              <a:off x="3546" y="918"/>
              <a:ext cx="1411" cy="0"/>
            </a:xfrm>
            <a:prstGeom prst="line">
              <a:avLst/>
            </a:prstGeom>
            <a:noFill/>
            <a:ln w="25400">
              <a:solidFill>
                <a:srgbClr val="4E9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25018" name="Line 26"/>
            <p:cNvSpPr>
              <a:spLocks noChangeShapeType="1"/>
            </p:cNvSpPr>
            <p:nvPr/>
          </p:nvSpPr>
          <p:spPr bwMode="auto">
            <a:xfrm flipH="1">
              <a:off x="3546" y="1182"/>
              <a:ext cx="1422" cy="0"/>
            </a:xfrm>
            <a:prstGeom prst="line">
              <a:avLst/>
            </a:prstGeom>
            <a:noFill/>
            <a:ln w="25400">
              <a:solidFill>
                <a:srgbClr val="4E9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25019" name="Line 27"/>
            <p:cNvSpPr>
              <a:spLocks noChangeShapeType="1"/>
            </p:cNvSpPr>
            <p:nvPr/>
          </p:nvSpPr>
          <p:spPr bwMode="auto">
            <a:xfrm flipH="1">
              <a:off x="3544" y="1435"/>
              <a:ext cx="1424" cy="0"/>
            </a:xfrm>
            <a:prstGeom prst="line">
              <a:avLst/>
            </a:prstGeom>
            <a:noFill/>
            <a:ln w="25400">
              <a:solidFill>
                <a:srgbClr val="4E9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25020" name="Freeform 28"/>
            <p:cNvSpPr>
              <a:spLocks/>
            </p:cNvSpPr>
            <p:nvPr/>
          </p:nvSpPr>
          <p:spPr bwMode="auto">
            <a:xfrm>
              <a:off x="2246" y="927"/>
              <a:ext cx="674" cy="623"/>
            </a:xfrm>
            <a:custGeom>
              <a:avLst/>
              <a:gdLst>
                <a:gd name="T0" fmla="*/ 396 w 585"/>
                <a:gd name="T1" fmla="*/ 0 h 541"/>
                <a:gd name="T2" fmla="*/ 584 w 585"/>
                <a:gd name="T3" fmla="*/ 0 h 541"/>
                <a:gd name="T4" fmla="*/ 584 w 585"/>
                <a:gd name="T5" fmla="*/ 540 h 541"/>
                <a:gd name="T6" fmla="*/ 0 w 585"/>
                <a:gd name="T7" fmla="*/ 540 h 541"/>
                <a:gd name="T8" fmla="*/ 0 w 585"/>
                <a:gd name="T9" fmla="*/ 450 h 541"/>
              </a:gdLst>
              <a:ahLst/>
              <a:cxnLst>
                <a:cxn ang="0">
                  <a:pos x="T0" y="T1"/>
                </a:cxn>
                <a:cxn ang="0">
                  <a:pos x="T2" y="T3"/>
                </a:cxn>
                <a:cxn ang="0">
                  <a:pos x="T4" y="T5"/>
                </a:cxn>
                <a:cxn ang="0">
                  <a:pos x="T6" y="T7"/>
                </a:cxn>
                <a:cxn ang="0">
                  <a:pos x="T8" y="T9"/>
                </a:cxn>
              </a:cxnLst>
              <a:rect l="0" t="0" r="r" b="b"/>
              <a:pathLst>
                <a:path w="585" h="541">
                  <a:moveTo>
                    <a:pt x="396" y="0"/>
                  </a:moveTo>
                  <a:lnTo>
                    <a:pt x="584" y="0"/>
                  </a:lnTo>
                  <a:lnTo>
                    <a:pt x="584" y="540"/>
                  </a:lnTo>
                  <a:lnTo>
                    <a:pt x="0" y="540"/>
                  </a:lnTo>
                  <a:lnTo>
                    <a:pt x="0" y="450"/>
                  </a:lnTo>
                </a:path>
              </a:pathLst>
            </a:custGeom>
            <a:noFill/>
            <a:ln w="25400" cap="rnd" cmpd="sng">
              <a:solidFill>
                <a:srgbClr val="4E9C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25021" name="Freeform 29"/>
            <p:cNvSpPr>
              <a:spLocks/>
            </p:cNvSpPr>
            <p:nvPr/>
          </p:nvSpPr>
          <p:spPr bwMode="auto">
            <a:xfrm>
              <a:off x="2219" y="1189"/>
              <a:ext cx="535" cy="253"/>
            </a:xfrm>
            <a:custGeom>
              <a:avLst/>
              <a:gdLst>
                <a:gd name="T0" fmla="*/ 396 w 464"/>
                <a:gd name="T1" fmla="*/ 207 h 208"/>
                <a:gd name="T2" fmla="*/ 463 w 464"/>
                <a:gd name="T3" fmla="*/ 207 h 208"/>
                <a:gd name="T4" fmla="*/ 463 w 464"/>
                <a:gd name="T5" fmla="*/ 137 h 208"/>
                <a:gd name="T6" fmla="*/ 0 w 464"/>
                <a:gd name="T7" fmla="*/ 57 h 208"/>
                <a:gd name="T8" fmla="*/ 0 w 464"/>
                <a:gd name="T9" fmla="*/ 0 h 208"/>
              </a:gdLst>
              <a:ahLst/>
              <a:cxnLst>
                <a:cxn ang="0">
                  <a:pos x="T0" y="T1"/>
                </a:cxn>
                <a:cxn ang="0">
                  <a:pos x="T2" y="T3"/>
                </a:cxn>
                <a:cxn ang="0">
                  <a:pos x="T4" y="T5"/>
                </a:cxn>
                <a:cxn ang="0">
                  <a:pos x="T6" y="T7"/>
                </a:cxn>
                <a:cxn ang="0">
                  <a:pos x="T8" y="T9"/>
                </a:cxn>
              </a:cxnLst>
              <a:rect l="0" t="0" r="r" b="b"/>
              <a:pathLst>
                <a:path w="464" h="208">
                  <a:moveTo>
                    <a:pt x="396" y="207"/>
                  </a:moveTo>
                  <a:lnTo>
                    <a:pt x="463" y="207"/>
                  </a:lnTo>
                  <a:lnTo>
                    <a:pt x="463" y="137"/>
                  </a:lnTo>
                  <a:lnTo>
                    <a:pt x="0" y="57"/>
                  </a:lnTo>
                  <a:lnTo>
                    <a:pt x="0" y="0"/>
                  </a:lnTo>
                </a:path>
              </a:pathLst>
            </a:custGeom>
            <a:noFill/>
            <a:ln w="25400" cap="rnd" cmpd="sng">
              <a:solidFill>
                <a:srgbClr val="4E9C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25022" name="Freeform 30"/>
            <p:cNvSpPr>
              <a:spLocks/>
            </p:cNvSpPr>
            <p:nvPr/>
          </p:nvSpPr>
          <p:spPr bwMode="auto">
            <a:xfrm>
              <a:off x="2224" y="921"/>
              <a:ext cx="521" cy="265"/>
            </a:xfrm>
            <a:custGeom>
              <a:avLst/>
              <a:gdLst>
                <a:gd name="T0" fmla="*/ 388 w 453"/>
                <a:gd name="T1" fmla="*/ 226 h 227"/>
                <a:gd name="T2" fmla="*/ 452 w 453"/>
                <a:gd name="T3" fmla="*/ 226 h 227"/>
                <a:gd name="T4" fmla="*/ 452 w 453"/>
                <a:gd name="T5" fmla="*/ 144 h 227"/>
                <a:gd name="T6" fmla="*/ 0 w 453"/>
                <a:gd name="T7" fmla="*/ 57 h 227"/>
                <a:gd name="T8" fmla="*/ 0 w 453"/>
                <a:gd name="T9" fmla="*/ 0 h 227"/>
              </a:gdLst>
              <a:ahLst/>
              <a:cxnLst>
                <a:cxn ang="0">
                  <a:pos x="T0" y="T1"/>
                </a:cxn>
                <a:cxn ang="0">
                  <a:pos x="T2" y="T3"/>
                </a:cxn>
                <a:cxn ang="0">
                  <a:pos x="T4" y="T5"/>
                </a:cxn>
                <a:cxn ang="0">
                  <a:pos x="T6" y="T7"/>
                </a:cxn>
                <a:cxn ang="0">
                  <a:pos x="T8" y="T9"/>
                </a:cxn>
              </a:cxnLst>
              <a:rect l="0" t="0" r="r" b="b"/>
              <a:pathLst>
                <a:path w="453" h="227">
                  <a:moveTo>
                    <a:pt x="388" y="226"/>
                  </a:moveTo>
                  <a:lnTo>
                    <a:pt x="452" y="226"/>
                  </a:lnTo>
                  <a:lnTo>
                    <a:pt x="452" y="144"/>
                  </a:lnTo>
                  <a:lnTo>
                    <a:pt x="0" y="57"/>
                  </a:lnTo>
                  <a:lnTo>
                    <a:pt x="0" y="0"/>
                  </a:lnTo>
                </a:path>
              </a:pathLst>
            </a:custGeom>
            <a:noFill/>
            <a:ln w="25400" cap="rnd" cmpd="sng">
              <a:solidFill>
                <a:srgbClr val="4E9C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25023" name="Freeform 31"/>
            <p:cNvSpPr>
              <a:spLocks/>
            </p:cNvSpPr>
            <p:nvPr/>
          </p:nvSpPr>
          <p:spPr bwMode="auto">
            <a:xfrm>
              <a:off x="3031" y="925"/>
              <a:ext cx="150" cy="560"/>
            </a:xfrm>
            <a:custGeom>
              <a:avLst/>
              <a:gdLst>
                <a:gd name="T0" fmla="*/ 129 w 130"/>
                <a:gd name="T1" fmla="*/ 0 h 487"/>
                <a:gd name="T2" fmla="*/ 0 w 130"/>
                <a:gd name="T3" fmla="*/ 0 h 487"/>
                <a:gd name="T4" fmla="*/ 0 w 130"/>
                <a:gd name="T5" fmla="*/ 486 h 487"/>
              </a:gdLst>
              <a:ahLst/>
              <a:cxnLst>
                <a:cxn ang="0">
                  <a:pos x="T0" y="T1"/>
                </a:cxn>
                <a:cxn ang="0">
                  <a:pos x="T2" y="T3"/>
                </a:cxn>
                <a:cxn ang="0">
                  <a:pos x="T4" y="T5"/>
                </a:cxn>
              </a:cxnLst>
              <a:rect l="0" t="0" r="r" b="b"/>
              <a:pathLst>
                <a:path w="130" h="487">
                  <a:moveTo>
                    <a:pt x="129" y="0"/>
                  </a:moveTo>
                  <a:lnTo>
                    <a:pt x="0" y="0"/>
                  </a:lnTo>
                  <a:lnTo>
                    <a:pt x="0" y="486"/>
                  </a:lnTo>
                </a:path>
              </a:pathLst>
            </a:custGeom>
            <a:noFill/>
            <a:ln w="25400" cap="rnd" cmpd="sng">
              <a:solidFill>
                <a:srgbClr val="4E9C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25024" name="Line 32"/>
            <p:cNvSpPr>
              <a:spLocks noChangeShapeType="1"/>
            </p:cNvSpPr>
            <p:nvPr/>
          </p:nvSpPr>
          <p:spPr bwMode="auto">
            <a:xfrm flipH="1">
              <a:off x="3022" y="1177"/>
              <a:ext cx="167" cy="0"/>
            </a:xfrm>
            <a:prstGeom prst="line">
              <a:avLst/>
            </a:prstGeom>
            <a:noFill/>
            <a:ln w="25400">
              <a:solidFill>
                <a:srgbClr val="4E9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25025" name="Line 33"/>
            <p:cNvSpPr>
              <a:spLocks noChangeShapeType="1"/>
            </p:cNvSpPr>
            <p:nvPr/>
          </p:nvSpPr>
          <p:spPr bwMode="auto">
            <a:xfrm flipH="1">
              <a:off x="3022" y="1428"/>
              <a:ext cx="167" cy="0"/>
            </a:xfrm>
            <a:prstGeom prst="line">
              <a:avLst/>
            </a:prstGeom>
            <a:noFill/>
            <a:ln w="25400">
              <a:solidFill>
                <a:srgbClr val="4E9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25026" name="Line 34"/>
            <p:cNvSpPr>
              <a:spLocks noChangeShapeType="1"/>
            </p:cNvSpPr>
            <p:nvPr/>
          </p:nvSpPr>
          <p:spPr bwMode="auto">
            <a:xfrm flipH="1">
              <a:off x="2941" y="1802"/>
              <a:ext cx="169" cy="0"/>
            </a:xfrm>
            <a:prstGeom prst="line">
              <a:avLst/>
            </a:prstGeom>
            <a:noFill/>
            <a:ln w="25400">
              <a:solidFill>
                <a:srgbClr val="4E9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25027" name="Line 35"/>
            <p:cNvSpPr>
              <a:spLocks noChangeShapeType="1"/>
            </p:cNvSpPr>
            <p:nvPr/>
          </p:nvSpPr>
          <p:spPr bwMode="auto">
            <a:xfrm flipH="1">
              <a:off x="1306" y="1269"/>
              <a:ext cx="161"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25028" name="Line 36"/>
            <p:cNvSpPr>
              <a:spLocks noChangeShapeType="1"/>
            </p:cNvSpPr>
            <p:nvPr/>
          </p:nvSpPr>
          <p:spPr bwMode="auto">
            <a:xfrm flipH="1">
              <a:off x="1311" y="1530"/>
              <a:ext cx="156"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25029" name="Freeform 37"/>
            <p:cNvSpPr>
              <a:spLocks/>
            </p:cNvSpPr>
            <p:nvPr/>
          </p:nvSpPr>
          <p:spPr bwMode="auto">
            <a:xfrm>
              <a:off x="1666" y="1010"/>
              <a:ext cx="998" cy="1079"/>
            </a:xfrm>
            <a:custGeom>
              <a:avLst/>
              <a:gdLst>
                <a:gd name="T0" fmla="*/ 855 w 856"/>
                <a:gd name="T1" fmla="*/ 936 h 937"/>
                <a:gd name="T2" fmla="*/ 321 w 856"/>
                <a:gd name="T3" fmla="*/ 936 h 937"/>
                <a:gd name="T4" fmla="*/ 321 w 856"/>
                <a:gd name="T5" fmla="*/ 0 h 937"/>
                <a:gd name="T6" fmla="*/ 0 w 856"/>
                <a:gd name="T7" fmla="*/ 0 h 937"/>
              </a:gdLst>
              <a:ahLst/>
              <a:cxnLst>
                <a:cxn ang="0">
                  <a:pos x="T0" y="T1"/>
                </a:cxn>
                <a:cxn ang="0">
                  <a:pos x="T2" y="T3"/>
                </a:cxn>
                <a:cxn ang="0">
                  <a:pos x="T4" y="T5"/>
                </a:cxn>
                <a:cxn ang="0">
                  <a:pos x="T6" y="T7"/>
                </a:cxn>
              </a:cxnLst>
              <a:rect l="0" t="0" r="r" b="b"/>
              <a:pathLst>
                <a:path w="856" h="937">
                  <a:moveTo>
                    <a:pt x="855" y="936"/>
                  </a:moveTo>
                  <a:lnTo>
                    <a:pt x="321" y="936"/>
                  </a:lnTo>
                  <a:lnTo>
                    <a:pt x="321" y="0"/>
                  </a:lnTo>
                  <a:lnTo>
                    <a:pt x="0" y="0"/>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25030" name="Freeform 38"/>
            <p:cNvSpPr>
              <a:spLocks/>
            </p:cNvSpPr>
            <p:nvPr/>
          </p:nvSpPr>
          <p:spPr bwMode="auto">
            <a:xfrm>
              <a:off x="1663" y="1270"/>
              <a:ext cx="1007" cy="964"/>
            </a:xfrm>
            <a:custGeom>
              <a:avLst/>
              <a:gdLst>
                <a:gd name="T0" fmla="*/ 850 w 851"/>
                <a:gd name="T1" fmla="*/ 836 h 837"/>
                <a:gd name="T2" fmla="*/ 219 w 851"/>
                <a:gd name="T3" fmla="*/ 836 h 837"/>
                <a:gd name="T4" fmla="*/ 219 w 851"/>
                <a:gd name="T5" fmla="*/ 0 h 837"/>
                <a:gd name="T6" fmla="*/ 0 w 851"/>
                <a:gd name="T7" fmla="*/ 0 h 837"/>
              </a:gdLst>
              <a:ahLst/>
              <a:cxnLst>
                <a:cxn ang="0">
                  <a:pos x="T0" y="T1"/>
                </a:cxn>
                <a:cxn ang="0">
                  <a:pos x="T2" y="T3"/>
                </a:cxn>
                <a:cxn ang="0">
                  <a:pos x="T4" y="T5"/>
                </a:cxn>
                <a:cxn ang="0">
                  <a:pos x="T6" y="T7"/>
                </a:cxn>
              </a:cxnLst>
              <a:rect l="0" t="0" r="r" b="b"/>
              <a:pathLst>
                <a:path w="851" h="837">
                  <a:moveTo>
                    <a:pt x="850" y="836"/>
                  </a:moveTo>
                  <a:lnTo>
                    <a:pt x="219" y="836"/>
                  </a:lnTo>
                  <a:lnTo>
                    <a:pt x="219" y="0"/>
                  </a:lnTo>
                  <a:lnTo>
                    <a:pt x="0" y="0"/>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25031" name="Freeform 39"/>
            <p:cNvSpPr>
              <a:spLocks/>
            </p:cNvSpPr>
            <p:nvPr/>
          </p:nvSpPr>
          <p:spPr bwMode="auto">
            <a:xfrm>
              <a:off x="3692" y="1003"/>
              <a:ext cx="561" cy="1086"/>
            </a:xfrm>
            <a:custGeom>
              <a:avLst/>
              <a:gdLst>
                <a:gd name="T0" fmla="*/ 0 w 463"/>
                <a:gd name="T1" fmla="*/ 942 h 943"/>
                <a:gd name="T2" fmla="*/ 143 w 463"/>
                <a:gd name="T3" fmla="*/ 942 h 943"/>
                <a:gd name="T4" fmla="*/ 143 w 463"/>
                <a:gd name="T5" fmla="*/ 0 h 943"/>
                <a:gd name="T6" fmla="*/ 462 w 463"/>
                <a:gd name="T7" fmla="*/ 0 h 943"/>
              </a:gdLst>
              <a:ahLst/>
              <a:cxnLst>
                <a:cxn ang="0">
                  <a:pos x="T0" y="T1"/>
                </a:cxn>
                <a:cxn ang="0">
                  <a:pos x="T2" y="T3"/>
                </a:cxn>
                <a:cxn ang="0">
                  <a:pos x="T4" y="T5"/>
                </a:cxn>
                <a:cxn ang="0">
                  <a:pos x="T6" y="T7"/>
                </a:cxn>
              </a:cxnLst>
              <a:rect l="0" t="0" r="r" b="b"/>
              <a:pathLst>
                <a:path w="463" h="943">
                  <a:moveTo>
                    <a:pt x="0" y="942"/>
                  </a:moveTo>
                  <a:lnTo>
                    <a:pt x="143" y="942"/>
                  </a:lnTo>
                  <a:lnTo>
                    <a:pt x="143" y="0"/>
                  </a:lnTo>
                  <a:lnTo>
                    <a:pt x="462" y="0"/>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25032" name="Freeform 40"/>
            <p:cNvSpPr>
              <a:spLocks/>
            </p:cNvSpPr>
            <p:nvPr/>
          </p:nvSpPr>
          <p:spPr bwMode="auto">
            <a:xfrm>
              <a:off x="3695" y="1268"/>
              <a:ext cx="555" cy="973"/>
            </a:xfrm>
            <a:custGeom>
              <a:avLst/>
              <a:gdLst>
                <a:gd name="T0" fmla="*/ 0 w 459"/>
                <a:gd name="T1" fmla="*/ 840 h 841"/>
                <a:gd name="T2" fmla="*/ 232 w 459"/>
                <a:gd name="T3" fmla="*/ 840 h 841"/>
                <a:gd name="T4" fmla="*/ 232 w 459"/>
                <a:gd name="T5" fmla="*/ 0 h 841"/>
                <a:gd name="T6" fmla="*/ 458 w 459"/>
                <a:gd name="T7" fmla="*/ 0 h 841"/>
              </a:gdLst>
              <a:ahLst/>
              <a:cxnLst>
                <a:cxn ang="0">
                  <a:pos x="T0" y="T1"/>
                </a:cxn>
                <a:cxn ang="0">
                  <a:pos x="T2" y="T3"/>
                </a:cxn>
                <a:cxn ang="0">
                  <a:pos x="T4" y="T5"/>
                </a:cxn>
                <a:cxn ang="0">
                  <a:pos x="T6" y="T7"/>
                </a:cxn>
              </a:cxnLst>
              <a:rect l="0" t="0" r="r" b="b"/>
              <a:pathLst>
                <a:path w="459" h="841">
                  <a:moveTo>
                    <a:pt x="0" y="840"/>
                  </a:moveTo>
                  <a:lnTo>
                    <a:pt x="232" y="840"/>
                  </a:lnTo>
                  <a:lnTo>
                    <a:pt x="232" y="0"/>
                  </a:lnTo>
                  <a:lnTo>
                    <a:pt x="458" y="0"/>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25033" name="Freeform 41"/>
            <p:cNvSpPr>
              <a:spLocks/>
            </p:cNvSpPr>
            <p:nvPr/>
          </p:nvSpPr>
          <p:spPr bwMode="auto">
            <a:xfrm>
              <a:off x="1310" y="1010"/>
              <a:ext cx="1170" cy="2168"/>
            </a:xfrm>
            <a:custGeom>
              <a:avLst/>
              <a:gdLst>
                <a:gd name="T0" fmla="*/ 131 w 1016"/>
                <a:gd name="T1" fmla="*/ 0 h 1883"/>
                <a:gd name="T2" fmla="*/ 0 w 1016"/>
                <a:gd name="T3" fmla="*/ 0 h 1883"/>
                <a:gd name="T4" fmla="*/ 0 w 1016"/>
                <a:gd name="T5" fmla="*/ 1882 h 1883"/>
                <a:gd name="T6" fmla="*/ 1015 w 1016"/>
                <a:gd name="T7" fmla="*/ 1882 h 1883"/>
                <a:gd name="T8" fmla="*/ 1015 w 1016"/>
                <a:gd name="T9" fmla="*/ 1786 h 1883"/>
              </a:gdLst>
              <a:ahLst/>
              <a:cxnLst>
                <a:cxn ang="0">
                  <a:pos x="T0" y="T1"/>
                </a:cxn>
                <a:cxn ang="0">
                  <a:pos x="T2" y="T3"/>
                </a:cxn>
                <a:cxn ang="0">
                  <a:pos x="T4" y="T5"/>
                </a:cxn>
                <a:cxn ang="0">
                  <a:pos x="T6" y="T7"/>
                </a:cxn>
                <a:cxn ang="0">
                  <a:pos x="T8" y="T9"/>
                </a:cxn>
              </a:cxnLst>
              <a:rect l="0" t="0" r="r" b="b"/>
              <a:pathLst>
                <a:path w="1016" h="1883">
                  <a:moveTo>
                    <a:pt x="131" y="0"/>
                  </a:moveTo>
                  <a:lnTo>
                    <a:pt x="0" y="0"/>
                  </a:lnTo>
                  <a:lnTo>
                    <a:pt x="0" y="1882"/>
                  </a:lnTo>
                  <a:lnTo>
                    <a:pt x="1015" y="1882"/>
                  </a:lnTo>
                  <a:lnTo>
                    <a:pt x="1015" y="1786"/>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25034" name="Freeform 42"/>
            <p:cNvSpPr>
              <a:spLocks/>
            </p:cNvSpPr>
            <p:nvPr/>
          </p:nvSpPr>
          <p:spPr bwMode="auto">
            <a:xfrm>
              <a:off x="3247" y="1002"/>
              <a:ext cx="1474" cy="2072"/>
            </a:xfrm>
            <a:custGeom>
              <a:avLst/>
              <a:gdLst>
                <a:gd name="T0" fmla="*/ 1058 w 1281"/>
                <a:gd name="T1" fmla="*/ 0 h 1791"/>
                <a:gd name="T2" fmla="*/ 1280 w 1281"/>
                <a:gd name="T3" fmla="*/ 0 h 1791"/>
                <a:gd name="T4" fmla="*/ 1280 w 1281"/>
                <a:gd name="T5" fmla="*/ 1790 h 1791"/>
                <a:gd name="T6" fmla="*/ 0 w 1281"/>
                <a:gd name="T7" fmla="*/ 1790 h 1791"/>
                <a:gd name="T8" fmla="*/ 0 w 1281"/>
                <a:gd name="T9" fmla="*/ 935 h 1791"/>
                <a:gd name="T10" fmla="*/ 68 w 1281"/>
                <a:gd name="T11" fmla="*/ 935 h 1791"/>
              </a:gdLst>
              <a:ahLst/>
              <a:cxnLst>
                <a:cxn ang="0">
                  <a:pos x="T0" y="T1"/>
                </a:cxn>
                <a:cxn ang="0">
                  <a:pos x="T2" y="T3"/>
                </a:cxn>
                <a:cxn ang="0">
                  <a:pos x="T4" y="T5"/>
                </a:cxn>
                <a:cxn ang="0">
                  <a:pos x="T6" y="T7"/>
                </a:cxn>
                <a:cxn ang="0">
                  <a:pos x="T8" y="T9"/>
                </a:cxn>
                <a:cxn ang="0">
                  <a:pos x="T10" y="T11"/>
                </a:cxn>
              </a:cxnLst>
              <a:rect l="0" t="0" r="r" b="b"/>
              <a:pathLst>
                <a:path w="1281" h="1791">
                  <a:moveTo>
                    <a:pt x="1058" y="0"/>
                  </a:moveTo>
                  <a:lnTo>
                    <a:pt x="1280" y="0"/>
                  </a:lnTo>
                  <a:lnTo>
                    <a:pt x="1280" y="1790"/>
                  </a:lnTo>
                  <a:lnTo>
                    <a:pt x="0" y="1790"/>
                  </a:lnTo>
                  <a:lnTo>
                    <a:pt x="0" y="935"/>
                  </a:lnTo>
                  <a:lnTo>
                    <a:pt x="68" y="935"/>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25035" name="Line 43"/>
            <p:cNvSpPr>
              <a:spLocks noChangeShapeType="1"/>
            </p:cNvSpPr>
            <p:nvPr/>
          </p:nvSpPr>
          <p:spPr bwMode="auto">
            <a:xfrm flipH="1">
              <a:off x="2969" y="1851"/>
              <a:ext cx="116" cy="0"/>
            </a:xfrm>
            <a:prstGeom prst="line">
              <a:avLst/>
            </a:prstGeom>
            <a:noFill/>
            <a:ln w="25400">
              <a:solidFill>
                <a:srgbClr val="5F9E45"/>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25036" name="Line 44"/>
            <p:cNvSpPr>
              <a:spLocks noChangeShapeType="1"/>
            </p:cNvSpPr>
            <p:nvPr/>
          </p:nvSpPr>
          <p:spPr bwMode="auto">
            <a:xfrm flipH="1">
              <a:off x="2998" y="1898"/>
              <a:ext cx="61" cy="0"/>
            </a:xfrm>
            <a:prstGeom prst="line">
              <a:avLst/>
            </a:prstGeom>
            <a:noFill/>
            <a:ln w="25400">
              <a:solidFill>
                <a:srgbClr val="5F9E45"/>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25037" name="Rectangle 45"/>
            <p:cNvSpPr>
              <a:spLocks noChangeArrowheads="1"/>
            </p:cNvSpPr>
            <p:nvPr/>
          </p:nvSpPr>
          <p:spPr bwMode="auto">
            <a:xfrm>
              <a:off x="2018" y="2588"/>
              <a:ext cx="190" cy="21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rgbClr val="114FFB"/>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lnSpc>
                  <a:spcPct val="100000"/>
                </a:lnSpc>
                <a:spcBef>
                  <a:spcPct val="0"/>
                </a:spcBef>
                <a:buClrTx/>
                <a:buSzTx/>
                <a:buFontTx/>
                <a:buNone/>
              </a:pPr>
              <a:r>
                <a:rPr lang="en-GB" altLang="en-US" sz="1700" i="0">
                  <a:latin typeface="FuturaA Md BT" pitchFamily="34" charset="0"/>
                </a:rPr>
                <a:t>R</a:t>
              </a:r>
            </a:p>
          </p:txBody>
        </p:sp>
        <p:sp>
          <p:nvSpPr>
            <p:cNvPr id="725038" name="Rectangle 46"/>
            <p:cNvSpPr>
              <a:spLocks noChangeArrowheads="1"/>
            </p:cNvSpPr>
            <p:nvPr/>
          </p:nvSpPr>
          <p:spPr bwMode="auto">
            <a:xfrm>
              <a:off x="2191" y="2729"/>
              <a:ext cx="190" cy="21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rgbClr val="114FFB"/>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lnSpc>
                  <a:spcPct val="100000"/>
                </a:lnSpc>
                <a:spcBef>
                  <a:spcPct val="0"/>
                </a:spcBef>
                <a:buClrTx/>
                <a:buSzTx/>
                <a:buFontTx/>
                <a:buNone/>
              </a:pPr>
              <a:r>
                <a:rPr lang="en-GB" altLang="en-US" sz="1700" i="0">
                  <a:latin typeface="FuturaA Md BT" pitchFamily="34" charset="0"/>
                </a:rPr>
                <a:t>R</a:t>
              </a:r>
            </a:p>
          </p:txBody>
        </p:sp>
        <p:sp>
          <p:nvSpPr>
            <p:cNvPr id="725039" name="Rectangle 47"/>
            <p:cNvSpPr>
              <a:spLocks noChangeArrowheads="1"/>
            </p:cNvSpPr>
            <p:nvPr/>
          </p:nvSpPr>
          <p:spPr bwMode="auto">
            <a:xfrm>
              <a:off x="2383" y="2871"/>
              <a:ext cx="190" cy="21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rgbClr val="114FFB"/>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lnSpc>
                  <a:spcPct val="100000"/>
                </a:lnSpc>
                <a:spcBef>
                  <a:spcPct val="0"/>
                </a:spcBef>
                <a:buClrTx/>
                <a:buSzTx/>
                <a:buFontTx/>
                <a:buNone/>
              </a:pPr>
              <a:r>
                <a:rPr lang="en-GB" altLang="en-US" sz="1700" i="0">
                  <a:latin typeface="FuturaA Md BT" pitchFamily="34" charset="0"/>
                </a:rPr>
                <a:t>R</a:t>
              </a:r>
            </a:p>
          </p:txBody>
        </p:sp>
        <p:sp>
          <p:nvSpPr>
            <p:cNvPr id="725040" name="Rectangle 48"/>
            <p:cNvSpPr>
              <a:spLocks noChangeArrowheads="1"/>
            </p:cNvSpPr>
            <p:nvPr/>
          </p:nvSpPr>
          <p:spPr bwMode="auto">
            <a:xfrm>
              <a:off x="2981" y="1496"/>
              <a:ext cx="94" cy="176"/>
            </a:xfrm>
            <a:prstGeom prst="rect">
              <a:avLst/>
            </a:prstGeom>
            <a:noFill/>
            <a:ln w="25400">
              <a:solidFill>
                <a:srgbClr val="4E9C00"/>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25041" name="Line 49"/>
            <p:cNvSpPr>
              <a:spLocks noChangeShapeType="1"/>
            </p:cNvSpPr>
            <p:nvPr/>
          </p:nvSpPr>
          <p:spPr bwMode="auto">
            <a:xfrm>
              <a:off x="3027" y="1677"/>
              <a:ext cx="0" cy="123"/>
            </a:xfrm>
            <a:prstGeom prst="line">
              <a:avLst/>
            </a:prstGeom>
            <a:noFill/>
            <a:ln w="25400">
              <a:solidFill>
                <a:srgbClr val="4E9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25042" name="Rectangle 50"/>
            <p:cNvSpPr>
              <a:spLocks noChangeArrowheads="1"/>
            </p:cNvSpPr>
            <p:nvPr/>
          </p:nvSpPr>
          <p:spPr bwMode="auto">
            <a:xfrm>
              <a:off x="1190" y="698"/>
              <a:ext cx="3569" cy="21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lnSpc>
                  <a:spcPct val="100000"/>
                </a:lnSpc>
                <a:spcBef>
                  <a:spcPct val="0"/>
                </a:spcBef>
                <a:buClrTx/>
                <a:buSzTx/>
                <a:buFontTx/>
                <a:buNone/>
              </a:pPr>
              <a:r>
                <a:rPr lang="en-GB" altLang="en-US" sz="1700" i="0">
                  <a:latin typeface="FuturaA Md BT" pitchFamily="34" charset="0"/>
                </a:rPr>
                <a:t>P1         P2      A2          A1   a1          a2      P2         P1</a:t>
              </a:r>
            </a:p>
          </p:txBody>
        </p:sp>
        <p:grpSp>
          <p:nvGrpSpPr>
            <p:cNvPr id="725043" name="Group 51"/>
            <p:cNvGrpSpPr>
              <a:grpSpLocks/>
            </p:cNvGrpSpPr>
            <p:nvPr/>
          </p:nvGrpSpPr>
          <p:grpSpPr bwMode="auto">
            <a:xfrm>
              <a:off x="1463" y="875"/>
              <a:ext cx="203" cy="138"/>
              <a:chOff x="1349" y="1107"/>
              <a:chExt cx="655" cy="445"/>
            </a:xfrm>
          </p:grpSpPr>
          <p:sp>
            <p:nvSpPr>
              <p:cNvPr id="725044" name="Arc 52"/>
              <p:cNvSpPr>
                <a:spLocks/>
              </p:cNvSpPr>
              <p:nvPr/>
            </p:nvSpPr>
            <p:spPr bwMode="auto">
              <a:xfrm>
                <a:off x="1349" y="1107"/>
                <a:ext cx="174" cy="141"/>
              </a:xfrm>
              <a:custGeom>
                <a:avLst/>
                <a:gdLst>
                  <a:gd name="G0" fmla="+- 21597 0 0"/>
                  <a:gd name="G1" fmla="+- 21598 0 0"/>
                  <a:gd name="G2" fmla="+- 21600 0 0"/>
                  <a:gd name="T0" fmla="*/ 0 w 21597"/>
                  <a:gd name="T1" fmla="*/ 21216 h 21598"/>
                  <a:gd name="T2" fmla="*/ 21287 w 21597"/>
                  <a:gd name="T3" fmla="*/ 0 h 21598"/>
                  <a:gd name="T4" fmla="*/ 21597 w 21597"/>
                  <a:gd name="T5" fmla="*/ 21598 h 21598"/>
                </a:gdLst>
                <a:ahLst/>
                <a:cxnLst>
                  <a:cxn ang="0">
                    <a:pos x="T0" y="T1"/>
                  </a:cxn>
                  <a:cxn ang="0">
                    <a:pos x="T2" y="T3"/>
                  </a:cxn>
                  <a:cxn ang="0">
                    <a:pos x="T4" y="T5"/>
                  </a:cxn>
                </a:cxnLst>
                <a:rect l="0" t="0" r="r" b="b"/>
                <a:pathLst>
                  <a:path w="21597" h="21598" fill="none" extrusionOk="0">
                    <a:moveTo>
                      <a:pt x="0" y="21216"/>
                    </a:moveTo>
                    <a:cubicBezTo>
                      <a:pt x="206" y="9557"/>
                      <a:pt x="9628" y="167"/>
                      <a:pt x="21287" y="0"/>
                    </a:cubicBezTo>
                  </a:path>
                  <a:path w="21597" h="21598" stroke="0" extrusionOk="0">
                    <a:moveTo>
                      <a:pt x="0" y="21216"/>
                    </a:moveTo>
                    <a:cubicBezTo>
                      <a:pt x="206" y="9557"/>
                      <a:pt x="9628" y="167"/>
                      <a:pt x="21287" y="0"/>
                    </a:cubicBezTo>
                    <a:lnTo>
                      <a:pt x="21597" y="21598"/>
                    </a:lnTo>
                    <a:close/>
                  </a:path>
                </a:pathLst>
              </a:custGeom>
              <a:noFill/>
              <a:ln w="25400" cap="rnd">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25045" name="Arc 53"/>
              <p:cNvSpPr>
                <a:spLocks/>
              </p:cNvSpPr>
              <p:nvPr/>
            </p:nvSpPr>
            <p:spPr bwMode="auto">
              <a:xfrm>
                <a:off x="1497" y="1107"/>
                <a:ext cx="180" cy="144"/>
              </a:xfrm>
              <a:custGeom>
                <a:avLst/>
                <a:gdLst>
                  <a:gd name="G0" fmla="+- 306 0 0"/>
                  <a:gd name="G1" fmla="+- 21600 0 0"/>
                  <a:gd name="G2" fmla="+- 21600 0 0"/>
                  <a:gd name="T0" fmla="*/ 0 w 21903"/>
                  <a:gd name="T1" fmla="*/ 2 h 21600"/>
                  <a:gd name="T2" fmla="*/ 21903 w 21903"/>
                  <a:gd name="T3" fmla="*/ 21218 h 21600"/>
                  <a:gd name="T4" fmla="*/ 306 w 21903"/>
                  <a:gd name="T5" fmla="*/ 21600 h 21600"/>
                </a:gdLst>
                <a:ahLst/>
                <a:cxnLst>
                  <a:cxn ang="0">
                    <a:pos x="T0" y="T1"/>
                  </a:cxn>
                  <a:cxn ang="0">
                    <a:pos x="T2" y="T3"/>
                  </a:cxn>
                  <a:cxn ang="0">
                    <a:pos x="T4" y="T5"/>
                  </a:cxn>
                </a:cxnLst>
                <a:rect l="0" t="0" r="r" b="b"/>
                <a:pathLst>
                  <a:path w="21903" h="21600" fill="none" extrusionOk="0">
                    <a:moveTo>
                      <a:pt x="0" y="2"/>
                    </a:moveTo>
                    <a:cubicBezTo>
                      <a:pt x="101" y="0"/>
                      <a:pt x="203" y="0"/>
                      <a:pt x="306" y="0"/>
                    </a:cubicBezTo>
                    <a:cubicBezTo>
                      <a:pt x="12086" y="0"/>
                      <a:pt x="21694" y="9439"/>
                      <a:pt x="21902" y="21218"/>
                    </a:cubicBezTo>
                  </a:path>
                  <a:path w="21903" h="21600" stroke="0" extrusionOk="0">
                    <a:moveTo>
                      <a:pt x="0" y="2"/>
                    </a:moveTo>
                    <a:cubicBezTo>
                      <a:pt x="101" y="0"/>
                      <a:pt x="203" y="0"/>
                      <a:pt x="306" y="0"/>
                    </a:cubicBezTo>
                    <a:cubicBezTo>
                      <a:pt x="12086" y="0"/>
                      <a:pt x="21694" y="9439"/>
                      <a:pt x="21902" y="21218"/>
                    </a:cubicBezTo>
                    <a:lnTo>
                      <a:pt x="306" y="21600"/>
                    </a:lnTo>
                    <a:close/>
                  </a:path>
                </a:pathLst>
              </a:custGeom>
              <a:noFill/>
              <a:ln w="25400" cap="rnd">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25046" name="Line 54"/>
              <p:cNvSpPr>
                <a:spLocks noChangeShapeType="1"/>
              </p:cNvSpPr>
              <p:nvPr/>
            </p:nvSpPr>
            <p:spPr bwMode="auto">
              <a:xfrm>
                <a:off x="1678" y="1250"/>
                <a:ext cx="0" cy="136"/>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25047" name="Line 55"/>
              <p:cNvSpPr>
                <a:spLocks noChangeShapeType="1"/>
              </p:cNvSpPr>
              <p:nvPr/>
            </p:nvSpPr>
            <p:spPr bwMode="auto">
              <a:xfrm>
                <a:off x="1350" y="1250"/>
                <a:ext cx="0" cy="301"/>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25048" name="Line 56"/>
              <p:cNvSpPr>
                <a:spLocks noChangeShapeType="1"/>
              </p:cNvSpPr>
              <p:nvPr/>
            </p:nvSpPr>
            <p:spPr bwMode="auto">
              <a:xfrm>
                <a:off x="2004" y="1251"/>
                <a:ext cx="0" cy="301"/>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25049" name="Arc 57"/>
              <p:cNvSpPr>
                <a:spLocks/>
              </p:cNvSpPr>
              <p:nvPr/>
            </p:nvSpPr>
            <p:spPr bwMode="auto">
              <a:xfrm>
                <a:off x="1676" y="1110"/>
                <a:ext cx="174" cy="141"/>
              </a:xfrm>
              <a:custGeom>
                <a:avLst/>
                <a:gdLst>
                  <a:gd name="G0" fmla="+- 21597 0 0"/>
                  <a:gd name="G1" fmla="+- 21598 0 0"/>
                  <a:gd name="G2" fmla="+- 21600 0 0"/>
                  <a:gd name="T0" fmla="*/ 0 w 21597"/>
                  <a:gd name="T1" fmla="*/ 21216 h 21598"/>
                  <a:gd name="T2" fmla="*/ 21287 w 21597"/>
                  <a:gd name="T3" fmla="*/ 0 h 21598"/>
                  <a:gd name="T4" fmla="*/ 21597 w 21597"/>
                  <a:gd name="T5" fmla="*/ 21598 h 21598"/>
                </a:gdLst>
                <a:ahLst/>
                <a:cxnLst>
                  <a:cxn ang="0">
                    <a:pos x="T0" y="T1"/>
                  </a:cxn>
                  <a:cxn ang="0">
                    <a:pos x="T2" y="T3"/>
                  </a:cxn>
                  <a:cxn ang="0">
                    <a:pos x="T4" y="T5"/>
                  </a:cxn>
                </a:cxnLst>
                <a:rect l="0" t="0" r="r" b="b"/>
                <a:pathLst>
                  <a:path w="21597" h="21598" fill="none" extrusionOk="0">
                    <a:moveTo>
                      <a:pt x="0" y="21216"/>
                    </a:moveTo>
                    <a:cubicBezTo>
                      <a:pt x="206" y="9557"/>
                      <a:pt x="9628" y="167"/>
                      <a:pt x="21287" y="0"/>
                    </a:cubicBezTo>
                  </a:path>
                  <a:path w="21597" h="21598" stroke="0" extrusionOk="0">
                    <a:moveTo>
                      <a:pt x="0" y="21216"/>
                    </a:moveTo>
                    <a:cubicBezTo>
                      <a:pt x="206" y="9557"/>
                      <a:pt x="9628" y="167"/>
                      <a:pt x="21287" y="0"/>
                    </a:cubicBezTo>
                    <a:lnTo>
                      <a:pt x="21597" y="21598"/>
                    </a:lnTo>
                    <a:close/>
                  </a:path>
                </a:pathLst>
              </a:custGeom>
              <a:noFill/>
              <a:ln w="25400" cap="rnd">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25050" name="Arc 58"/>
              <p:cNvSpPr>
                <a:spLocks/>
              </p:cNvSpPr>
              <p:nvPr/>
            </p:nvSpPr>
            <p:spPr bwMode="auto">
              <a:xfrm>
                <a:off x="1824" y="1110"/>
                <a:ext cx="180" cy="144"/>
              </a:xfrm>
              <a:custGeom>
                <a:avLst/>
                <a:gdLst>
                  <a:gd name="G0" fmla="+- 306 0 0"/>
                  <a:gd name="G1" fmla="+- 21600 0 0"/>
                  <a:gd name="G2" fmla="+- 21600 0 0"/>
                  <a:gd name="T0" fmla="*/ 0 w 21903"/>
                  <a:gd name="T1" fmla="*/ 2 h 21600"/>
                  <a:gd name="T2" fmla="*/ 21903 w 21903"/>
                  <a:gd name="T3" fmla="*/ 21218 h 21600"/>
                  <a:gd name="T4" fmla="*/ 306 w 21903"/>
                  <a:gd name="T5" fmla="*/ 21600 h 21600"/>
                </a:gdLst>
                <a:ahLst/>
                <a:cxnLst>
                  <a:cxn ang="0">
                    <a:pos x="T0" y="T1"/>
                  </a:cxn>
                  <a:cxn ang="0">
                    <a:pos x="T2" y="T3"/>
                  </a:cxn>
                  <a:cxn ang="0">
                    <a:pos x="T4" y="T5"/>
                  </a:cxn>
                </a:cxnLst>
                <a:rect l="0" t="0" r="r" b="b"/>
                <a:pathLst>
                  <a:path w="21903" h="21600" fill="none" extrusionOk="0">
                    <a:moveTo>
                      <a:pt x="0" y="2"/>
                    </a:moveTo>
                    <a:cubicBezTo>
                      <a:pt x="101" y="0"/>
                      <a:pt x="203" y="0"/>
                      <a:pt x="306" y="0"/>
                    </a:cubicBezTo>
                    <a:cubicBezTo>
                      <a:pt x="12086" y="0"/>
                      <a:pt x="21694" y="9439"/>
                      <a:pt x="21902" y="21218"/>
                    </a:cubicBezTo>
                  </a:path>
                  <a:path w="21903" h="21600" stroke="0" extrusionOk="0">
                    <a:moveTo>
                      <a:pt x="0" y="2"/>
                    </a:moveTo>
                    <a:cubicBezTo>
                      <a:pt x="101" y="0"/>
                      <a:pt x="203" y="0"/>
                      <a:pt x="306" y="0"/>
                    </a:cubicBezTo>
                    <a:cubicBezTo>
                      <a:pt x="12086" y="0"/>
                      <a:pt x="21694" y="9439"/>
                      <a:pt x="21902" y="21218"/>
                    </a:cubicBezTo>
                    <a:lnTo>
                      <a:pt x="306" y="21600"/>
                    </a:lnTo>
                    <a:close/>
                  </a:path>
                </a:pathLst>
              </a:custGeom>
              <a:noFill/>
              <a:ln w="25400" cap="rnd">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725051" name="Group 59"/>
            <p:cNvGrpSpPr>
              <a:grpSpLocks/>
            </p:cNvGrpSpPr>
            <p:nvPr/>
          </p:nvGrpSpPr>
          <p:grpSpPr bwMode="auto">
            <a:xfrm>
              <a:off x="1458" y="1132"/>
              <a:ext cx="203" cy="138"/>
              <a:chOff x="1349" y="1107"/>
              <a:chExt cx="655" cy="445"/>
            </a:xfrm>
          </p:grpSpPr>
          <p:sp>
            <p:nvSpPr>
              <p:cNvPr id="725052" name="Arc 60"/>
              <p:cNvSpPr>
                <a:spLocks/>
              </p:cNvSpPr>
              <p:nvPr/>
            </p:nvSpPr>
            <p:spPr bwMode="auto">
              <a:xfrm>
                <a:off x="1349" y="1107"/>
                <a:ext cx="174" cy="141"/>
              </a:xfrm>
              <a:custGeom>
                <a:avLst/>
                <a:gdLst>
                  <a:gd name="G0" fmla="+- 21597 0 0"/>
                  <a:gd name="G1" fmla="+- 21598 0 0"/>
                  <a:gd name="G2" fmla="+- 21600 0 0"/>
                  <a:gd name="T0" fmla="*/ 0 w 21597"/>
                  <a:gd name="T1" fmla="*/ 21216 h 21598"/>
                  <a:gd name="T2" fmla="*/ 21287 w 21597"/>
                  <a:gd name="T3" fmla="*/ 0 h 21598"/>
                  <a:gd name="T4" fmla="*/ 21597 w 21597"/>
                  <a:gd name="T5" fmla="*/ 21598 h 21598"/>
                </a:gdLst>
                <a:ahLst/>
                <a:cxnLst>
                  <a:cxn ang="0">
                    <a:pos x="T0" y="T1"/>
                  </a:cxn>
                  <a:cxn ang="0">
                    <a:pos x="T2" y="T3"/>
                  </a:cxn>
                  <a:cxn ang="0">
                    <a:pos x="T4" y="T5"/>
                  </a:cxn>
                </a:cxnLst>
                <a:rect l="0" t="0" r="r" b="b"/>
                <a:pathLst>
                  <a:path w="21597" h="21598" fill="none" extrusionOk="0">
                    <a:moveTo>
                      <a:pt x="0" y="21216"/>
                    </a:moveTo>
                    <a:cubicBezTo>
                      <a:pt x="206" y="9557"/>
                      <a:pt x="9628" y="167"/>
                      <a:pt x="21287" y="0"/>
                    </a:cubicBezTo>
                  </a:path>
                  <a:path w="21597" h="21598" stroke="0" extrusionOk="0">
                    <a:moveTo>
                      <a:pt x="0" y="21216"/>
                    </a:moveTo>
                    <a:cubicBezTo>
                      <a:pt x="206" y="9557"/>
                      <a:pt x="9628" y="167"/>
                      <a:pt x="21287" y="0"/>
                    </a:cubicBezTo>
                    <a:lnTo>
                      <a:pt x="21597" y="21598"/>
                    </a:lnTo>
                    <a:close/>
                  </a:path>
                </a:pathLst>
              </a:custGeom>
              <a:noFill/>
              <a:ln w="25400" cap="rnd">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25053" name="Arc 61"/>
              <p:cNvSpPr>
                <a:spLocks/>
              </p:cNvSpPr>
              <p:nvPr/>
            </p:nvSpPr>
            <p:spPr bwMode="auto">
              <a:xfrm>
                <a:off x="1497" y="1107"/>
                <a:ext cx="180" cy="144"/>
              </a:xfrm>
              <a:custGeom>
                <a:avLst/>
                <a:gdLst>
                  <a:gd name="G0" fmla="+- 306 0 0"/>
                  <a:gd name="G1" fmla="+- 21600 0 0"/>
                  <a:gd name="G2" fmla="+- 21600 0 0"/>
                  <a:gd name="T0" fmla="*/ 0 w 21903"/>
                  <a:gd name="T1" fmla="*/ 2 h 21600"/>
                  <a:gd name="T2" fmla="*/ 21903 w 21903"/>
                  <a:gd name="T3" fmla="*/ 21218 h 21600"/>
                  <a:gd name="T4" fmla="*/ 306 w 21903"/>
                  <a:gd name="T5" fmla="*/ 21600 h 21600"/>
                </a:gdLst>
                <a:ahLst/>
                <a:cxnLst>
                  <a:cxn ang="0">
                    <a:pos x="T0" y="T1"/>
                  </a:cxn>
                  <a:cxn ang="0">
                    <a:pos x="T2" y="T3"/>
                  </a:cxn>
                  <a:cxn ang="0">
                    <a:pos x="T4" y="T5"/>
                  </a:cxn>
                </a:cxnLst>
                <a:rect l="0" t="0" r="r" b="b"/>
                <a:pathLst>
                  <a:path w="21903" h="21600" fill="none" extrusionOk="0">
                    <a:moveTo>
                      <a:pt x="0" y="2"/>
                    </a:moveTo>
                    <a:cubicBezTo>
                      <a:pt x="101" y="0"/>
                      <a:pt x="203" y="0"/>
                      <a:pt x="306" y="0"/>
                    </a:cubicBezTo>
                    <a:cubicBezTo>
                      <a:pt x="12086" y="0"/>
                      <a:pt x="21694" y="9439"/>
                      <a:pt x="21902" y="21218"/>
                    </a:cubicBezTo>
                  </a:path>
                  <a:path w="21903" h="21600" stroke="0" extrusionOk="0">
                    <a:moveTo>
                      <a:pt x="0" y="2"/>
                    </a:moveTo>
                    <a:cubicBezTo>
                      <a:pt x="101" y="0"/>
                      <a:pt x="203" y="0"/>
                      <a:pt x="306" y="0"/>
                    </a:cubicBezTo>
                    <a:cubicBezTo>
                      <a:pt x="12086" y="0"/>
                      <a:pt x="21694" y="9439"/>
                      <a:pt x="21902" y="21218"/>
                    </a:cubicBezTo>
                    <a:lnTo>
                      <a:pt x="306" y="21600"/>
                    </a:lnTo>
                    <a:close/>
                  </a:path>
                </a:pathLst>
              </a:custGeom>
              <a:noFill/>
              <a:ln w="25400" cap="rnd">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25054" name="Line 62"/>
              <p:cNvSpPr>
                <a:spLocks noChangeShapeType="1"/>
              </p:cNvSpPr>
              <p:nvPr/>
            </p:nvSpPr>
            <p:spPr bwMode="auto">
              <a:xfrm>
                <a:off x="1678" y="1250"/>
                <a:ext cx="0" cy="136"/>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25055" name="Line 63"/>
              <p:cNvSpPr>
                <a:spLocks noChangeShapeType="1"/>
              </p:cNvSpPr>
              <p:nvPr/>
            </p:nvSpPr>
            <p:spPr bwMode="auto">
              <a:xfrm>
                <a:off x="1350" y="1250"/>
                <a:ext cx="0" cy="301"/>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25056" name="Line 64"/>
              <p:cNvSpPr>
                <a:spLocks noChangeShapeType="1"/>
              </p:cNvSpPr>
              <p:nvPr/>
            </p:nvSpPr>
            <p:spPr bwMode="auto">
              <a:xfrm>
                <a:off x="2004" y="1251"/>
                <a:ext cx="0" cy="301"/>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25057" name="Arc 65"/>
              <p:cNvSpPr>
                <a:spLocks/>
              </p:cNvSpPr>
              <p:nvPr/>
            </p:nvSpPr>
            <p:spPr bwMode="auto">
              <a:xfrm>
                <a:off x="1676" y="1110"/>
                <a:ext cx="174" cy="141"/>
              </a:xfrm>
              <a:custGeom>
                <a:avLst/>
                <a:gdLst>
                  <a:gd name="G0" fmla="+- 21597 0 0"/>
                  <a:gd name="G1" fmla="+- 21598 0 0"/>
                  <a:gd name="G2" fmla="+- 21600 0 0"/>
                  <a:gd name="T0" fmla="*/ 0 w 21597"/>
                  <a:gd name="T1" fmla="*/ 21216 h 21598"/>
                  <a:gd name="T2" fmla="*/ 21287 w 21597"/>
                  <a:gd name="T3" fmla="*/ 0 h 21598"/>
                  <a:gd name="T4" fmla="*/ 21597 w 21597"/>
                  <a:gd name="T5" fmla="*/ 21598 h 21598"/>
                </a:gdLst>
                <a:ahLst/>
                <a:cxnLst>
                  <a:cxn ang="0">
                    <a:pos x="T0" y="T1"/>
                  </a:cxn>
                  <a:cxn ang="0">
                    <a:pos x="T2" y="T3"/>
                  </a:cxn>
                  <a:cxn ang="0">
                    <a:pos x="T4" y="T5"/>
                  </a:cxn>
                </a:cxnLst>
                <a:rect l="0" t="0" r="r" b="b"/>
                <a:pathLst>
                  <a:path w="21597" h="21598" fill="none" extrusionOk="0">
                    <a:moveTo>
                      <a:pt x="0" y="21216"/>
                    </a:moveTo>
                    <a:cubicBezTo>
                      <a:pt x="206" y="9557"/>
                      <a:pt x="9628" y="167"/>
                      <a:pt x="21287" y="0"/>
                    </a:cubicBezTo>
                  </a:path>
                  <a:path w="21597" h="21598" stroke="0" extrusionOk="0">
                    <a:moveTo>
                      <a:pt x="0" y="21216"/>
                    </a:moveTo>
                    <a:cubicBezTo>
                      <a:pt x="206" y="9557"/>
                      <a:pt x="9628" y="167"/>
                      <a:pt x="21287" y="0"/>
                    </a:cubicBezTo>
                    <a:lnTo>
                      <a:pt x="21597" y="21598"/>
                    </a:lnTo>
                    <a:close/>
                  </a:path>
                </a:pathLst>
              </a:custGeom>
              <a:noFill/>
              <a:ln w="25400" cap="rnd">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25058" name="Arc 66"/>
              <p:cNvSpPr>
                <a:spLocks/>
              </p:cNvSpPr>
              <p:nvPr/>
            </p:nvSpPr>
            <p:spPr bwMode="auto">
              <a:xfrm>
                <a:off x="1824" y="1110"/>
                <a:ext cx="180" cy="144"/>
              </a:xfrm>
              <a:custGeom>
                <a:avLst/>
                <a:gdLst>
                  <a:gd name="G0" fmla="+- 306 0 0"/>
                  <a:gd name="G1" fmla="+- 21600 0 0"/>
                  <a:gd name="G2" fmla="+- 21600 0 0"/>
                  <a:gd name="T0" fmla="*/ 0 w 21903"/>
                  <a:gd name="T1" fmla="*/ 2 h 21600"/>
                  <a:gd name="T2" fmla="*/ 21903 w 21903"/>
                  <a:gd name="T3" fmla="*/ 21218 h 21600"/>
                  <a:gd name="T4" fmla="*/ 306 w 21903"/>
                  <a:gd name="T5" fmla="*/ 21600 h 21600"/>
                </a:gdLst>
                <a:ahLst/>
                <a:cxnLst>
                  <a:cxn ang="0">
                    <a:pos x="T0" y="T1"/>
                  </a:cxn>
                  <a:cxn ang="0">
                    <a:pos x="T2" y="T3"/>
                  </a:cxn>
                  <a:cxn ang="0">
                    <a:pos x="T4" y="T5"/>
                  </a:cxn>
                </a:cxnLst>
                <a:rect l="0" t="0" r="r" b="b"/>
                <a:pathLst>
                  <a:path w="21903" h="21600" fill="none" extrusionOk="0">
                    <a:moveTo>
                      <a:pt x="0" y="2"/>
                    </a:moveTo>
                    <a:cubicBezTo>
                      <a:pt x="101" y="0"/>
                      <a:pt x="203" y="0"/>
                      <a:pt x="306" y="0"/>
                    </a:cubicBezTo>
                    <a:cubicBezTo>
                      <a:pt x="12086" y="0"/>
                      <a:pt x="21694" y="9439"/>
                      <a:pt x="21902" y="21218"/>
                    </a:cubicBezTo>
                  </a:path>
                  <a:path w="21903" h="21600" stroke="0" extrusionOk="0">
                    <a:moveTo>
                      <a:pt x="0" y="2"/>
                    </a:moveTo>
                    <a:cubicBezTo>
                      <a:pt x="101" y="0"/>
                      <a:pt x="203" y="0"/>
                      <a:pt x="306" y="0"/>
                    </a:cubicBezTo>
                    <a:cubicBezTo>
                      <a:pt x="12086" y="0"/>
                      <a:pt x="21694" y="9439"/>
                      <a:pt x="21902" y="21218"/>
                    </a:cubicBezTo>
                    <a:lnTo>
                      <a:pt x="306" y="21600"/>
                    </a:lnTo>
                    <a:close/>
                  </a:path>
                </a:pathLst>
              </a:custGeom>
              <a:noFill/>
              <a:ln w="25400" cap="rnd">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725059" name="Group 67"/>
            <p:cNvGrpSpPr>
              <a:grpSpLocks/>
            </p:cNvGrpSpPr>
            <p:nvPr/>
          </p:nvGrpSpPr>
          <p:grpSpPr bwMode="auto">
            <a:xfrm>
              <a:off x="1455" y="1387"/>
              <a:ext cx="204" cy="138"/>
              <a:chOff x="1349" y="1107"/>
              <a:chExt cx="655" cy="445"/>
            </a:xfrm>
          </p:grpSpPr>
          <p:sp>
            <p:nvSpPr>
              <p:cNvPr id="725060" name="Arc 68"/>
              <p:cNvSpPr>
                <a:spLocks/>
              </p:cNvSpPr>
              <p:nvPr/>
            </p:nvSpPr>
            <p:spPr bwMode="auto">
              <a:xfrm>
                <a:off x="1349" y="1107"/>
                <a:ext cx="174" cy="141"/>
              </a:xfrm>
              <a:custGeom>
                <a:avLst/>
                <a:gdLst>
                  <a:gd name="G0" fmla="+- 21597 0 0"/>
                  <a:gd name="G1" fmla="+- 21598 0 0"/>
                  <a:gd name="G2" fmla="+- 21600 0 0"/>
                  <a:gd name="T0" fmla="*/ 0 w 21597"/>
                  <a:gd name="T1" fmla="*/ 21216 h 21598"/>
                  <a:gd name="T2" fmla="*/ 21287 w 21597"/>
                  <a:gd name="T3" fmla="*/ 0 h 21598"/>
                  <a:gd name="T4" fmla="*/ 21597 w 21597"/>
                  <a:gd name="T5" fmla="*/ 21598 h 21598"/>
                </a:gdLst>
                <a:ahLst/>
                <a:cxnLst>
                  <a:cxn ang="0">
                    <a:pos x="T0" y="T1"/>
                  </a:cxn>
                  <a:cxn ang="0">
                    <a:pos x="T2" y="T3"/>
                  </a:cxn>
                  <a:cxn ang="0">
                    <a:pos x="T4" y="T5"/>
                  </a:cxn>
                </a:cxnLst>
                <a:rect l="0" t="0" r="r" b="b"/>
                <a:pathLst>
                  <a:path w="21597" h="21598" fill="none" extrusionOk="0">
                    <a:moveTo>
                      <a:pt x="0" y="21216"/>
                    </a:moveTo>
                    <a:cubicBezTo>
                      <a:pt x="206" y="9557"/>
                      <a:pt x="9628" y="167"/>
                      <a:pt x="21287" y="0"/>
                    </a:cubicBezTo>
                  </a:path>
                  <a:path w="21597" h="21598" stroke="0" extrusionOk="0">
                    <a:moveTo>
                      <a:pt x="0" y="21216"/>
                    </a:moveTo>
                    <a:cubicBezTo>
                      <a:pt x="206" y="9557"/>
                      <a:pt x="9628" y="167"/>
                      <a:pt x="21287" y="0"/>
                    </a:cubicBezTo>
                    <a:lnTo>
                      <a:pt x="21597" y="21598"/>
                    </a:lnTo>
                    <a:close/>
                  </a:path>
                </a:pathLst>
              </a:custGeom>
              <a:noFill/>
              <a:ln w="25400" cap="rnd">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25061" name="Arc 69"/>
              <p:cNvSpPr>
                <a:spLocks/>
              </p:cNvSpPr>
              <p:nvPr/>
            </p:nvSpPr>
            <p:spPr bwMode="auto">
              <a:xfrm>
                <a:off x="1497" y="1107"/>
                <a:ext cx="180" cy="144"/>
              </a:xfrm>
              <a:custGeom>
                <a:avLst/>
                <a:gdLst>
                  <a:gd name="G0" fmla="+- 306 0 0"/>
                  <a:gd name="G1" fmla="+- 21600 0 0"/>
                  <a:gd name="G2" fmla="+- 21600 0 0"/>
                  <a:gd name="T0" fmla="*/ 0 w 21903"/>
                  <a:gd name="T1" fmla="*/ 2 h 21600"/>
                  <a:gd name="T2" fmla="*/ 21903 w 21903"/>
                  <a:gd name="T3" fmla="*/ 21218 h 21600"/>
                  <a:gd name="T4" fmla="*/ 306 w 21903"/>
                  <a:gd name="T5" fmla="*/ 21600 h 21600"/>
                </a:gdLst>
                <a:ahLst/>
                <a:cxnLst>
                  <a:cxn ang="0">
                    <a:pos x="T0" y="T1"/>
                  </a:cxn>
                  <a:cxn ang="0">
                    <a:pos x="T2" y="T3"/>
                  </a:cxn>
                  <a:cxn ang="0">
                    <a:pos x="T4" y="T5"/>
                  </a:cxn>
                </a:cxnLst>
                <a:rect l="0" t="0" r="r" b="b"/>
                <a:pathLst>
                  <a:path w="21903" h="21600" fill="none" extrusionOk="0">
                    <a:moveTo>
                      <a:pt x="0" y="2"/>
                    </a:moveTo>
                    <a:cubicBezTo>
                      <a:pt x="101" y="0"/>
                      <a:pt x="203" y="0"/>
                      <a:pt x="306" y="0"/>
                    </a:cubicBezTo>
                    <a:cubicBezTo>
                      <a:pt x="12086" y="0"/>
                      <a:pt x="21694" y="9439"/>
                      <a:pt x="21902" y="21218"/>
                    </a:cubicBezTo>
                  </a:path>
                  <a:path w="21903" h="21600" stroke="0" extrusionOk="0">
                    <a:moveTo>
                      <a:pt x="0" y="2"/>
                    </a:moveTo>
                    <a:cubicBezTo>
                      <a:pt x="101" y="0"/>
                      <a:pt x="203" y="0"/>
                      <a:pt x="306" y="0"/>
                    </a:cubicBezTo>
                    <a:cubicBezTo>
                      <a:pt x="12086" y="0"/>
                      <a:pt x="21694" y="9439"/>
                      <a:pt x="21902" y="21218"/>
                    </a:cubicBezTo>
                    <a:lnTo>
                      <a:pt x="306" y="21600"/>
                    </a:lnTo>
                    <a:close/>
                  </a:path>
                </a:pathLst>
              </a:custGeom>
              <a:noFill/>
              <a:ln w="25400" cap="rnd">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25062" name="Line 70"/>
              <p:cNvSpPr>
                <a:spLocks noChangeShapeType="1"/>
              </p:cNvSpPr>
              <p:nvPr/>
            </p:nvSpPr>
            <p:spPr bwMode="auto">
              <a:xfrm>
                <a:off x="1678" y="1250"/>
                <a:ext cx="0" cy="136"/>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25063" name="Line 71"/>
              <p:cNvSpPr>
                <a:spLocks noChangeShapeType="1"/>
              </p:cNvSpPr>
              <p:nvPr/>
            </p:nvSpPr>
            <p:spPr bwMode="auto">
              <a:xfrm>
                <a:off x="1350" y="1250"/>
                <a:ext cx="0" cy="301"/>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25064" name="Line 72"/>
              <p:cNvSpPr>
                <a:spLocks noChangeShapeType="1"/>
              </p:cNvSpPr>
              <p:nvPr/>
            </p:nvSpPr>
            <p:spPr bwMode="auto">
              <a:xfrm>
                <a:off x="2004" y="1251"/>
                <a:ext cx="0" cy="301"/>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25065" name="Arc 73"/>
              <p:cNvSpPr>
                <a:spLocks/>
              </p:cNvSpPr>
              <p:nvPr/>
            </p:nvSpPr>
            <p:spPr bwMode="auto">
              <a:xfrm>
                <a:off x="1676" y="1110"/>
                <a:ext cx="174" cy="141"/>
              </a:xfrm>
              <a:custGeom>
                <a:avLst/>
                <a:gdLst>
                  <a:gd name="G0" fmla="+- 21597 0 0"/>
                  <a:gd name="G1" fmla="+- 21598 0 0"/>
                  <a:gd name="G2" fmla="+- 21600 0 0"/>
                  <a:gd name="T0" fmla="*/ 0 w 21597"/>
                  <a:gd name="T1" fmla="*/ 21216 h 21598"/>
                  <a:gd name="T2" fmla="*/ 21287 w 21597"/>
                  <a:gd name="T3" fmla="*/ 0 h 21598"/>
                  <a:gd name="T4" fmla="*/ 21597 w 21597"/>
                  <a:gd name="T5" fmla="*/ 21598 h 21598"/>
                </a:gdLst>
                <a:ahLst/>
                <a:cxnLst>
                  <a:cxn ang="0">
                    <a:pos x="T0" y="T1"/>
                  </a:cxn>
                  <a:cxn ang="0">
                    <a:pos x="T2" y="T3"/>
                  </a:cxn>
                  <a:cxn ang="0">
                    <a:pos x="T4" y="T5"/>
                  </a:cxn>
                </a:cxnLst>
                <a:rect l="0" t="0" r="r" b="b"/>
                <a:pathLst>
                  <a:path w="21597" h="21598" fill="none" extrusionOk="0">
                    <a:moveTo>
                      <a:pt x="0" y="21216"/>
                    </a:moveTo>
                    <a:cubicBezTo>
                      <a:pt x="206" y="9557"/>
                      <a:pt x="9628" y="167"/>
                      <a:pt x="21287" y="0"/>
                    </a:cubicBezTo>
                  </a:path>
                  <a:path w="21597" h="21598" stroke="0" extrusionOk="0">
                    <a:moveTo>
                      <a:pt x="0" y="21216"/>
                    </a:moveTo>
                    <a:cubicBezTo>
                      <a:pt x="206" y="9557"/>
                      <a:pt x="9628" y="167"/>
                      <a:pt x="21287" y="0"/>
                    </a:cubicBezTo>
                    <a:lnTo>
                      <a:pt x="21597" y="21598"/>
                    </a:lnTo>
                    <a:close/>
                  </a:path>
                </a:pathLst>
              </a:custGeom>
              <a:noFill/>
              <a:ln w="25400" cap="rnd">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25066" name="Arc 74"/>
              <p:cNvSpPr>
                <a:spLocks/>
              </p:cNvSpPr>
              <p:nvPr/>
            </p:nvSpPr>
            <p:spPr bwMode="auto">
              <a:xfrm>
                <a:off x="1824" y="1110"/>
                <a:ext cx="180" cy="144"/>
              </a:xfrm>
              <a:custGeom>
                <a:avLst/>
                <a:gdLst>
                  <a:gd name="G0" fmla="+- 306 0 0"/>
                  <a:gd name="G1" fmla="+- 21600 0 0"/>
                  <a:gd name="G2" fmla="+- 21600 0 0"/>
                  <a:gd name="T0" fmla="*/ 0 w 21903"/>
                  <a:gd name="T1" fmla="*/ 2 h 21600"/>
                  <a:gd name="T2" fmla="*/ 21903 w 21903"/>
                  <a:gd name="T3" fmla="*/ 21218 h 21600"/>
                  <a:gd name="T4" fmla="*/ 306 w 21903"/>
                  <a:gd name="T5" fmla="*/ 21600 h 21600"/>
                </a:gdLst>
                <a:ahLst/>
                <a:cxnLst>
                  <a:cxn ang="0">
                    <a:pos x="T0" y="T1"/>
                  </a:cxn>
                  <a:cxn ang="0">
                    <a:pos x="T2" y="T3"/>
                  </a:cxn>
                  <a:cxn ang="0">
                    <a:pos x="T4" y="T5"/>
                  </a:cxn>
                </a:cxnLst>
                <a:rect l="0" t="0" r="r" b="b"/>
                <a:pathLst>
                  <a:path w="21903" h="21600" fill="none" extrusionOk="0">
                    <a:moveTo>
                      <a:pt x="0" y="2"/>
                    </a:moveTo>
                    <a:cubicBezTo>
                      <a:pt x="101" y="0"/>
                      <a:pt x="203" y="0"/>
                      <a:pt x="306" y="0"/>
                    </a:cubicBezTo>
                    <a:cubicBezTo>
                      <a:pt x="12086" y="0"/>
                      <a:pt x="21694" y="9439"/>
                      <a:pt x="21902" y="21218"/>
                    </a:cubicBezTo>
                  </a:path>
                  <a:path w="21903" h="21600" stroke="0" extrusionOk="0">
                    <a:moveTo>
                      <a:pt x="0" y="2"/>
                    </a:moveTo>
                    <a:cubicBezTo>
                      <a:pt x="101" y="0"/>
                      <a:pt x="203" y="0"/>
                      <a:pt x="306" y="0"/>
                    </a:cubicBezTo>
                    <a:cubicBezTo>
                      <a:pt x="12086" y="0"/>
                      <a:pt x="21694" y="9439"/>
                      <a:pt x="21902" y="21218"/>
                    </a:cubicBezTo>
                    <a:lnTo>
                      <a:pt x="306" y="21600"/>
                    </a:lnTo>
                    <a:close/>
                  </a:path>
                </a:pathLst>
              </a:custGeom>
              <a:noFill/>
              <a:ln w="25400" cap="rnd">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725067" name="Group 75"/>
            <p:cNvGrpSpPr>
              <a:grpSpLocks/>
            </p:cNvGrpSpPr>
            <p:nvPr/>
          </p:nvGrpSpPr>
          <p:grpSpPr bwMode="auto">
            <a:xfrm>
              <a:off x="3181" y="865"/>
              <a:ext cx="363" cy="54"/>
              <a:chOff x="2655" y="952"/>
              <a:chExt cx="458" cy="54"/>
            </a:xfrm>
          </p:grpSpPr>
          <p:grpSp>
            <p:nvGrpSpPr>
              <p:cNvPr id="725068" name="Group 76"/>
              <p:cNvGrpSpPr>
                <a:grpSpLocks/>
              </p:cNvGrpSpPr>
              <p:nvPr/>
            </p:nvGrpSpPr>
            <p:grpSpPr bwMode="auto">
              <a:xfrm>
                <a:off x="2655" y="952"/>
                <a:ext cx="91" cy="52"/>
                <a:chOff x="2780" y="1401"/>
                <a:chExt cx="114" cy="66"/>
              </a:xfrm>
            </p:grpSpPr>
            <p:sp>
              <p:nvSpPr>
                <p:cNvPr id="725069" name="Arc 77"/>
                <p:cNvSpPr>
                  <a:spLocks/>
                </p:cNvSpPr>
                <p:nvPr/>
              </p:nvSpPr>
              <p:spPr bwMode="auto">
                <a:xfrm>
                  <a:off x="2780" y="1401"/>
                  <a:ext cx="60" cy="66"/>
                </a:xfrm>
                <a:custGeom>
                  <a:avLst/>
                  <a:gdLst>
                    <a:gd name="G0" fmla="+- 21600 0 0"/>
                    <a:gd name="G1" fmla="+- 21597 0 0"/>
                    <a:gd name="G2" fmla="+- 21600 0 0"/>
                    <a:gd name="T0" fmla="*/ 0 w 21600"/>
                    <a:gd name="T1" fmla="*/ 21597 h 21597"/>
                    <a:gd name="T2" fmla="*/ 21237 w 21600"/>
                    <a:gd name="T3" fmla="*/ 0 h 21597"/>
                    <a:gd name="T4" fmla="*/ 21600 w 21600"/>
                    <a:gd name="T5" fmla="*/ 21597 h 21597"/>
                  </a:gdLst>
                  <a:ahLst/>
                  <a:cxnLst>
                    <a:cxn ang="0">
                      <a:pos x="T0" y="T1"/>
                    </a:cxn>
                    <a:cxn ang="0">
                      <a:pos x="T2" y="T3"/>
                    </a:cxn>
                    <a:cxn ang="0">
                      <a:pos x="T4" y="T5"/>
                    </a:cxn>
                  </a:cxnLst>
                  <a:rect l="0" t="0" r="r" b="b"/>
                  <a:pathLst>
                    <a:path w="21600" h="21597" fill="none" extrusionOk="0">
                      <a:moveTo>
                        <a:pt x="0" y="21597"/>
                      </a:moveTo>
                      <a:cubicBezTo>
                        <a:pt x="0" y="9809"/>
                        <a:pt x="9450" y="198"/>
                        <a:pt x="21237" y="0"/>
                      </a:cubicBezTo>
                    </a:path>
                    <a:path w="21600" h="21597" stroke="0" extrusionOk="0">
                      <a:moveTo>
                        <a:pt x="0" y="21597"/>
                      </a:moveTo>
                      <a:cubicBezTo>
                        <a:pt x="0" y="9809"/>
                        <a:pt x="9450" y="198"/>
                        <a:pt x="21237" y="0"/>
                      </a:cubicBezTo>
                      <a:lnTo>
                        <a:pt x="21600" y="21597"/>
                      </a:lnTo>
                      <a:close/>
                    </a:path>
                  </a:pathLst>
                </a:custGeom>
                <a:noFill/>
                <a:ln w="25400" cap="rnd">
                  <a:solidFill>
                    <a:srgbClr val="4E9C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25070" name="Arc 78"/>
                <p:cNvSpPr>
                  <a:spLocks/>
                </p:cNvSpPr>
                <p:nvPr/>
              </p:nvSpPr>
              <p:spPr bwMode="auto">
                <a:xfrm>
                  <a:off x="2834" y="1401"/>
                  <a:ext cx="60" cy="66"/>
                </a:xfrm>
                <a:custGeom>
                  <a:avLst/>
                  <a:gdLst>
                    <a:gd name="G0" fmla="+- 363 0 0"/>
                    <a:gd name="G1" fmla="+- 21600 0 0"/>
                    <a:gd name="G2" fmla="+- 21600 0 0"/>
                    <a:gd name="T0" fmla="*/ 0 w 21963"/>
                    <a:gd name="T1" fmla="*/ 3 h 21600"/>
                    <a:gd name="T2" fmla="*/ 21963 w 21963"/>
                    <a:gd name="T3" fmla="*/ 21600 h 21600"/>
                    <a:gd name="T4" fmla="*/ 363 w 21963"/>
                    <a:gd name="T5" fmla="*/ 21600 h 21600"/>
                  </a:gdLst>
                  <a:ahLst/>
                  <a:cxnLst>
                    <a:cxn ang="0">
                      <a:pos x="T0" y="T1"/>
                    </a:cxn>
                    <a:cxn ang="0">
                      <a:pos x="T2" y="T3"/>
                    </a:cxn>
                    <a:cxn ang="0">
                      <a:pos x="T4" y="T5"/>
                    </a:cxn>
                  </a:cxnLst>
                  <a:rect l="0" t="0" r="r" b="b"/>
                  <a:pathLst>
                    <a:path w="21963" h="21600" fill="none" extrusionOk="0">
                      <a:moveTo>
                        <a:pt x="0" y="3"/>
                      </a:moveTo>
                      <a:cubicBezTo>
                        <a:pt x="120" y="1"/>
                        <a:pt x="241" y="0"/>
                        <a:pt x="363" y="0"/>
                      </a:cubicBezTo>
                      <a:cubicBezTo>
                        <a:pt x="12292" y="0"/>
                        <a:pt x="21963" y="9670"/>
                        <a:pt x="21963" y="21600"/>
                      </a:cubicBezTo>
                    </a:path>
                    <a:path w="21963" h="21600" stroke="0" extrusionOk="0">
                      <a:moveTo>
                        <a:pt x="0" y="3"/>
                      </a:moveTo>
                      <a:cubicBezTo>
                        <a:pt x="120" y="1"/>
                        <a:pt x="241" y="0"/>
                        <a:pt x="363" y="0"/>
                      </a:cubicBezTo>
                      <a:cubicBezTo>
                        <a:pt x="12292" y="0"/>
                        <a:pt x="21963" y="9670"/>
                        <a:pt x="21963" y="21600"/>
                      </a:cubicBezTo>
                      <a:lnTo>
                        <a:pt x="363" y="21600"/>
                      </a:lnTo>
                      <a:close/>
                    </a:path>
                  </a:pathLst>
                </a:custGeom>
                <a:noFill/>
                <a:ln w="25400" cap="rnd">
                  <a:solidFill>
                    <a:srgbClr val="4E9C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725071" name="Group 79"/>
              <p:cNvGrpSpPr>
                <a:grpSpLocks/>
              </p:cNvGrpSpPr>
              <p:nvPr/>
            </p:nvGrpSpPr>
            <p:grpSpPr bwMode="auto">
              <a:xfrm>
                <a:off x="2746" y="953"/>
                <a:ext cx="91" cy="52"/>
                <a:chOff x="2780" y="1401"/>
                <a:chExt cx="114" cy="66"/>
              </a:xfrm>
            </p:grpSpPr>
            <p:sp>
              <p:nvSpPr>
                <p:cNvPr id="725072" name="Arc 80"/>
                <p:cNvSpPr>
                  <a:spLocks/>
                </p:cNvSpPr>
                <p:nvPr/>
              </p:nvSpPr>
              <p:spPr bwMode="auto">
                <a:xfrm>
                  <a:off x="2780" y="1401"/>
                  <a:ext cx="60" cy="66"/>
                </a:xfrm>
                <a:custGeom>
                  <a:avLst/>
                  <a:gdLst>
                    <a:gd name="G0" fmla="+- 21600 0 0"/>
                    <a:gd name="G1" fmla="+- 21597 0 0"/>
                    <a:gd name="G2" fmla="+- 21600 0 0"/>
                    <a:gd name="T0" fmla="*/ 0 w 21600"/>
                    <a:gd name="T1" fmla="*/ 21597 h 21597"/>
                    <a:gd name="T2" fmla="*/ 21237 w 21600"/>
                    <a:gd name="T3" fmla="*/ 0 h 21597"/>
                    <a:gd name="T4" fmla="*/ 21600 w 21600"/>
                    <a:gd name="T5" fmla="*/ 21597 h 21597"/>
                  </a:gdLst>
                  <a:ahLst/>
                  <a:cxnLst>
                    <a:cxn ang="0">
                      <a:pos x="T0" y="T1"/>
                    </a:cxn>
                    <a:cxn ang="0">
                      <a:pos x="T2" y="T3"/>
                    </a:cxn>
                    <a:cxn ang="0">
                      <a:pos x="T4" y="T5"/>
                    </a:cxn>
                  </a:cxnLst>
                  <a:rect l="0" t="0" r="r" b="b"/>
                  <a:pathLst>
                    <a:path w="21600" h="21597" fill="none" extrusionOk="0">
                      <a:moveTo>
                        <a:pt x="0" y="21597"/>
                      </a:moveTo>
                      <a:cubicBezTo>
                        <a:pt x="0" y="9809"/>
                        <a:pt x="9450" y="198"/>
                        <a:pt x="21237" y="0"/>
                      </a:cubicBezTo>
                    </a:path>
                    <a:path w="21600" h="21597" stroke="0" extrusionOk="0">
                      <a:moveTo>
                        <a:pt x="0" y="21597"/>
                      </a:moveTo>
                      <a:cubicBezTo>
                        <a:pt x="0" y="9809"/>
                        <a:pt x="9450" y="198"/>
                        <a:pt x="21237" y="0"/>
                      </a:cubicBezTo>
                      <a:lnTo>
                        <a:pt x="21600" y="21597"/>
                      </a:lnTo>
                      <a:close/>
                    </a:path>
                  </a:pathLst>
                </a:custGeom>
                <a:noFill/>
                <a:ln w="25400" cap="rnd">
                  <a:solidFill>
                    <a:srgbClr val="4E9C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25073" name="Arc 81"/>
                <p:cNvSpPr>
                  <a:spLocks/>
                </p:cNvSpPr>
                <p:nvPr/>
              </p:nvSpPr>
              <p:spPr bwMode="auto">
                <a:xfrm>
                  <a:off x="2834" y="1401"/>
                  <a:ext cx="60" cy="66"/>
                </a:xfrm>
                <a:custGeom>
                  <a:avLst/>
                  <a:gdLst>
                    <a:gd name="G0" fmla="+- 363 0 0"/>
                    <a:gd name="G1" fmla="+- 21600 0 0"/>
                    <a:gd name="G2" fmla="+- 21600 0 0"/>
                    <a:gd name="T0" fmla="*/ 0 w 21963"/>
                    <a:gd name="T1" fmla="*/ 3 h 21600"/>
                    <a:gd name="T2" fmla="*/ 21963 w 21963"/>
                    <a:gd name="T3" fmla="*/ 21600 h 21600"/>
                    <a:gd name="T4" fmla="*/ 363 w 21963"/>
                    <a:gd name="T5" fmla="*/ 21600 h 21600"/>
                  </a:gdLst>
                  <a:ahLst/>
                  <a:cxnLst>
                    <a:cxn ang="0">
                      <a:pos x="T0" y="T1"/>
                    </a:cxn>
                    <a:cxn ang="0">
                      <a:pos x="T2" y="T3"/>
                    </a:cxn>
                    <a:cxn ang="0">
                      <a:pos x="T4" y="T5"/>
                    </a:cxn>
                  </a:cxnLst>
                  <a:rect l="0" t="0" r="r" b="b"/>
                  <a:pathLst>
                    <a:path w="21963" h="21600" fill="none" extrusionOk="0">
                      <a:moveTo>
                        <a:pt x="0" y="3"/>
                      </a:moveTo>
                      <a:cubicBezTo>
                        <a:pt x="120" y="1"/>
                        <a:pt x="241" y="0"/>
                        <a:pt x="363" y="0"/>
                      </a:cubicBezTo>
                      <a:cubicBezTo>
                        <a:pt x="12292" y="0"/>
                        <a:pt x="21963" y="9670"/>
                        <a:pt x="21963" y="21600"/>
                      </a:cubicBezTo>
                    </a:path>
                    <a:path w="21963" h="21600" stroke="0" extrusionOk="0">
                      <a:moveTo>
                        <a:pt x="0" y="3"/>
                      </a:moveTo>
                      <a:cubicBezTo>
                        <a:pt x="120" y="1"/>
                        <a:pt x="241" y="0"/>
                        <a:pt x="363" y="0"/>
                      </a:cubicBezTo>
                      <a:cubicBezTo>
                        <a:pt x="12292" y="0"/>
                        <a:pt x="21963" y="9670"/>
                        <a:pt x="21963" y="21600"/>
                      </a:cubicBezTo>
                      <a:lnTo>
                        <a:pt x="363" y="21600"/>
                      </a:lnTo>
                      <a:close/>
                    </a:path>
                  </a:pathLst>
                </a:custGeom>
                <a:noFill/>
                <a:ln w="25400" cap="rnd">
                  <a:solidFill>
                    <a:srgbClr val="4E9C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725074" name="Group 82"/>
              <p:cNvGrpSpPr>
                <a:grpSpLocks/>
              </p:cNvGrpSpPr>
              <p:nvPr/>
            </p:nvGrpSpPr>
            <p:grpSpPr bwMode="auto">
              <a:xfrm>
                <a:off x="2838" y="954"/>
                <a:ext cx="91" cy="52"/>
                <a:chOff x="2780" y="1401"/>
                <a:chExt cx="114" cy="66"/>
              </a:xfrm>
            </p:grpSpPr>
            <p:sp>
              <p:nvSpPr>
                <p:cNvPr id="725075" name="Arc 83"/>
                <p:cNvSpPr>
                  <a:spLocks/>
                </p:cNvSpPr>
                <p:nvPr/>
              </p:nvSpPr>
              <p:spPr bwMode="auto">
                <a:xfrm>
                  <a:off x="2780" y="1401"/>
                  <a:ext cx="60" cy="66"/>
                </a:xfrm>
                <a:custGeom>
                  <a:avLst/>
                  <a:gdLst>
                    <a:gd name="G0" fmla="+- 21600 0 0"/>
                    <a:gd name="G1" fmla="+- 21597 0 0"/>
                    <a:gd name="G2" fmla="+- 21600 0 0"/>
                    <a:gd name="T0" fmla="*/ 0 w 21600"/>
                    <a:gd name="T1" fmla="*/ 21597 h 21597"/>
                    <a:gd name="T2" fmla="*/ 21237 w 21600"/>
                    <a:gd name="T3" fmla="*/ 0 h 21597"/>
                    <a:gd name="T4" fmla="*/ 21600 w 21600"/>
                    <a:gd name="T5" fmla="*/ 21597 h 21597"/>
                  </a:gdLst>
                  <a:ahLst/>
                  <a:cxnLst>
                    <a:cxn ang="0">
                      <a:pos x="T0" y="T1"/>
                    </a:cxn>
                    <a:cxn ang="0">
                      <a:pos x="T2" y="T3"/>
                    </a:cxn>
                    <a:cxn ang="0">
                      <a:pos x="T4" y="T5"/>
                    </a:cxn>
                  </a:cxnLst>
                  <a:rect l="0" t="0" r="r" b="b"/>
                  <a:pathLst>
                    <a:path w="21600" h="21597" fill="none" extrusionOk="0">
                      <a:moveTo>
                        <a:pt x="0" y="21597"/>
                      </a:moveTo>
                      <a:cubicBezTo>
                        <a:pt x="0" y="9809"/>
                        <a:pt x="9450" y="198"/>
                        <a:pt x="21237" y="0"/>
                      </a:cubicBezTo>
                    </a:path>
                    <a:path w="21600" h="21597" stroke="0" extrusionOk="0">
                      <a:moveTo>
                        <a:pt x="0" y="21597"/>
                      </a:moveTo>
                      <a:cubicBezTo>
                        <a:pt x="0" y="9809"/>
                        <a:pt x="9450" y="198"/>
                        <a:pt x="21237" y="0"/>
                      </a:cubicBezTo>
                      <a:lnTo>
                        <a:pt x="21600" y="21597"/>
                      </a:lnTo>
                      <a:close/>
                    </a:path>
                  </a:pathLst>
                </a:custGeom>
                <a:noFill/>
                <a:ln w="25400" cap="rnd">
                  <a:solidFill>
                    <a:srgbClr val="4E9C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25076" name="Arc 84"/>
                <p:cNvSpPr>
                  <a:spLocks/>
                </p:cNvSpPr>
                <p:nvPr/>
              </p:nvSpPr>
              <p:spPr bwMode="auto">
                <a:xfrm>
                  <a:off x="2834" y="1401"/>
                  <a:ext cx="60" cy="66"/>
                </a:xfrm>
                <a:custGeom>
                  <a:avLst/>
                  <a:gdLst>
                    <a:gd name="G0" fmla="+- 363 0 0"/>
                    <a:gd name="G1" fmla="+- 21600 0 0"/>
                    <a:gd name="G2" fmla="+- 21600 0 0"/>
                    <a:gd name="T0" fmla="*/ 0 w 21963"/>
                    <a:gd name="T1" fmla="*/ 3 h 21600"/>
                    <a:gd name="T2" fmla="*/ 21963 w 21963"/>
                    <a:gd name="T3" fmla="*/ 21600 h 21600"/>
                    <a:gd name="T4" fmla="*/ 363 w 21963"/>
                    <a:gd name="T5" fmla="*/ 21600 h 21600"/>
                  </a:gdLst>
                  <a:ahLst/>
                  <a:cxnLst>
                    <a:cxn ang="0">
                      <a:pos x="T0" y="T1"/>
                    </a:cxn>
                    <a:cxn ang="0">
                      <a:pos x="T2" y="T3"/>
                    </a:cxn>
                    <a:cxn ang="0">
                      <a:pos x="T4" y="T5"/>
                    </a:cxn>
                  </a:cxnLst>
                  <a:rect l="0" t="0" r="r" b="b"/>
                  <a:pathLst>
                    <a:path w="21963" h="21600" fill="none" extrusionOk="0">
                      <a:moveTo>
                        <a:pt x="0" y="3"/>
                      </a:moveTo>
                      <a:cubicBezTo>
                        <a:pt x="120" y="1"/>
                        <a:pt x="241" y="0"/>
                        <a:pt x="363" y="0"/>
                      </a:cubicBezTo>
                      <a:cubicBezTo>
                        <a:pt x="12292" y="0"/>
                        <a:pt x="21963" y="9670"/>
                        <a:pt x="21963" y="21600"/>
                      </a:cubicBezTo>
                    </a:path>
                    <a:path w="21963" h="21600" stroke="0" extrusionOk="0">
                      <a:moveTo>
                        <a:pt x="0" y="3"/>
                      </a:moveTo>
                      <a:cubicBezTo>
                        <a:pt x="120" y="1"/>
                        <a:pt x="241" y="0"/>
                        <a:pt x="363" y="0"/>
                      </a:cubicBezTo>
                      <a:cubicBezTo>
                        <a:pt x="12292" y="0"/>
                        <a:pt x="21963" y="9670"/>
                        <a:pt x="21963" y="21600"/>
                      </a:cubicBezTo>
                      <a:lnTo>
                        <a:pt x="363" y="21600"/>
                      </a:lnTo>
                      <a:close/>
                    </a:path>
                  </a:pathLst>
                </a:custGeom>
                <a:noFill/>
                <a:ln w="25400" cap="rnd">
                  <a:solidFill>
                    <a:srgbClr val="4E9C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725077" name="Group 85"/>
              <p:cNvGrpSpPr>
                <a:grpSpLocks/>
              </p:cNvGrpSpPr>
              <p:nvPr/>
            </p:nvGrpSpPr>
            <p:grpSpPr bwMode="auto">
              <a:xfrm>
                <a:off x="2929" y="954"/>
                <a:ext cx="91" cy="52"/>
                <a:chOff x="2780" y="1401"/>
                <a:chExt cx="114" cy="66"/>
              </a:xfrm>
            </p:grpSpPr>
            <p:sp>
              <p:nvSpPr>
                <p:cNvPr id="725078" name="Arc 86"/>
                <p:cNvSpPr>
                  <a:spLocks/>
                </p:cNvSpPr>
                <p:nvPr/>
              </p:nvSpPr>
              <p:spPr bwMode="auto">
                <a:xfrm>
                  <a:off x="2780" y="1401"/>
                  <a:ext cx="60" cy="66"/>
                </a:xfrm>
                <a:custGeom>
                  <a:avLst/>
                  <a:gdLst>
                    <a:gd name="G0" fmla="+- 21600 0 0"/>
                    <a:gd name="G1" fmla="+- 21597 0 0"/>
                    <a:gd name="G2" fmla="+- 21600 0 0"/>
                    <a:gd name="T0" fmla="*/ 0 w 21600"/>
                    <a:gd name="T1" fmla="*/ 21597 h 21597"/>
                    <a:gd name="T2" fmla="*/ 21237 w 21600"/>
                    <a:gd name="T3" fmla="*/ 0 h 21597"/>
                    <a:gd name="T4" fmla="*/ 21600 w 21600"/>
                    <a:gd name="T5" fmla="*/ 21597 h 21597"/>
                  </a:gdLst>
                  <a:ahLst/>
                  <a:cxnLst>
                    <a:cxn ang="0">
                      <a:pos x="T0" y="T1"/>
                    </a:cxn>
                    <a:cxn ang="0">
                      <a:pos x="T2" y="T3"/>
                    </a:cxn>
                    <a:cxn ang="0">
                      <a:pos x="T4" y="T5"/>
                    </a:cxn>
                  </a:cxnLst>
                  <a:rect l="0" t="0" r="r" b="b"/>
                  <a:pathLst>
                    <a:path w="21600" h="21597" fill="none" extrusionOk="0">
                      <a:moveTo>
                        <a:pt x="0" y="21597"/>
                      </a:moveTo>
                      <a:cubicBezTo>
                        <a:pt x="0" y="9809"/>
                        <a:pt x="9450" y="198"/>
                        <a:pt x="21237" y="0"/>
                      </a:cubicBezTo>
                    </a:path>
                    <a:path w="21600" h="21597" stroke="0" extrusionOk="0">
                      <a:moveTo>
                        <a:pt x="0" y="21597"/>
                      </a:moveTo>
                      <a:cubicBezTo>
                        <a:pt x="0" y="9809"/>
                        <a:pt x="9450" y="198"/>
                        <a:pt x="21237" y="0"/>
                      </a:cubicBezTo>
                      <a:lnTo>
                        <a:pt x="21600" y="21597"/>
                      </a:lnTo>
                      <a:close/>
                    </a:path>
                  </a:pathLst>
                </a:custGeom>
                <a:noFill/>
                <a:ln w="25400" cap="rnd">
                  <a:solidFill>
                    <a:srgbClr val="4E9C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25079" name="Arc 87"/>
                <p:cNvSpPr>
                  <a:spLocks/>
                </p:cNvSpPr>
                <p:nvPr/>
              </p:nvSpPr>
              <p:spPr bwMode="auto">
                <a:xfrm>
                  <a:off x="2834" y="1401"/>
                  <a:ext cx="60" cy="66"/>
                </a:xfrm>
                <a:custGeom>
                  <a:avLst/>
                  <a:gdLst>
                    <a:gd name="G0" fmla="+- 363 0 0"/>
                    <a:gd name="G1" fmla="+- 21600 0 0"/>
                    <a:gd name="G2" fmla="+- 21600 0 0"/>
                    <a:gd name="T0" fmla="*/ 0 w 21963"/>
                    <a:gd name="T1" fmla="*/ 3 h 21600"/>
                    <a:gd name="T2" fmla="*/ 21963 w 21963"/>
                    <a:gd name="T3" fmla="*/ 21600 h 21600"/>
                    <a:gd name="T4" fmla="*/ 363 w 21963"/>
                    <a:gd name="T5" fmla="*/ 21600 h 21600"/>
                  </a:gdLst>
                  <a:ahLst/>
                  <a:cxnLst>
                    <a:cxn ang="0">
                      <a:pos x="T0" y="T1"/>
                    </a:cxn>
                    <a:cxn ang="0">
                      <a:pos x="T2" y="T3"/>
                    </a:cxn>
                    <a:cxn ang="0">
                      <a:pos x="T4" y="T5"/>
                    </a:cxn>
                  </a:cxnLst>
                  <a:rect l="0" t="0" r="r" b="b"/>
                  <a:pathLst>
                    <a:path w="21963" h="21600" fill="none" extrusionOk="0">
                      <a:moveTo>
                        <a:pt x="0" y="3"/>
                      </a:moveTo>
                      <a:cubicBezTo>
                        <a:pt x="120" y="1"/>
                        <a:pt x="241" y="0"/>
                        <a:pt x="363" y="0"/>
                      </a:cubicBezTo>
                      <a:cubicBezTo>
                        <a:pt x="12292" y="0"/>
                        <a:pt x="21963" y="9670"/>
                        <a:pt x="21963" y="21600"/>
                      </a:cubicBezTo>
                    </a:path>
                    <a:path w="21963" h="21600" stroke="0" extrusionOk="0">
                      <a:moveTo>
                        <a:pt x="0" y="3"/>
                      </a:moveTo>
                      <a:cubicBezTo>
                        <a:pt x="120" y="1"/>
                        <a:pt x="241" y="0"/>
                        <a:pt x="363" y="0"/>
                      </a:cubicBezTo>
                      <a:cubicBezTo>
                        <a:pt x="12292" y="0"/>
                        <a:pt x="21963" y="9670"/>
                        <a:pt x="21963" y="21600"/>
                      </a:cubicBezTo>
                      <a:lnTo>
                        <a:pt x="363" y="21600"/>
                      </a:lnTo>
                      <a:close/>
                    </a:path>
                  </a:pathLst>
                </a:custGeom>
                <a:noFill/>
                <a:ln w="25400" cap="rnd">
                  <a:solidFill>
                    <a:srgbClr val="4E9C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725080" name="Group 88"/>
              <p:cNvGrpSpPr>
                <a:grpSpLocks/>
              </p:cNvGrpSpPr>
              <p:nvPr/>
            </p:nvGrpSpPr>
            <p:grpSpPr bwMode="auto">
              <a:xfrm>
                <a:off x="3022" y="954"/>
                <a:ext cx="91" cy="52"/>
                <a:chOff x="2780" y="1401"/>
                <a:chExt cx="114" cy="66"/>
              </a:xfrm>
            </p:grpSpPr>
            <p:sp>
              <p:nvSpPr>
                <p:cNvPr id="725081" name="Arc 89"/>
                <p:cNvSpPr>
                  <a:spLocks/>
                </p:cNvSpPr>
                <p:nvPr/>
              </p:nvSpPr>
              <p:spPr bwMode="auto">
                <a:xfrm>
                  <a:off x="2780" y="1401"/>
                  <a:ext cx="60" cy="66"/>
                </a:xfrm>
                <a:custGeom>
                  <a:avLst/>
                  <a:gdLst>
                    <a:gd name="G0" fmla="+- 21600 0 0"/>
                    <a:gd name="G1" fmla="+- 21597 0 0"/>
                    <a:gd name="G2" fmla="+- 21600 0 0"/>
                    <a:gd name="T0" fmla="*/ 0 w 21600"/>
                    <a:gd name="T1" fmla="*/ 21597 h 21597"/>
                    <a:gd name="T2" fmla="*/ 21237 w 21600"/>
                    <a:gd name="T3" fmla="*/ 0 h 21597"/>
                    <a:gd name="T4" fmla="*/ 21600 w 21600"/>
                    <a:gd name="T5" fmla="*/ 21597 h 21597"/>
                  </a:gdLst>
                  <a:ahLst/>
                  <a:cxnLst>
                    <a:cxn ang="0">
                      <a:pos x="T0" y="T1"/>
                    </a:cxn>
                    <a:cxn ang="0">
                      <a:pos x="T2" y="T3"/>
                    </a:cxn>
                    <a:cxn ang="0">
                      <a:pos x="T4" y="T5"/>
                    </a:cxn>
                  </a:cxnLst>
                  <a:rect l="0" t="0" r="r" b="b"/>
                  <a:pathLst>
                    <a:path w="21600" h="21597" fill="none" extrusionOk="0">
                      <a:moveTo>
                        <a:pt x="0" y="21597"/>
                      </a:moveTo>
                      <a:cubicBezTo>
                        <a:pt x="0" y="9809"/>
                        <a:pt x="9450" y="198"/>
                        <a:pt x="21237" y="0"/>
                      </a:cubicBezTo>
                    </a:path>
                    <a:path w="21600" h="21597" stroke="0" extrusionOk="0">
                      <a:moveTo>
                        <a:pt x="0" y="21597"/>
                      </a:moveTo>
                      <a:cubicBezTo>
                        <a:pt x="0" y="9809"/>
                        <a:pt x="9450" y="198"/>
                        <a:pt x="21237" y="0"/>
                      </a:cubicBezTo>
                      <a:lnTo>
                        <a:pt x="21600" y="21597"/>
                      </a:lnTo>
                      <a:close/>
                    </a:path>
                  </a:pathLst>
                </a:custGeom>
                <a:noFill/>
                <a:ln w="25400" cap="rnd">
                  <a:solidFill>
                    <a:srgbClr val="4E9C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25082" name="Arc 90"/>
                <p:cNvSpPr>
                  <a:spLocks/>
                </p:cNvSpPr>
                <p:nvPr/>
              </p:nvSpPr>
              <p:spPr bwMode="auto">
                <a:xfrm>
                  <a:off x="2834" y="1401"/>
                  <a:ext cx="60" cy="66"/>
                </a:xfrm>
                <a:custGeom>
                  <a:avLst/>
                  <a:gdLst>
                    <a:gd name="G0" fmla="+- 363 0 0"/>
                    <a:gd name="G1" fmla="+- 21600 0 0"/>
                    <a:gd name="G2" fmla="+- 21600 0 0"/>
                    <a:gd name="T0" fmla="*/ 0 w 21963"/>
                    <a:gd name="T1" fmla="*/ 3 h 21600"/>
                    <a:gd name="T2" fmla="*/ 21963 w 21963"/>
                    <a:gd name="T3" fmla="*/ 21600 h 21600"/>
                    <a:gd name="T4" fmla="*/ 363 w 21963"/>
                    <a:gd name="T5" fmla="*/ 21600 h 21600"/>
                  </a:gdLst>
                  <a:ahLst/>
                  <a:cxnLst>
                    <a:cxn ang="0">
                      <a:pos x="T0" y="T1"/>
                    </a:cxn>
                    <a:cxn ang="0">
                      <a:pos x="T2" y="T3"/>
                    </a:cxn>
                    <a:cxn ang="0">
                      <a:pos x="T4" y="T5"/>
                    </a:cxn>
                  </a:cxnLst>
                  <a:rect l="0" t="0" r="r" b="b"/>
                  <a:pathLst>
                    <a:path w="21963" h="21600" fill="none" extrusionOk="0">
                      <a:moveTo>
                        <a:pt x="0" y="3"/>
                      </a:moveTo>
                      <a:cubicBezTo>
                        <a:pt x="120" y="1"/>
                        <a:pt x="241" y="0"/>
                        <a:pt x="363" y="0"/>
                      </a:cubicBezTo>
                      <a:cubicBezTo>
                        <a:pt x="12292" y="0"/>
                        <a:pt x="21963" y="9670"/>
                        <a:pt x="21963" y="21600"/>
                      </a:cubicBezTo>
                    </a:path>
                    <a:path w="21963" h="21600" stroke="0" extrusionOk="0">
                      <a:moveTo>
                        <a:pt x="0" y="3"/>
                      </a:moveTo>
                      <a:cubicBezTo>
                        <a:pt x="120" y="1"/>
                        <a:pt x="241" y="0"/>
                        <a:pt x="363" y="0"/>
                      </a:cubicBezTo>
                      <a:cubicBezTo>
                        <a:pt x="12292" y="0"/>
                        <a:pt x="21963" y="9670"/>
                        <a:pt x="21963" y="21600"/>
                      </a:cubicBezTo>
                      <a:lnTo>
                        <a:pt x="363" y="21600"/>
                      </a:lnTo>
                      <a:close/>
                    </a:path>
                  </a:pathLst>
                </a:custGeom>
                <a:noFill/>
                <a:ln w="25400" cap="rnd">
                  <a:solidFill>
                    <a:srgbClr val="4E9C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grpSp>
          <p:nvGrpSpPr>
            <p:cNvPr id="725083" name="Group 91"/>
            <p:cNvGrpSpPr>
              <a:grpSpLocks/>
            </p:cNvGrpSpPr>
            <p:nvPr/>
          </p:nvGrpSpPr>
          <p:grpSpPr bwMode="auto">
            <a:xfrm>
              <a:off x="3182" y="1125"/>
              <a:ext cx="364" cy="54"/>
              <a:chOff x="2655" y="952"/>
              <a:chExt cx="458" cy="54"/>
            </a:xfrm>
          </p:grpSpPr>
          <p:grpSp>
            <p:nvGrpSpPr>
              <p:cNvPr id="725084" name="Group 92"/>
              <p:cNvGrpSpPr>
                <a:grpSpLocks/>
              </p:cNvGrpSpPr>
              <p:nvPr/>
            </p:nvGrpSpPr>
            <p:grpSpPr bwMode="auto">
              <a:xfrm>
                <a:off x="2655" y="952"/>
                <a:ext cx="91" cy="52"/>
                <a:chOff x="2780" y="1401"/>
                <a:chExt cx="114" cy="66"/>
              </a:xfrm>
            </p:grpSpPr>
            <p:sp>
              <p:nvSpPr>
                <p:cNvPr id="725085" name="Arc 93"/>
                <p:cNvSpPr>
                  <a:spLocks/>
                </p:cNvSpPr>
                <p:nvPr/>
              </p:nvSpPr>
              <p:spPr bwMode="auto">
                <a:xfrm>
                  <a:off x="2780" y="1401"/>
                  <a:ext cx="60" cy="66"/>
                </a:xfrm>
                <a:custGeom>
                  <a:avLst/>
                  <a:gdLst>
                    <a:gd name="G0" fmla="+- 21600 0 0"/>
                    <a:gd name="G1" fmla="+- 21597 0 0"/>
                    <a:gd name="G2" fmla="+- 21600 0 0"/>
                    <a:gd name="T0" fmla="*/ 0 w 21600"/>
                    <a:gd name="T1" fmla="*/ 21597 h 21597"/>
                    <a:gd name="T2" fmla="*/ 21237 w 21600"/>
                    <a:gd name="T3" fmla="*/ 0 h 21597"/>
                    <a:gd name="T4" fmla="*/ 21600 w 21600"/>
                    <a:gd name="T5" fmla="*/ 21597 h 21597"/>
                  </a:gdLst>
                  <a:ahLst/>
                  <a:cxnLst>
                    <a:cxn ang="0">
                      <a:pos x="T0" y="T1"/>
                    </a:cxn>
                    <a:cxn ang="0">
                      <a:pos x="T2" y="T3"/>
                    </a:cxn>
                    <a:cxn ang="0">
                      <a:pos x="T4" y="T5"/>
                    </a:cxn>
                  </a:cxnLst>
                  <a:rect l="0" t="0" r="r" b="b"/>
                  <a:pathLst>
                    <a:path w="21600" h="21597" fill="none" extrusionOk="0">
                      <a:moveTo>
                        <a:pt x="0" y="21597"/>
                      </a:moveTo>
                      <a:cubicBezTo>
                        <a:pt x="0" y="9809"/>
                        <a:pt x="9450" y="198"/>
                        <a:pt x="21237" y="0"/>
                      </a:cubicBezTo>
                    </a:path>
                    <a:path w="21600" h="21597" stroke="0" extrusionOk="0">
                      <a:moveTo>
                        <a:pt x="0" y="21597"/>
                      </a:moveTo>
                      <a:cubicBezTo>
                        <a:pt x="0" y="9809"/>
                        <a:pt x="9450" y="198"/>
                        <a:pt x="21237" y="0"/>
                      </a:cubicBezTo>
                      <a:lnTo>
                        <a:pt x="21600" y="21597"/>
                      </a:lnTo>
                      <a:close/>
                    </a:path>
                  </a:pathLst>
                </a:custGeom>
                <a:noFill/>
                <a:ln w="25400" cap="rnd">
                  <a:solidFill>
                    <a:srgbClr val="4E9C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25086" name="Arc 94"/>
                <p:cNvSpPr>
                  <a:spLocks/>
                </p:cNvSpPr>
                <p:nvPr/>
              </p:nvSpPr>
              <p:spPr bwMode="auto">
                <a:xfrm>
                  <a:off x="2834" y="1401"/>
                  <a:ext cx="60" cy="66"/>
                </a:xfrm>
                <a:custGeom>
                  <a:avLst/>
                  <a:gdLst>
                    <a:gd name="G0" fmla="+- 363 0 0"/>
                    <a:gd name="G1" fmla="+- 21600 0 0"/>
                    <a:gd name="G2" fmla="+- 21600 0 0"/>
                    <a:gd name="T0" fmla="*/ 0 w 21963"/>
                    <a:gd name="T1" fmla="*/ 3 h 21600"/>
                    <a:gd name="T2" fmla="*/ 21963 w 21963"/>
                    <a:gd name="T3" fmla="*/ 21600 h 21600"/>
                    <a:gd name="T4" fmla="*/ 363 w 21963"/>
                    <a:gd name="T5" fmla="*/ 21600 h 21600"/>
                  </a:gdLst>
                  <a:ahLst/>
                  <a:cxnLst>
                    <a:cxn ang="0">
                      <a:pos x="T0" y="T1"/>
                    </a:cxn>
                    <a:cxn ang="0">
                      <a:pos x="T2" y="T3"/>
                    </a:cxn>
                    <a:cxn ang="0">
                      <a:pos x="T4" y="T5"/>
                    </a:cxn>
                  </a:cxnLst>
                  <a:rect l="0" t="0" r="r" b="b"/>
                  <a:pathLst>
                    <a:path w="21963" h="21600" fill="none" extrusionOk="0">
                      <a:moveTo>
                        <a:pt x="0" y="3"/>
                      </a:moveTo>
                      <a:cubicBezTo>
                        <a:pt x="120" y="1"/>
                        <a:pt x="241" y="0"/>
                        <a:pt x="363" y="0"/>
                      </a:cubicBezTo>
                      <a:cubicBezTo>
                        <a:pt x="12292" y="0"/>
                        <a:pt x="21963" y="9670"/>
                        <a:pt x="21963" y="21600"/>
                      </a:cubicBezTo>
                    </a:path>
                    <a:path w="21963" h="21600" stroke="0" extrusionOk="0">
                      <a:moveTo>
                        <a:pt x="0" y="3"/>
                      </a:moveTo>
                      <a:cubicBezTo>
                        <a:pt x="120" y="1"/>
                        <a:pt x="241" y="0"/>
                        <a:pt x="363" y="0"/>
                      </a:cubicBezTo>
                      <a:cubicBezTo>
                        <a:pt x="12292" y="0"/>
                        <a:pt x="21963" y="9670"/>
                        <a:pt x="21963" y="21600"/>
                      </a:cubicBezTo>
                      <a:lnTo>
                        <a:pt x="363" y="21600"/>
                      </a:lnTo>
                      <a:close/>
                    </a:path>
                  </a:pathLst>
                </a:custGeom>
                <a:noFill/>
                <a:ln w="25400" cap="rnd">
                  <a:solidFill>
                    <a:srgbClr val="4E9C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725087" name="Group 95"/>
              <p:cNvGrpSpPr>
                <a:grpSpLocks/>
              </p:cNvGrpSpPr>
              <p:nvPr/>
            </p:nvGrpSpPr>
            <p:grpSpPr bwMode="auto">
              <a:xfrm>
                <a:off x="2746" y="953"/>
                <a:ext cx="91" cy="52"/>
                <a:chOff x="2780" y="1401"/>
                <a:chExt cx="114" cy="66"/>
              </a:xfrm>
            </p:grpSpPr>
            <p:sp>
              <p:nvSpPr>
                <p:cNvPr id="725088" name="Arc 96"/>
                <p:cNvSpPr>
                  <a:spLocks/>
                </p:cNvSpPr>
                <p:nvPr/>
              </p:nvSpPr>
              <p:spPr bwMode="auto">
                <a:xfrm>
                  <a:off x="2780" y="1401"/>
                  <a:ext cx="60" cy="66"/>
                </a:xfrm>
                <a:custGeom>
                  <a:avLst/>
                  <a:gdLst>
                    <a:gd name="G0" fmla="+- 21600 0 0"/>
                    <a:gd name="G1" fmla="+- 21597 0 0"/>
                    <a:gd name="G2" fmla="+- 21600 0 0"/>
                    <a:gd name="T0" fmla="*/ 0 w 21600"/>
                    <a:gd name="T1" fmla="*/ 21597 h 21597"/>
                    <a:gd name="T2" fmla="*/ 21237 w 21600"/>
                    <a:gd name="T3" fmla="*/ 0 h 21597"/>
                    <a:gd name="T4" fmla="*/ 21600 w 21600"/>
                    <a:gd name="T5" fmla="*/ 21597 h 21597"/>
                  </a:gdLst>
                  <a:ahLst/>
                  <a:cxnLst>
                    <a:cxn ang="0">
                      <a:pos x="T0" y="T1"/>
                    </a:cxn>
                    <a:cxn ang="0">
                      <a:pos x="T2" y="T3"/>
                    </a:cxn>
                    <a:cxn ang="0">
                      <a:pos x="T4" y="T5"/>
                    </a:cxn>
                  </a:cxnLst>
                  <a:rect l="0" t="0" r="r" b="b"/>
                  <a:pathLst>
                    <a:path w="21600" h="21597" fill="none" extrusionOk="0">
                      <a:moveTo>
                        <a:pt x="0" y="21597"/>
                      </a:moveTo>
                      <a:cubicBezTo>
                        <a:pt x="0" y="9809"/>
                        <a:pt x="9450" y="198"/>
                        <a:pt x="21237" y="0"/>
                      </a:cubicBezTo>
                    </a:path>
                    <a:path w="21600" h="21597" stroke="0" extrusionOk="0">
                      <a:moveTo>
                        <a:pt x="0" y="21597"/>
                      </a:moveTo>
                      <a:cubicBezTo>
                        <a:pt x="0" y="9809"/>
                        <a:pt x="9450" y="198"/>
                        <a:pt x="21237" y="0"/>
                      </a:cubicBezTo>
                      <a:lnTo>
                        <a:pt x="21600" y="21597"/>
                      </a:lnTo>
                      <a:close/>
                    </a:path>
                  </a:pathLst>
                </a:custGeom>
                <a:noFill/>
                <a:ln w="25400" cap="rnd">
                  <a:solidFill>
                    <a:srgbClr val="4E9C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25089" name="Arc 97"/>
                <p:cNvSpPr>
                  <a:spLocks/>
                </p:cNvSpPr>
                <p:nvPr/>
              </p:nvSpPr>
              <p:spPr bwMode="auto">
                <a:xfrm>
                  <a:off x="2834" y="1401"/>
                  <a:ext cx="60" cy="66"/>
                </a:xfrm>
                <a:custGeom>
                  <a:avLst/>
                  <a:gdLst>
                    <a:gd name="G0" fmla="+- 363 0 0"/>
                    <a:gd name="G1" fmla="+- 21600 0 0"/>
                    <a:gd name="G2" fmla="+- 21600 0 0"/>
                    <a:gd name="T0" fmla="*/ 0 w 21963"/>
                    <a:gd name="T1" fmla="*/ 3 h 21600"/>
                    <a:gd name="T2" fmla="*/ 21963 w 21963"/>
                    <a:gd name="T3" fmla="*/ 21600 h 21600"/>
                    <a:gd name="T4" fmla="*/ 363 w 21963"/>
                    <a:gd name="T5" fmla="*/ 21600 h 21600"/>
                  </a:gdLst>
                  <a:ahLst/>
                  <a:cxnLst>
                    <a:cxn ang="0">
                      <a:pos x="T0" y="T1"/>
                    </a:cxn>
                    <a:cxn ang="0">
                      <a:pos x="T2" y="T3"/>
                    </a:cxn>
                    <a:cxn ang="0">
                      <a:pos x="T4" y="T5"/>
                    </a:cxn>
                  </a:cxnLst>
                  <a:rect l="0" t="0" r="r" b="b"/>
                  <a:pathLst>
                    <a:path w="21963" h="21600" fill="none" extrusionOk="0">
                      <a:moveTo>
                        <a:pt x="0" y="3"/>
                      </a:moveTo>
                      <a:cubicBezTo>
                        <a:pt x="120" y="1"/>
                        <a:pt x="241" y="0"/>
                        <a:pt x="363" y="0"/>
                      </a:cubicBezTo>
                      <a:cubicBezTo>
                        <a:pt x="12292" y="0"/>
                        <a:pt x="21963" y="9670"/>
                        <a:pt x="21963" y="21600"/>
                      </a:cubicBezTo>
                    </a:path>
                    <a:path w="21963" h="21600" stroke="0" extrusionOk="0">
                      <a:moveTo>
                        <a:pt x="0" y="3"/>
                      </a:moveTo>
                      <a:cubicBezTo>
                        <a:pt x="120" y="1"/>
                        <a:pt x="241" y="0"/>
                        <a:pt x="363" y="0"/>
                      </a:cubicBezTo>
                      <a:cubicBezTo>
                        <a:pt x="12292" y="0"/>
                        <a:pt x="21963" y="9670"/>
                        <a:pt x="21963" y="21600"/>
                      </a:cubicBezTo>
                      <a:lnTo>
                        <a:pt x="363" y="21600"/>
                      </a:lnTo>
                      <a:close/>
                    </a:path>
                  </a:pathLst>
                </a:custGeom>
                <a:noFill/>
                <a:ln w="25400" cap="rnd">
                  <a:solidFill>
                    <a:srgbClr val="4E9C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725090" name="Group 98"/>
              <p:cNvGrpSpPr>
                <a:grpSpLocks/>
              </p:cNvGrpSpPr>
              <p:nvPr/>
            </p:nvGrpSpPr>
            <p:grpSpPr bwMode="auto">
              <a:xfrm>
                <a:off x="2838" y="954"/>
                <a:ext cx="91" cy="52"/>
                <a:chOff x="2780" y="1401"/>
                <a:chExt cx="114" cy="66"/>
              </a:xfrm>
            </p:grpSpPr>
            <p:sp>
              <p:nvSpPr>
                <p:cNvPr id="725091" name="Arc 99"/>
                <p:cNvSpPr>
                  <a:spLocks/>
                </p:cNvSpPr>
                <p:nvPr/>
              </p:nvSpPr>
              <p:spPr bwMode="auto">
                <a:xfrm>
                  <a:off x="2780" y="1401"/>
                  <a:ext cx="60" cy="66"/>
                </a:xfrm>
                <a:custGeom>
                  <a:avLst/>
                  <a:gdLst>
                    <a:gd name="G0" fmla="+- 21600 0 0"/>
                    <a:gd name="G1" fmla="+- 21597 0 0"/>
                    <a:gd name="G2" fmla="+- 21600 0 0"/>
                    <a:gd name="T0" fmla="*/ 0 w 21600"/>
                    <a:gd name="T1" fmla="*/ 21597 h 21597"/>
                    <a:gd name="T2" fmla="*/ 21237 w 21600"/>
                    <a:gd name="T3" fmla="*/ 0 h 21597"/>
                    <a:gd name="T4" fmla="*/ 21600 w 21600"/>
                    <a:gd name="T5" fmla="*/ 21597 h 21597"/>
                  </a:gdLst>
                  <a:ahLst/>
                  <a:cxnLst>
                    <a:cxn ang="0">
                      <a:pos x="T0" y="T1"/>
                    </a:cxn>
                    <a:cxn ang="0">
                      <a:pos x="T2" y="T3"/>
                    </a:cxn>
                    <a:cxn ang="0">
                      <a:pos x="T4" y="T5"/>
                    </a:cxn>
                  </a:cxnLst>
                  <a:rect l="0" t="0" r="r" b="b"/>
                  <a:pathLst>
                    <a:path w="21600" h="21597" fill="none" extrusionOk="0">
                      <a:moveTo>
                        <a:pt x="0" y="21597"/>
                      </a:moveTo>
                      <a:cubicBezTo>
                        <a:pt x="0" y="9809"/>
                        <a:pt x="9450" y="198"/>
                        <a:pt x="21237" y="0"/>
                      </a:cubicBezTo>
                    </a:path>
                    <a:path w="21600" h="21597" stroke="0" extrusionOk="0">
                      <a:moveTo>
                        <a:pt x="0" y="21597"/>
                      </a:moveTo>
                      <a:cubicBezTo>
                        <a:pt x="0" y="9809"/>
                        <a:pt x="9450" y="198"/>
                        <a:pt x="21237" y="0"/>
                      </a:cubicBezTo>
                      <a:lnTo>
                        <a:pt x="21600" y="21597"/>
                      </a:lnTo>
                      <a:close/>
                    </a:path>
                  </a:pathLst>
                </a:custGeom>
                <a:noFill/>
                <a:ln w="25400" cap="rnd">
                  <a:solidFill>
                    <a:srgbClr val="4E9C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25092" name="Arc 100"/>
                <p:cNvSpPr>
                  <a:spLocks/>
                </p:cNvSpPr>
                <p:nvPr/>
              </p:nvSpPr>
              <p:spPr bwMode="auto">
                <a:xfrm>
                  <a:off x="2834" y="1401"/>
                  <a:ext cx="60" cy="66"/>
                </a:xfrm>
                <a:custGeom>
                  <a:avLst/>
                  <a:gdLst>
                    <a:gd name="G0" fmla="+- 363 0 0"/>
                    <a:gd name="G1" fmla="+- 21600 0 0"/>
                    <a:gd name="G2" fmla="+- 21600 0 0"/>
                    <a:gd name="T0" fmla="*/ 0 w 21963"/>
                    <a:gd name="T1" fmla="*/ 3 h 21600"/>
                    <a:gd name="T2" fmla="*/ 21963 w 21963"/>
                    <a:gd name="T3" fmla="*/ 21600 h 21600"/>
                    <a:gd name="T4" fmla="*/ 363 w 21963"/>
                    <a:gd name="T5" fmla="*/ 21600 h 21600"/>
                  </a:gdLst>
                  <a:ahLst/>
                  <a:cxnLst>
                    <a:cxn ang="0">
                      <a:pos x="T0" y="T1"/>
                    </a:cxn>
                    <a:cxn ang="0">
                      <a:pos x="T2" y="T3"/>
                    </a:cxn>
                    <a:cxn ang="0">
                      <a:pos x="T4" y="T5"/>
                    </a:cxn>
                  </a:cxnLst>
                  <a:rect l="0" t="0" r="r" b="b"/>
                  <a:pathLst>
                    <a:path w="21963" h="21600" fill="none" extrusionOk="0">
                      <a:moveTo>
                        <a:pt x="0" y="3"/>
                      </a:moveTo>
                      <a:cubicBezTo>
                        <a:pt x="120" y="1"/>
                        <a:pt x="241" y="0"/>
                        <a:pt x="363" y="0"/>
                      </a:cubicBezTo>
                      <a:cubicBezTo>
                        <a:pt x="12292" y="0"/>
                        <a:pt x="21963" y="9670"/>
                        <a:pt x="21963" y="21600"/>
                      </a:cubicBezTo>
                    </a:path>
                    <a:path w="21963" h="21600" stroke="0" extrusionOk="0">
                      <a:moveTo>
                        <a:pt x="0" y="3"/>
                      </a:moveTo>
                      <a:cubicBezTo>
                        <a:pt x="120" y="1"/>
                        <a:pt x="241" y="0"/>
                        <a:pt x="363" y="0"/>
                      </a:cubicBezTo>
                      <a:cubicBezTo>
                        <a:pt x="12292" y="0"/>
                        <a:pt x="21963" y="9670"/>
                        <a:pt x="21963" y="21600"/>
                      </a:cubicBezTo>
                      <a:lnTo>
                        <a:pt x="363" y="21600"/>
                      </a:lnTo>
                      <a:close/>
                    </a:path>
                  </a:pathLst>
                </a:custGeom>
                <a:noFill/>
                <a:ln w="25400" cap="rnd">
                  <a:solidFill>
                    <a:srgbClr val="4E9C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725093" name="Group 101"/>
              <p:cNvGrpSpPr>
                <a:grpSpLocks/>
              </p:cNvGrpSpPr>
              <p:nvPr/>
            </p:nvGrpSpPr>
            <p:grpSpPr bwMode="auto">
              <a:xfrm>
                <a:off x="2929" y="954"/>
                <a:ext cx="91" cy="52"/>
                <a:chOff x="2780" y="1401"/>
                <a:chExt cx="114" cy="66"/>
              </a:xfrm>
            </p:grpSpPr>
            <p:sp>
              <p:nvSpPr>
                <p:cNvPr id="725094" name="Arc 102"/>
                <p:cNvSpPr>
                  <a:spLocks/>
                </p:cNvSpPr>
                <p:nvPr/>
              </p:nvSpPr>
              <p:spPr bwMode="auto">
                <a:xfrm>
                  <a:off x="2780" y="1401"/>
                  <a:ext cx="60" cy="66"/>
                </a:xfrm>
                <a:custGeom>
                  <a:avLst/>
                  <a:gdLst>
                    <a:gd name="G0" fmla="+- 21600 0 0"/>
                    <a:gd name="G1" fmla="+- 21597 0 0"/>
                    <a:gd name="G2" fmla="+- 21600 0 0"/>
                    <a:gd name="T0" fmla="*/ 0 w 21600"/>
                    <a:gd name="T1" fmla="*/ 21597 h 21597"/>
                    <a:gd name="T2" fmla="*/ 21237 w 21600"/>
                    <a:gd name="T3" fmla="*/ 0 h 21597"/>
                    <a:gd name="T4" fmla="*/ 21600 w 21600"/>
                    <a:gd name="T5" fmla="*/ 21597 h 21597"/>
                  </a:gdLst>
                  <a:ahLst/>
                  <a:cxnLst>
                    <a:cxn ang="0">
                      <a:pos x="T0" y="T1"/>
                    </a:cxn>
                    <a:cxn ang="0">
                      <a:pos x="T2" y="T3"/>
                    </a:cxn>
                    <a:cxn ang="0">
                      <a:pos x="T4" y="T5"/>
                    </a:cxn>
                  </a:cxnLst>
                  <a:rect l="0" t="0" r="r" b="b"/>
                  <a:pathLst>
                    <a:path w="21600" h="21597" fill="none" extrusionOk="0">
                      <a:moveTo>
                        <a:pt x="0" y="21597"/>
                      </a:moveTo>
                      <a:cubicBezTo>
                        <a:pt x="0" y="9809"/>
                        <a:pt x="9450" y="198"/>
                        <a:pt x="21237" y="0"/>
                      </a:cubicBezTo>
                    </a:path>
                    <a:path w="21600" h="21597" stroke="0" extrusionOk="0">
                      <a:moveTo>
                        <a:pt x="0" y="21597"/>
                      </a:moveTo>
                      <a:cubicBezTo>
                        <a:pt x="0" y="9809"/>
                        <a:pt x="9450" y="198"/>
                        <a:pt x="21237" y="0"/>
                      </a:cubicBezTo>
                      <a:lnTo>
                        <a:pt x="21600" y="21597"/>
                      </a:lnTo>
                      <a:close/>
                    </a:path>
                  </a:pathLst>
                </a:custGeom>
                <a:noFill/>
                <a:ln w="25400" cap="rnd">
                  <a:solidFill>
                    <a:srgbClr val="4E9C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25095" name="Arc 103"/>
                <p:cNvSpPr>
                  <a:spLocks/>
                </p:cNvSpPr>
                <p:nvPr/>
              </p:nvSpPr>
              <p:spPr bwMode="auto">
                <a:xfrm>
                  <a:off x="2834" y="1401"/>
                  <a:ext cx="60" cy="66"/>
                </a:xfrm>
                <a:custGeom>
                  <a:avLst/>
                  <a:gdLst>
                    <a:gd name="G0" fmla="+- 363 0 0"/>
                    <a:gd name="G1" fmla="+- 21600 0 0"/>
                    <a:gd name="G2" fmla="+- 21600 0 0"/>
                    <a:gd name="T0" fmla="*/ 0 w 21963"/>
                    <a:gd name="T1" fmla="*/ 3 h 21600"/>
                    <a:gd name="T2" fmla="*/ 21963 w 21963"/>
                    <a:gd name="T3" fmla="*/ 21600 h 21600"/>
                    <a:gd name="T4" fmla="*/ 363 w 21963"/>
                    <a:gd name="T5" fmla="*/ 21600 h 21600"/>
                  </a:gdLst>
                  <a:ahLst/>
                  <a:cxnLst>
                    <a:cxn ang="0">
                      <a:pos x="T0" y="T1"/>
                    </a:cxn>
                    <a:cxn ang="0">
                      <a:pos x="T2" y="T3"/>
                    </a:cxn>
                    <a:cxn ang="0">
                      <a:pos x="T4" y="T5"/>
                    </a:cxn>
                  </a:cxnLst>
                  <a:rect l="0" t="0" r="r" b="b"/>
                  <a:pathLst>
                    <a:path w="21963" h="21600" fill="none" extrusionOk="0">
                      <a:moveTo>
                        <a:pt x="0" y="3"/>
                      </a:moveTo>
                      <a:cubicBezTo>
                        <a:pt x="120" y="1"/>
                        <a:pt x="241" y="0"/>
                        <a:pt x="363" y="0"/>
                      </a:cubicBezTo>
                      <a:cubicBezTo>
                        <a:pt x="12292" y="0"/>
                        <a:pt x="21963" y="9670"/>
                        <a:pt x="21963" y="21600"/>
                      </a:cubicBezTo>
                    </a:path>
                    <a:path w="21963" h="21600" stroke="0" extrusionOk="0">
                      <a:moveTo>
                        <a:pt x="0" y="3"/>
                      </a:moveTo>
                      <a:cubicBezTo>
                        <a:pt x="120" y="1"/>
                        <a:pt x="241" y="0"/>
                        <a:pt x="363" y="0"/>
                      </a:cubicBezTo>
                      <a:cubicBezTo>
                        <a:pt x="12292" y="0"/>
                        <a:pt x="21963" y="9670"/>
                        <a:pt x="21963" y="21600"/>
                      </a:cubicBezTo>
                      <a:lnTo>
                        <a:pt x="363" y="21600"/>
                      </a:lnTo>
                      <a:close/>
                    </a:path>
                  </a:pathLst>
                </a:custGeom>
                <a:noFill/>
                <a:ln w="25400" cap="rnd">
                  <a:solidFill>
                    <a:srgbClr val="4E9C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725096" name="Group 104"/>
              <p:cNvGrpSpPr>
                <a:grpSpLocks/>
              </p:cNvGrpSpPr>
              <p:nvPr/>
            </p:nvGrpSpPr>
            <p:grpSpPr bwMode="auto">
              <a:xfrm>
                <a:off x="3022" y="954"/>
                <a:ext cx="91" cy="52"/>
                <a:chOff x="2780" y="1401"/>
                <a:chExt cx="114" cy="66"/>
              </a:xfrm>
            </p:grpSpPr>
            <p:sp>
              <p:nvSpPr>
                <p:cNvPr id="725097" name="Arc 105"/>
                <p:cNvSpPr>
                  <a:spLocks/>
                </p:cNvSpPr>
                <p:nvPr/>
              </p:nvSpPr>
              <p:spPr bwMode="auto">
                <a:xfrm>
                  <a:off x="2780" y="1401"/>
                  <a:ext cx="60" cy="66"/>
                </a:xfrm>
                <a:custGeom>
                  <a:avLst/>
                  <a:gdLst>
                    <a:gd name="G0" fmla="+- 21600 0 0"/>
                    <a:gd name="G1" fmla="+- 21597 0 0"/>
                    <a:gd name="G2" fmla="+- 21600 0 0"/>
                    <a:gd name="T0" fmla="*/ 0 w 21600"/>
                    <a:gd name="T1" fmla="*/ 21597 h 21597"/>
                    <a:gd name="T2" fmla="*/ 21237 w 21600"/>
                    <a:gd name="T3" fmla="*/ 0 h 21597"/>
                    <a:gd name="T4" fmla="*/ 21600 w 21600"/>
                    <a:gd name="T5" fmla="*/ 21597 h 21597"/>
                  </a:gdLst>
                  <a:ahLst/>
                  <a:cxnLst>
                    <a:cxn ang="0">
                      <a:pos x="T0" y="T1"/>
                    </a:cxn>
                    <a:cxn ang="0">
                      <a:pos x="T2" y="T3"/>
                    </a:cxn>
                    <a:cxn ang="0">
                      <a:pos x="T4" y="T5"/>
                    </a:cxn>
                  </a:cxnLst>
                  <a:rect l="0" t="0" r="r" b="b"/>
                  <a:pathLst>
                    <a:path w="21600" h="21597" fill="none" extrusionOk="0">
                      <a:moveTo>
                        <a:pt x="0" y="21597"/>
                      </a:moveTo>
                      <a:cubicBezTo>
                        <a:pt x="0" y="9809"/>
                        <a:pt x="9450" y="198"/>
                        <a:pt x="21237" y="0"/>
                      </a:cubicBezTo>
                    </a:path>
                    <a:path w="21600" h="21597" stroke="0" extrusionOk="0">
                      <a:moveTo>
                        <a:pt x="0" y="21597"/>
                      </a:moveTo>
                      <a:cubicBezTo>
                        <a:pt x="0" y="9809"/>
                        <a:pt x="9450" y="198"/>
                        <a:pt x="21237" y="0"/>
                      </a:cubicBezTo>
                      <a:lnTo>
                        <a:pt x="21600" y="21597"/>
                      </a:lnTo>
                      <a:close/>
                    </a:path>
                  </a:pathLst>
                </a:custGeom>
                <a:noFill/>
                <a:ln w="25400" cap="rnd">
                  <a:solidFill>
                    <a:srgbClr val="4E9C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25098" name="Arc 106"/>
                <p:cNvSpPr>
                  <a:spLocks/>
                </p:cNvSpPr>
                <p:nvPr/>
              </p:nvSpPr>
              <p:spPr bwMode="auto">
                <a:xfrm>
                  <a:off x="2834" y="1401"/>
                  <a:ext cx="60" cy="66"/>
                </a:xfrm>
                <a:custGeom>
                  <a:avLst/>
                  <a:gdLst>
                    <a:gd name="G0" fmla="+- 363 0 0"/>
                    <a:gd name="G1" fmla="+- 21600 0 0"/>
                    <a:gd name="G2" fmla="+- 21600 0 0"/>
                    <a:gd name="T0" fmla="*/ 0 w 21963"/>
                    <a:gd name="T1" fmla="*/ 3 h 21600"/>
                    <a:gd name="T2" fmla="*/ 21963 w 21963"/>
                    <a:gd name="T3" fmla="*/ 21600 h 21600"/>
                    <a:gd name="T4" fmla="*/ 363 w 21963"/>
                    <a:gd name="T5" fmla="*/ 21600 h 21600"/>
                  </a:gdLst>
                  <a:ahLst/>
                  <a:cxnLst>
                    <a:cxn ang="0">
                      <a:pos x="T0" y="T1"/>
                    </a:cxn>
                    <a:cxn ang="0">
                      <a:pos x="T2" y="T3"/>
                    </a:cxn>
                    <a:cxn ang="0">
                      <a:pos x="T4" y="T5"/>
                    </a:cxn>
                  </a:cxnLst>
                  <a:rect l="0" t="0" r="r" b="b"/>
                  <a:pathLst>
                    <a:path w="21963" h="21600" fill="none" extrusionOk="0">
                      <a:moveTo>
                        <a:pt x="0" y="3"/>
                      </a:moveTo>
                      <a:cubicBezTo>
                        <a:pt x="120" y="1"/>
                        <a:pt x="241" y="0"/>
                        <a:pt x="363" y="0"/>
                      </a:cubicBezTo>
                      <a:cubicBezTo>
                        <a:pt x="12292" y="0"/>
                        <a:pt x="21963" y="9670"/>
                        <a:pt x="21963" y="21600"/>
                      </a:cubicBezTo>
                    </a:path>
                    <a:path w="21963" h="21600" stroke="0" extrusionOk="0">
                      <a:moveTo>
                        <a:pt x="0" y="3"/>
                      </a:moveTo>
                      <a:cubicBezTo>
                        <a:pt x="120" y="1"/>
                        <a:pt x="241" y="0"/>
                        <a:pt x="363" y="0"/>
                      </a:cubicBezTo>
                      <a:cubicBezTo>
                        <a:pt x="12292" y="0"/>
                        <a:pt x="21963" y="9670"/>
                        <a:pt x="21963" y="21600"/>
                      </a:cubicBezTo>
                      <a:lnTo>
                        <a:pt x="363" y="21600"/>
                      </a:lnTo>
                      <a:close/>
                    </a:path>
                  </a:pathLst>
                </a:custGeom>
                <a:noFill/>
                <a:ln w="25400" cap="rnd">
                  <a:solidFill>
                    <a:srgbClr val="4E9C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grpSp>
          <p:nvGrpSpPr>
            <p:cNvPr id="725099" name="Group 107"/>
            <p:cNvGrpSpPr>
              <a:grpSpLocks/>
            </p:cNvGrpSpPr>
            <p:nvPr/>
          </p:nvGrpSpPr>
          <p:grpSpPr bwMode="auto">
            <a:xfrm>
              <a:off x="3185" y="1376"/>
              <a:ext cx="364" cy="54"/>
              <a:chOff x="2655" y="952"/>
              <a:chExt cx="458" cy="54"/>
            </a:xfrm>
          </p:grpSpPr>
          <p:grpSp>
            <p:nvGrpSpPr>
              <p:cNvPr id="725100" name="Group 108"/>
              <p:cNvGrpSpPr>
                <a:grpSpLocks/>
              </p:cNvGrpSpPr>
              <p:nvPr/>
            </p:nvGrpSpPr>
            <p:grpSpPr bwMode="auto">
              <a:xfrm>
                <a:off x="2655" y="952"/>
                <a:ext cx="91" cy="52"/>
                <a:chOff x="2780" y="1401"/>
                <a:chExt cx="114" cy="66"/>
              </a:xfrm>
            </p:grpSpPr>
            <p:sp>
              <p:nvSpPr>
                <p:cNvPr id="725101" name="Arc 109"/>
                <p:cNvSpPr>
                  <a:spLocks/>
                </p:cNvSpPr>
                <p:nvPr/>
              </p:nvSpPr>
              <p:spPr bwMode="auto">
                <a:xfrm>
                  <a:off x="2780" y="1401"/>
                  <a:ext cx="60" cy="66"/>
                </a:xfrm>
                <a:custGeom>
                  <a:avLst/>
                  <a:gdLst>
                    <a:gd name="G0" fmla="+- 21600 0 0"/>
                    <a:gd name="G1" fmla="+- 21597 0 0"/>
                    <a:gd name="G2" fmla="+- 21600 0 0"/>
                    <a:gd name="T0" fmla="*/ 0 w 21600"/>
                    <a:gd name="T1" fmla="*/ 21597 h 21597"/>
                    <a:gd name="T2" fmla="*/ 21237 w 21600"/>
                    <a:gd name="T3" fmla="*/ 0 h 21597"/>
                    <a:gd name="T4" fmla="*/ 21600 w 21600"/>
                    <a:gd name="T5" fmla="*/ 21597 h 21597"/>
                  </a:gdLst>
                  <a:ahLst/>
                  <a:cxnLst>
                    <a:cxn ang="0">
                      <a:pos x="T0" y="T1"/>
                    </a:cxn>
                    <a:cxn ang="0">
                      <a:pos x="T2" y="T3"/>
                    </a:cxn>
                    <a:cxn ang="0">
                      <a:pos x="T4" y="T5"/>
                    </a:cxn>
                  </a:cxnLst>
                  <a:rect l="0" t="0" r="r" b="b"/>
                  <a:pathLst>
                    <a:path w="21600" h="21597" fill="none" extrusionOk="0">
                      <a:moveTo>
                        <a:pt x="0" y="21597"/>
                      </a:moveTo>
                      <a:cubicBezTo>
                        <a:pt x="0" y="9809"/>
                        <a:pt x="9450" y="198"/>
                        <a:pt x="21237" y="0"/>
                      </a:cubicBezTo>
                    </a:path>
                    <a:path w="21600" h="21597" stroke="0" extrusionOk="0">
                      <a:moveTo>
                        <a:pt x="0" y="21597"/>
                      </a:moveTo>
                      <a:cubicBezTo>
                        <a:pt x="0" y="9809"/>
                        <a:pt x="9450" y="198"/>
                        <a:pt x="21237" y="0"/>
                      </a:cubicBezTo>
                      <a:lnTo>
                        <a:pt x="21600" y="21597"/>
                      </a:lnTo>
                      <a:close/>
                    </a:path>
                  </a:pathLst>
                </a:custGeom>
                <a:noFill/>
                <a:ln w="25400" cap="rnd">
                  <a:solidFill>
                    <a:srgbClr val="4E9C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25102" name="Arc 110"/>
                <p:cNvSpPr>
                  <a:spLocks/>
                </p:cNvSpPr>
                <p:nvPr/>
              </p:nvSpPr>
              <p:spPr bwMode="auto">
                <a:xfrm>
                  <a:off x="2834" y="1401"/>
                  <a:ext cx="60" cy="66"/>
                </a:xfrm>
                <a:custGeom>
                  <a:avLst/>
                  <a:gdLst>
                    <a:gd name="G0" fmla="+- 363 0 0"/>
                    <a:gd name="G1" fmla="+- 21600 0 0"/>
                    <a:gd name="G2" fmla="+- 21600 0 0"/>
                    <a:gd name="T0" fmla="*/ 0 w 21963"/>
                    <a:gd name="T1" fmla="*/ 3 h 21600"/>
                    <a:gd name="T2" fmla="*/ 21963 w 21963"/>
                    <a:gd name="T3" fmla="*/ 21600 h 21600"/>
                    <a:gd name="T4" fmla="*/ 363 w 21963"/>
                    <a:gd name="T5" fmla="*/ 21600 h 21600"/>
                  </a:gdLst>
                  <a:ahLst/>
                  <a:cxnLst>
                    <a:cxn ang="0">
                      <a:pos x="T0" y="T1"/>
                    </a:cxn>
                    <a:cxn ang="0">
                      <a:pos x="T2" y="T3"/>
                    </a:cxn>
                    <a:cxn ang="0">
                      <a:pos x="T4" y="T5"/>
                    </a:cxn>
                  </a:cxnLst>
                  <a:rect l="0" t="0" r="r" b="b"/>
                  <a:pathLst>
                    <a:path w="21963" h="21600" fill="none" extrusionOk="0">
                      <a:moveTo>
                        <a:pt x="0" y="3"/>
                      </a:moveTo>
                      <a:cubicBezTo>
                        <a:pt x="120" y="1"/>
                        <a:pt x="241" y="0"/>
                        <a:pt x="363" y="0"/>
                      </a:cubicBezTo>
                      <a:cubicBezTo>
                        <a:pt x="12292" y="0"/>
                        <a:pt x="21963" y="9670"/>
                        <a:pt x="21963" y="21600"/>
                      </a:cubicBezTo>
                    </a:path>
                    <a:path w="21963" h="21600" stroke="0" extrusionOk="0">
                      <a:moveTo>
                        <a:pt x="0" y="3"/>
                      </a:moveTo>
                      <a:cubicBezTo>
                        <a:pt x="120" y="1"/>
                        <a:pt x="241" y="0"/>
                        <a:pt x="363" y="0"/>
                      </a:cubicBezTo>
                      <a:cubicBezTo>
                        <a:pt x="12292" y="0"/>
                        <a:pt x="21963" y="9670"/>
                        <a:pt x="21963" y="21600"/>
                      </a:cubicBezTo>
                      <a:lnTo>
                        <a:pt x="363" y="21600"/>
                      </a:lnTo>
                      <a:close/>
                    </a:path>
                  </a:pathLst>
                </a:custGeom>
                <a:noFill/>
                <a:ln w="25400" cap="rnd">
                  <a:solidFill>
                    <a:srgbClr val="4E9C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725103" name="Group 111"/>
              <p:cNvGrpSpPr>
                <a:grpSpLocks/>
              </p:cNvGrpSpPr>
              <p:nvPr/>
            </p:nvGrpSpPr>
            <p:grpSpPr bwMode="auto">
              <a:xfrm>
                <a:off x="2746" y="953"/>
                <a:ext cx="91" cy="52"/>
                <a:chOff x="2780" y="1401"/>
                <a:chExt cx="114" cy="66"/>
              </a:xfrm>
            </p:grpSpPr>
            <p:sp>
              <p:nvSpPr>
                <p:cNvPr id="725104" name="Arc 112"/>
                <p:cNvSpPr>
                  <a:spLocks/>
                </p:cNvSpPr>
                <p:nvPr/>
              </p:nvSpPr>
              <p:spPr bwMode="auto">
                <a:xfrm>
                  <a:off x="2780" y="1401"/>
                  <a:ext cx="60" cy="66"/>
                </a:xfrm>
                <a:custGeom>
                  <a:avLst/>
                  <a:gdLst>
                    <a:gd name="G0" fmla="+- 21600 0 0"/>
                    <a:gd name="G1" fmla="+- 21597 0 0"/>
                    <a:gd name="G2" fmla="+- 21600 0 0"/>
                    <a:gd name="T0" fmla="*/ 0 w 21600"/>
                    <a:gd name="T1" fmla="*/ 21597 h 21597"/>
                    <a:gd name="T2" fmla="*/ 21237 w 21600"/>
                    <a:gd name="T3" fmla="*/ 0 h 21597"/>
                    <a:gd name="T4" fmla="*/ 21600 w 21600"/>
                    <a:gd name="T5" fmla="*/ 21597 h 21597"/>
                  </a:gdLst>
                  <a:ahLst/>
                  <a:cxnLst>
                    <a:cxn ang="0">
                      <a:pos x="T0" y="T1"/>
                    </a:cxn>
                    <a:cxn ang="0">
                      <a:pos x="T2" y="T3"/>
                    </a:cxn>
                    <a:cxn ang="0">
                      <a:pos x="T4" y="T5"/>
                    </a:cxn>
                  </a:cxnLst>
                  <a:rect l="0" t="0" r="r" b="b"/>
                  <a:pathLst>
                    <a:path w="21600" h="21597" fill="none" extrusionOk="0">
                      <a:moveTo>
                        <a:pt x="0" y="21597"/>
                      </a:moveTo>
                      <a:cubicBezTo>
                        <a:pt x="0" y="9809"/>
                        <a:pt x="9450" y="198"/>
                        <a:pt x="21237" y="0"/>
                      </a:cubicBezTo>
                    </a:path>
                    <a:path w="21600" h="21597" stroke="0" extrusionOk="0">
                      <a:moveTo>
                        <a:pt x="0" y="21597"/>
                      </a:moveTo>
                      <a:cubicBezTo>
                        <a:pt x="0" y="9809"/>
                        <a:pt x="9450" y="198"/>
                        <a:pt x="21237" y="0"/>
                      </a:cubicBezTo>
                      <a:lnTo>
                        <a:pt x="21600" y="21597"/>
                      </a:lnTo>
                      <a:close/>
                    </a:path>
                  </a:pathLst>
                </a:custGeom>
                <a:noFill/>
                <a:ln w="25400" cap="rnd">
                  <a:solidFill>
                    <a:srgbClr val="4E9C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25105" name="Arc 113"/>
                <p:cNvSpPr>
                  <a:spLocks/>
                </p:cNvSpPr>
                <p:nvPr/>
              </p:nvSpPr>
              <p:spPr bwMode="auto">
                <a:xfrm>
                  <a:off x="2834" y="1401"/>
                  <a:ext cx="60" cy="66"/>
                </a:xfrm>
                <a:custGeom>
                  <a:avLst/>
                  <a:gdLst>
                    <a:gd name="G0" fmla="+- 363 0 0"/>
                    <a:gd name="G1" fmla="+- 21600 0 0"/>
                    <a:gd name="G2" fmla="+- 21600 0 0"/>
                    <a:gd name="T0" fmla="*/ 0 w 21963"/>
                    <a:gd name="T1" fmla="*/ 3 h 21600"/>
                    <a:gd name="T2" fmla="*/ 21963 w 21963"/>
                    <a:gd name="T3" fmla="*/ 21600 h 21600"/>
                    <a:gd name="T4" fmla="*/ 363 w 21963"/>
                    <a:gd name="T5" fmla="*/ 21600 h 21600"/>
                  </a:gdLst>
                  <a:ahLst/>
                  <a:cxnLst>
                    <a:cxn ang="0">
                      <a:pos x="T0" y="T1"/>
                    </a:cxn>
                    <a:cxn ang="0">
                      <a:pos x="T2" y="T3"/>
                    </a:cxn>
                    <a:cxn ang="0">
                      <a:pos x="T4" y="T5"/>
                    </a:cxn>
                  </a:cxnLst>
                  <a:rect l="0" t="0" r="r" b="b"/>
                  <a:pathLst>
                    <a:path w="21963" h="21600" fill="none" extrusionOk="0">
                      <a:moveTo>
                        <a:pt x="0" y="3"/>
                      </a:moveTo>
                      <a:cubicBezTo>
                        <a:pt x="120" y="1"/>
                        <a:pt x="241" y="0"/>
                        <a:pt x="363" y="0"/>
                      </a:cubicBezTo>
                      <a:cubicBezTo>
                        <a:pt x="12292" y="0"/>
                        <a:pt x="21963" y="9670"/>
                        <a:pt x="21963" y="21600"/>
                      </a:cubicBezTo>
                    </a:path>
                    <a:path w="21963" h="21600" stroke="0" extrusionOk="0">
                      <a:moveTo>
                        <a:pt x="0" y="3"/>
                      </a:moveTo>
                      <a:cubicBezTo>
                        <a:pt x="120" y="1"/>
                        <a:pt x="241" y="0"/>
                        <a:pt x="363" y="0"/>
                      </a:cubicBezTo>
                      <a:cubicBezTo>
                        <a:pt x="12292" y="0"/>
                        <a:pt x="21963" y="9670"/>
                        <a:pt x="21963" y="21600"/>
                      </a:cubicBezTo>
                      <a:lnTo>
                        <a:pt x="363" y="21600"/>
                      </a:lnTo>
                      <a:close/>
                    </a:path>
                  </a:pathLst>
                </a:custGeom>
                <a:noFill/>
                <a:ln w="25400" cap="rnd">
                  <a:solidFill>
                    <a:srgbClr val="4E9C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725106" name="Group 114"/>
              <p:cNvGrpSpPr>
                <a:grpSpLocks/>
              </p:cNvGrpSpPr>
              <p:nvPr/>
            </p:nvGrpSpPr>
            <p:grpSpPr bwMode="auto">
              <a:xfrm>
                <a:off x="2838" y="954"/>
                <a:ext cx="91" cy="52"/>
                <a:chOff x="2780" y="1401"/>
                <a:chExt cx="114" cy="66"/>
              </a:xfrm>
            </p:grpSpPr>
            <p:sp>
              <p:nvSpPr>
                <p:cNvPr id="725107" name="Arc 115"/>
                <p:cNvSpPr>
                  <a:spLocks/>
                </p:cNvSpPr>
                <p:nvPr/>
              </p:nvSpPr>
              <p:spPr bwMode="auto">
                <a:xfrm>
                  <a:off x="2780" y="1401"/>
                  <a:ext cx="60" cy="66"/>
                </a:xfrm>
                <a:custGeom>
                  <a:avLst/>
                  <a:gdLst>
                    <a:gd name="G0" fmla="+- 21600 0 0"/>
                    <a:gd name="G1" fmla="+- 21597 0 0"/>
                    <a:gd name="G2" fmla="+- 21600 0 0"/>
                    <a:gd name="T0" fmla="*/ 0 w 21600"/>
                    <a:gd name="T1" fmla="*/ 21597 h 21597"/>
                    <a:gd name="T2" fmla="*/ 21237 w 21600"/>
                    <a:gd name="T3" fmla="*/ 0 h 21597"/>
                    <a:gd name="T4" fmla="*/ 21600 w 21600"/>
                    <a:gd name="T5" fmla="*/ 21597 h 21597"/>
                  </a:gdLst>
                  <a:ahLst/>
                  <a:cxnLst>
                    <a:cxn ang="0">
                      <a:pos x="T0" y="T1"/>
                    </a:cxn>
                    <a:cxn ang="0">
                      <a:pos x="T2" y="T3"/>
                    </a:cxn>
                    <a:cxn ang="0">
                      <a:pos x="T4" y="T5"/>
                    </a:cxn>
                  </a:cxnLst>
                  <a:rect l="0" t="0" r="r" b="b"/>
                  <a:pathLst>
                    <a:path w="21600" h="21597" fill="none" extrusionOk="0">
                      <a:moveTo>
                        <a:pt x="0" y="21597"/>
                      </a:moveTo>
                      <a:cubicBezTo>
                        <a:pt x="0" y="9809"/>
                        <a:pt x="9450" y="198"/>
                        <a:pt x="21237" y="0"/>
                      </a:cubicBezTo>
                    </a:path>
                    <a:path w="21600" h="21597" stroke="0" extrusionOk="0">
                      <a:moveTo>
                        <a:pt x="0" y="21597"/>
                      </a:moveTo>
                      <a:cubicBezTo>
                        <a:pt x="0" y="9809"/>
                        <a:pt x="9450" y="198"/>
                        <a:pt x="21237" y="0"/>
                      </a:cubicBezTo>
                      <a:lnTo>
                        <a:pt x="21600" y="21597"/>
                      </a:lnTo>
                      <a:close/>
                    </a:path>
                  </a:pathLst>
                </a:custGeom>
                <a:noFill/>
                <a:ln w="25400" cap="rnd">
                  <a:solidFill>
                    <a:srgbClr val="4E9C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25108" name="Arc 116"/>
                <p:cNvSpPr>
                  <a:spLocks/>
                </p:cNvSpPr>
                <p:nvPr/>
              </p:nvSpPr>
              <p:spPr bwMode="auto">
                <a:xfrm>
                  <a:off x="2834" y="1401"/>
                  <a:ext cx="60" cy="66"/>
                </a:xfrm>
                <a:custGeom>
                  <a:avLst/>
                  <a:gdLst>
                    <a:gd name="G0" fmla="+- 363 0 0"/>
                    <a:gd name="G1" fmla="+- 21600 0 0"/>
                    <a:gd name="G2" fmla="+- 21600 0 0"/>
                    <a:gd name="T0" fmla="*/ 0 w 21963"/>
                    <a:gd name="T1" fmla="*/ 3 h 21600"/>
                    <a:gd name="T2" fmla="*/ 21963 w 21963"/>
                    <a:gd name="T3" fmla="*/ 21600 h 21600"/>
                    <a:gd name="T4" fmla="*/ 363 w 21963"/>
                    <a:gd name="T5" fmla="*/ 21600 h 21600"/>
                  </a:gdLst>
                  <a:ahLst/>
                  <a:cxnLst>
                    <a:cxn ang="0">
                      <a:pos x="T0" y="T1"/>
                    </a:cxn>
                    <a:cxn ang="0">
                      <a:pos x="T2" y="T3"/>
                    </a:cxn>
                    <a:cxn ang="0">
                      <a:pos x="T4" y="T5"/>
                    </a:cxn>
                  </a:cxnLst>
                  <a:rect l="0" t="0" r="r" b="b"/>
                  <a:pathLst>
                    <a:path w="21963" h="21600" fill="none" extrusionOk="0">
                      <a:moveTo>
                        <a:pt x="0" y="3"/>
                      </a:moveTo>
                      <a:cubicBezTo>
                        <a:pt x="120" y="1"/>
                        <a:pt x="241" y="0"/>
                        <a:pt x="363" y="0"/>
                      </a:cubicBezTo>
                      <a:cubicBezTo>
                        <a:pt x="12292" y="0"/>
                        <a:pt x="21963" y="9670"/>
                        <a:pt x="21963" y="21600"/>
                      </a:cubicBezTo>
                    </a:path>
                    <a:path w="21963" h="21600" stroke="0" extrusionOk="0">
                      <a:moveTo>
                        <a:pt x="0" y="3"/>
                      </a:moveTo>
                      <a:cubicBezTo>
                        <a:pt x="120" y="1"/>
                        <a:pt x="241" y="0"/>
                        <a:pt x="363" y="0"/>
                      </a:cubicBezTo>
                      <a:cubicBezTo>
                        <a:pt x="12292" y="0"/>
                        <a:pt x="21963" y="9670"/>
                        <a:pt x="21963" y="21600"/>
                      </a:cubicBezTo>
                      <a:lnTo>
                        <a:pt x="363" y="21600"/>
                      </a:lnTo>
                      <a:close/>
                    </a:path>
                  </a:pathLst>
                </a:custGeom>
                <a:noFill/>
                <a:ln w="25400" cap="rnd">
                  <a:solidFill>
                    <a:srgbClr val="4E9C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725109" name="Group 117"/>
              <p:cNvGrpSpPr>
                <a:grpSpLocks/>
              </p:cNvGrpSpPr>
              <p:nvPr/>
            </p:nvGrpSpPr>
            <p:grpSpPr bwMode="auto">
              <a:xfrm>
                <a:off x="2929" y="954"/>
                <a:ext cx="91" cy="52"/>
                <a:chOff x="2780" y="1401"/>
                <a:chExt cx="114" cy="66"/>
              </a:xfrm>
            </p:grpSpPr>
            <p:sp>
              <p:nvSpPr>
                <p:cNvPr id="725110" name="Arc 118"/>
                <p:cNvSpPr>
                  <a:spLocks/>
                </p:cNvSpPr>
                <p:nvPr/>
              </p:nvSpPr>
              <p:spPr bwMode="auto">
                <a:xfrm>
                  <a:off x="2780" y="1401"/>
                  <a:ext cx="60" cy="66"/>
                </a:xfrm>
                <a:custGeom>
                  <a:avLst/>
                  <a:gdLst>
                    <a:gd name="G0" fmla="+- 21600 0 0"/>
                    <a:gd name="G1" fmla="+- 21597 0 0"/>
                    <a:gd name="G2" fmla="+- 21600 0 0"/>
                    <a:gd name="T0" fmla="*/ 0 w 21600"/>
                    <a:gd name="T1" fmla="*/ 21597 h 21597"/>
                    <a:gd name="T2" fmla="*/ 21237 w 21600"/>
                    <a:gd name="T3" fmla="*/ 0 h 21597"/>
                    <a:gd name="T4" fmla="*/ 21600 w 21600"/>
                    <a:gd name="T5" fmla="*/ 21597 h 21597"/>
                  </a:gdLst>
                  <a:ahLst/>
                  <a:cxnLst>
                    <a:cxn ang="0">
                      <a:pos x="T0" y="T1"/>
                    </a:cxn>
                    <a:cxn ang="0">
                      <a:pos x="T2" y="T3"/>
                    </a:cxn>
                    <a:cxn ang="0">
                      <a:pos x="T4" y="T5"/>
                    </a:cxn>
                  </a:cxnLst>
                  <a:rect l="0" t="0" r="r" b="b"/>
                  <a:pathLst>
                    <a:path w="21600" h="21597" fill="none" extrusionOk="0">
                      <a:moveTo>
                        <a:pt x="0" y="21597"/>
                      </a:moveTo>
                      <a:cubicBezTo>
                        <a:pt x="0" y="9809"/>
                        <a:pt x="9450" y="198"/>
                        <a:pt x="21237" y="0"/>
                      </a:cubicBezTo>
                    </a:path>
                    <a:path w="21600" h="21597" stroke="0" extrusionOk="0">
                      <a:moveTo>
                        <a:pt x="0" y="21597"/>
                      </a:moveTo>
                      <a:cubicBezTo>
                        <a:pt x="0" y="9809"/>
                        <a:pt x="9450" y="198"/>
                        <a:pt x="21237" y="0"/>
                      </a:cubicBezTo>
                      <a:lnTo>
                        <a:pt x="21600" y="21597"/>
                      </a:lnTo>
                      <a:close/>
                    </a:path>
                  </a:pathLst>
                </a:custGeom>
                <a:noFill/>
                <a:ln w="25400" cap="rnd">
                  <a:solidFill>
                    <a:srgbClr val="4E9C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25111" name="Arc 119"/>
                <p:cNvSpPr>
                  <a:spLocks/>
                </p:cNvSpPr>
                <p:nvPr/>
              </p:nvSpPr>
              <p:spPr bwMode="auto">
                <a:xfrm>
                  <a:off x="2834" y="1401"/>
                  <a:ext cx="60" cy="66"/>
                </a:xfrm>
                <a:custGeom>
                  <a:avLst/>
                  <a:gdLst>
                    <a:gd name="G0" fmla="+- 363 0 0"/>
                    <a:gd name="G1" fmla="+- 21600 0 0"/>
                    <a:gd name="G2" fmla="+- 21600 0 0"/>
                    <a:gd name="T0" fmla="*/ 0 w 21963"/>
                    <a:gd name="T1" fmla="*/ 3 h 21600"/>
                    <a:gd name="T2" fmla="*/ 21963 w 21963"/>
                    <a:gd name="T3" fmla="*/ 21600 h 21600"/>
                    <a:gd name="T4" fmla="*/ 363 w 21963"/>
                    <a:gd name="T5" fmla="*/ 21600 h 21600"/>
                  </a:gdLst>
                  <a:ahLst/>
                  <a:cxnLst>
                    <a:cxn ang="0">
                      <a:pos x="T0" y="T1"/>
                    </a:cxn>
                    <a:cxn ang="0">
                      <a:pos x="T2" y="T3"/>
                    </a:cxn>
                    <a:cxn ang="0">
                      <a:pos x="T4" y="T5"/>
                    </a:cxn>
                  </a:cxnLst>
                  <a:rect l="0" t="0" r="r" b="b"/>
                  <a:pathLst>
                    <a:path w="21963" h="21600" fill="none" extrusionOk="0">
                      <a:moveTo>
                        <a:pt x="0" y="3"/>
                      </a:moveTo>
                      <a:cubicBezTo>
                        <a:pt x="120" y="1"/>
                        <a:pt x="241" y="0"/>
                        <a:pt x="363" y="0"/>
                      </a:cubicBezTo>
                      <a:cubicBezTo>
                        <a:pt x="12292" y="0"/>
                        <a:pt x="21963" y="9670"/>
                        <a:pt x="21963" y="21600"/>
                      </a:cubicBezTo>
                    </a:path>
                    <a:path w="21963" h="21600" stroke="0" extrusionOk="0">
                      <a:moveTo>
                        <a:pt x="0" y="3"/>
                      </a:moveTo>
                      <a:cubicBezTo>
                        <a:pt x="120" y="1"/>
                        <a:pt x="241" y="0"/>
                        <a:pt x="363" y="0"/>
                      </a:cubicBezTo>
                      <a:cubicBezTo>
                        <a:pt x="12292" y="0"/>
                        <a:pt x="21963" y="9670"/>
                        <a:pt x="21963" y="21600"/>
                      </a:cubicBezTo>
                      <a:lnTo>
                        <a:pt x="363" y="21600"/>
                      </a:lnTo>
                      <a:close/>
                    </a:path>
                  </a:pathLst>
                </a:custGeom>
                <a:noFill/>
                <a:ln w="25400" cap="rnd">
                  <a:solidFill>
                    <a:srgbClr val="4E9C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725112" name="Group 120"/>
              <p:cNvGrpSpPr>
                <a:grpSpLocks/>
              </p:cNvGrpSpPr>
              <p:nvPr/>
            </p:nvGrpSpPr>
            <p:grpSpPr bwMode="auto">
              <a:xfrm>
                <a:off x="3022" y="954"/>
                <a:ext cx="91" cy="52"/>
                <a:chOff x="2780" y="1401"/>
                <a:chExt cx="114" cy="66"/>
              </a:xfrm>
            </p:grpSpPr>
            <p:sp>
              <p:nvSpPr>
                <p:cNvPr id="725113" name="Arc 121"/>
                <p:cNvSpPr>
                  <a:spLocks/>
                </p:cNvSpPr>
                <p:nvPr/>
              </p:nvSpPr>
              <p:spPr bwMode="auto">
                <a:xfrm>
                  <a:off x="2780" y="1401"/>
                  <a:ext cx="60" cy="66"/>
                </a:xfrm>
                <a:custGeom>
                  <a:avLst/>
                  <a:gdLst>
                    <a:gd name="G0" fmla="+- 21600 0 0"/>
                    <a:gd name="G1" fmla="+- 21597 0 0"/>
                    <a:gd name="G2" fmla="+- 21600 0 0"/>
                    <a:gd name="T0" fmla="*/ 0 w 21600"/>
                    <a:gd name="T1" fmla="*/ 21597 h 21597"/>
                    <a:gd name="T2" fmla="*/ 21237 w 21600"/>
                    <a:gd name="T3" fmla="*/ 0 h 21597"/>
                    <a:gd name="T4" fmla="*/ 21600 w 21600"/>
                    <a:gd name="T5" fmla="*/ 21597 h 21597"/>
                  </a:gdLst>
                  <a:ahLst/>
                  <a:cxnLst>
                    <a:cxn ang="0">
                      <a:pos x="T0" y="T1"/>
                    </a:cxn>
                    <a:cxn ang="0">
                      <a:pos x="T2" y="T3"/>
                    </a:cxn>
                    <a:cxn ang="0">
                      <a:pos x="T4" y="T5"/>
                    </a:cxn>
                  </a:cxnLst>
                  <a:rect l="0" t="0" r="r" b="b"/>
                  <a:pathLst>
                    <a:path w="21600" h="21597" fill="none" extrusionOk="0">
                      <a:moveTo>
                        <a:pt x="0" y="21597"/>
                      </a:moveTo>
                      <a:cubicBezTo>
                        <a:pt x="0" y="9809"/>
                        <a:pt x="9450" y="198"/>
                        <a:pt x="21237" y="0"/>
                      </a:cubicBezTo>
                    </a:path>
                    <a:path w="21600" h="21597" stroke="0" extrusionOk="0">
                      <a:moveTo>
                        <a:pt x="0" y="21597"/>
                      </a:moveTo>
                      <a:cubicBezTo>
                        <a:pt x="0" y="9809"/>
                        <a:pt x="9450" y="198"/>
                        <a:pt x="21237" y="0"/>
                      </a:cubicBezTo>
                      <a:lnTo>
                        <a:pt x="21600" y="21597"/>
                      </a:lnTo>
                      <a:close/>
                    </a:path>
                  </a:pathLst>
                </a:custGeom>
                <a:noFill/>
                <a:ln w="25400" cap="rnd">
                  <a:solidFill>
                    <a:srgbClr val="4E9C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25114" name="Arc 122"/>
                <p:cNvSpPr>
                  <a:spLocks/>
                </p:cNvSpPr>
                <p:nvPr/>
              </p:nvSpPr>
              <p:spPr bwMode="auto">
                <a:xfrm>
                  <a:off x="2834" y="1401"/>
                  <a:ext cx="60" cy="66"/>
                </a:xfrm>
                <a:custGeom>
                  <a:avLst/>
                  <a:gdLst>
                    <a:gd name="G0" fmla="+- 363 0 0"/>
                    <a:gd name="G1" fmla="+- 21600 0 0"/>
                    <a:gd name="G2" fmla="+- 21600 0 0"/>
                    <a:gd name="T0" fmla="*/ 0 w 21963"/>
                    <a:gd name="T1" fmla="*/ 3 h 21600"/>
                    <a:gd name="T2" fmla="*/ 21963 w 21963"/>
                    <a:gd name="T3" fmla="*/ 21600 h 21600"/>
                    <a:gd name="T4" fmla="*/ 363 w 21963"/>
                    <a:gd name="T5" fmla="*/ 21600 h 21600"/>
                  </a:gdLst>
                  <a:ahLst/>
                  <a:cxnLst>
                    <a:cxn ang="0">
                      <a:pos x="T0" y="T1"/>
                    </a:cxn>
                    <a:cxn ang="0">
                      <a:pos x="T2" y="T3"/>
                    </a:cxn>
                    <a:cxn ang="0">
                      <a:pos x="T4" y="T5"/>
                    </a:cxn>
                  </a:cxnLst>
                  <a:rect l="0" t="0" r="r" b="b"/>
                  <a:pathLst>
                    <a:path w="21963" h="21600" fill="none" extrusionOk="0">
                      <a:moveTo>
                        <a:pt x="0" y="3"/>
                      </a:moveTo>
                      <a:cubicBezTo>
                        <a:pt x="120" y="1"/>
                        <a:pt x="241" y="0"/>
                        <a:pt x="363" y="0"/>
                      </a:cubicBezTo>
                      <a:cubicBezTo>
                        <a:pt x="12292" y="0"/>
                        <a:pt x="21963" y="9670"/>
                        <a:pt x="21963" y="21600"/>
                      </a:cubicBezTo>
                    </a:path>
                    <a:path w="21963" h="21600" stroke="0" extrusionOk="0">
                      <a:moveTo>
                        <a:pt x="0" y="3"/>
                      </a:moveTo>
                      <a:cubicBezTo>
                        <a:pt x="120" y="1"/>
                        <a:pt x="241" y="0"/>
                        <a:pt x="363" y="0"/>
                      </a:cubicBezTo>
                      <a:cubicBezTo>
                        <a:pt x="12292" y="0"/>
                        <a:pt x="21963" y="9670"/>
                        <a:pt x="21963" y="21600"/>
                      </a:cubicBezTo>
                      <a:lnTo>
                        <a:pt x="363" y="21600"/>
                      </a:lnTo>
                      <a:close/>
                    </a:path>
                  </a:pathLst>
                </a:custGeom>
                <a:noFill/>
                <a:ln w="25400" cap="rnd">
                  <a:solidFill>
                    <a:srgbClr val="4E9C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grpSp>
          <p:nvGrpSpPr>
            <p:cNvPr id="725115" name="Group 123"/>
            <p:cNvGrpSpPr>
              <a:grpSpLocks/>
            </p:cNvGrpSpPr>
            <p:nvPr/>
          </p:nvGrpSpPr>
          <p:grpSpPr bwMode="auto">
            <a:xfrm>
              <a:off x="2330" y="871"/>
              <a:ext cx="365" cy="55"/>
              <a:chOff x="2655" y="952"/>
              <a:chExt cx="458" cy="54"/>
            </a:xfrm>
          </p:grpSpPr>
          <p:grpSp>
            <p:nvGrpSpPr>
              <p:cNvPr id="725116" name="Group 124"/>
              <p:cNvGrpSpPr>
                <a:grpSpLocks/>
              </p:cNvGrpSpPr>
              <p:nvPr/>
            </p:nvGrpSpPr>
            <p:grpSpPr bwMode="auto">
              <a:xfrm>
                <a:off x="2655" y="952"/>
                <a:ext cx="91" cy="52"/>
                <a:chOff x="2780" y="1401"/>
                <a:chExt cx="114" cy="66"/>
              </a:xfrm>
            </p:grpSpPr>
            <p:sp>
              <p:nvSpPr>
                <p:cNvPr id="725117" name="Arc 125"/>
                <p:cNvSpPr>
                  <a:spLocks/>
                </p:cNvSpPr>
                <p:nvPr/>
              </p:nvSpPr>
              <p:spPr bwMode="auto">
                <a:xfrm>
                  <a:off x="2780" y="1401"/>
                  <a:ext cx="60" cy="66"/>
                </a:xfrm>
                <a:custGeom>
                  <a:avLst/>
                  <a:gdLst>
                    <a:gd name="G0" fmla="+- 21600 0 0"/>
                    <a:gd name="G1" fmla="+- 21597 0 0"/>
                    <a:gd name="G2" fmla="+- 21600 0 0"/>
                    <a:gd name="T0" fmla="*/ 0 w 21600"/>
                    <a:gd name="T1" fmla="*/ 21597 h 21597"/>
                    <a:gd name="T2" fmla="*/ 21237 w 21600"/>
                    <a:gd name="T3" fmla="*/ 0 h 21597"/>
                    <a:gd name="T4" fmla="*/ 21600 w 21600"/>
                    <a:gd name="T5" fmla="*/ 21597 h 21597"/>
                  </a:gdLst>
                  <a:ahLst/>
                  <a:cxnLst>
                    <a:cxn ang="0">
                      <a:pos x="T0" y="T1"/>
                    </a:cxn>
                    <a:cxn ang="0">
                      <a:pos x="T2" y="T3"/>
                    </a:cxn>
                    <a:cxn ang="0">
                      <a:pos x="T4" y="T5"/>
                    </a:cxn>
                  </a:cxnLst>
                  <a:rect l="0" t="0" r="r" b="b"/>
                  <a:pathLst>
                    <a:path w="21600" h="21597" fill="none" extrusionOk="0">
                      <a:moveTo>
                        <a:pt x="0" y="21597"/>
                      </a:moveTo>
                      <a:cubicBezTo>
                        <a:pt x="0" y="9809"/>
                        <a:pt x="9450" y="198"/>
                        <a:pt x="21237" y="0"/>
                      </a:cubicBezTo>
                    </a:path>
                    <a:path w="21600" h="21597" stroke="0" extrusionOk="0">
                      <a:moveTo>
                        <a:pt x="0" y="21597"/>
                      </a:moveTo>
                      <a:cubicBezTo>
                        <a:pt x="0" y="9809"/>
                        <a:pt x="9450" y="198"/>
                        <a:pt x="21237" y="0"/>
                      </a:cubicBezTo>
                      <a:lnTo>
                        <a:pt x="21600" y="21597"/>
                      </a:lnTo>
                      <a:close/>
                    </a:path>
                  </a:pathLst>
                </a:custGeom>
                <a:noFill/>
                <a:ln w="25400" cap="rnd">
                  <a:solidFill>
                    <a:srgbClr val="4E9C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25118" name="Arc 126"/>
                <p:cNvSpPr>
                  <a:spLocks/>
                </p:cNvSpPr>
                <p:nvPr/>
              </p:nvSpPr>
              <p:spPr bwMode="auto">
                <a:xfrm>
                  <a:off x="2834" y="1401"/>
                  <a:ext cx="60" cy="66"/>
                </a:xfrm>
                <a:custGeom>
                  <a:avLst/>
                  <a:gdLst>
                    <a:gd name="G0" fmla="+- 363 0 0"/>
                    <a:gd name="G1" fmla="+- 21600 0 0"/>
                    <a:gd name="G2" fmla="+- 21600 0 0"/>
                    <a:gd name="T0" fmla="*/ 0 w 21963"/>
                    <a:gd name="T1" fmla="*/ 3 h 21600"/>
                    <a:gd name="T2" fmla="*/ 21963 w 21963"/>
                    <a:gd name="T3" fmla="*/ 21600 h 21600"/>
                    <a:gd name="T4" fmla="*/ 363 w 21963"/>
                    <a:gd name="T5" fmla="*/ 21600 h 21600"/>
                  </a:gdLst>
                  <a:ahLst/>
                  <a:cxnLst>
                    <a:cxn ang="0">
                      <a:pos x="T0" y="T1"/>
                    </a:cxn>
                    <a:cxn ang="0">
                      <a:pos x="T2" y="T3"/>
                    </a:cxn>
                    <a:cxn ang="0">
                      <a:pos x="T4" y="T5"/>
                    </a:cxn>
                  </a:cxnLst>
                  <a:rect l="0" t="0" r="r" b="b"/>
                  <a:pathLst>
                    <a:path w="21963" h="21600" fill="none" extrusionOk="0">
                      <a:moveTo>
                        <a:pt x="0" y="3"/>
                      </a:moveTo>
                      <a:cubicBezTo>
                        <a:pt x="120" y="1"/>
                        <a:pt x="241" y="0"/>
                        <a:pt x="363" y="0"/>
                      </a:cubicBezTo>
                      <a:cubicBezTo>
                        <a:pt x="12292" y="0"/>
                        <a:pt x="21963" y="9670"/>
                        <a:pt x="21963" y="21600"/>
                      </a:cubicBezTo>
                    </a:path>
                    <a:path w="21963" h="21600" stroke="0" extrusionOk="0">
                      <a:moveTo>
                        <a:pt x="0" y="3"/>
                      </a:moveTo>
                      <a:cubicBezTo>
                        <a:pt x="120" y="1"/>
                        <a:pt x="241" y="0"/>
                        <a:pt x="363" y="0"/>
                      </a:cubicBezTo>
                      <a:cubicBezTo>
                        <a:pt x="12292" y="0"/>
                        <a:pt x="21963" y="9670"/>
                        <a:pt x="21963" y="21600"/>
                      </a:cubicBezTo>
                      <a:lnTo>
                        <a:pt x="363" y="21600"/>
                      </a:lnTo>
                      <a:close/>
                    </a:path>
                  </a:pathLst>
                </a:custGeom>
                <a:noFill/>
                <a:ln w="25400" cap="rnd">
                  <a:solidFill>
                    <a:srgbClr val="4E9C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725119" name="Group 127"/>
              <p:cNvGrpSpPr>
                <a:grpSpLocks/>
              </p:cNvGrpSpPr>
              <p:nvPr/>
            </p:nvGrpSpPr>
            <p:grpSpPr bwMode="auto">
              <a:xfrm>
                <a:off x="2746" y="953"/>
                <a:ext cx="91" cy="52"/>
                <a:chOff x="2780" y="1401"/>
                <a:chExt cx="114" cy="66"/>
              </a:xfrm>
            </p:grpSpPr>
            <p:sp>
              <p:nvSpPr>
                <p:cNvPr id="725120" name="Arc 128"/>
                <p:cNvSpPr>
                  <a:spLocks/>
                </p:cNvSpPr>
                <p:nvPr/>
              </p:nvSpPr>
              <p:spPr bwMode="auto">
                <a:xfrm>
                  <a:off x="2780" y="1401"/>
                  <a:ext cx="60" cy="66"/>
                </a:xfrm>
                <a:custGeom>
                  <a:avLst/>
                  <a:gdLst>
                    <a:gd name="G0" fmla="+- 21600 0 0"/>
                    <a:gd name="G1" fmla="+- 21597 0 0"/>
                    <a:gd name="G2" fmla="+- 21600 0 0"/>
                    <a:gd name="T0" fmla="*/ 0 w 21600"/>
                    <a:gd name="T1" fmla="*/ 21597 h 21597"/>
                    <a:gd name="T2" fmla="*/ 21237 w 21600"/>
                    <a:gd name="T3" fmla="*/ 0 h 21597"/>
                    <a:gd name="T4" fmla="*/ 21600 w 21600"/>
                    <a:gd name="T5" fmla="*/ 21597 h 21597"/>
                  </a:gdLst>
                  <a:ahLst/>
                  <a:cxnLst>
                    <a:cxn ang="0">
                      <a:pos x="T0" y="T1"/>
                    </a:cxn>
                    <a:cxn ang="0">
                      <a:pos x="T2" y="T3"/>
                    </a:cxn>
                    <a:cxn ang="0">
                      <a:pos x="T4" y="T5"/>
                    </a:cxn>
                  </a:cxnLst>
                  <a:rect l="0" t="0" r="r" b="b"/>
                  <a:pathLst>
                    <a:path w="21600" h="21597" fill="none" extrusionOk="0">
                      <a:moveTo>
                        <a:pt x="0" y="21597"/>
                      </a:moveTo>
                      <a:cubicBezTo>
                        <a:pt x="0" y="9809"/>
                        <a:pt x="9450" y="198"/>
                        <a:pt x="21237" y="0"/>
                      </a:cubicBezTo>
                    </a:path>
                    <a:path w="21600" h="21597" stroke="0" extrusionOk="0">
                      <a:moveTo>
                        <a:pt x="0" y="21597"/>
                      </a:moveTo>
                      <a:cubicBezTo>
                        <a:pt x="0" y="9809"/>
                        <a:pt x="9450" y="198"/>
                        <a:pt x="21237" y="0"/>
                      </a:cubicBezTo>
                      <a:lnTo>
                        <a:pt x="21600" y="21597"/>
                      </a:lnTo>
                      <a:close/>
                    </a:path>
                  </a:pathLst>
                </a:custGeom>
                <a:noFill/>
                <a:ln w="25400" cap="rnd">
                  <a:solidFill>
                    <a:srgbClr val="4E9C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25121" name="Arc 129"/>
                <p:cNvSpPr>
                  <a:spLocks/>
                </p:cNvSpPr>
                <p:nvPr/>
              </p:nvSpPr>
              <p:spPr bwMode="auto">
                <a:xfrm>
                  <a:off x="2834" y="1401"/>
                  <a:ext cx="60" cy="66"/>
                </a:xfrm>
                <a:custGeom>
                  <a:avLst/>
                  <a:gdLst>
                    <a:gd name="G0" fmla="+- 363 0 0"/>
                    <a:gd name="G1" fmla="+- 21600 0 0"/>
                    <a:gd name="G2" fmla="+- 21600 0 0"/>
                    <a:gd name="T0" fmla="*/ 0 w 21963"/>
                    <a:gd name="T1" fmla="*/ 3 h 21600"/>
                    <a:gd name="T2" fmla="*/ 21963 w 21963"/>
                    <a:gd name="T3" fmla="*/ 21600 h 21600"/>
                    <a:gd name="T4" fmla="*/ 363 w 21963"/>
                    <a:gd name="T5" fmla="*/ 21600 h 21600"/>
                  </a:gdLst>
                  <a:ahLst/>
                  <a:cxnLst>
                    <a:cxn ang="0">
                      <a:pos x="T0" y="T1"/>
                    </a:cxn>
                    <a:cxn ang="0">
                      <a:pos x="T2" y="T3"/>
                    </a:cxn>
                    <a:cxn ang="0">
                      <a:pos x="T4" y="T5"/>
                    </a:cxn>
                  </a:cxnLst>
                  <a:rect l="0" t="0" r="r" b="b"/>
                  <a:pathLst>
                    <a:path w="21963" h="21600" fill="none" extrusionOk="0">
                      <a:moveTo>
                        <a:pt x="0" y="3"/>
                      </a:moveTo>
                      <a:cubicBezTo>
                        <a:pt x="120" y="1"/>
                        <a:pt x="241" y="0"/>
                        <a:pt x="363" y="0"/>
                      </a:cubicBezTo>
                      <a:cubicBezTo>
                        <a:pt x="12292" y="0"/>
                        <a:pt x="21963" y="9670"/>
                        <a:pt x="21963" y="21600"/>
                      </a:cubicBezTo>
                    </a:path>
                    <a:path w="21963" h="21600" stroke="0" extrusionOk="0">
                      <a:moveTo>
                        <a:pt x="0" y="3"/>
                      </a:moveTo>
                      <a:cubicBezTo>
                        <a:pt x="120" y="1"/>
                        <a:pt x="241" y="0"/>
                        <a:pt x="363" y="0"/>
                      </a:cubicBezTo>
                      <a:cubicBezTo>
                        <a:pt x="12292" y="0"/>
                        <a:pt x="21963" y="9670"/>
                        <a:pt x="21963" y="21600"/>
                      </a:cubicBezTo>
                      <a:lnTo>
                        <a:pt x="363" y="21600"/>
                      </a:lnTo>
                      <a:close/>
                    </a:path>
                  </a:pathLst>
                </a:custGeom>
                <a:noFill/>
                <a:ln w="25400" cap="rnd">
                  <a:solidFill>
                    <a:srgbClr val="4E9C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725122" name="Group 130"/>
              <p:cNvGrpSpPr>
                <a:grpSpLocks/>
              </p:cNvGrpSpPr>
              <p:nvPr/>
            </p:nvGrpSpPr>
            <p:grpSpPr bwMode="auto">
              <a:xfrm>
                <a:off x="2838" y="954"/>
                <a:ext cx="91" cy="52"/>
                <a:chOff x="2780" y="1401"/>
                <a:chExt cx="114" cy="66"/>
              </a:xfrm>
            </p:grpSpPr>
            <p:sp>
              <p:nvSpPr>
                <p:cNvPr id="725123" name="Arc 131"/>
                <p:cNvSpPr>
                  <a:spLocks/>
                </p:cNvSpPr>
                <p:nvPr/>
              </p:nvSpPr>
              <p:spPr bwMode="auto">
                <a:xfrm>
                  <a:off x="2780" y="1401"/>
                  <a:ext cx="60" cy="66"/>
                </a:xfrm>
                <a:custGeom>
                  <a:avLst/>
                  <a:gdLst>
                    <a:gd name="G0" fmla="+- 21600 0 0"/>
                    <a:gd name="G1" fmla="+- 21597 0 0"/>
                    <a:gd name="G2" fmla="+- 21600 0 0"/>
                    <a:gd name="T0" fmla="*/ 0 w 21600"/>
                    <a:gd name="T1" fmla="*/ 21597 h 21597"/>
                    <a:gd name="T2" fmla="*/ 21237 w 21600"/>
                    <a:gd name="T3" fmla="*/ 0 h 21597"/>
                    <a:gd name="T4" fmla="*/ 21600 w 21600"/>
                    <a:gd name="T5" fmla="*/ 21597 h 21597"/>
                  </a:gdLst>
                  <a:ahLst/>
                  <a:cxnLst>
                    <a:cxn ang="0">
                      <a:pos x="T0" y="T1"/>
                    </a:cxn>
                    <a:cxn ang="0">
                      <a:pos x="T2" y="T3"/>
                    </a:cxn>
                    <a:cxn ang="0">
                      <a:pos x="T4" y="T5"/>
                    </a:cxn>
                  </a:cxnLst>
                  <a:rect l="0" t="0" r="r" b="b"/>
                  <a:pathLst>
                    <a:path w="21600" h="21597" fill="none" extrusionOk="0">
                      <a:moveTo>
                        <a:pt x="0" y="21597"/>
                      </a:moveTo>
                      <a:cubicBezTo>
                        <a:pt x="0" y="9809"/>
                        <a:pt x="9450" y="198"/>
                        <a:pt x="21237" y="0"/>
                      </a:cubicBezTo>
                    </a:path>
                    <a:path w="21600" h="21597" stroke="0" extrusionOk="0">
                      <a:moveTo>
                        <a:pt x="0" y="21597"/>
                      </a:moveTo>
                      <a:cubicBezTo>
                        <a:pt x="0" y="9809"/>
                        <a:pt x="9450" y="198"/>
                        <a:pt x="21237" y="0"/>
                      </a:cubicBezTo>
                      <a:lnTo>
                        <a:pt x="21600" y="21597"/>
                      </a:lnTo>
                      <a:close/>
                    </a:path>
                  </a:pathLst>
                </a:custGeom>
                <a:noFill/>
                <a:ln w="25400" cap="rnd">
                  <a:solidFill>
                    <a:srgbClr val="4E9C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25124" name="Arc 132"/>
                <p:cNvSpPr>
                  <a:spLocks/>
                </p:cNvSpPr>
                <p:nvPr/>
              </p:nvSpPr>
              <p:spPr bwMode="auto">
                <a:xfrm>
                  <a:off x="2834" y="1401"/>
                  <a:ext cx="60" cy="66"/>
                </a:xfrm>
                <a:custGeom>
                  <a:avLst/>
                  <a:gdLst>
                    <a:gd name="G0" fmla="+- 363 0 0"/>
                    <a:gd name="G1" fmla="+- 21600 0 0"/>
                    <a:gd name="G2" fmla="+- 21600 0 0"/>
                    <a:gd name="T0" fmla="*/ 0 w 21963"/>
                    <a:gd name="T1" fmla="*/ 3 h 21600"/>
                    <a:gd name="T2" fmla="*/ 21963 w 21963"/>
                    <a:gd name="T3" fmla="*/ 21600 h 21600"/>
                    <a:gd name="T4" fmla="*/ 363 w 21963"/>
                    <a:gd name="T5" fmla="*/ 21600 h 21600"/>
                  </a:gdLst>
                  <a:ahLst/>
                  <a:cxnLst>
                    <a:cxn ang="0">
                      <a:pos x="T0" y="T1"/>
                    </a:cxn>
                    <a:cxn ang="0">
                      <a:pos x="T2" y="T3"/>
                    </a:cxn>
                    <a:cxn ang="0">
                      <a:pos x="T4" y="T5"/>
                    </a:cxn>
                  </a:cxnLst>
                  <a:rect l="0" t="0" r="r" b="b"/>
                  <a:pathLst>
                    <a:path w="21963" h="21600" fill="none" extrusionOk="0">
                      <a:moveTo>
                        <a:pt x="0" y="3"/>
                      </a:moveTo>
                      <a:cubicBezTo>
                        <a:pt x="120" y="1"/>
                        <a:pt x="241" y="0"/>
                        <a:pt x="363" y="0"/>
                      </a:cubicBezTo>
                      <a:cubicBezTo>
                        <a:pt x="12292" y="0"/>
                        <a:pt x="21963" y="9670"/>
                        <a:pt x="21963" y="21600"/>
                      </a:cubicBezTo>
                    </a:path>
                    <a:path w="21963" h="21600" stroke="0" extrusionOk="0">
                      <a:moveTo>
                        <a:pt x="0" y="3"/>
                      </a:moveTo>
                      <a:cubicBezTo>
                        <a:pt x="120" y="1"/>
                        <a:pt x="241" y="0"/>
                        <a:pt x="363" y="0"/>
                      </a:cubicBezTo>
                      <a:cubicBezTo>
                        <a:pt x="12292" y="0"/>
                        <a:pt x="21963" y="9670"/>
                        <a:pt x="21963" y="21600"/>
                      </a:cubicBezTo>
                      <a:lnTo>
                        <a:pt x="363" y="21600"/>
                      </a:lnTo>
                      <a:close/>
                    </a:path>
                  </a:pathLst>
                </a:custGeom>
                <a:noFill/>
                <a:ln w="25400" cap="rnd">
                  <a:solidFill>
                    <a:srgbClr val="4E9C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725125" name="Group 133"/>
              <p:cNvGrpSpPr>
                <a:grpSpLocks/>
              </p:cNvGrpSpPr>
              <p:nvPr/>
            </p:nvGrpSpPr>
            <p:grpSpPr bwMode="auto">
              <a:xfrm>
                <a:off x="2929" y="954"/>
                <a:ext cx="91" cy="52"/>
                <a:chOff x="2780" y="1401"/>
                <a:chExt cx="114" cy="66"/>
              </a:xfrm>
            </p:grpSpPr>
            <p:sp>
              <p:nvSpPr>
                <p:cNvPr id="725126" name="Arc 134"/>
                <p:cNvSpPr>
                  <a:spLocks/>
                </p:cNvSpPr>
                <p:nvPr/>
              </p:nvSpPr>
              <p:spPr bwMode="auto">
                <a:xfrm>
                  <a:off x="2780" y="1401"/>
                  <a:ext cx="60" cy="66"/>
                </a:xfrm>
                <a:custGeom>
                  <a:avLst/>
                  <a:gdLst>
                    <a:gd name="G0" fmla="+- 21600 0 0"/>
                    <a:gd name="G1" fmla="+- 21597 0 0"/>
                    <a:gd name="G2" fmla="+- 21600 0 0"/>
                    <a:gd name="T0" fmla="*/ 0 w 21600"/>
                    <a:gd name="T1" fmla="*/ 21597 h 21597"/>
                    <a:gd name="T2" fmla="*/ 21237 w 21600"/>
                    <a:gd name="T3" fmla="*/ 0 h 21597"/>
                    <a:gd name="T4" fmla="*/ 21600 w 21600"/>
                    <a:gd name="T5" fmla="*/ 21597 h 21597"/>
                  </a:gdLst>
                  <a:ahLst/>
                  <a:cxnLst>
                    <a:cxn ang="0">
                      <a:pos x="T0" y="T1"/>
                    </a:cxn>
                    <a:cxn ang="0">
                      <a:pos x="T2" y="T3"/>
                    </a:cxn>
                    <a:cxn ang="0">
                      <a:pos x="T4" y="T5"/>
                    </a:cxn>
                  </a:cxnLst>
                  <a:rect l="0" t="0" r="r" b="b"/>
                  <a:pathLst>
                    <a:path w="21600" h="21597" fill="none" extrusionOk="0">
                      <a:moveTo>
                        <a:pt x="0" y="21597"/>
                      </a:moveTo>
                      <a:cubicBezTo>
                        <a:pt x="0" y="9809"/>
                        <a:pt x="9450" y="198"/>
                        <a:pt x="21237" y="0"/>
                      </a:cubicBezTo>
                    </a:path>
                    <a:path w="21600" h="21597" stroke="0" extrusionOk="0">
                      <a:moveTo>
                        <a:pt x="0" y="21597"/>
                      </a:moveTo>
                      <a:cubicBezTo>
                        <a:pt x="0" y="9809"/>
                        <a:pt x="9450" y="198"/>
                        <a:pt x="21237" y="0"/>
                      </a:cubicBezTo>
                      <a:lnTo>
                        <a:pt x="21600" y="21597"/>
                      </a:lnTo>
                      <a:close/>
                    </a:path>
                  </a:pathLst>
                </a:custGeom>
                <a:noFill/>
                <a:ln w="25400" cap="rnd">
                  <a:solidFill>
                    <a:srgbClr val="4E9C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25127" name="Arc 135"/>
                <p:cNvSpPr>
                  <a:spLocks/>
                </p:cNvSpPr>
                <p:nvPr/>
              </p:nvSpPr>
              <p:spPr bwMode="auto">
                <a:xfrm>
                  <a:off x="2834" y="1401"/>
                  <a:ext cx="60" cy="66"/>
                </a:xfrm>
                <a:custGeom>
                  <a:avLst/>
                  <a:gdLst>
                    <a:gd name="G0" fmla="+- 363 0 0"/>
                    <a:gd name="G1" fmla="+- 21600 0 0"/>
                    <a:gd name="G2" fmla="+- 21600 0 0"/>
                    <a:gd name="T0" fmla="*/ 0 w 21963"/>
                    <a:gd name="T1" fmla="*/ 3 h 21600"/>
                    <a:gd name="T2" fmla="*/ 21963 w 21963"/>
                    <a:gd name="T3" fmla="*/ 21600 h 21600"/>
                    <a:gd name="T4" fmla="*/ 363 w 21963"/>
                    <a:gd name="T5" fmla="*/ 21600 h 21600"/>
                  </a:gdLst>
                  <a:ahLst/>
                  <a:cxnLst>
                    <a:cxn ang="0">
                      <a:pos x="T0" y="T1"/>
                    </a:cxn>
                    <a:cxn ang="0">
                      <a:pos x="T2" y="T3"/>
                    </a:cxn>
                    <a:cxn ang="0">
                      <a:pos x="T4" y="T5"/>
                    </a:cxn>
                  </a:cxnLst>
                  <a:rect l="0" t="0" r="r" b="b"/>
                  <a:pathLst>
                    <a:path w="21963" h="21600" fill="none" extrusionOk="0">
                      <a:moveTo>
                        <a:pt x="0" y="3"/>
                      </a:moveTo>
                      <a:cubicBezTo>
                        <a:pt x="120" y="1"/>
                        <a:pt x="241" y="0"/>
                        <a:pt x="363" y="0"/>
                      </a:cubicBezTo>
                      <a:cubicBezTo>
                        <a:pt x="12292" y="0"/>
                        <a:pt x="21963" y="9670"/>
                        <a:pt x="21963" y="21600"/>
                      </a:cubicBezTo>
                    </a:path>
                    <a:path w="21963" h="21600" stroke="0" extrusionOk="0">
                      <a:moveTo>
                        <a:pt x="0" y="3"/>
                      </a:moveTo>
                      <a:cubicBezTo>
                        <a:pt x="120" y="1"/>
                        <a:pt x="241" y="0"/>
                        <a:pt x="363" y="0"/>
                      </a:cubicBezTo>
                      <a:cubicBezTo>
                        <a:pt x="12292" y="0"/>
                        <a:pt x="21963" y="9670"/>
                        <a:pt x="21963" y="21600"/>
                      </a:cubicBezTo>
                      <a:lnTo>
                        <a:pt x="363" y="21600"/>
                      </a:lnTo>
                      <a:close/>
                    </a:path>
                  </a:pathLst>
                </a:custGeom>
                <a:noFill/>
                <a:ln w="25400" cap="rnd">
                  <a:solidFill>
                    <a:srgbClr val="4E9C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725128" name="Group 136"/>
              <p:cNvGrpSpPr>
                <a:grpSpLocks/>
              </p:cNvGrpSpPr>
              <p:nvPr/>
            </p:nvGrpSpPr>
            <p:grpSpPr bwMode="auto">
              <a:xfrm>
                <a:off x="3022" y="954"/>
                <a:ext cx="91" cy="52"/>
                <a:chOff x="2780" y="1401"/>
                <a:chExt cx="114" cy="66"/>
              </a:xfrm>
            </p:grpSpPr>
            <p:sp>
              <p:nvSpPr>
                <p:cNvPr id="725129" name="Arc 137"/>
                <p:cNvSpPr>
                  <a:spLocks/>
                </p:cNvSpPr>
                <p:nvPr/>
              </p:nvSpPr>
              <p:spPr bwMode="auto">
                <a:xfrm>
                  <a:off x="2780" y="1401"/>
                  <a:ext cx="60" cy="66"/>
                </a:xfrm>
                <a:custGeom>
                  <a:avLst/>
                  <a:gdLst>
                    <a:gd name="G0" fmla="+- 21600 0 0"/>
                    <a:gd name="G1" fmla="+- 21597 0 0"/>
                    <a:gd name="G2" fmla="+- 21600 0 0"/>
                    <a:gd name="T0" fmla="*/ 0 w 21600"/>
                    <a:gd name="T1" fmla="*/ 21597 h 21597"/>
                    <a:gd name="T2" fmla="*/ 21237 w 21600"/>
                    <a:gd name="T3" fmla="*/ 0 h 21597"/>
                    <a:gd name="T4" fmla="*/ 21600 w 21600"/>
                    <a:gd name="T5" fmla="*/ 21597 h 21597"/>
                  </a:gdLst>
                  <a:ahLst/>
                  <a:cxnLst>
                    <a:cxn ang="0">
                      <a:pos x="T0" y="T1"/>
                    </a:cxn>
                    <a:cxn ang="0">
                      <a:pos x="T2" y="T3"/>
                    </a:cxn>
                    <a:cxn ang="0">
                      <a:pos x="T4" y="T5"/>
                    </a:cxn>
                  </a:cxnLst>
                  <a:rect l="0" t="0" r="r" b="b"/>
                  <a:pathLst>
                    <a:path w="21600" h="21597" fill="none" extrusionOk="0">
                      <a:moveTo>
                        <a:pt x="0" y="21597"/>
                      </a:moveTo>
                      <a:cubicBezTo>
                        <a:pt x="0" y="9809"/>
                        <a:pt x="9450" y="198"/>
                        <a:pt x="21237" y="0"/>
                      </a:cubicBezTo>
                    </a:path>
                    <a:path w="21600" h="21597" stroke="0" extrusionOk="0">
                      <a:moveTo>
                        <a:pt x="0" y="21597"/>
                      </a:moveTo>
                      <a:cubicBezTo>
                        <a:pt x="0" y="9809"/>
                        <a:pt x="9450" y="198"/>
                        <a:pt x="21237" y="0"/>
                      </a:cubicBezTo>
                      <a:lnTo>
                        <a:pt x="21600" y="21597"/>
                      </a:lnTo>
                      <a:close/>
                    </a:path>
                  </a:pathLst>
                </a:custGeom>
                <a:noFill/>
                <a:ln w="25400" cap="rnd">
                  <a:solidFill>
                    <a:srgbClr val="4E9C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25130" name="Arc 138"/>
                <p:cNvSpPr>
                  <a:spLocks/>
                </p:cNvSpPr>
                <p:nvPr/>
              </p:nvSpPr>
              <p:spPr bwMode="auto">
                <a:xfrm>
                  <a:off x="2834" y="1401"/>
                  <a:ext cx="60" cy="66"/>
                </a:xfrm>
                <a:custGeom>
                  <a:avLst/>
                  <a:gdLst>
                    <a:gd name="G0" fmla="+- 363 0 0"/>
                    <a:gd name="G1" fmla="+- 21600 0 0"/>
                    <a:gd name="G2" fmla="+- 21600 0 0"/>
                    <a:gd name="T0" fmla="*/ 0 w 21963"/>
                    <a:gd name="T1" fmla="*/ 3 h 21600"/>
                    <a:gd name="T2" fmla="*/ 21963 w 21963"/>
                    <a:gd name="T3" fmla="*/ 21600 h 21600"/>
                    <a:gd name="T4" fmla="*/ 363 w 21963"/>
                    <a:gd name="T5" fmla="*/ 21600 h 21600"/>
                  </a:gdLst>
                  <a:ahLst/>
                  <a:cxnLst>
                    <a:cxn ang="0">
                      <a:pos x="T0" y="T1"/>
                    </a:cxn>
                    <a:cxn ang="0">
                      <a:pos x="T2" y="T3"/>
                    </a:cxn>
                    <a:cxn ang="0">
                      <a:pos x="T4" y="T5"/>
                    </a:cxn>
                  </a:cxnLst>
                  <a:rect l="0" t="0" r="r" b="b"/>
                  <a:pathLst>
                    <a:path w="21963" h="21600" fill="none" extrusionOk="0">
                      <a:moveTo>
                        <a:pt x="0" y="3"/>
                      </a:moveTo>
                      <a:cubicBezTo>
                        <a:pt x="120" y="1"/>
                        <a:pt x="241" y="0"/>
                        <a:pt x="363" y="0"/>
                      </a:cubicBezTo>
                      <a:cubicBezTo>
                        <a:pt x="12292" y="0"/>
                        <a:pt x="21963" y="9670"/>
                        <a:pt x="21963" y="21600"/>
                      </a:cubicBezTo>
                    </a:path>
                    <a:path w="21963" h="21600" stroke="0" extrusionOk="0">
                      <a:moveTo>
                        <a:pt x="0" y="3"/>
                      </a:moveTo>
                      <a:cubicBezTo>
                        <a:pt x="120" y="1"/>
                        <a:pt x="241" y="0"/>
                        <a:pt x="363" y="0"/>
                      </a:cubicBezTo>
                      <a:cubicBezTo>
                        <a:pt x="12292" y="0"/>
                        <a:pt x="21963" y="9670"/>
                        <a:pt x="21963" y="21600"/>
                      </a:cubicBezTo>
                      <a:lnTo>
                        <a:pt x="363" y="21600"/>
                      </a:lnTo>
                      <a:close/>
                    </a:path>
                  </a:pathLst>
                </a:custGeom>
                <a:noFill/>
                <a:ln w="25400" cap="rnd">
                  <a:solidFill>
                    <a:srgbClr val="4E9C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grpSp>
          <p:nvGrpSpPr>
            <p:cNvPr id="725131" name="Group 139"/>
            <p:cNvGrpSpPr>
              <a:grpSpLocks/>
            </p:cNvGrpSpPr>
            <p:nvPr/>
          </p:nvGrpSpPr>
          <p:grpSpPr bwMode="auto">
            <a:xfrm>
              <a:off x="2301" y="1129"/>
              <a:ext cx="364" cy="55"/>
              <a:chOff x="2655" y="952"/>
              <a:chExt cx="458" cy="54"/>
            </a:xfrm>
          </p:grpSpPr>
          <p:grpSp>
            <p:nvGrpSpPr>
              <p:cNvPr id="725132" name="Group 140"/>
              <p:cNvGrpSpPr>
                <a:grpSpLocks/>
              </p:cNvGrpSpPr>
              <p:nvPr/>
            </p:nvGrpSpPr>
            <p:grpSpPr bwMode="auto">
              <a:xfrm>
                <a:off x="2655" y="952"/>
                <a:ext cx="91" cy="52"/>
                <a:chOff x="2780" y="1401"/>
                <a:chExt cx="114" cy="66"/>
              </a:xfrm>
            </p:grpSpPr>
            <p:sp>
              <p:nvSpPr>
                <p:cNvPr id="725133" name="Arc 141"/>
                <p:cNvSpPr>
                  <a:spLocks/>
                </p:cNvSpPr>
                <p:nvPr/>
              </p:nvSpPr>
              <p:spPr bwMode="auto">
                <a:xfrm>
                  <a:off x="2780" y="1401"/>
                  <a:ext cx="60" cy="66"/>
                </a:xfrm>
                <a:custGeom>
                  <a:avLst/>
                  <a:gdLst>
                    <a:gd name="G0" fmla="+- 21600 0 0"/>
                    <a:gd name="G1" fmla="+- 21597 0 0"/>
                    <a:gd name="G2" fmla="+- 21600 0 0"/>
                    <a:gd name="T0" fmla="*/ 0 w 21600"/>
                    <a:gd name="T1" fmla="*/ 21597 h 21597"/>
                    <a:gd name="T2" fmla="*/ 21237 w 21600"/>
                    <a:gd name="T3" fmla="*/ 0 h 21597"/>
                    <a:gd name="T4" fmla="*/ 21600 w 21600"/>
                    <a:gd name="T5" fmla="*/ 21597 h 21597"/>
                  </a:gdLst>
                  <a:ahLst/>
                  <a:cxnLst>
                    <a:cxn ang="0">
                      <a:pos x="T0" y="T1"/>
                    </a:cxn>
                    <a:cxn ang="0">
                      <a:pos x="T2" y="T3"/>
                    </a:cxn>
                    <a:cxn ang="0">
                      <a:pos x="T4" y="T5"/>
                    </a:cxn>
                  </a:cxnLst>
                  <a:rect l="0" t="0" r="r" b="b"/>
                  <a:pathLst>
                    <a:path w="21600" h="21597" fill="none" extrusionOk="0">
                      <a:moveTo>
                        <a:pt x="0" y="21597"/>
                      </a:moveTo>
                      <a:cubicBezTo>
                        <a:pt x="0" y="9809"/>
                        <a:pt x="9450" y="198"/>
                        <a:pt x="21237" y="0"/>
                      </a:cubicBezTo>
                    </a:path>
                    <a:path w="21600" h="21597" stroke="0" extrusionOk="0">
                      <a:moveTo>
                        <a:pt x="0" y="21597"/>
                      </a:moveTo>
                      <a:cubicBezTo>
                        <a:pt x="0" y="9809"/>
                        <a:pt x="9450" y="198"/>
                        <a:pt x="21237" y="0"/>
                      </a:cubicBezTo>
                      <a:lnTo>
                        <a:pt x="21600" y="21597"/>
                      </a:lnTo>
                      <a:close/>
                    </a:path>
                  </a:pathLst>
                </a:custGeom>
                <a:noFill/>
                <a:ln w="25400" cap="rnd">
                  <a:solidFill>
                    <a:srgbClr val="4E9C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25134" name="Arc 142"/>
                <p:cNvSpPr>
                  <a:spLocks/>
                </p:cNvSpPr>
                <p:nvPr/>
              </p:nvSpPr>
              <p:spPr bwMode="auto">
                <a:xfrm>
                  <a:off x="2834" y="1401"/>
                  <a:ext cx="60" cy="66"/>
                </a:xfrm>
                <a:custGeom>
                  <a:avLst/>
                  <a:gdLst>
                    <a:gd name="G0" fmla="+- 363 0 0"/>
                    <a:gd name="G1" fmla="+- 21600 0 0"/>
                    <a:gd name="G2" fmla="+- 21600 0 0"/>
                    <a:gd name="T0" fmla="*/ 0 w 21963"/>
                    <a:gd name="T1" fmla="*/ 3 h 21600"/>
                    <a:gd name="T2" fmla="*/ 21963 w 21963"/>
                    <a:gd name="T3" fmla="*/ 21600 h 21600"/>
                    <a:gd name="T4" fmla="*/ 363 w 21963"/>
                    <a:gd name="T5" fmla="*/ 21600 h 21600"/>
                  </a:gdLst>
                  <a:ahLst/>
                  <a:cxnLst>
                    <a:cxn ang="0">
                      <a:pos x="T0" y="T1"/>
                    </a:cxn>
                    <a:cxn ang="0">
                      <a:pos x="T2" y="T3"/>
                    </a:cxn>
                    <a:cxn ang="0">
                      <a:pos x="T4" y="T5"/>
                    </a:cxn>
                  </a:cxnLst>
                  <a:rect l="0" t="0" r="r" b="b"/>
                  <a:pathLst>
                    <a:path w="21963" h="21600" fill="none" extrusionOk="0">
                      <a:moveTo>
                        <a:pt x="0" y="3"/>
                      </a:moveTo>
                      <a:cubicBezTo>
                        <a:pt x="120" y="1"/>
                        <a:pt x="241" y="0"/>
                        <a:pt x="363" y="0"/>
                      </a:cubicBezTo>
                      <a:cubicBezTo>
                        <a:pt x="12292" y="0"/>
                        <a:pt x="21963" y="9670"/>
                        <a:pt x="21963" y="21600"/>
                      </a:cubicBezTo>
                    </a:path>
                    <a:path w="21963" h="21600" stroke="0" extrusionOk="0">
                      <a:moveTo>
                        <a:pt x="0" y="3"/>
                      </a:moveTo>
                      <a:cubicBezTo>
                        <a:pt x="120" y="1"/>
                        <a:pt x="241" y="0"/>
                        <a:pt x="363" y="0"/>
                      </a:cubicBezTo>
                      <a:cubicBezTo>
                        <a:pt x="12292" y="0"/>
                        <a:pt x="21963" y="9670"/>
                        <a:pt x="21963" y="21600"/>
                      </a:cubicBezTo>
                      <a:lnTo>
                        <a:pt x="363" y="21600"/>
                      </a:lnTo>
                      <a:close/>
                    </a:path>
                  </a:pathLst>
                </a:custGeom>
                <a:noFill/>
                <a:ln w="25400" cap="rnd">
                  <a:solidFill>
                    <a:srgbClr val="4E9C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725135" name="Group 143"/>
              <p:cNvGrpSpPr>
                <a:grpSpLocks/>
              </p:cNvGrpSpPr>
              <p:nvPr/>
            </p:nvGrpSpPr>
            <p:grpSpPr bwMode="auto">
              <a:xfrm>
                <a:off x="2746" y="953"/>
                <a:ext cx="91" cy="52"/>
                <a:chOff x="2780" y="1401"/>
                <a:chExt cx="114" cy="66"/>
              </a:xfrm>
            </p:grpSpPr>
            <p:sp>
              <p:nvSpPr>
                <p:cNvPr id="725136" name="Arc 144"/>
                <p:cNvSpPr>
                  <a:spLocks/>
                </p:cNvSpPr>
                <p:nvPr/>
              </p:nvSpPr>
              <p:spPr bwMode="auto">
                <a:xfrm>
                  <a:off x="2780" y="1401"/>
                  <a:ext cx="60" cy="66"/>
                </a:xfrm>
                <a:custGeom>
                  <a:avLst/>
                  <a:gdLst>
                    <a:gd name="G0" fmla="+- 21600 0 0"/>
                    <a:gd name="G1" fmla="+- 21597 0 0"/>
                    <a:gd name="G2" fmla="+- 21600 0 0"/>
                    <a:gd name="T0" fmla="*/ 0 w 21600"/>
                    <a:gd name="T1" fmla="*/ 21597 h 21597"/>
                    <a:gd name="T2" fmla="*/ 21237 w 21600"/>
                    <a:gd name="T3" fmla="*/ 0 h 21597"/>
                    <a:gd name="T4" fmla="*/ 21600 w 21600"/>
                    <a:gd name="T5" fmla="*/ 21597 h 21597"/>
                  </a:gdLst>
                  <a:ahLst/>
                  <a:cxnLst>
                    <a:cxn ang="0">
                      <a:pos x="T0" y="T1"/>
                    </a:cxn>
                    <a:cxn ang="0">
                      <a:pos x="T2" y="T3"/>
                    </a:cxn>
                    <a:cxn ang="0">
                      <a:pos x="T4" y="T5"/>
                    </a:cxn>
                  </a:cxnLst>
                  <a:rect l="0" t="0" r="r" b="b"/>
                  <a:pathLst>
                    <a:path w="21600" h="21597" fill="none" extrusionOk="0">
                      <a:moveTo>
                        <a:pt x="0" y="21597"/>
                      </a:moveTo>
                      <a:cubicBezTo>
                        <a:pt x="0" y="9809"/>
                        <a:pt x="9450" y="198"/>
                        <a:pt x="21237" y="0"/>
                      </a:cubicBezTo>
                    </a:path>
                    <a:path w="21600" h="21597" stroke="0" extrusionOk="0">
                      <a:moveTo>
                        <a:pt x="0" y="21597"/>
                      </a:moveTo>
                      <a:cubicBezTo>
                        <a:pt x="0" y="9809"/>
                        <a:pt x="9450" y="198"/>
                        <a:pt x="21237" y="0"/>
                      </a:cubicBezTo>
                      <a:lnTo>
                        <a:pt x="21600" y="21597"/>
                      </a:lnTo>
                      <a:close/>
                    </a:path>
                  </a:pathLst>
                </a:custGeom>
                <a:noFill/>
                <a:ln w="25400" cap="rnd">
                  <a:solidFill>
                    <a:srgbClr val="4E9C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25137" name="Arc 145"/>
                <p:cNvSpPr>
                  <a:spLocks/>
                </p:cNvSpPr>
                <p:nvPr/>
              </p:nvSpPr>
              <p:spPr bwMode="auto">
                <a:xfrm>
                  <a:off x="2834" y="1401"/>
                  <a:ext cx="60" cy="66"/>
                </a:xfrm>
                <a:custGeom>
                  <a:avLst/>
                  <a:gdLst>
                    <a:gd name="G0" fmla="+- 363 0 0"/>
                    <a:gd name="G1" fmla="+- 21600 0 0"/>
                    <a:gd name="G2" fmla="+- 21600 0 0"/>
                    <a:gd name="T0" fmla="*/ 0 w 21963"/>
                    <a:gd name="T1" fmla="*/ 3 h 21600"/>
                    <a:gd name="T2" fmla="*/ 21963 w 21963"/>
                    <a:gd name="T3" fmla="*/ 21600 h 21600"/>
                    <a:gd name="T4" fmla="*/ 363 w 21963"/>
                    <a:gd name="T5" fmla="*/ 21600 h 21600"/>
                  </a:gdLst>
                  <a:ahLst/>
                  <a:cxnLst>
                    <a:cxn ang="0">
                      <a:pos x="T0" y="T1"/>
                    </a:cxn>
                    <a:cxn ang="0">
                      <a:pos x="T2" y="T3"/>
                    </a:cxn>
                    <a:cxn ang="0">
                      <a:pos x="T4" y="T5"/>
                    </a:cxn>
                  </a:cxnLst>
                  <a:rect l="0" t="0" r="r" b="b"/>
                  <a:pathLst>
                    <a:path w="21963" h="21600" fill="none" extrusionOk="0">
                      <a:moveTo>
                        <a:pt x="0" y="3"/>
                      </a:moveTo>
                      <a:cubicBezTo>
                        <a:pt x="120" y="1"/>
                        <a:pt x="241" y="0"/>
                        <a:pt x="363" y="0"/>
                      </a:cubicBezTo>
                      <a:cubicBezTo>
                        <a:pt x="12292" y="0"/>
                        <a:pt x="21963" y="9670"/>
                        <a:pt x="21963" y="21600"/>
                      </a:cubicBezTo>
                    </a:path>
                    <a:path w="21963" h="21600" stroke="0" extrusionOk="0">
                      <a:moveTo>
                        <a:pt x="0" y="3"/>
                      </a:moveTo>
                      <a:cubicBezTo>
                        <a:pt x="120" y="1"/>
                        <a:pt x="241" y="0"/>
                        <a:pt x="363" y="0"/>
                      </a:cubicBezTo>
                      <a:cubicBezTo>
                        <a:pt x="12292" y="0"/>
                        <a:pt x="21963" y="9670"/>
                        <a:pt x="21963" y="21600"/>
                      </a:cubicBezTo>
                      <a:lnTo>
                        <a:pt x="363" y="21600"/>
                      </a:lnTo>
                      <a:close/>
                    </a:path>
                  </a:pathLst>
                </a:custGeom>
                <a:noFill/>
                <a:ln w="25400" cap="rnd">
                  <a:solidFill>
                    <a:srgbClr val="4E9C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725138" name="Group 146"/>
              <p:cNvGrpSpPr>
                <a:grpSpLocks/>
              </p:cNvGrpSpPr>
              <p:nvPr/>
            </p:nvGrpSpPr>
            <p:grpSpPr bwMode="auto">
              <a:xfrm>
                <a:off x="2838" y="954"/>
                <a:ext cx="91" cy="52"/>
                <a:chOff x="2780" y="1401"/>
                <a:chExt cx="114" cy="66"/>
              </a:xfrm>
            </p:grpSpPr>
            <p:sp>
              <p:nvSpPr>
                <p:cNvPr id="725139" name="Arc 147"/>
                <p:cNvSpPr>
                  <a:spLocks/>
                </p:cNvSpPr>
                <p:nvPr/>
              </p:nvSpPr>
              <p:spPr bwMode="auto">
                <a:xfrm>
                  <a:off x="2780" y="1401"/>
                  <a:ext cx="60" cy="66"/>
                </a:xfrm>
                <a:custGeom>
                  <a:avLst/>
                  <a:gdLst>
                    <a:gd name="G0" fmla="+- 21600 0 0"/>
                    <a:gd name="G1" fmla="+- 21597 0 0"/>
                    <a:gd name="G2" fmla="+- 21600 0 0"/>
                    <a:gd name="T0" fmla="*/ 0 w 21600"/>
                    <a:gd name="T1" fmla="*/ 21597 h 21597"/>
                    <a:gd name="T2" fmla="*/ 21237 w 21600"/>
                    <a:gd name="T3" fmla="*/ 0 h 21597"/>
                    <a:gd name="T4" fmla="*/ 21600 w 21600"/>
                    <a:gd name="T5" fmla="*/ 21597 h 21597"/>
                  </a:gdLst>
                  <a:ahLst/>
                  <a:cxnLst>
                    <a:cxn ang="0">
                      <a:pos x="T0" y="T1"/>
                    </a:cxn>
                    <a:cxn ang="0">
                      <a:pos x="T2" y="T3"/>
                    </a:cxn>
                    <a:cxn ang="0">
                      <a:pos x="T4" y="T5"/>
                    </a:cxn>
                  </a:cxnLst>
                  <a:rect l="0" t="0" r="r" b="b"/>
                  <a:pathLst>
                    <a:path w="21600" h="21597" fill="none" extrusionOk="0">
                      <a:moveTo>
                        <a:pt x="0" y="21597"/>
                      </a:moveTo>
                      <a:cubicBezTo>
                        <a:pt x="0" y="9809"/>
                        <a:pt x="9450" y="198"/>
                        <a:pt x="21237" y="0"/>
                      </a:cubicBezTo>
                    </a:path>
                    <a:path w="21600" h="21597" stroke="0" extrusionOk="0">
                      <a:moveTo>
                        <a:pt x="0" y="21597"/>
                      </a:moveTo>
                      <a:cubicBezTo>
                        <a:pt x="0" y="9809"/>
                        <a:pt x="9450" y="198"/>
                        <a:pt x="21237" y="0"/>
                      </a:cubicBezTo>
                      <a:lnTo>
                        <a:pt x="21600" y="21597"/>
                      </a:lnTo>
                      <a:close/>
                    </a:path>
                  </a:pathLst>
                </a:custGeom>
                <a:noFill/>
                <a:ln w="25400" cap="rnd">
                  <a:solidFill>
                    <a:srgbClr val="4E9C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25140" name="Arc 148"/>
                <p:cNvSpPr>
                  <a:spLocks/>
                </p:cNvSpPr>
                <p:nvPr/>
              </p:nvSpPr>
              <p:spPr bwMode="auto">
                <a:xfrm>
                  <a:off x="2834" y="1401"/>
                  <a:ext cx="60" cy="66"/>
                </a:xfrm>
                <a:custGeom>
                  <a:avLst/>
                  <a:gdLst>
                    <a:gd name="G0" fmla="+- 363 0 0"/>
                    <a:gd name="G1" fmla="+- 21600 0 0"/>
                    <a:gd name="G2" fmla="+- 21600 0 0"/>
                    <a:gd name="T0" fmla="*/ 0 w 21963"/>
                    <a:gd name="T1" fmla="*/ 3 h 21600"/>
                    <a:gd name="T2" fmla="*/ 21963 w 21963"/>
                    <a:gd name="T3" fmla="*/ 21600 h 21600"/>
                    <a:gd name="T4" fmla="*/ 363 w 21963"/>
                    <a:gd name="T5" fmla="*/ 21600 h 21600"/>
                  </a:gdLst>
                  <a:ahLst/>
                  <a:cxnLst>
                    <a:cxn ang="0">
                      <a:pos x="T0" y="T1"/>
                    </a:cxn>
                    <a:cxn ang="0">
                      <a:pos x="T2" y="T3"/>
                    </a:cxn>
                    <a:cxn ang="0">
                      <a:pos x="T4" y="T5"/>
                    </a:cxn>
                  </a:cxnLst>
                  <a:rect l="0" t="0" r="r" b="b"/>
                  <a:pathLst>
                    <a:path w="21963" h="21600" fill="none" extrusionOk="0">
                      <a:moveTo>
                        <a:pt x="0" y="3"/>
                      </a:moveTo>
                      <a:cubicBezTo>
                        <a:pt x="120" y="1"/>
                        <a:pt x="241" y="0"/>
                        <a:pt x="363" y="0"/>
                      </a:cubicBezTo>
                      <a:cubicBezTo>
                        <a:pt x="12292" y="0"/>
                        <a:pt x="21963" y="9670"/>
                        <a:pt x="21963" y="21600"/>
                      </a:cubicBezTo>
                    </a:path>
                    <a:path w="21963" h="21600" stroke="0" extrusionOk="0">
                      <a:moveTo>
                        <a:pt x="0" y="3"/>
                      </a:moveTo>
                      <a:cubicBezTo>
                        <a:pt x="120" y="1"/>
                        <a:pt x="241" y="0"/>
                        <a:pt x="363" y="0"/>
                      </a:cubicBezTo>
                      <a:cubicBezTo>
                        <a:pt x="12292" y="0"/>
                        <a:pt x="21963" y="9670"/>
                        <a:pt x="21963" y="21600"/>
                      </a:cubicBezTo>
                      <a:lnTo>
                        <a:pt x="363" y="21600"/>
                      </a:lnTo>
                      <a:close/>
                    </a:path>
                  </a:pathLst>
                </a:custGeom>
                <a:noFill/>
                <a:ln w="25400" cap="rnd">
                  <a:solidFill>
                    <a:srgbClr val="4E9C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725141" name="Group 149"/>
              <p:cNvGrpSpPr>
                <a:grpSpLocks/>
              </p:cNvGrpSpPr>
              <p:nvPr/>
            </p:nvGrpSpPr>
            <p:grpSpPr bwMode="auto">
              <a:xfrm>
                <a:off x="2929" y="954"/>
                <a:ext cx="91" cy="52"/>
                <a:chOff x="2780" y="1401"/>
                <a:chExt cx="114" cy="66"/>
              </a:xfrm>
            </p:grpSpPr>
            <p:sp>
              <p:nvSpPr>
                <p:cNvPr id="725142" name="Arc 150"/>
                <p:cNvSpPr>
                  <a:spLocks/>
                </p:cNvSpPr>
                <p:nvPr/>
              </p:nvSpPr>
              <p:spPr bwMode="auto">
                <a:xfrm>
                  <a:off x="2780" y="1401"/>
                  <a:ext cx="60" cy="66"/>
                </a:xfrm>
                <a:custGeom>
                  <a:avLst/>
                  <a:gdLst>
                    <a:gd name="G0" fmla="+- 21600 0 0"/>
                    <a:gd name="G1" fmla="+- 21597 0 0"/>
                    <a:gd name="G2" fmla="+- 21600 0 0"/>
                    <a:gd name="T0" fmla="*/ 0 w 21600"/>
                    <a:gd name="T1" fmla="*/ 21597 h 21597"/>
                    <a:gd name="T2" fmla="*/ 21237 w 21600"/>
                    <a:gd name="T3" fmla="*/ 0 h 21597"/>
                    <a:gd name="T4" fmla="*/ 21600 w 21600"/>
                    <a:gd name="T5" fmla="*/ 21597 h 21597"/>
                  </a:gdLst>
                  <a:ahLst/>
                  <a:cxnLst>
                    <a:cxn ang="0">
                      <a:pos x="T0" y="T1"/>
                    </a:cxn>
                    <a:cxn ang="0">
                      <a:pos x="T2" y="T3"/>
                    </a:cxn>
                    <a:cxn ang="0">
                      <a:pos x="T4" y="T5"/>
                    </a:cxn>
                  </a:cxnLst>
                  <a:rect l="0" t="0" r="r" b="b"/>
                  <a:pathLst>
                    <a:path w="21600" h="21597" fill="none" extrusionOk="0">
                      <a:moveTo>
                        <a:pt x="0" y="21597"/>
                      </a:moveTo>
                      <a:cubicBezTo>
                        <a:pt x="0" y="9809"/>
                        <a:pt x="9450" y="198"/>
                        <a:pt x="21237" y="0"/>
                      </a:cubicBezTo>
                    </a:path>
                    <a:path w="21600" h="21597" stroke="0" extrusionOk="0">
                      <a:moveTo>
                        <a:pt x="0" y="21597"/>
                      </a:moveTo>
                      <a:cubicBezTo>
                        <a:pt x="0" y="9809"/>
                        <a:pt x="9450" y="198"/>
                        <a:pt x="21237" y="0"/>
                      </a:cubicBezTo>
                      <a:lnTo>
                        <a:pt x="21600" y="21597"/>
                      </a:lnTo>
                      <a:close/>
                    </a:path>
                  </a:pathLst>
                </a:custGeom>
                <a:noFill/>
                <a:ln w="25400" cap="rnd">
                  <a:solidFill>
                    <a:srgbClr val="4E9C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25143" name="Arc 151"/>
                <p:cNvSpPr>
                  <a:spLocks/>
                </p:cNvSpPr>
                <p:nvPr/>
              </p:nvSpPr>
              <p:spPr bwMode="auto">
                <a:xfrm>
                  <a:off x="2834" y="1401"/>
                  <a:ext cx="60" cy="66"/>
                </a:xfrm>
                <a:custGeom>
                  <a:avLst/>
                  <a:gdLst>
                    <a:gd name="G0" fmla="+- 363 0 0"/>
                    <a:gd name="G1" fmla="+- 21600 0 0"/>
                    <a:gd name="G2" fmla="+- 21600 0 0"/>
                    <a:gd name="T0" fmla="*/ 0 w 21963"/>
                    <a:gd name="T1" fmla="*/ 3 h 21600"/>
                    <a:gd name="T2" fmla="*/ 21963 w 21963"/>
                    <a:gd name="T3" fmla="*/ 21600 h 21600"/>
                    <a:gd name="T4" fmla="*/ 363 w 21963"/>
                    <a:gd name="T5" fmla="*/ 21600 h 21600"/>
                  </a:gdLst>
                  <a:ahLst/>
                  <a:cxnLst>
                    <a:cxn ang="0">
                      <a:pos x="T0" y="T1"/>
                    </a:cxn>
                    <a:cxn ang="0">
                      <a:pos x="T2" y="T3"/>
                    </a:cxn>
                    <a:cxn ang="0">
                      <a:pos x="T4" y="T5"/>
                    </a:cxn>
                  </a:cxnLst>
                  <a:rect l="0" t="0" r="r" b="b"/>
                  <a:pathLst>
                    <a:path w="21963" h="21600" fill="none" extrusionOk="0">
                      <a:moveTo>
                        <a:pt x="0" y="3"/>
                      </a:moveTo>
                      <a:cubicBezTo>
                        <a:pt x="120" y="1"/>
                        <a:pt x="241" y="0"/>
                        <a:pt x="363" y="0"/>
                      </a:cubicBezTo>
                      <a:cubicBezTo>
                        <a:pt x="12292" y="0"/>
                        <a:pt x="21963" y="9670"/>
                        <a:pt x="21963" y="21600"/>
                      </a:cubicBezTo>
                    </a:path>
                    <a:path w="21963" h="21600" stroke="0" extrusionOk="0">
                      <a:moveTo>
                        <a:pt x="0" y="3"/>
                      </a:moveTo>
                      <a:cubicBezTo>
                        <a:pt x="120" y="1"/>
                        <a:pt x="241" y="0"/>
                        <a:pt x="363" y="0"/>
                      </a:cubicBezTo>
                      <a:cubicBezTo>
                        <a:pt x="12292" y="0"/>
                        <a:pt x="21963" y="9670"/>
                        <a:pt x="21963" y="21600"/>
                      </a:cubicBezTo>
                      <a:lnTo>
                        <a:pt x="363" y="21600"/>
                      </a:lnTo>
                      <a:close/>
                    </a:path>
                  </a:pathLst>
                </a:custGeom>
                <a:noFill/>
                <a:ln w="25400" cap="rnd">
                  <a:solidFill>
                    <a:srgbClr val="4E9C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725144" name="Group 152"/>
              <p:cNvGrpSpPr>
                <a:grpSpLocks/>
              </p:cNvGrpSpPr>
              <p:nvPr/>
            </p:nvGrpSpPr>
            <p:grpSpPr bwMode="auto">
              <a:xfrm>
                <a:off x="3022" y="954"/>
                <a:ext cx="91" cy="52"/>
                <a:chOff x="2780" y="1401"/>
                <a:chExt cx="114" cy="66"/>
              </a:xfrm>
            </p:grpSpPr>
            <p:sp>
              <p:nvSpPr>
                <p:cNvPr id="725145" name="Arc 153"/>
                <p:cNvSpPr>
                  <a:spLocks/>
                </p:cNvSpPr>
                <p:nvPr/>
              </p:nvSpPr>
              <p:spPr bwMode="auto">
                <a:xfrm>
                  <a:off x="2780" y="1401"/>
                  <a:ext cx="60" cy="66"/>
                </a:xfrm>
                <a:custGeom>
                  <a:avLst/>
                  <a:gdLst>
                    <a:gd name="G0" fmla="+- 21600 0 0"/>
                    <a:gd name="G1" fmla="+- 21597 0 0"/>
                    <a:gd name="G2" fmla="+- 21600 0 0"/>
                    <a:gd name="T0" fmla="*/ 0 w 21600"/>
                    <a:gd name="T1" fmla="*/ 21597 h 21597"/>
                    <a:gd name="T2" fmla="*/ 21237 w 21600"/>
                    <a:gd name="T3" fmla="*/ 0 h 21597"/>
                    <a:gd name="T4" fmla="*/ 21600 w 21600"/>
                    <a:gd name="T5" fmla="*/ 21597 h 21597"/>
                  </a:gdLst>
                  <a:ahLst/>
                  <a:cxnLst>
                    <a:cxn ang="0">
                      <a:pos x="T0" y="T1"/>
                    </a:cxn>
                    <a:cxn ang="0">
                      <a:pos x="T2" y="T3"/>
                    </a:cxn>
                    <a:cxn ang="0">
                      <a:pos x="T4" y="T5"/>
                    </a:cxn>
                  </a:cxnLst>
                  <a:rect l="0" t="0" r="r" b="b"/>
                  <a:pathLst>
                    <a:path w="21600" h="21597" fill="none" extrusionOk="0">
                      <a:moveTo>
                        <a:pt x="0" y="21597"/>
                      </a:moveTo>
                      <a:cubicBezTo>
                        <a:pt x="0" y="9809"/>
                        <a:pt x="9450" y="198"/>
                        <a:pt x="21237" y="0"/>
                      </a:cubicBezTo>
                    </a:path>
                    <a:path w="21600" h="21597" stroke="0" extrusionOk="0">
                      <a:moveTo>
                        <a:pt x="0" y="21597"/>
                      </a:moveTo>
                      <a:cubicBezTo>
                        <a:pt x="0" y="9809"/>
                        <a:pt x="9450" y="198"/>
                        <a:pt x="21237" y="0"/>
                      </a:cubicBezTo>
                      <a:lnTo>
                        <a:pt x="21600" y="21597"/>
                      </a:lnTo>
                      <a:close/>
                    </a:path>
                  </a:pathLst>
                </a:custGeom>
                <a:noFill/>
                <a:ln w="25400" cap="rnd">
                  <a:solidFill>
                    <a:srgbClr val="4E9C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25146" name="Arc 154"/>
                <p:cNvSpPr>
                  <a:spLocks/>
                </p:cNvSpPr>
                <p:nvPr/>
              </p:nvSpPr>
              <p:spPr bwMode="auto">
                <a:xfrm>
                  <a:off x="2834" y="1401"/>
                  <a:ext cx="60" cy="66"/>
                </a:xfrm>
                <a:custGeom>
                  <a:avLst/>
                  <a:gdLst>
                    <a:gd name="G0" fmla="+- 363 0 0"/>
                    <a:gd name="G1" fmla="+- 21600 0 0"/>
                    <a:gd name="G2" fmla="+- 21600 0 0"/>
                    <a:gd name="T0" fmla="*/ 0 w 21963"/>
                    <a:gd name="T1" fmla="*/ 3 h 21600"/>
                    <a:gd name="T2" fmla="*/ 21963 w 21963"/>
                    <a:gd name="T3" fmla="*/ 21600 h 21600"/>
                    <a:gd name="T4" fmla="*/ 363 w 21963"/>
                    <a:gd name="T5" fmla="*/ 21600 h 21600"/>
                  </a:gdLst>
                  <a:ahLst/>
                  <a:cxnLst>
                    <a:cxn ang="0">
                      <a:pos x="T0" y="T1"/>
                    </a:cxn>
                    <a:cxn ang="0">
                      <a:pos x="T2" y="T3"/>
                    </a:cxn>
                    <a:cxn ang="0">
                      <a:pos x="T4" y="T5"/>
                    </a:cxn>
                  </a:cxnLst>
                  <a:rect l="0" t="0" r="r" b="b"/>
                  <a:pathLst>
                    <a:path w="21963" h="21600" fill="none" extrusionOk="0">
                      <a:moveTo>
                        <a:pt x="0" y="3"/>
                      </a:moveTo>
                      <a:cubicBezTo>
                        <a:pt x="120" y="1"/>
                        <a:pt x="241" y="0"/>
                        <a:pt x="363" y="0"/>
                      </a:cubicBezTo>
                      <a:cubicBezTo>
                        <a:pt x="12292" y="0"/>
                        <a:pt x="21963" y="9670"/>
                        <a:pt x="21963" y="21600"/>
                      </a:cubicBezTo>
                    </a:path>
                    <a:path w="21963" h="21600" stroke="0" extrusionOk="0">
                      <a:moveTo>
                        <a:pt x="0" y="3"/>
                      </a:moveTo>
                      <a:cubicBezTo>
                        <a:pt x="120" y="1"/>
                        <a:pt x="241" y="0"/>
                        <a:pt x="363" y="0"/>
                      </a:cubicBezTo>
                      <a:cubicBezTo>
                        <a:pt x="12292" y="0"/>
                        <a:pt x="21963" y="9670"/>
                        <a:pt x="21963" y="21600"/>
                      </a:cubicBezTo>
                      <a:lnTo>
                        <a:pt x="363" y="21600"/>
                      </a:lnTo>
                      <a:close/>
                    </a:path>
                  </a:pathLst>
                </a:custGeom>
                <a:noFill/>
                <a:ln w="25400" cap="rnd">
                  <a:solidFill>
                    <a:srgbClr val="4E9C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grpSp>
          <p:nvGrpSpPr>
            <p:cNvPr id="725147" name="Group 155"/>
            <p:cNvGrpSpPr>
              <a:grpSpLocks/>
            </p:cNvGrpSpPr>
            <p:nvPr/>
          </p:nvGrpSpPr>
          <p:grpSpPr bwMode="auto">
            <a:xfrm>
              <a:off x="2302" y="1384"/>
              <a:ext cx="365" cy="54"/>
              <a:chOff x="2655" y="952"/>
              <a:chExt cx="458" cy="54"/>
            </a:xfrm>
          </p:grpSpPr>
          <p:grpSp>
            <p:nvGrpSpPr>
              <p:cNvPr id="725148" name="Group 156"/>
              <p:cNvGrpSpPr>
                <a:grpSpLocks/>
              </p:cNvGrpSpPr>
              <p:nvPr/>
            </p:nvGrpSpPr>
            <p:grpSpPr bwMode="auto">
              <a:xfrm>
                <a:off x="2655" y="952"/>
                <a:ext cx="91" cy="52"/>
                <a:chOff x="2780" y="1401"/>
                <a:chExt cx="114" cy="66"/>
              </a:xfrm>
            </p:grpSpPr>
            <p:sp>
              <p:nvSpPr>
                <p:cNvPr id="725149" name="Arc 157"/>
                <p:cNvSpPr>
                  <a:spLocks/>
                </p:cNvSpPr>
                <p:nvPr/>
              </p:nvSpPr>
              <p:spPr bwMode="auto">
                <a:xfrm>
                  <a:off x="2780" y="1401"/>
                  <a:ext cx="60" cy="66"/>
                </a:xfrm>
                <a:custGeom>
                  <a:avLst/>
                  <a:gdLst>
                    <a:gd name="G0" fmla="+- 21600 0 0"/>
                    <a:gd name="G1" fmla="+- 21597 0 0"/>
                    <a:gd name="G2" fmla="+- 21600 0 0"/>
                    <a:gd name="T0" fmla="*/ 0 w 21600"/>
                    <a:gd name="T1" fmla="*/ 21597 h 21597"/>
                    <a:gd name="T2" fmla="*/ 21237 w 21600"/>
                    <a:gd name="T3" fmla="*/ 0 h 21597"/>
                    <a:gd name="T4" fmla="*/ 21600 w 21600"/>
                    <a:gd name="T5" fmla="*/ 21597 h 21597"/>
                  </a:gdLst>
                  <a:ahLst/>
                  <a:cxnLst>
                    <a:cxn ang="0">
                      <a:pos x="T0" y="T1"/>
                    </a:cxn>
                    <a:cxn ang="0">
                      <a:pos x="T2" y="T3"/>
                    </a:cxn>
                    <a:cxn ang="0">
                      <a:pos x="T4" y="T5"/>
                    </a:cxn>
                  </a:cxnLst>
                  <a:rect l="0" t="0" r="r" b="b"/>
                  <a:pathLst>
                    <a:path w="21600" h="21597" fill="none" extrusionOk="0">
                      <a:moveTo>
                        <a:pt x="0" y="21597"/>
                      </a:moveTo>
                      <a:cubicBezTo>
                        <a:pt x="0" y="9809"/>
                        <a:pt x="9450" y="198"/>
                        <a:pt x="21237" y="0"/>
                      </a:cubicBezTo>
                    </a:path>
                    <a:path w="21600" h="21597" stroke="0" extrusionOk="0">
                      <a:moveTo>
                        <a:pt x="0" y="21597"/>
                      </a:moveTo>
                      <a:cubicBezTo>
                        <a:pt x="0" y="9809"/>
                        <a:pt x="9450" y="198"/>
                        <a:pt x="21237" y="0"/>
                      </a:cubicBezTo>
                      <a:lnTo>
                        <a:pt x="21600" y="21597"/>
                      </a:lnTo>
                      <a:close/>
                    </a:path>
                  </a:pathLst>
                </a:custGeom>
                <a:noFill/>
                <a:ln w="25400" cap="rnd">
                  <a:solidFill>
                    <a:srgbClr val="4E9C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25150" name="Arc 158"/>
                <p:cNvSpPr>
                  <a:spLocks/>
                </p:cNvSpPr>
                <p:nvPr/>
              </p:nvSpPr>
              <p:spPr bwMode="auto">
                <a:xfrm>
                  <a:off x="2834" y="1401"/>
                  <a:ext cx="60" cy="66"/>
                </a:xfrm>
                <a:custGeom>
                  <a:avLst/>
                  <a:gdLst>
                    <a:gd name="G0" fmla="+- 363 0 0"/>
                    <a:gd name="G1" fmla="+- 21600 0 0"/>
                    <a:gd name="G2" fmla="+- 21600 0 0"/>
                    <a:gd name="T0" fmla="*/ 0 w 21963"/>
                    <a:gd name="T1" fmla="*/ 3 h 21600"/>
                    <a:gd name="T2" fmla="*/ 21963 w 21963"/>
                    <a:gd name="T3" fmla="*/ 21600 h 21600"/>
                    <a:gd name="T4" fmla="*/ 363 w 21963"/>
                    <a:gd name="T5" fmla="*/ 21600 h 21600"/>
                  </a:gdLst>
                  <a:ahLst/>
                  <a:cxnLst>
                    <a:cxn ang="0">
                      <a:pos x="T0" y="T1"/>
                    </a:cxn>
                    <a:cxn ang="0">
                      <a:pos x="T2" y="T3"/>
                    </a:cxn>
                    <a:cxn ang="0">
                      <a:pos x="T4" y="T5"/>
                    </a:cxn>
                  </a:cxnLst>
                  <a:rect l="0" t="0" r="r" b="b"/>
                  <a:pathLst>
                    <a:path w="21963" h="21600" fill="none" extrusionOk="0">
                      <a:moveTo>
                        <a:pt x="0" y="3"/>
                      </a:moveTo>
                      <a:cubicBezTo>
                        <a:pt x="120" y="1"/>
                        <a:pt x="241" y="0"/>
                        <a:pt x="363" y="0"/>
                      </a:cubicBezTo>
                      <a:cubicBezTo>
                        <a:pt x="12292" y="0"/>
                        <a:pt x="21963" y="9670"/>
                        <a:pt x="21963" y="21600"/>
                      </a:cubicBezTo>
                    </a:path>
                    <a:path w="21963" h="21600" stroke="0" extrusionOk="0">
                      <a:moveTo>
                        <a:pt x="0" y="3"/>
                      </a:moveTo>
                      <a:cubicBezTo>
                        <a:pt x="120" y="1"/>
                        <a:pt x="241" y="0"/>
                        <a:pt x="363" y="0"/>
                      </a:cubicBezTo>
                      <a:cubicBezTo>
                        <a:pt x="12292" y="0"/>
                        <a:pt x="21963" y="9670"/>
                        <a:pt x="21963" y="21600"/>
                      </a:cubicBezTo>
                      <a:lnTo>
                        <a:pt x="363" y="21600"/>
                      </a:lnTo>
                      <a:close/>
                    </a:path>
                  </a:pathLst>
                </a:custGeom>
                <a:noFill/>
                <a:ln w="25400" cap="rnd">
                  <a:solidFill>
                    <a:srgbClr val="4E9C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725151" name="Group 159"/>
              <p:cNvGrpSpPr>
                <a:grpSpLocks/>
              </p:cNvGrpSpPr>
              <p:nvPr/>
            </p:nvGrpSpPr>
            <p:grpSpPr bwMode="auto">
              <a:xfrm>
                <a:off x="2746" y="953"/>
                <a:ext cx="91" cy="52"/>
                <a:chOff x="2780" y="1401"/>
                <a:chExt cx="114" cy="66"/>
              </a:xfrm>
            </p:grpSpPr>
            <p:sp>
              <p:nvSpPr>
                <p:cNvPr id="725152" name="Arc 160"/>
                <p:cNvSpPr>
                  <a:spLocks/>
                </p:cNvSpPr>
                <p:nvPr/>
              </p:nvSpPr>
              <p:spPr bwMode="auto">
                <a:xfrm>
                  <a:off x="2780" y="1401"/>
                  <a:ext cx="60" cy="66"/>
                </a:xfrm>
                <a:custGeom>
                  <a:avLst/>
                  <a:gdLst>
                    <a:gd name="G0" fmla="+- 21600 0 0"/>
                    <a:gd name="G1" fmla="+- 21597 0 0"/>
                    <a:gd name="G2" fmla="+- 21600 0 0"/>
                    <a:gd name="T0" fmla="*/ 0 w 21600"/>
                    <a:gd name="T1" fmla="*/ 21597 h 21597"/>
                    <a:gd name="T2" fmla="*/ 21237 w 21600"/>
                    <a:gd name="T3" fmla="*/ 0 h 21597"/>
                    <a:gd name="T4" fmla="*/ 21600 w 21600"/>
                    <a:gd name="T5" fmla="*/ 21597 h 21597"/>
                  </a:gdLst>
                  <a:ahLst/>
                  <a:cxnLst>
                    <a:cxn ang="0">
                      <a:pos x="T0" y="T1"/>
                    </a:cxn>
                    <a:cxn ang="0">
                      <a:pos x="T2" y="T3"/>
                    </a:cxn>
                    <a:cxn ang="0">
                      <a:pos x="T4" y="T5"/>
                    </a:cxn>
                  </a:cxnLst>
                  <a:rect l="0" t="0" r="r" b="b"/>
                  <a:pathLst>
                    <a:path w="21600" h="21597" fill="none" extrusionOk="0">
                      <a:moveTo>
                        <a:pt x="0" y="21597"/>
                      </a:moveTo>
                      <a:cubicBezTo>
                        <a:pt x="0" y="9809"/>
                        <a:pt x="9450" y="198"/>
                        <a:pt x="21237" y="0"/>
                      </a:cubicBezTo>
                    </a:path>
                    <a:path w="21600" h="21597" stroke="0" extrusionOk="0">
                      <a:moveTo>
                        <a:pt x="0" y="21597"/>
                      </a:moveTo>
                      <a:cubicBezTo>
                        <a:pt x="0" y="9809"/>
                        <a:pt x="9450" y="198"/>
                        <a:pt x="21237" y="0"/>
                      </a:cubicBezTo>
                      <a:lnTo>
                        <a:pt x="21600" y="21597"/>
                      </a:lnTo>
                      <a:close/>
                    </a:path>
                  </a:pathLst>
                </a:custGeom>
                <a:noFill/>
                <a:ln w="25400" cap="rnd">
                  <a:solidFill>
                    <a:srgbClr val="4E9C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25153" name="Arc 161"/>
                <p:cNvSpPr>
                  <a:spLocks/>
                </p:cNvSpPr>
                <p:nvPr/>
              </p:nvSpPr>
              <p:spPr bwMode="auto">
                <a:xfrm>
                  <a:off x="2834" y="1401"/>
                  <a:ext cx="60" cy="66"/>
                </a:xfrm>
                <a:custGeom>
                  <a:avLst/>
                  <a:gdLst>
                    <a:gd name="G0" fmla="+- 363 0 0"/>
                    <a:gd name="G1" fmla="+- 21600 0 0"/>
                    <a:gd name="G2" fmla="+- 21600 0 0"/>
                    <a:gd name="T0" fmla="*/ 0 w 21963"/>
                    <a:gd name="T1" fmla="*/ 3 h 21600"/>
                    <a:gd name="T2" fmla="*/ 21963 w 21963"/>
                    <a:gd name="T3" fmla="*/ 21600 h 21600"/>
                    <a:gd name="T4" fmla="*/ 363 w 21963"/>
                    <a:gd name="T5" fmla="*/ 21600 h 21600"/>
                  </a:gdLst>
                  <a:ahLst/>
                  <a:cxnLst>
                    <a:cxn ang="0">
                      <a:pos x="T0" y="T1"/>
                    </a:cxn>
                    <a:cxn ang="0">
                      <a:pos x="T2" y="T3"/>
                    </a:cxn>
                    <a:cxn ang="0">
                      <a:pos x="T4" y="T5"/>
                    </a:cxn>
                  </a:cxnLst>
                  <a:rect l="0" t="0" r="r" b="b"/>
                  <a:pathLst>
                    <a:path w="21963" h="21600" fill="none" extrusionOk="0">
                      <a:moveTo>
                        <a:pt x="0" y="3"/>
                      </a:moveTo>
                      <a:cubicBezTo>
                        <a:pt x="120" y="1"/>
                        <a:pt x="241" y="0"/>
                        <a:pt x="363" y="0"/>
                      </a:cubicBezTo>
                      <a:cubicBezTo>
                        <a:pt x="12292" y="0"/>
                        <a:pt x="21963" y="9670"/>
                        <a:pt x="21963" y="21600"/>
                      </a:cubicBezTo>
                    </a:path>
                    <a:path w="21963" h="21600" stroke="0" extrusionOk="0">
                      <a:moveTo>
                        <a:pt x="0" y="3"/>
                      </a:moveTo>
                      <a:cubicBezTo>
                        <a:pt x="120" y="1"/>
                        <a:pt x="241" y="0"/>
                        <a:pt x="363" y="0"/>
                      </a:cubicBezTo>
                      <a:cubicBezTo>
                        <a:pt x="12292" y="0"/>
                        <a:pt x="21963" y="9670"/>
                        <a:pt x="21963" y="21600"/>
                      </a:cubicBezTo>
                      <a:lnTo>
                        <a:pt x="363" y="21600"/>
                      </a:lnTo>
                      <a:close/>
                    </a:path>
                  </a:pathLst>
                </a:custGeom>
                <a:noFill/>
                <a:ln w="25400" cap="rnd">
                  <a:solidFill>
                    <a:srgbClr val="4E9C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725154" name="Group 162"/>
              <p:cNvGrpSpPr>
                <a:grpSpLocks/>
              </p:cNvGrpSpPr>
              <p:nvPr/>
            </p:nvGrpSpPr>
            <p:grpSpPr bwMode="auto">
              <a:xfrm>
                <a:off x="2838" y="954"/>
                <a:ext cx="91" cy="52"/>
                <a:chOff x="2780" y="1401"/>
                <a:chExt cx="114" cy="66"/>
              </a:xfrm>
            </p:grpSpPr>
            <p:sp>
              <p:nvSpPr>
                <p:cNvPr id="725155" name="Arc 163"/>
                <p:cNvSpPr>
                  <a:spLocks/>
                </p:cNvSpPr>
                <p:nvPr/>
              </p:nvSpPr>
              <p:spPr bwMode="auto">
                <a:xfrm>
                  <a:off x="2780" y="1401"/>
                  <a:ext cx="60" cy="66"/>
                </a:xfrm>
                <a:custGeom>
                  <a:avLst/>
                  <a:gdLst>
                    <a:gd name="G0" fmla="+- 21600 0 0"/>
                    <a:gd name="G1" fmla="+- 21597 0 0"/>
                    <a:gd name="G2" fmla="+- 21600 0 0"/>
                    <a:gd name="T0" fmla="*/ 0 w 21600"/>
                    <a:gd name="T1" fmla="*/ 21597 h 21597"/>
                    <a:gd name="T2" fmla="*/ 21237 w 21600"/>
                    <a:gd name="T3" fmla="*/ 0 h 21597"/>
                    <a:gd name="T4" fmla="*/ 21600 w 21600"/>
                    <a:gd name="T5" fmla="*/ 21597 h 21597"/>
                  </a:gdLst>
                  <a:ahLst/>
                  <a:cxnLst>
                    <a:cxn ang="0">
                      <a:pos x="T0" y="T1"/>
                    </a:cxn>
                    <a:cxn ang="0">
                      <a:pos x="T2" y="T3"/>
                    </a:cxn>
                    <a:cxn ang="0">
                      <a:pos x="T4" y="T5"/>
                    </a:cxn>
                  </a:cxnLst>
                  <a:rect l="0" t="0" r="r" b="b"/>
                  <a:pathLst>
                    <a:path w="21600" h="21597" fill="none" extrusionOk="0">
                      <a:moveTo>
                        <a:pt x="0" y="21597"/>
                      </a:moveTo>
                      <a:cubicBezTo>
                        <a:pt x="0" y="9809"/>
                        <a:pt x="9450" y="198"/>
                        <a:pt x="21237" y="0"/>
                      </a:cubicBezTo>
                    </a:path>
                    <a:path w="21600" h="21597" stroke="0" extrusionOk="0">
                      <a:moveTo>
                        <a:pt x="0" y="21597"/>
                      </a:moveTo>
                      <a:cubicBezTo>
                        <a:pt x="0" y="9809"/>
                        <a:pt x="9450" y="198"/>
                        <a:pt x="21237" y="0"/>
                      </a:cubicBezTo>
                      <a:lnTo>
                        <a:pt x="21600" y="21597"/>
                      </a:lnTo>
                      <a:close/>
                    </a:path>
                  </a:pathLst>
                </a:custGeom>
                <a:noFill/>
                <a:ln w="25400" cap="rnd">
                  <a:solidFill>
                    <a:srgbClr val="4E9C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25156" name="Arc 164"/>
                <p:cNvSpPr>
                  <a:spLocks/>
                </p:cNvSpPr>
                <p:nvPr/>
              </p:nvSpPr>
              <p:spPr bwMode="auto">
                <a:xfrm>
                  <a:off x="2834" y="1401"/>
                  <a:ext cx="60" cy="66"/>
                </a:xfrm>
                <a:custGeom>
                  <a:avLst/>
                  <a:gdLst>
                    <a:gd name="G0" fmla="+- 363 0 0"/>
                    <a:gd name="G1" fmla="+- 21600 0 0"/>
                    <a:gd name="G2" fmla="+- 21600 0 0"/>
                    <a:gd name="T0" fmla="*/ 0 w 21963"/>
                    <a:gd name="T1" fmla="*/ 3 h 21600"/>
                    <a:gd name="T2" fmla="*/ 21963 w 21963"/>
                    <a:gd name="T3" fmla="*/ 21600 h 21600"/>
                    <a:gd name="T4" fmla="*/ 363 w 21963"/>
                    <a:gd name="T5" fmla="*/ 21600 h 21600"/>
                  </a:gdLst>
                  <a:ahLst/>
                  <a:cxnLst>
                    <a:cxn ang="0">
                      <a:pos x="T0" y="T1"/>
                    </a:cxn>
                    <a:cxn ang="0">
                      <a:pos x="T2" y="T3"/>
                    </a:cxn>
                    <a:cxn ang="0">
                      <a:pos x="T4" y="T5"/>
                    </a:cxn>
                  </a:cxnLst>
                  <a:rect l="0" t="0" r="r" b="b"/>
                  <a:pathLst>
                    <a:path w="21963" h="21600" fill="none" extrusionOk="0">
                      <a:moveTo>
                        <a:pt x="0" y="3"/>
                      </a:moveTo>
                      <a:cubicBezTo>
                        <a:pt x="120" y="1"/>
                        <a:pt x="241" y="0"/>
                        <a:pt x="363" y="0"/>
                      </a:cubicBezTo>
                      <a:cubicBezTo>
                        <a:pt x="12292" y="0"/>
                        <a:pt x="21963" y="9670"/>
                        <a:pt x="21963" y="21600"/>
                      </a:cubicBezTo>
                    </a:path>
                    <a:path w="21963" h="21600" stroke="0" extrusionOk="0">
                      <a:moveTo>
                        <a:pt x="0" y="3"/>
                      </a:moveTo>
                      <a:cubicBezTo>
                        <a:pt x="120" y="1"/>
                        <a:pt x="241" y="0"/>
                        <a:pt x="363" y="0"/>
                      </a:cubicBezTo>
                      <a:cubicBezTo>
                        <a:pt x="12292" y="0"/>
                        <a:pt x="21963" y="9670"/>
                        <a:pt x="21963" y="21600"/>
                      </a:cubicBezTo>
                      <a:lnTo>
                        <a:pt x="363" y="21600"/>
                      </a:lnTo>
                      <a:close/>
                    </a:path>
                  </a:pathLst>
                </a:custGeom>
                <a:noFill/>
                <a:ln w="25400" cap="rnd">
                  <a:solidFill>
                    <a:srgbClr val="4E9C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725157" name="Group 165"/>
              <p:cNvGrpSpPr>
                <a:grpSpLocks/>
              </p:cNvGrpSpPr>
              <p:nvPr/>
            </p:nvGrpSpPr>
            <p:grpSpPr bwMode="auto">
              <a:xfrm>
                <a:off x="2929" y="954"/>
                <a:ext cx="91" cy="52"/>
                <a:chOff x="2780" y="1401"/>
                <a:chExt cx="114" cy="66"/>
              </a:xfrm>
            </p:grpSpPr>
            <p:sp>
              <p:nvSpPr>
                <p:cNvPr id="725158" name="Arc 166"/>
                <p:cNvSpPr>
                  <a:spLocks/>
                </p:cNvSpPr>
                <p:nvPr/>
              </p:nvSpPr>
              <p:spPr bwMode="auto">
                <a:xfrm>
                  <a:off x="2780" y="1401"/>
                  <a:ext cx="60" cy="66"/>
                </a:xfrm>
                <a:custGeom>
                  <a:avLst/>
                  <a:gdLst>
                    <a:gd name="G0" fmla="+- 21600 0 0"/>
                    <a:gd name="G1" fmla="+- 21597 0 0"/>
                    <a:gd name="G2" fmla="+- 21600 0 0"/>
                    <a:gd name="T0" fmla="*/ 0 w 21600"/>
                    <a:gd name="T1" fmla="*/ 21597 h 21597"/>
                    <a:gd name="T2" fmla="*/ 21237 w 21600"/>
                    <a:gd name="T3" fmla="*/ 0 h 21597"/>
                    <a:gd name="T4" fmla="*/ 21600 w 21600"/>
                    <a:gd name="T5" fmla="*/ 21597 h 21597"/>
                  </a:gdLst>
                  <a:ahLst/>
                  <a:cxnLst>
                    <a:cxn ang="0">
                      <a:pos x="T0" y="T1"/>
                    </a:cxn>
                    <a:cxn ang="0">
                      <a:pos x="T2" y="T3"/>
                    </a:cxn>
                    <a:cxn ang="0">
                      <a:pos x="T4" y="T5"/>
                    </a:cxn>
                  </a:cxnLst>
                  <a:rect l="0" t="0" r="r" b="b"/>
                  <a:pathLst>
                    <a:path w="21600" h="21597" fill="none" extrusionOk="0">
                      <a:moveTo>
                        <a:pt x="0" y="21597"/>
                      </a:moveTo>
                      <a:cubicBezTo>
                        <a:pt x="0" y="9809"/>
                        <a:pt x="9450" y="198"/>
                        <a:pt x="21237" y="0"/>
                      </a:cubicBezTo>
                    </a:path>
                    <a:path w="21600" h="21597" stroke="0" extrusionOk="0">
                      <a:moveTo>
                        <a:pt x="0" y="21597"/>
                      </a:moveTo>
                      <a:cubicBezTo>
                        <a:pt x="0" y="9809"/>
                        <a:pt x="9450" y="198"/>
                        <a:pt x="21237" y="0"/>
                      </a:cubicBezTo>
                      <a:lnTo>
                        <a:pt x="21600" y="21597"/>
                      </a:lnTo>
                      <a:close/>
                    </a:path>
                  </a:pathLst>
                </a:custGeom>
                <a:noFill/>
                <a:ln w="25400" cap="rnd">
                  <a:solidFill>
                    <a:srgbClr val="4E9C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25159" name="Arc 167"/>
                <p:cNvSpPr>
                  <a:spLocks/>
                </p:cNvSpPr>
                <p:nvPr/>
              </p:nvSpPr>
              <p:spPr bwMode="auto">
                <a:xfrm>
                  <a:off x="2834" y="1401"/>
                  <a:ext cx="60" cy="66"/>
                </a:xfrm>
                <a:custGeom>
                  <a:avLst/>
                  <a:gdLst>
                    <a:gd name="G0" fmla="+- 363 0 0"/>
                    <a:gd name="G1" fmla="+- 21600 0 0"/>
                    <a:gd name="G2" fmla="+- 21600 0 0"/>
                    <a:gd name="T0" fmla="*/ 0 w 21963"/>
                    <a:gd name="T1" fmla="*/ 3 h 21600"/>
                    <a:gd name="T2" fmla="*/ 21963 w 21963"/>
                    <a:gd name="T3" fmla="*/ 21600 h 21600"/>
                    <a:gd name="T4" fmla="*/ 363 w 21963"/>
                    <a:gd name="T5" fmla="*/ 21600 h 21600"/>
                  </a:gdLst>
                  <a:ahLst/>
                  <a:cxnLst>
                    <a:cxn ang="0">
                      <a:pos x="T0" y="T1"/>
                    </a:cxn>
                    <a:cxn ang="0">
                      <a:pos x="T2" y="T3"/>
                    </a:cxn>
                    <a:cxn ang="0">
                      <a:pos x="T4" y="T5"/>
                    </a:cxn>
                  </a:cxnLst>
                  <a:rect l="0" t="0" r="r" b="b"/>
                  <a:pathLst>
                    <a:path w="21963" h="21600" fill="none" extrusionOk="0">
                      <a:moveTo>
                        <a:pt x="0" y="3"/>
                      </a:moveTo>
                      <a:cubicBezTo>
                        <a:pt x="120" y="1"/>
                        <a:pt x="241" y="0"/>
                        <a:pt x="363" y="0"/>
                      </a:cubicBezTo>
                      <a:cubicBezTo>
                        <a:pt x="12292" y="0"/>
                        <a:pt x="21963" y="9670"/>
                        <a:pt x="21963" y="21600"/>
                      </a:cubicBezTo>
                    </a:path>
                    <a:path w="21963" h="21600" stroke="0" extrusionOk="0">
                      <a:moveTo>
                        <a:pt x="0" y="3"/>
                      </a:moveTo>
                      <a:cubicBezTo>
                        <a:pt x="120" y="1"/>
                        <a:pt x="241" y="0"/>
                        <a:pt x="363" y="0"/>
                      </a:cubicBezTo>
                      <a:cubicBezTo>
                        <a:pt x="12292" y="0"/>
                        <a:pt x="21963" y="9670"/>
                        <a:pt x="21963" y="21600"/>
                      </a:cubicBezTo>
                      <a:lnTo>
                        <a:pt x="363" y="21600"/>
                      </a:lnTo>
                      <a:close/>
                    </a:path>
                  </a:pathLst>
                </a:custGeom>
                <a:noFill/>
                <a:ln w="25400" cap="rnd">
                  <a:solidFill>
                    <a:srgbClr val="4E9C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725160" name="Group 168"/>
              <p:cNvGrpSpPr>
                <a:grpSpLocks/>
              </p:cNvGrpSpPr>
              <p:nvPr/>
            </p:nvGrpSpPr>
            <p:grpSpPr bwMode="auto">
              <a:xfrm>
                <a:off x="3022" y="954"/>
                <a:ext cx="91" cy="52"/>
                <a:chOff x="2780" y="1401"/>
                <a:chExt cx="114" cy="66"/>
              </a:xfrm>
            </p:grpSpPr>
            <p:sp>
              <p:nvSpPr>
                <p:cNvPr id="725161" name="Arc 169"/>
                <p:cNvSpPr>
                  <a:spLocks/>
                </p:cNvSpPr>
                <p:nvPr/>
              </p:nvSpPr>
              <p:spPr bwMode="auto">
                <a:xfrm>
                  <a:off x="2780" y="1401"/>
                  <a:ext cx="60" cy="66"/>
                </a:xfrm>
                <a:custGeom>
                  <a:avLst/>
                  <a:gdLst>
                    <a:gd name="G0" fmla="+- 21600 0 0"/>
                    <a:gd name="G1" fmla="+- 21597 0 0"/>
                    <a:gd name="G2" fmla="+- 21600 0 0"/>
                    <a:gd name="T0" fmla="*/ 0 w 21600"/>
                    <a:gd name="T1" fmla="*/ 21597 h 21597"/>
                    <a:gd name="T2" fmla="*/ 21237 w 21600"/>
                    <a:gd name="T3" fmla="*/ 0 h 21597"/>
                    <a:gd name="T4" fmla="*/ 21600 w 21600"/>
                    <a:gd name="T5" fmla="*/ 21597 h 21597"/>
                  </a:gdLst>
                  <a:ahLst/>
                  <a:cxnLst>
                    <a:cxn ang="0">
                      <a:pos x="T0" y="T1"/>
                    </a:cxn>
                    <a:cxn ang="0">
                      <a:pos x="T2" y="T3"/>
                    </a:cxn>
                    <a:cxn ang="0">
                      <a:pos x="T4" y="T5"/>
                    </a:cxn>
                  </a:cxnLst>
                  <a:rect l="0" t="0" r="r" b="b"/>
                  <a:pathLst>
                    <a:path w="21600" h="21597" fill="none" extrusionOk="0">
                      <a:moveTo>
                        <a:pt x="0" y="21597"/>
                      </a:moveTo>
                      <a:cubicBezTo>
                        <a:pt x="0" y="9809"/>
                        <a:pt x="9450" y="198"/>
                        <a:pt x="21237" y="0"/>
                      </a:cubicBezTo>
                    </a:path>
                    <a:path w="21600" h="21597" stroke="0" extrusionOk="0">
                      <a:moveTo>
                        <a:pt x="0" y="21597"/>
                      </a:moveTo>
                      <a:cubicBezTo>
                        <a:pt x="0" y="9809"/>
                        <a:pt x="9450" y="198"/>
                        <a:pt x="21237" y="0"/>
                      </a:cubicBezTo>
                      <a:lnTo>
                        <a:pt x="21600" y="21597"/>
                      </a:lnTo>
                      <a:close/>
                    </a:path>
                  </a:pathLst>
                </a:custGeom>
                <a:noFill/>
                <a:ln w="25400" cap="rnd">
                  <a:solidFill>
                    <a:srgbClr val="4E9C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25162" name="Arc 170"/>
                <p:cNvSpPr>
                  <a:spLocks/>
                </p:cNvSpPr>
                <p:nvPr/>
              </p:nvSpPr>
              <p:spPr bwMode="auto">
                <a:xfrm>
                  <a:off x="2834" y="1401"/>
                  <a:ext cx="60" cy="66"/>
                </a:xfrm>
                <a:custGeom>
                  <a:avLst/>
                  <a:gdLst>
                    <a:gd name="G0" fmla="+- 363 0 0"/>
                    <a:gd name="G1" fmla="+- 21600 0 0"/>
                    <a:gd name="G2" fmla="+- 21600 0 0"/>
                    <a:gd name="T0" fmla="*/ 0 w 21963"/>
                    <a:gd name="T1" fmla="*/ 3 h 21600"/>
                    <a:gd name="T2" fmla="*/ 21963 w 21963"/>
                    <a:gd name="T3" fmla="*/ 21600 h 21600"/>
                    <a:gd name="T4" fmla="*/ 363 w 21963"/>
                    <a:gd name="T5" fmla="*/ 21600 h 21600"/>
                  </a:gdLst>
                  <a:ahLst/>
                  <a:cxnLst>
                    <a:cxn ang="0">
                      <a:pos x="T0" y="T1"/>
                    </a:cxn>
                    <a:cxn ang="0">
                      <a:pos x="T2" y="T3"/>
                    </a:cxn>
                    <a:cxn ang="0">
                      <a:pos x="T4" y="T5"/>
                    </a:cxn>
                  </a:cxnLst>
                  <a:rect l="0" t="0" r="r" b="b"/>
                  <a:pathLst>
                    <a:path w="21963" h="21600" fill="none" extrusionOk="0">
                      <a:moveTo>
                        <a:pt x="0" y="3"/>
                      </a:moveTo>
                      <a:cubicBezTo>
                        <a:pt x="120" y="1"/>
                        <a:pt x="241" y="0"/>
                        <a:pt x="363" y="0"/>
                      </a:cubicBezTo>
                      <a:cubicBezTo>
                        <a:pt x="12292" y="0"/>
                        <a:pt x="21963" y="9670"/>
                        <a:pt x="21963" y="21600"/>
                      </a:cubicBezTo>
                    </a:path>
                    <a:path w="21963" h="21600" stroke="0" extrusionOk="0">
                      <a:moveTo>
                        <a:pt x="0" y="3"/>
                      </a:moveTo>
                      <a:cubicBezTo>
                        <a:pt x="120" y="1"/>
                        <a:pt x="241" y="0"/>
                        <a:pt x="363" y="0"/>
                      </a:cubicBezTo>
                      <a:cubicBezTo>
                        <a:pt x="12292" y="0"/>
                        <a:pt x="21963" y="9670"/>
                        <a:pt x="21963" y="21600"/>
                      </a:cubicBezTo>
                      <a:lnTo>
                        <a:pt x="363" y="21600"/>
                      </a:lnTo>
                      <a:close/>
                    </a:path>
                  </a:pathLst>
                </a:custGeom>
                <a:noFill/>
                <a:ln w="25400" cap="rnd">
                  <a:solidFill>
                    <a:srgbClr val="4E9C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grpSp>
          <p:nvGrpSpPr>
            <p:cNvPr id="725163" name="Group 171"/>
            <p:cNvGrpSpPr>
              <a:grpSpLocks/>
            </p:cNvGrpSpPr>
            <p:nvPr/>
          </p:nvGrpSpPr>
          <p:grpSpPr bwMode="auto">
            <a:xfrm>
              <a:off x="4254" y="873"/>
              <a:ext cx="203" cy="138"/>
              <a:chOff x="1349" y="1107"/>
              <a:chExt cx="655" cy="445"/>
            </a:xfrm>
          </p:grpSpPr>
          <p:sp>
            <p:nvSpPr>
              <p:cNvPr id="725164" name="Arc 172"/>
              <p:cNvSpPr>
                <a:spLocks/>
              </p:cNvSpPr>
              <p:nvPr/>
            </p:nvSpPr>
            <p:spPr bwMode="auto">
              <a:xfrm>
                <a:off x="1349" y="1107"/>
                <a:ext cx="174" cy="141"/>
              </a:xfrm>
              <a:custGeom>
                <a:avLst/>
                <a:gdLst>
                  <a:gd name="G0" fmla="+- 21597 0 0"/>
                  <a:gd name="G1" fmla="+- 21598 0 0"/>
                  <a:gd name="G2" fmla="+- 21600 0 0"/>
                  <a:gd name="T0" fmla="*/ 0 w 21597"/>
                  <a:gd name="T1" fmla="*/ 21216 h 21598"/>
                  <a:gd name="T2" fmla="*/ 21287 w 21597"/>
                  <a:gd name="T3" fmla="*/ 0 h 21598"/>
                  <a:gd name="T4" fmla="*/ 21597 w 21597"/>
                  <a:gd name="T5" fmla="*/ 21598 h 21598"/>
                </a:gdLst>
                <a:ahLst/>
                <a:cxnLst>
                  <a:cxn ang="0">
                    <a:pos x="T0" y="T1"/>
                  </a:cxn>
                  <a:cxn ang="0">
                    <a:pos x="T2" y="T3"/>
                  </a:cxn>
                  <a:cxn ang="0">
                    <a:pos x="T4" y="T5"/>
                  </a:cxn>
                </a:cxnLst>
                <a:rect l="0" t="0" r="r" b="b"/>
                <a:pathLst>
                  <a:path w="21597" h="21598" fill="none" extrusionOk="0">
                    <a:moveTo>
                      <a:pt x="0" y="21216"/>
                    </a:moveTo>
                    <a:cubicBezTo>
                      <a:pt x="206" y="9557"/>
                      <a:pt x="9628" y="167"/>
                      <a:pt x="21287" y="0"/>
                    </a:cubicBezTo>
                  </a:path>
                  <a:path w="21597" h="21598" stroke="0" extrusionOk="0">
                    <a:moveTo>
                      <a:pt x="0" y="21216"/>
                    </a:moveTo>
                    <a:cubicBezTo>
                      <a:pt x="206" y="9557"/>
                      <a:pt x="9628" y="167"/>
                      <a:pt x="21287" y="0"/>
                    </a:cubicBezTo>
                    <a:lnTo>
                      <a:pt x="21597" y="21598"/>
                    </a:lnTo>
                    <a:close/>
                  </a:path>
                </a:pathLst>
              </a:custGeom>
              <a:noFill/>
              <a:ln w="25400" cap="rnd">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25165" name="Arc 173"/>
              <p:cNvSpPr>
                <a:spLocks/>
              </p:cNvSpPr>
              <p:nvPr/>
            </p:nvSpPr>
            <p:spPr bwMode="auto">
              <a:xfrm>
                <a:off x="1497" y="1107"/>
                <a:ext cx="180" cy="144"/>
              </a:xfrm>
              <a:custGeom>
                <a:avLst/>
                <a:gdLst>
                  <a:gd name="G0" fmla="+- 306 0 0"/>
                  <a:gd name="G1" fmla="+- 21600 0 0"/>
                  <a:gd name="G2" fmla="+- 21600 0 0"/>
                  <a:gd name="T0" fmla="*/ 0 w 21903"/>
                  <a:gd name="T1" fmla="*/ 2 h 21600"/>
                  <a:gd name="T2" fmla="*/ 21903 w 21903"/>
                  <a:gd name="T3" fmla="*/ 21218 h 21600"/>
                  <a:gd name="T4" fmla="*/ 306 w 21903"/>
                  <a:gd name="T5" fmla="*/ 21600 h 21600"/>
                </a:gdLst>
                <a:ahLst/>
                <a:cxnLst>
                  <a:cxn ang="0">
                    <a:pos x="T0" y="T1"/>
                  </a:cxn>
                  <a:cxn ang="0">
                    <a:pos x="T2" y="T3"/>
                  </a:cxn>
                  <a:cxn ang="0">
                    <a:pos x="T4" y="T5"/>
                  </a:cxn>
                </a:cxnLst>
                <a:rect l="0" t="0" r="r" b="b"/>
                <a:pathLst>
                  <a:path w="21903" h="21600" fill="none" extrusionOk="0">
                    <a:moveTo>
                      <a:pt x="0" y="2"/>
                    </a:moveTo>
                    <a:cubicBezTo>
                      <a:pt x="101" y="0"/>
                      <a:pt x="203" y="0"/>
                      <a:pt x="306" y="0"/>
                    </a:cubicBezTo>
                    <a:cubicBezTo>
                      <a:pt x="12086" y="0"/>
                      <a:pt x="21694" y="9439"/>
                      <a:pt x="21902" y="21218"/>
                    </a:cubicBezTo>
                  </a:path>
                  <a:path w="21903" h="21600" stroke="0" extrusionOk="0">
                    <a:moveTo>
                      <a:pt x="0" y="2"/>
                    </a:moveTo>
                    <a:cubicBezTo>
                      <a:pt x="101" y="0"/>
                      <a:pt x="203" y="0"/>
                      <a:pt x="306" y="0"/>
                    </a:cubicBezTo>
                    <a:cubicBezTo>
                      <a:pt x="12086" y="0"/>
                      <a:pt x="21694" y="9439"/>
                      <a:pt x="21902" y="21218"/>
                    </a:cubicBezTo>
                    <a:lnTo>
                      <a:pt x="306" y="21600"/>
                    </a:lnTo>
                    <a:close/>
                  </a:path>
                </a:pathLst>
              </a:custGeom>
              <a:noFill/>
              <a:ln w="25400" cap="rnd">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25166" name="Line 174"/>
              <p:cNvSpPr>
                <a:spLocks noChangeShapeType="1"/>
              </p:cNvSpPr>
              <p:nvPr/>
            </p:nvSpPr>
            <p:spPr bwMode="auto">
              <a:xfrm>
                <a:off x="1678" y="1250"/>
                <a:ext cx="0" cy="136"/>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25167" name="Line 175"/>
              <p:cNvSpPr>
                <a:spLocks noChangeShapeType="1"/>
              </p:cNvSpPr>
              <p:nvPr/>
            </p:nvSpPr>
            <p:spPr bwMode="auto">
              <a:xfrm>
                <a:off x="1350" y="1250"/>
                <a:ext cx="0" cy="301"/>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25168" name="Line 176"/>
              <p:cNvSpPr>
                <a:spLocks noChangeShapeType="1"/>
              </p:cNvSpPr>
              <p:nvPr/>
            </p:nvSpPr>
            <p:spPr bwMode="auto">
              <a:xfrm>
                <a:off x="2004" y="1251"/>
                <a:ext cx="0" cy="301"/>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25169" name="Arc 177"/>
              <p:cNvSpPr>
                <a:spLocks/>
              </p:cNvSpPr>
              <p:nvPr/>
            </p:nvSpPr>
            <p:spPr bwMode="auto">
              <a:xfrm>
                <a:off x="1676" y="1110"/>
                <a:ext cx="174" cy="141"/>
              </a:xfrm>
              <a:custGeom>
                <a:avLst/>
                <a:gdLst>
                  <a:gd name="G0" fmla="+- 21597 0 0"/>
                  <a:gd name="G1" fmla="+- 21598 0 0"/>
                  <a:gd name="G2" fmla="+- 21600 0 0"/>
                  <a:gd name="T0" fmla="*/ 0 w 21597"/>
                  <a:gd name="T1" fmla="*/ 21216 h 21598"/>
                  <a:gd name="T2" fmla="*/ 21287 w 21597"/>
                  <a:gd name="T3" fmla="*/ 0 h 21598"/>
                  <a:gd name="T4" fmla="*/ 21597 w 21597"/>
                  <a:gd name="T5" fmla="*/ 21598 h 21598"/>
                </a:gdLst>
                <a:ahLst/>
                <a:cxnLst>
                  <a:cxn ang="0">
                    <a:pos x="T0" y="T1"/>
                  </a:cxn>
                  <a:cxn ang="0">
                    <a:pos x="T2" y="T3"/>
                  </a:cxn>
                  <a:cxn ang="0">
                    <a:pos x="T4" y="T5"/>
                  </a:cxn>
                </a:cxnLst>
                <a:rect l="0" t="0" r="r" b="b"/>
                <a:pathLst>
                  <a:path w="21597" h="21598" fill="none" extrusionOk="0">
                    <a:moveTo>
                      <a:pt x="0" y="21216"/>
                    </a:moveTo>
                    <a:cubicBezTo>
                      <a:pt x="206" y="9557"/>
                      <a:pt x="9628" y="167"/>
                      <a:pt x="21287" y="0"/>
                    </a:cubicBezTo>
                  </a:path>
                  <a:path w="21597" h="21598" stroke="0" extrusionOk="0">
                    <a:moveTo>
                      <a:pt x="0" y="21216"/>
                    </a:moveTo>
                    <a:cubicBezTo>
                      <a:pt x="206" y="9557"/>
                      <a:pt x="9628" y="167"/>
                      <a:pt x="21287" y="0"/>
                    </a:cubicBezTo>
                    <a:lnTo>
                      <a:pt x="21597" y="21598"/>
                    </a:lnTo>
                    <a:close/>
                  </a:path>
                </a:pathLst>
              </a:custGeom>
              <a:noFill/>
              <a:ln w="25400" cap="rnd">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25170" name="Arc 178"/>
              <p:cNvSpPr>
                <a:spLocks/>
              </p:cNvSpPr>
              <p:nvPr/>
            </p:nvSpPr>
            <p:spPr bwMode="auto">
              <a:xfrm>
                <a:off x="1824" y="1110"/>
                <a:ext cx="180" cy="144"/>
              </a:xfrm>
              <a:custGeom>
                <a:avLst/>
                <a:gdLst>
                  <a:gd name="G0" fmla="+- 306 0 0"/>
                  <a:gd name="G1" fmla="+- 21600 0 0"/>
                  <a:gd name="G2" fmla="+- 21600 0 0"/>
                  <a:gd name="T0" fmla="*/ 0 w 21903"/>
                  <a:gd name="T1" fmla="*/ 2 h 21600"/>
                  <a:gd name="T2" fmla="*/ 21903 w 21903"/>
                  <a:gd name="T3" fmla="*/ 21218 h 21600"/>
                  <a:gd name="T4" fmla="*/ 306 w 21903"/>
                  <a:gd name="T5" fmla="*/ 21600 h 21600"/>
                </a:gdLst>
                <a:ahLst/>
                <a:cxnLst>
                  <a:cxn ang="0">
                    <a:pos x="T0" y="T1"/>
                  </a:cxn>
                  <a:cxn ang="0">
                    <a:pos x="T2" y="T3"/>
                  </a:cxn>
                  <a:cxn ang="0">
                    <a:pos x="T4" y="T5"/>
                  </a:cxn>
                </a:cxnLst>
                <a:rect l="0" t="0" r="r" b="b"/>
                <a:pathLst>
                  <a:path w="21903" h="21600" fill="none" extrusionOk="0">
                    <a:moveTo>
                      <a:pt x="0" y="2"/>
                    </a:moveTo>
                    <a:cubicBezTo>
                      <a:pt x="101" y="0"/>
                      <a:pt x="203" y="0"/>
                      <a:pt x="306" y="0"/>
                    </a:cubicBezTo>
                    <a:cubicBezTo>
                      <a:pt x="12086" y="0"/>
                      <a:pt x="21694" y="9439"/>
                      <a:pt x="21902" y="21218"/>
                    </a:cubicBezTo>
                  </a:path>
                  <a:path w="21903" h="21600" stroke="0" extrusionOk="0">
                    <a:moveTo>
                      <a:pt x="0" y="2"/>
                    </a:moveTo>
                    <a:cubicBezTo>
                      <a:pt x="101" y="0"/>
                      <a:pt x="203" y="0"/>
                      <a:pt x="306" y="0"/>
                    </a:cubicBezTo>
                    <a:cubicBezTo>
                      <a:pt x="12086" y="0"/>
                      <a:pt x="21694" y="9439"/>
                      <a:pt x="21902" y="21218"/>
                    </a:cubicBezTo>
                    <a:lnTo>
                      <a:pt x="306" y="21600"/>
                    </a:lnTo>
                    <a:close/>
                  </a:path>
                </a:pathLst>
              </a:custGeom>
              <a:noFill/>
              <a:ln w="25400" cap="rnd">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725171" name="Group 179"/>
            <p:cNvGrpSpPr>
              <a:grpSpLocks/>
            </p:cNvGrpSpPr>
            <p:nvPr/>
          </p:nvGrpSpPr>
          <p:grpSpPr bwMode="auto">
            <a:xfrm>
              <a:off x="4254" y="1135"/>
              <a:ext cx="203" cy="139"/>
              <a:chOff x="1349" y="1107"/>
              <a:chExt cx="655" cy="445"/>
            </a:xfrm>
          </p:grpSpPr>
          <p:sp>
            <p:nvSpPr>
              <p:cNvPr id="725172" name="Arc 180"/>
              <p:cNvSpPr>
                <a:spLocks/>
              </p:cNvSpPr>
              <p:nvPr/>
            </p:nvSpPr>
            <p:spPr bwMode="auto">
              <a:xfrm>
                <a:off x="1349" y="1107"/>
                <a:ext cx="174" cy="141"/>
              </a:xfrm>
              <a:custGeom>
                <a:avLst/>
                <a:gdLst>
                  <a:gd name="G0" fmla="+- 21597 0 0"/>
                  <a:gd name="G1" fmla="+- 21598 0 0"/>
                  <a:gd name="G2" fmla="+- 21600 0 0"/>
                  <a:gd name="T0" fmla="*/ 0 w 21597"/>
                  <a:gd name="T1" fmla="*/ 21216 h 21598"/>
                  <a:gd name="T2" fmla="*/ 21287 w 21597"/>
                  <a:gd name="T3" fmla="*/ 0 h 21598"/>
                  <a:gd name="T4" fmla="*/ 21597 w 21597"/>
                  <a:gd name="T5" fmla="*/ 21598 h 21598"/>
                </a:gdLst>
                <a:ahLst/>
                <a:cxnLst>
                  <a:cxn ang="0">
                    <a:pos x="T0" y="T1"/>
                  </a:cxn>
                  <a:cxn ang="0">
                    <a:pos x="T2" y="T3"/>
                  </a:cxn>
                  <a:cxn ang="0">
                    <a:pos x="T4" y="T5"/>
                  </a:cxn>
                </a:cxnLst>
                <a:rect l="0" t="0" r="r" b="b"/>
                <a:pathLst>
                  <a:path w="21597" h="21598" fill="none" extrusionOk="0">
                    <a:moveTo>
                      <a:pt x="0" y="21216"/>
                    </a:moveTo>
                    <a:cubicBezTo>
                      <a:pt x="206" y="9557"/>
                      <a:pt x="9628" y="167"/>
                      <a:pt x="21287" y="0"/>
                    </a:cubicBezTo>
                  </a:path>
                  <a:path w="21597" h="21598" stroke="0" extrusionOk="0">
                    <a:moveTo>
                      <a:pt x="0" y="21216"/>
                    </a:moveTo>
                    <a:cubicBezTo>
                      <a:pt x="206" y="9557"/>
                      <a:pt x="9628" y="167"/>
                      <a:pt x="21287" y="0"/>
                    </a:cubicBezTo>
                    <a:lnTo>
                      <a:pt x="21597" y="21598"/>
                    </a:lnTo>
                    <a:close/>
                  </a:path>
                </a:pathLst>
              </a:custGeom>
              <a:noFill/>
              <a:ln w="25400" cap="rnd">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25173" name="Arc 181"/>
              <p:cNvSpPr>
                <a:spLocks/>
              </p:cNvSpPr>
              <p:nvPr/>
            </p:nvSpPr>
            <p:spPr bwMode="auto">
              <a:xfrm>
                <a:off x="1497" y="1107"/>
                <a:ext cx="180" cy="144"/>
              </a:xfrm>
              <a:custGeom>
                <a:avLst/>
                <a:gdLst>
                  <a:gd name="G0" fmla="+- 306 0 0"/>
                  <a:gd name="G1" fmla="+- 21600 0 0"/>
                  <a:gd name="G2" fmla="+- 21600 0 0"/>
                  <a:gd name="T0" fmla="*/ 0 w 21903"/>
                  <a:gd name="T1" fmla="*/ 2 h 21600"/>
                  <a:gd name="T2" fmla="*/ 21903 w 21903"/>
                  <a:gd name="T3" fmla="*/ 21218 h 21600"/>
                  <a:gd name="T4" fmla="*/ 306 w 21903"/>
                  <a:gd name="T5" fmla="*/ 21600 h 21600"/>
                </a:gdLst>
                <a:ahLst/>
                <a:cxnLst>
                  <a:cxn ang="0">
                    <a:pos x="T0" y="T1"/>
                  </a:cxn>
                  <a:cxn ang="0">
                    <a:pos x="T2" y="T3"/>
                  </a:cxn>
                  <a:cxn ang="0">
                    <a:pos x="T4" y="T5"/>
                  </a:cxn>
                </a:cxnLst>
                <a:rect l="0" t="0" r="r" b="b"/>
                <a:pathLst>
                  <a:path w="21903" h="21600" fill="none" extrusionOk="0">
                    <a:moveTo>
                      <a:pt x="0" y="2"/>
                    </a:moveTo>
                    <a:cubicBezTo>
                      <a:pt x="101" y="0"/>
                      <a:pt x="203" y="0"/>
                      <a:pt x="306" y="0"/>
                    </a:cubicBezTo>
                    <a:cubicBezTo>
                      <a:pt x="12086" y="0"/>
                      <a:pt x="21694" y="9439"/>
                      <a:pt x="21902" y="21218"/>
                    </a:cubicBezTo>
                  </a:path>
                  <a:path w="21903" h="21600" stroke="0" extrusionOk="0">
                    <a:moveTo>
                      <a:pt x="0" y="2"/>
                    </a:moveTo>
                    <a:cubicBezTo>
                      <a:pt x="101" y="0"/>
                      <a:pt x="203" y="0"/>
                      <a:pt x="306" y="0"/>
                    </a:cubicBezTo>
                    <a:cubicBezTo>
                      <a:pt x="12086" y="0"/>
                      <a:pt x="21694" y="9439"/>
                      <a:pt x="21902" y="21218"/>
                    </a:cubicBezTo>
                    <a:lnTo>
                      <a:pt x="306" y="21600"/>
                    </a:lnTo>
                    <a:close/>
                  </a:path>
                </a:pathLst>
              </a:custGeom>
              <a:noFill/>
              <a:ln w="25400" cap="rnd">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25174" name="Line 182"/>
              <p:cNvSpPr>
                <a:spLocks noChangeShapeType="1"/>
              </p:cNvSpPr>
              <p:nvPr/>
            </p:nvSpPr>
            <p:spPr bwMode="auto">
              <a:xfrm>
                <a:off x="1678" y="1250"/>
                <a:ext cx="0" cy="136"/>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25175" name="Line 183"/>
              <p:cNvSpPr>
                <a:spLocks noChangeShapeType="1"/>
              </p:cNvSpPr>
              <p:nvPr/>
            </p:nvSpPr>
            <p:spPr bwMode="auto">
              <a:xfrm>
                <a:off x="1350" y="1250"/>
                <a:ext cx="0" cy="301"/>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25176" name="Line 184"/>
              <p:cNvSpPr>
                <a:spLocks noChangeShapeType="1"/>
              </p:cNvSpPr>
              <p:nvPr/>
            </p:nvSpPr>
            <p:spPr bwMode="auto">
              <a:xfrm>
                <a:off x="2004" y="1251"/>
                <a:ext cx="0" cy="301"/>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25177" name="Arc 185"/>
              <p:cNvSpPr>
                <a:spLocks/>
              </p:cNvSpPr>
              <p:nvPr/>
            </p:nvSpPr>
            <p:spPr bwMode="auto">
              <a:xfrm>
                <a:off x="1676" y="1110"/>
                <a:ext cx="174" cy="141"/>
              </a:xfrm>
              <a:custGeom>
                <a:avLst/>
                <a:gdLst>
                  <a:gd name="G0" fmla="+- 21597 0 0"/>
                  <a:gd name="G1" fmla="+- 21598 0 0"/>
                  <a:gd name="G2" fmla="+- 21600 0 0"/>
                  <a:gd name="T0" fmla="*/ 0 w 21597"/>
                  <a:gd name="T1" fmla="*/ 21216 h 21598"/>
                  <a:gd name="T2" fmla="*/ 21287 w 21597"/>
                  <a:gd name="T3" fmla="*/ 0 h 21598"/>
                  <a:gd name="T4" fmla="*/ 21597 w 21597"/>
                  <a:gd name="T5" fmla="*/ 21598 h 21598"/>
                </a:gdLst>
                <a:ahLst/>
                <a:cxnLst>
                  <a:cxn ang="0">
                    <a:pos x="T0" y="T1"/>
                  </a:cxn>
                  <a:cxn ang="0">
                    <a:pos x="T2" y="T3"/>
                  </a:cxn>
                  <a:cxn ang="0">
                    <a:pos x="T4" y="T5"/>
                  </a:cxn>
                </a:cxnLst>
                <a:rect l="0" t="0" r="r" b="b"/>
                <a:pathLst>
                  <a:path w="21597" h="21598" fill="none" extrusionOk="0">
                    <a:moveTo>
                      <a:pt x="0" y="21216"/>
                    </a:moveTo>
                    <a:cubicBezTo>
                      <a:pt x="206" y="9557"/>
                      <a:pt x="9628" y="167"/>
                      <a:pt x="21287" y="0"/>
                    </a:cubicBezTo>
                  </a:path>
                  <a:path w="21597" h="21598" stroke="0" extrusionOk="0">
                    <a:moveTo>
                      <a:pt x="0" y="21216"/>
                    </a:moveTo>
                    <a:cubicBezTo>
                      <a:pt x="206" y="9557"/>
                      <a:pt x="9628" y="167"/>
                      <a:pt x="21287" y="0"/>
                    </a:cubicBezTo>
                    <a:lnTo>
                      <a:pt x="21597" y="21598"/>
                    </a:lnTo>
                    <a:close/>
                  </a:path>
                </a:pathLst>
              </a:custGeom>
              <a:noFill/>
              <a:ln w="25400" cap="rnd">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25178" name="Arc 186"/>
              <p:cNvSpPr>
                <a:spLocks/>
              </p:cNvSpPr>
              <p:nvPr/>
            </p:nvSpPr>
            <p:spPr bwMode="auto">
              <a:xfrm>
                <a:off x="1824" y="1110"/>
                <a:ext cx="180" cy="144"/>
              </a:xfrm>
              <a:custGeom>
                <a:avLst/>
                <a:gdLst>
                  <a:gd name="G0" fmla="+- 306 0 0"/>
                  <a:gd name="G1" fmla="+- 21600 0 0"/>
                  <a:gd name="G2" fmla="+- 21600 0 0"/>
                  <a:gd name="T0" fmla="*/ 0 w 21903"/>
                  <a:gd name="T1" fmla="*/ 2 h 21600"/>
                  <a:gd name="T2" fmla="*/ 21903 w 21903"/>
                  <a:gd name="T3" fmla="*/ 21218 h 21600"/>
                  <a:gd name="T4" fmla="*/ 306 w 21903"/>
                  <a:gd name="T5" fmla="*/ 21600 h 21600"/>
                </a:gdLst>
                <a:ahLst/>
                <a:cxnLst>
                  <a:cxn ang="0">
                    <a:pos x="T0" y="T1"/>
                  </a:cxn>
                  <a:cxn ang="0">
                    <a:pos x="T2" y="T3"/>
                  </a:cxn>
                  <a:cxn ang="0">
                    <a:pos x="T4" y="T5"/>
                  </a:cxn>
                </a:cxnLst>
                <a:rect l="0" t="0" r="r" b="b"/>
                <a:pathLst>
                  <a:path w="21903" h="21600" fill="none" extrusionOk="0">
                    <a:moveTo>
                      <a:pt x="0" y="2"/>
                    </a:moveTo>
                    <a:cubicBezTo>
                      <a:pt x="101" y="0"/>
                      <a:pt x="203" y="0"/>
                      <a:pt x="306" y="0"/>
                    </a:cubicBezTo>
                    <a:cubicBezTo>
                      <a:pt x="12086" y="0"/>
                      <a:pt x="21694" y="9439"/>
                      <a:pt x="21902" y="21218"/>
                    </a:cubicBezTo>
                  </a:path>
                  <a:path w="21903" h="21600" stroke="0" extrusionOk="0">
                    <a:moveTo>
                      <a:pt x="0" y="2"/>
                    </a:moveTo>
                    <a:cubicBezTo>
                      <a:pt x="101" y="0"/>
                      <a:pt x="203" y="0"/>
                      <a:pt x="306" y="0"/>
                    </a:cubicBezTo>
                    <a:cubicBezTo>
                      <a:pt x="12086" y="0"/>
                      <a:pt x="21694" y="9439"/>
                      <a:pt x="21902" y="21218"/>
                    </a:cubicBezTo>
                    <a:lnTo>
                      <a:pt x="306" y="21600"/>
                    </a:lnTo>
                    <a:close/>
                  </a:path>
                </a:pathLst>
              </a:custGeom>
              <a:noFill/>
              <a:ln w="25400" cap="rnd">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725179" name="Group 187"/>
            <p:cNvGrpSpPr>
              <a:grpSpLocks/>
            </p:cNvGrpSpPr>
            <p:nvPr/>
          </p:nvGrpSpPr>
          <p:grpSpPr bwMode="auto">
            <a:xfrm>
              <a:off x="4246" y="1386"/>
              <a:ext cx="204" cy="138"/>
              <a:chOff x="1349" y="1107"/>
              <a:chExt cx="655" cy="445"/>
            </a:xfrm>
          </p:grpSpPr>
          <p:sp>
            <p:nvSpPr>
              <p:cNvPr id="725180" name="Arc 188"/>
              <p:cNvSpPr>
                <a:spLocks/>
              </p:cNvSpPr>
              <p:nvPr/>
            </p:nvSpPr>
            <p:spPr bwMode="auto">
              <a:xfrm>
                <a:off x="1349" y="1107"/>
                <a:ext cx="174" cy="141"/>
              </a:xfrm>
              <a:custGeom>
                <a:avLst/>
                <a:gdLst>
                  <a:gd name="G0" fmla="+- 21597 0 0"/>
                  <a:gd name="G1" fmla="+- 21598 0 0"/>
                  <a:gd name="G2" fmla="+- 21600 0 0"/>
                  <a:gd name="T0" fmla="*/ 0 w 21597"/>
                  <a:gd name="T1" fmla="*/ 21216 h 21598"/>
                  <a:gd name="T2" fmla="*/ 21287 w 21597"/>
                  <a:gd name="T3" fmla="*/ 0 h 21598"/>
                  <a:gd name="T4" fmla="*/ 21597 w 21597"/>
                  <a:gd name="T5" fmla="*/ 21598 h 21598"/>
                </a:gdLst>
                <a:ahLst/>
                <a:cxnLst>
                  <a:cxn ang="0">
                    <a:pos x="T0" y="T1"/>
                  </a:cxn>
                  <a:cxn ang="0">
                    <a:pos x="T2" y="T3"/>
                  </a:cxn>
                  <a:cxn ang="0">
                    <a:pos x="T4" y="T5"/>
                  </a:cxn>
                </a:cxnLst>
                <a:rect l="0" t="0" r="r" b="b"/>
                <a:pathLst>
                  <a:path w="21597" h="21598" fill="none" extrusionOk="0">
                    <a:moveTo>
                      <a:pt x="0" y="21216"/>
                    </a:moveTo>
                    <a:cubicBezTo>
                      <a:pt x="206" y="9557"/>
                      <a:pt x="9628" y="167"/>
                      <a:pt x="21287" y="0"/>
                    </a:cubicBezTo>
                  </a:path>
                  <a:path w="21597" h="21598" stroke="0" extrusionOk="0">
                    <a:moveTo>
                      <a:pt x="0" y="21216"/>
                    </a:moveTo>
                    <a:cubicBezTo>
                      <a:pt x="206" y="9557"/>
                      <a:pt x="9628" y="167"/>
                      <a:pt x="21287" y="0"/>
                    </a:cubicBezTo>
                    <a:lnTo>
                      <a:pt x="21597" y="21598"/>
                    </a:lnTo>
                    <a:close/>
                  </a:path>
                </a:pathLst>
              </a:custGeom>
              <a:noFill/>
              <a:ln w="25400" cap="rnd">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25181" name="Arc 189"/>
              <p:cNvSpPr>
                <a:spLocks/>
              </p:cNvSpPr>
              <p:nvPr/>
            </p:nvSpPr>
            <p:spPr bwMode="auto">
              <a:xfrm>
                <a:off x="1497" y="1107"/>
                <a:ext cx="180" cy="144"/>
              </a:xfrm>
              <a:custGeom>
                <a:avLst/>
                <a:gdLst>
                  <a:gd name="G0" fmla="+- 306 0 0"/>
                  <a:gd name="G1" fmla="+- 21600 0 0"/>
                  <a:gd name="G2" fmla="+- 21600 0 0"/>
                  <a:gd name="T0" fmla="*/ 0 w 21903"/>
                  <a:gd name="T1" fmla="*/ 2 h 21600"/>
                  <a:gd name="T2" fmla="*/ 21903 w 21903"/>
                  <a:gd name="T3" fmla="*/ 21218 h 21600"/>
                  <a:gd name="T4" fmla="*/ 306 w 21903"/>
                  <a:gd name="T5" fmla="*/ 21600 h 21600"/>
                </a:gdLst>
                <a:ahLst/>
                <a:cxnLst>
                  <a:cxn ang="0">
                    <a:pos x="T0" y="T1"/>
                  </a:cxn>
                  <a:cxn ang="0">
                    <a:pos x="T2" y="T3"/>
                  </a:cxn>
                  <a:cxn ang="0">
                    <a:pos x="T4" y="T5"/>
                  </a:cxn>
                </a:cxnLst>
                <a:rect l="0" t="0" r="r" b="b"/>
                <a:pathLst>
                  <a:path w="21903" h="21600" fill="none" extrusionOk="0">
                    <a:moveTo>
                      <a:pt x="0" y="2"/>
                    </a:moveTo>
                    <a:cubicBezTo>
                      <a:pt x="101" y="0"/>
                      <a:pt x="203" y="0"/>
                      <a:pt x="306" y="0"/>
                    </a:cubicBezTo>
                    <a:cubicBezTo>
                      <a:pt x="12086" y="0"/>
                      <a:pt x="21694" y="9439"/>
                      <a:pt x="21902" y="21218"/>
                    </a:cubicBezTo>
                  </a:path>
                  <a:path w="21903" h="21600" stroke="0" extrusionOk="0">
                    <a:moveTo>
                      <a:pt x="0" y="2"/>
                    </a:moveTo>
                    <a:cubicBezTo>
                      <a:pt x="101" y="0"/>
                      <a:pt x="203" y="0"/>
                      <a:pt x="306" y="0"/>
                    </a:cubicBezTo>
                    <a:cubicBezTo>
                      <a:pt x="12086" y="0"/>
                      <a:pt x="21694" y="9439"/>
                      <a:pt x="21902" y="21218"/>
                    </a:cubicBezTo>
                    <a:lnTo>
                      <a:pt x="306" y="21600"/>
                    </a:lnTo>
                    <a:close/>
                  </a:path>
                </a:pathLst>
              </a:custGeom>
              <a:noFill/>
              <a:ln w="25400" cap="rnd">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25182" name="Line 190"/>
              <p:cNvSpPr>
                <a:spLocks noChangeShapeType="1"/>
              </p:cNvSpPr>
              <p:nvPr/>
            </p:nvSpPr>
            <p:spPr bwMode="auto">
              <a:xfrm>
                <a:off x="1678" y="1250"/>
                <a:ext cx="0" cy="136"/>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25183" name="Line 191"/>
              <p:cNvSpPr>
                <a:spLocks noChangeShapeType="1"/>
              </p:cNvSpPr>
              <p:nvPr/>
            </p:nvSpPr>
            <p:spPr bwMode="auto">
              <a:xfrm>
                <a:off x="1350" y="1250"/>
                <a:ext cx="0" cy="301"/>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25184" name="Line 192"/>
              <p:cNvSpPr>
                <a:spLocks noChangeShapeType="1"/>
              </p:cNvSpPr>
              <p:nvPr/>
            </p:nvSpPr>
            <p:spPr bwMode="auto">
              <a:xfrm>
                <a:off x="2004" y="1251"/>
                <a:ext cx="0" cy="301"/>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25185" name="Arc 193"/>
              <p:cNvSpPr>
                <a:spLocks/>
              </p:cNvSpPr>
              <p:nvPr/>
            </p:nvSpPr>
            <p:spPr bwMode="auto">
              <a:xfrm>
                <a:off x="1676" y="1110"/>
                <a:ext cx="174" cy="141"/>
              </a:xfrm>
              <a:custGeom>
                <a:avLst/>
                <a:gdLst>
                  <a:gd name="G0" fmla="+- 21597 0 0"/>
                  <a:gd name="G1" fmla="+- 21598 0 0"/>
                  <a:gd name="G2" fmla="+- 21600 0 0"/>
                  <a:gd name="T0" fmla="*/ 0 w 21597"/>
                  <a:gd name="T1" fmla="*/ 21216 h 21598"/>
                  <a:gd name="T2" fmla="*/ 21287 w 21597"/>
                  <a:gd name="T3" fmla="*/ 0 h 21598"/>
                  <a:gd name="T4" fmla="*/ 21597 w 21597"/>
                  <a:gd name="T5" fmla="*/ 21598 h 21598"/>
                </a:gdLst>
                <a:ahLst/>
                <a:cxnLst>
                  <a:cxn ang="0">
                    <a:pos x="T0" y="T1"/>
                  </a:cxn>
                  <a:cxn ang="0">
                    <a:pos x="T2" y="T3"/>
                  </a:cxn>
                  <a:cxn ang="0">
                    <a:pos x="T4" y="T5"/>
                  </a:cxn>
                </a:cxnLst>
                <a:rect l="0" t="0" r="r" b="b"/>
                <a:pathLst>
                  <a:path w="21597" h="21598" fill="none" extrusionOk="0">
                    <a:moveTo>
                      <a:pt x="0" y="21216"/>
                    </a:moveTo>
                    <a:cubicBezTo>
                      <a:pt x="206" y="9557"/>
                      <a:pt x="9628" y="167"/>
                      <a:pt x="21287" y="0"/>
                    </a:cubicBezTo>
                  </a:path>
                  <a:path w="21597" h="21598" stroke="0" extrusionOk="0">
                    <a:moveTo>
                      <a:pt x="0" y="21216"/>
                    </a:moveTo>
                    <a:cubicBezTo>
                      <a:pt x="206" y="9557"/>
                      <a:pt x="9628" y="167"/>
                      <a:pt x="21287" y="0"/>
                    </a:cubicBezTo>
                    <a:lnTo>
                      <a:pt x="21597" y="21598"/>
                    </a:lnTo>
                    <a:close/>
                  </a:path>
                </a:pathLst>
              </a:custGeom>
              <a:noFill/>
              <a:ln w="25400" cap="rnd">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25186" name="Arc 194"/>
              <p:cNvSpPr>
                <a:spLocks/>
              </p:cNvSpPr>
              <p:nvPr/>
            </p:nvSpPr>
            <p:spPr bwMode="auto">
              <a:xfrm>
                <a:off x="1824" y="1110"/>
                <a:ext cx="180" cy="144"/>
              </a:xfrm>
              <a:custGeom>
                <a:avLst/>
                <a:gdLst>
                  <a:gd name="G0" fmla="+- 306 0 0"/>
                  <a:gd name="G1" fmla="+- 21600 0 0"/>
                  <a:gd name="G2" fmla="+- 21600 0 0"/>
                  <a:gd name="T0" fmla="*/ 0 w 21903"/>
                  <a:gd name="T1" fmla="*/ 2 h 21600"/>
                  <a:gd name="T2" fmla="*/ 21903 w 21903"/>
                  <a:gd name="T3" fmla="*/ 21218 h 21600"/>
                  <a:gd name="T4" fmla="*/ 306 w 21903"/>
                  <a:gd name="T5" fmla="*/ 21600 h 21600"/>
                </a:gdLst>
                <a:ahLst/>
                <a:cxnLst>
                  <a:cxn ang="0">
                    <a:pos x="T0" y="T1"/>
                  </a:cxn>
                  <a:cxn ang="0">
                    <a:pos x="T2" y="T3"/>
                  </a:cxn>
                  <a:cxn ang="0">
                    <a:pos x="T4" y="T5"/>
                  </a:cxn>
                </a:cxnLst>
                <a:rect l="0" t="0" r="r" b="b"/>
                <a:pathLst>
                  <a:path w="21903" h="21600" fill="none" extrusionOk="0">
                    <a:moveTo>
                      <a:pt x="0" y="2"/>
                    </a:moveTo>
                    <a:cubicBezTo>
                      <a:pt x="101" y="0"/>
                      <a:pt x="203" y="0"/>
                      <a:pt x="306" y="0"/>
                    </a:cubicBezTo>
                    <a:cubicBezTo>
                      <a:pt x="12086" y="0"/>
                      <a:pt x="21694" y="9439"/>
                      <a:pt x="21902" y="21218"/>
                    </a:cubicBezTo>
                  </a:path>
                  <a:path w="21903" h="21600" stroke="0" extrusionOk="0">
                    <a:moveTo>
                      <a:pt x="0" y="2"/>
                    </a:moveTo>
                    <a:cubicBezTo>
                      <a:pt x="101" y="0"/>
                      <a:pt x="203" y="0"/>
                      <a:pt x="306" y="0"/>
                    </a:cubicBezTo>
                    <a:cubicBezTo>
                      <a:pt x="12086" y="0"/>
                      <a:pt x="21694" y="9439"/>
                      <a:pt x="21902" y="21218"/>
                    </a:cubicBezTo>
                    <a:lnTo>
                      <a:pt x="306" y="21600"/>
                    </a:lnTo>
                    <a:close/>
                  </a:path>
                </a:pathLst>
              </a:custGeom>
              <a:noFill/>
              <a:ln w="25400" cap="rnd">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725187" name="Group 195"/>
            <p:cNvGrpSpPr>
              <a:grpSpLocks/>
            </p:cNvGrpSpPr>
            <p:nvPr/>
          </p:nvGrpSpPr>
          <p:grpSpPr bwMode="auto">
            <a:xfrm>
              <a:off x="2667" y="2036"/>
              <a:ext cx="364" cy="54"/>
              <a:chOff x="2655" y="952"/>
              <a:chExt cx="458" cy="54"/>
            </a:xfrm>
          </p:grpSpPr>
          <p:grpSp>
            <p:nvGrpSpPr>
              <p:cNvPr id="725188" name="Group 196"/>
              <p:cNvGrpSpPr>
                <a:grpSpLocks/>
              </p:cNvGrpSpPr>
              <p:nvPr/>
            </p:nvGrpSpPr>
            <p:grpSpPr bwMode="auto">
              <a:xfrm>
                <a:off x="2655" y="952"/>
                <a:ext cx="91" cy="52"/>
                <a:chOff x="2780" y="1401"/>
                <a:chExt cx="114" cy="66"/>
              </a:xfrm>
            </p:grpSpPr>
            <p:sp>
              <p:nvSpPr>
                <p:cNvPr id="725189" name="Arc 197"/>
                <p:cNvSpPr>
                  <a:spLocks/>
                </p:cNvSpPr>
                <p:nvPr/>
              </p:nvSpPr>
              <p:spPr bwMode="auto">
                <a:xfrm>
                  <a:off x="2780" y="1401"/>
                  <a:ext cx="60" cy="66"/>
                </a:xfrm>
                <a:custGeom>
                  <a:avLst/>
                  <a:gdLst>
                    <a:gd name="G0" fmla="+- 21600 0 0"/>
                    <a:gd name="G1" fmla="+- 21597 0 0"/>
                    <a:gd name="G2" fmla="+- 21600 0 0"/>
                    <a:gd name="T0" fmla="*/ 0 w 21600"/>
                    <a:gd name="T1" fmla="*/ 21597 h 21597"/>
                    <a:gd name="T2" fmla="*/ 21237 w 21600"/>
                    <a:gd name="T3" fmla="*/ 0 h 21597"/>
                    <a:gd name="T4" fmla="*/ 21600 w 21600"/>
                    <a:gd name="T5" fmla="*/ 21597 h 21597"/>
                  </a:gdLst>
                  <a:ahLst/>
                  <a:cxnLst>
                    <a:cxn ang="0">
                      <a:pos x="T0" y="T1"/>
                    </a:cxn>
                    <a:cxn ang="0">
                      <a:pos x="T2" y="T3"/>
                    </a:cxn>
                    <a:cxn ang="0">
                      <a:pos x="T4" y="T5"/>
                    </a:cxn>
                  </a:cxnLst>
                  <a:rect l="0" t="0" r="r" b="b"/>
                  <a:pathLst>
                    <a:path w="21600" h="21597" fill="none" extrusionOk="0">
                      <a:moveTo>
                        <a:pt x="0" y="21597"/>
                      </a:moveTo>
                      <a:cubicBezTo>
                        <a:pt x="0" y="9809"/>
                        <a:pt x="9450" y="198"/>
                        <a:pt x="21237" y="0"/>
                      </a:cubicBezTo>
                    </a:path>
                    <a:path w="21600" h="21597" stroke="0" extrusionOk="0">
                      <a:moveTo>
                        <a:pt x="0" y="21597"/>
                      </a:moveTo>
                      <a:cubicBezTo>
                        <a:pt x="0" y="9809"/>
                        <a:pt x="9450" y="198"/>
                        <a:pt x="21237" y="0"/>
                      </a:cubicBezTo>
                      <a:lnTo>
                        <a:pt x="21600" y="21597"/>
                      </a:lnTo>
                      <a:close/>
                    </a:path>
                  </a:pathLst>
                </a:custGeom>
                <a:noFill/>
                <a:ln w="25400" cap="rnd">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25190" name="Arc 198"/>
                <p:cNvSpPr>
                  <a:spLocks/>
                </p:cNvSpPr>
                <p:nvPr/>
              </p:nvSpPr>
              <p:spPr bwMode="auto">
                <a:xfrm>
                  <a:off x="2834" y="1401"/>
                  <a:ext cx="60" cy="66"/>
                </a:xfrm>
                <a:custGeom>
                  <a:avLst/>
                  <a:gdLst>
                    <a:gd name="G0" fmla="+- 363 0 0"/>
                    <a:gd name="G1" fmla="+- 21600 0 0"/>
                    <a:gd name="G2" fmla="+- 21600 0 0"/>
                    <a:gd name="T0" fmla="*/ 0 w 21963"/>
                    <a:gd name="T1" fmla="*/ 3 h 21600"/>
                    <a:gd name="T2" fmla="*/ 21963 w 21963"/>
                    <a:gd name="T3" fmla="*/ 21600 h 21600"/>
                    <a:gd name="T4" fmla="*/ 363 w 21963"/>
                    <a:gd name="T5" fmla="*/ 21600 h 21600"/>
                  </a:gdLst>
                  <a:ahLst/>
                  <a:cxnLst>
                    <a:cxn ang="0">
                      <a:pos x="T0" y="T1"/>
                    </a:cxn>
                    <a:cxn ang="0">
                      <a:pos x="T2" y="T3"/>
                    </a:cxn>
                    <a:cxn ang="0">
                      <a:pos x="T4" y="T5"/>
                    </a:cxn>
                  </a:cxnLst>
                  <a:rect l="0" t="0" r="r" b="b"/>
                  <a:pathLst>
                    <a:path w="21963" h="21600" fill="none" extrusionOk="0">
                      <a:moveTo>
                        <a:pt x="0" y="3"/>
                      </a:moveTo>
                      <a:cubicBezTo>
                        <a:pt x="120" y="1"/>
                        <a:pt x="241" y="0"/>
                        <a:pt x="363" y="0"/>
                      </a:cubicBezTo>
                      <a:cubicBezTo>
                        <a:pt x="12292" y="0"/>
                        <a:pt x="21963" y="9670"/>
                        <a:pt x="21963" y="21600"/>
                      </a:cubicBezTo>
                    </a:path>
                    <a:path w="21963" h="21600" stroke="0" extrusionOk="0">
                      <a:moveTo>
                        <a:pt x="0" y="3"/>
                      </a:moveTo>
                      <a:cubicBezTo>
                        <a:pt x="120" y="1"/>
                        <a:pt x="241" y="0"/>
                        <a:pt x="363" y="0"/>
                      </a:cubicBezTo>
                      <a:cubicBezTo>
                        <a:pt x="12292" y="0"/>
                        <a:pt x="21963" y="9670"/>
                        <a:pt x="21963" y="21600"/>
                      </a:cubicBezTo>
                      <a:lnTo>
                        <a:pt x="363" y="21600"/>
                      </a:lnTo>
                      <a:close/>
                    </a:path>
                  </a:pathLst>
                </a:custGeom>
                <a:noFill/>
                <a:ln w="25400" cap="rnd">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725191" name="Group 199"/>
              <p:cNvGrpSpPr>
                <a:grpSpLocks/>
              </p:cNvGrpSpPr>
              <p:nvPr/>
            </p:nvGrpSpPr>
            <p:grpSpPr bwMode="auto">
              <a:xfrm>
                <a:off x="2746" y="953"/>
                <a:ext cx="91" cy="52"/>
                <a:chOff x="2780" y="1401"/>
                <a:chExt cx="114" cy="66"/>
              </a:xfrm>
            </p:grpSpPr>
            <p:sp>
              <p:nvSpPr>
                <p:cNvPr id="725192" name="Arc 200"/>
                <p:cNvSpPr>
                  <a:spLocks/>
                </p:cNvSpPr>
                <p:nvPr/>
              </p:nvSpPr>
              <p:spPr bwMode="auto">
                <a:xfrm>
                  <a:off x="2780" y="1401"/>
                  <a:ext cx="60" cy="66"/>
                </a:xfrm>
                <a:custGeom>
                  <a:avLst/>
                  <a:gdLst>
                    <a:gd name="G0" fmla="+- 21600 0 0"/>
                    <a:gd name="G1" fmla="+- 21597 0 0"/>
                    <a:gd name="G2" fmla="+- 21600 0 0"/>
                    <a:gd name="T0" fmla="*/ 0 w 21600"/>
                    <a:gd name="T1" fmla="*/ 21597 h 21597"/>
                    <a:gd name="T2" fmla="*/ 21237 w 21600"/>
                    <a:gd name="T3" fmla="*/ 0 h 21597"/>
                    <a:gd name="T4" fmla="*/ 21600 w 21600"/>
                    <a:gd name="T5" fmla="*/ 21597 h 21597"/>
                  </a:gdLst>
                  <a:ahLst/>
                  <a:cxnLst>
                    <a:cxn ang="0">
                      <a:pos x="T0" y="T1"/>
                    </a:cxn>
                    <a:cxn ang="0">
                      <a:pos x="T2" y="T3"/>
                    </a:cxn>
                    <a:cxn ang="0">
                      <a:pos x="T4" y="T5"/>
                    </a:cxn>
                  </a:cxnLst>
                  <a:rect l="0" t="0" r="r" b="b"/>
                  <a:pathLst>
                    <a:path w="21600" h="21597" fill="none" extrusionOk="0">
                      <a:moveTo>
                        <a:pt x="0" y="21597"/>
                      </a:moveTo>
                      <a:cubicBezTo>
                        <a:pt x="0" y="9809"/>
                        <a:pt x="9450" y="198"/>
                        <a:pt x="21237" y="0"/>
                      </a:cubicBezTo>
                    </a:path>
                    <a:path w="21600" h="21597" stroke="0" extrusionOk="0">
                      <a:moveTo>
                        <a:pt x="0" y="21597"/>
                      </a:moveTo>
                      <a:cubicBezTo>
                        <a:pt x="0" y="9809"/>
                        <a:pt x="9450" y="198"/>
                        <a:pt x="21237" y="0"/>
                      </a:cubicBezTo>
                      <a:lnTo>
                        <a:pt x="21600" y="21597"/>
                      </a:lnTo>
                      <a:close/>
                    </a:path>
                  </a:pathLst>
                </a:custGeom>
                <a:noFill/>
                <a:ln w="25400" cap="rnd">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25193" name="Arc 201"/>
                <p:cNvSpPr>
                  <a:spLocks/>
                </p:cNvSpPr>
                <p:nvPr/>
              </p:nvSpPr>
              <p:spPr bwMode="auto">
                <a:xfrm>
                  <a:off x="2834" y="1401"/>
                  <a:ext cx="60" cy="66"/>
                </a:xfrm>
                <a:custGeom>
                  <a:avLst/>
                  <a:gdLst>
                    <a:gd name="G0" fmla="+- 363 0 0"/>
                    <a:gd name="G1" fmla="+- 21600 0 0"/>
                    <a:gd name="G2" fmla="+- 21600 0 0"/>
                    <a:gd name="T0" fmla="*/ 0 w 21963"/>
                    <a:gd name="T1" fmla="*/ 3 h 21600"/>
                    <a:gd name="T2" fmla="*/ 21963 w 21963"/>
                    <a:gd name="T3" fmla="*/ 21600 h 21600"/>
                    <a:gd name="T4" fmla="*/ 363 w 21963"/>
                    <a:gd name="T5" fmla="*/ 21600 h 21600"/>
                  </a:gdLst>
                  <a:ahLst/>
                  <a:cxnLst>
                    <a:cxn ang="0">
                      <a:pos x="T0" y="T1"/>
                    </a:cxn>
                    <a:cxn ang="0">
                      <a:pos x="T2" y="T3"/>
                    </a:cxn>
                    <a:cxn ang="0">
                      <a:pos x="T4" y="T5"/>
                    </a:cxn>
                  </a:cxnLst>
                  <a:rect l="0" t="0" r="r" b="b"/>
                  <a:pathLst>
                    <a:path w="21963" h="21600" fill="none" extrusionOk="0">
                      <a:moveTo>
                        <a:pt x="0" y="3"/>
                      </a:moveTo>
                      <a:cubicBezTo>
                        <a:pt x="120" y="1"/>
                        <a:pt x="241" y="0"/>
                        <a:pt x="363" y="0"/>
                      </a:cubicBezTo>
                      <a:cubicBezTo>
                        <a:pt x="12292" y="0"/>
                        <a:pt x="21963" y="9670"/>
                        <a:pt x="21963" y="21600"/>
                      </a:cubicBezTo>
                    </a:path>
                    <a:path w="21963" h="21600" stroke="0" extrusionOk="0">
                      <a:moveTo>
                        <a:pt x="0" y="3"/>
                      </a:moveTo>
                      <a:cubicBezTo>
                        <a:pt x="120" y="1"/>
                        <a:pt x="241" y="0"/>
                        <a:pt x="363" y="0"/>
                      </a:cubicBezTo>
                      <a:cubicBezTo>
                        <a:pt x="12292" y="0"/>
                        <a:pt x="21963" y="9670"/>
                        <a:pt x="21963" y="21600"/>
                      </a:cubicBezTo>
                      <a:lnTo>
                        <a:pt x="363" y="21600"/>
                      </a:lnTo>
                      <a:close/>
                    </a:path>
                  </a:pathLst>
                </a:custGeom>
                <a:noFill/>
                <a:ln w="25400" cap="rnd">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725194" name="Group 202"/>
              <p:cNvGrpSpPr>
                <a:grpSpLocks/>
              </p:cNvGrpSpPr>
              <p:nvPr/>
            </p:nvGrpSpPr>
            <p:grpSpPr bwMode="auto">
              <a:xfrm>
                <a:off x="2838" y="954"/>
                <a:ext cx="91" cy="52"/>
                <a:chOff x="2780" y="1401"/>
                <a:chExt cx="114" cy="66"/>
              </a:xfrm>
            </p:grpSpPr>
            <p:sp>
              <p:nvSpPr>
                <p:cNvPr id="725195" name="Arc 203"/>
                <p:cNvSpPr>
                  <a:spLocks/>
                </p:cNvSpPr>
                <p:nvPr/>
              </p:nvSpPr>
              <p:spPr bwMode="auto">
                <a:xfrm>
                  <a:off x="2780" y="1401"/>
                  <a:ext cx="60" cy="66"/>
                </a:xfrm>
                <a:custGeom>
                  <a:avLst/>
                  <a:gdLst>
                    <a:gd name="G0" fmla="+- 21600 0 0"/>
                    <a:gd name="G1" fmla="+- 21597 0 0"/>
                    <a:gd name="G2" fmla="+- 21600 0 0"/>
                    <a:gd name="T0" fmla="*/ 0 w 21600"/>
                    <a:gd name="T1" fmla="*/ 21597 h 21597"/>
                    <a:gd name="T2" fmla="*/ 21237 w 21600"/>
                    <a:gd name="T3" fmla="*/ 0 h 21597"/>
                    <a:gd name="T4" fmla="*/ 21600 w 21600"/>
                    <a:gd name="T5" fmla="*/ 21597 h 21597"/>
                  </a:gdLst>
                  <a:ahLst/>
                  <a:cxnLst>
                    <a:cxn ang="0">
                      <a:pos x="T0" y="T1"/>
                    </a:cxn>
                    <a:cxn ang="0">
                      <a:pos x="T2" y="T3"/>
                    </a:cxn>
                    <a:cxn ang="0">
                      <a:pos x="T4" y="T5"/>
                    </a:cxn>
                  </a:cxnLst>
                  <a:rect l="0" t="0" r="r" b="b"/>
                  <a:pathLst>
                    <a:path w="21600" h="21597" fill="none" extrusionOk="0">
                      <a:moveTo>
                        <a:pt x="0" y="21597"/>
                      </a:moveTo>
                      <a:cubicBezTo>
                        <a:pt x="0" y="9809"/>
                        <a:pt x="9450" y="198"/>
                        <a:pt x="21237" y="0"/>
                      </a:cubicBezTo>
                    </a:path>
                    <a:path w="21600" h="21597" stroke="0" extrusionOk="0">
                      <a:moveTo>
                        <a:pt x="0" y="21597"/>
                      </a:moveTo>
                      <a:cubicBezTo>
                        <a:pt x="0" y="9809"/>
                        <a:pt x="9450" y="198"/>
                        <a:pt x="21237" y="0"/>
                      </a:cubicBezTo>
                      <a:lnTo>
                        <a:pt x="21600" y="21597"/>
                      </a:lnTo>
                      <a:close/>
                    </a:path>
                  </a:pathLst>
                </a:custGeom>
                <a:noFill/>
                <a:ln w="25400" cap="rnd">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25196" name="Arc 204"/>
                <p:cNvSpPr>
                  <a:spLocks/>
                </p:cNvSpPr>
                <p:nvPr/>
              </p:nvSpPr>
              <p:spPr bwMode="auto">
                <a:xfrm>
                  <a:off x="2834" y="1401"/>
                  <a:ext cx="60" cy="66"/>
                </a:xfrm>
                <a:custGeom>
                  <a:avLst/>
                  <a:gdLst>
                    <a:gd name="G0" fmla="+- 363 0 0"/>
                    <a:gd name="G1" fmla="+- 21600 0 0"/>
                    <a:gd name="G2" fmla="+- 21600 0 0"/>
                    <a:gd name="T0" fmla="*/ 0 w 21963"/>
                    <a:gd name="T1" fmla="*/ 3 h 21600"/>
                    <a:gd name="T2" fmla="*/ 21963 w 21963"/>
                    <a:gd name="T3" fmla="*/ 21600 h 21600"/>
                    <a:gd name="T4" fmla="*/ 363 w 21963"/>
                    <a:gd name="T5" fmla="*/ 21600 h 21600"/>
                  </a:gdLst>
                  <a:ahLst/>
                  <a:cxnLst>
                    <a:cxn ang="0">
                      <a:pos x="T0" y="T1"/>
                    </a:cxn>
                    <a:cxn ang="0">
                      <a:pos x="T2" y="T3"/>
                    </a:cxn>
                    <a:cxn ang="0">
                      <a:pos x="T4" y="T5"/>
                    </a:cxn>
                  </a:cxnLst>
                  <a:rect l="0" t="0" r="r" b="b"/>
                  <a:pathLst>
                    <a:path w="21963" h="21600" fill="none" extrusionOk="0">
                      <a:moveTo>
                        <a:pt x="0" y="3"/>
                      </a:moveTo>
                      <a:cubicBezTo>
                        <a:pt x="120" y="1"/>
                        <a:pt x="241" y="0"/>
                        <a:pt x="363" y="0"/>
                      </a:cubicBezTo>
                      <a:cubicBezTo>
                        <a:pt x="12292" y="0"/>
                        <a:pt x="21963" y="9670"/>
                        <a:pt x="21963" y="21600"/>
                      </a:cubicBezTo>
                    </a:path>
                    <a:path w="21963" h="21600" stroke="0" extrusionOk="0">
                      <a:moveTo>
                        <a:pt x="0" y="3"/>
                      </a:moveTo>
                      <a:cubicBezTo>
                        <a:pt x="120" y="1"/>
                        <a:pt x="241" y="0"/>
                        <a:pt x="363" y="0"/>
                      </a:cubicBezTo>
                      <a:cubicBezTo>
                        <a:pt x="12292" y="0"/>
                        <a:pt x="21963" y="9670"/>
                        <a:pt x="21963" y="21600"/>
                      </a:cubicBezTo>
                      <a:lnTo>
                        <a:pt x="363" y="21600"/>
                      </a:lnTo>
                      <a:close/>
                    </a:path>
                  </a:pathLst>
                </a:custGeom>
                <a:noFill/>
                <a:ln w="25400" cap="rnd">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725197" name="Group 205"/>
              <p:cNvGrpSpPr>
                <a:grpSpLocks/>
              </p:cNvGrpSpPr>
              <p:nvPr/>
            </p:nvGrpSpPr>
            <p:grpSpPr bwMode="auto">
              <a:xfrm>
                <a:off x="2929" y="954"/>
                <a:ext cx="91" cy="52"/>
                <a:chOff x="2780" y="1401"/>
                <a:chExt cx="114" cy="66"/>
              </a:xfrm>
            </p:grpSpPr>
            <p:sp>
              <p:nvSpPr>
                <p:cNvPr id="725198" name="Arc 206"/>
                <p:cNvSpPr>
                  <a:spLocks/>
                </p:cNvSpPr>
                <p:nvPr/>
              </p:nvSpPr>
              <p:spPr bwMode="auto">
                <a:xfrm>
                  <a:off x="2780" y="1401"/>
                  <a:ext cx="60" cy="66"/>
                </a:xfrm>
                <a:custGeom>
                  <a:avLst/>
                  <a:gdLst>
                    <a:gd name="G0" fmla="+- 21600 0 0"/>
                    <a:gd name="G1" fmla="+- 21597 0 0"/>
                    <a:gd name="G2" fmla="+- 21600 0 0"/>
                    <a:gd name="T0" fmla="*/ 0 w 21600"/>
                    <a:gd name="T1" fmla="*/ 21597 h 21597"/>
                    <a:gd name="T2" fmla="*/ 21237 w 21600"/>
                    <a:gd name="T3" fmla="*/ 0 h 21597"/>
                    <a:gd name="T4" fmla="*/ 21600 w 21600"/>
                    <a:gd name="T5" fmla="*/ 21597 h 21597"/>
                  </a:gdLst>
                  <a:ahLst/>
                  <a:cxnLst>
                    <a:cxn ang="0">
                      <a:pos x="T0" y="T1"/>
                    </a:cxn>
                    <a:cxn ang="0">
                      <a:pos x="T2" y="T3"/>
                    </a:cxn>
                    <a:cxn ang="0">
                      <a:pos x="T4" y="T5"/>
                    </a:cxn>
                  </a:cxnLst>
                  <a:rect l="0" t="0" r="r" b="b"/>
                  <a:pathLst>
                    <a:path w="21600" h="21597" fill="none" extrusionOk="0">
                      <a:moveTo>
                        <a:pt x="0" y="21597"/>
                      </a:moveTo>
                      <a:cubicBezTo>
                        <a:pt x="0" y="9809"/>
                        <a:pt x="9450" y="198"/>
                        <a:pt x="21237" y="0"/>
                      </a:cubicBezTo>
                    </a:path>
                    <a:path w="21600" h="21597" stroke="0" extrusionOk="0">
                      <a:moveTo>
                        <a:pt x="0" y="21597"/>
                      </a:moveTo>
                      <a:cubicBezTo>
                        <a:pt x="0" y="9809"/>
                        <a:pt x="9450" y="198"/>
                        <a:pt x="21237" y="0"/>
                      </a:cubicBezTo>
                      <a:lnTo>
                        <a:pt x="21600" y="21597"/>
                      </a:lnTo>
                      <a:close/>
                    </a:path>
                  </a:pathLst>
                </a:custGeom>
                <a:noFill/>
                <a:ln w="25400" cap="rnd">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25199" name="Arc 207"/>
                <p:cNvSpPr>
                  <a:spLocks/>
                </p:cNvSpPr>
                <p:nvPr/>
              </p:nvSpPr>
              <p:spPr bwMode="auto">
                <a:xfrm>
                  <a:off x="2834" y="1401"/>
                  <a:ext cx="60" cy="66"/>
                </a:xfrm>
                <a:custGeom>
                  <a:avLst/>
                  <a:gdLst>
                    <a:gd name="G0" fmla="+- 363 0 0"/>
                    <a:gd name="G1" fmla="+- 21600 0 0"/>
                    <a:gd name="G2" fmla="+- 21600 0 0"/>
                    <a:gd name="T0" fmla="*/ 0 w 21963"/>
                    <a:gd name="T1" fmla="*/ 3 h 21600"/>
                    <a:gd name="T2" fmla="*/ 21963 w 21963"/>
                    <a:gd name="T3" fmla="*/ 21600 h 21600"/>
                    <a:gd name="T4" fmla="*/ 363 w 21963"/>
                    <a:gd name="T5" fmla="*/ 21600 h 21600"/>
                  </a:gdLst>
                  <a:ahLst/>
                  <a:cxnLst>
                    <a:cxn ang="0">
                      <a:pos x="T0" y="T1"/>
                    </a:cxn>
                    <a:cxn ang="0">
                      <a:pos x="T2" y="T3"/>
                    </a:cxn>
                    <a:cxn ang="0">
                      <a:pos x="T4" y="T5"/>
                    </a:cxn>
                  </a:cxnLst>
                  <a:rect l="0" t="0" r="r" b="b"/>
                  <a:pathLst>
                    <a:path w="21963" h="21600" fill="none" extrusionOk="0">
                      <a:moveTo>
                        <a:pt x="0" y="3"/>
                      </a:moveTo>
                      <a:cubicBezTo>
                        <a:pt x="120" y="1"/>
                        <a:pt x="241" y="0"/>
                        <a:pt x="363" y="0"/>
                      </a:cubicBezTo>
                      <a:cubicBezTo>
                        <a:pt x="12292" y="0"/>
                        <a:pt x="21963" y="9670"/>
                        <a:pt x="21963" y="21600"/>
                      </a:cubicBezTo>
                    </a:path>
                    <a:path w="21963" h="21600" stroke="0" extrusionOk="0">
                      <a:moveTo>
                        <a:pt x="0" y="3"/>
                      </a:moveTo>
                      <a:cubicBezTo>
                        <a:pt x="120" y="1"/>
                        <a:pt x="241" y="0"/>
                        <a:pt x="363" y="0"/>
                      </a:cubicBezTo>
                      <a:cubicBezTo>
                        <a:pt x="12292" y="0"/>
                        <a:pt x="21963" y="9670"/>
                        <a:pt x="21963" y="21600"/>
                      </a:cubicBezTo>
                      <a:lnTo>
                        <a:pt x="363" y="21600"/>
                      </a:lnTo>
                      <a:close/>
                    </a:path>
                  </a:pathLst>
                </a:custGeom>
                <a:noFill/>
                <a:ln w="25400" cap="rnd">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725200" name="Group 208"/>
              <p:cNvGrpSpPr>
                <a:grpSpLocks/>
              </p:cNvGrpSpPr>
              <p:nvPr/>
            </p:nvGrpSpPr>
            <p:grpSpPr bwMode="auto">
              <a:xfrm>
                <a:off x="3022" y="954"/>
                <a:ext cx="91" cy="52"/>
                <a:chOff x="2780" y="1401"/>
                <a:chExt cx="114" cy="66"/>
              </a:xfrm>
            </p:grpSpPr>
            <p:sp>
              <p:nvSpPr>
                <p:cNvPr id="725201" name="Arc 209"/>
                <p:cNvSpPr>
                  <a:spLocks/>
                </p:cNvSpPr>
                <p:nvPr/>
              </p:nvSpPr>
              <p:spPr bwMode="auto">
                <a:xfrm>
                  <a:off x="2780" y="1401"/>
                  <a:ext cx="60" cy="66"/>
                </a:xfrm>
                <a:custGeom>
                  <a:avLst/>
                  <a:gdLst>
                    <a:gd name="G0" fmla="+- 21600 0 0"/>
                    <a:gd name="G1" fmla="+- 21597 0 0"/>
                    <a:gd name="G2" fmla="+- 21600 0 0"/>
                    <a:gd name="T0" fmla="*/ 0 w 21600"/>
                    <a:gd name="T1" fmla="*/ 21597 h 21597"/>
                    <a:gd name="T2" fmla="*/ 21237 w 21600"/>
                    <a:gd name="T3" fmla="*/ 0 h 21597"/>
                    <a:gd name="T4" fmla="*/ 21600 w 21600"/>
                    <a:gd name="T5" fmla="*/ 21597 h 21597"/>
                  </a:gdLst>
                  <a:ahLst/>
                  <a:cxnLst>
                    <a:cxn ang="0">
                      <a:pos x="T0" y="T1"/>
                    </a:cxn>
                    <a:cxn ang="0">
                      <a:pos x="T2" y="T3"/>
                    </a:cxn>
                    <a:cxn ang="0">
                      <a:pos x="T4" y="T5"/>
                    </a:cxn>
                  </a:cxnLst>
                  <a:rect l="0" t="0" r="r" b="b"/>
                  <a:pathLst>
                    <a:path w="21600" h="21597" fill="none" extrusionOk="0">
                      <a:moveTo>
                        <a:pt x="0" y="21597"/>
                      </a:moveTo>
                      <a:cubicBezTo>
                        <a:pt x="0" y="9809"/>
                        <a:pt x="9450" y="198"/>
                        <a:pt x="21237" y="0"/>
                      </a:cubicBezTo>
                    </a:path>
                    <a:path w="21600" h="21597" stroke="0" extrusionOk="0">
                      <a:moveTo>
                        <a:pt x="0" y="21597"/>
                      </a:moveTo>
                      <a:cubicBezTo>
                        <a:pt x="0" y="9809"/>
                        <a:pt x="9450" y="198"/>
                        <a:pt x="21237" y="0"/>
                      </a:cubicBezTo>
                      <a:lnTo>
                        <a:pt x="21600" y="21597"/>
                      </a:lnTo>
                      <a:close/>
                    </a:path>
                  </a:pathLst>
                </a:custGeom>
                <a:noFill/>
                <a:ln w="25400" cap="rnd">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25202" name="Arc 210"/>
                <p:cNvSpPr>
                  <a:spLocks/>
                </p:cNvSpPr>
                <p:nvPr/>
              </p:nvSpPr>
              <p:spPr bwMode="auto">
                <a:xfrm>
                  <a:off x="2834" y="1401"/>
                  <a:ext cx="60" cy="66"/>
                </a:xfrm>
                <a:custGeom>
                  <a:avLst/>
                  <a:gdLst>
                    <a:gd name="G0" fmla="+- 363 0 0"/>
                    <a:gd name="G1" fmla="+- 21600 0 0"/>
                    <a:gd name="G2" fmla="+- 21600 0 0"/>
                    <a:gd name="T0" fmla="*/ 0 w 21963"/>
                    <a:gd name="T1" fmla="*/ 3 h 21600"/>
                    <a:gd name="T2" fmla="*/ 21963 w 21963"/>
                    <a:gd name="T3" fmla="*/ 21600 h 21600"/>
                    <a:gd name="T4" fmla="*/ 363 w 21963"/>
                    <a:gd name="T5" fmla="*/ 21600 h 21600"/>
                  </a:gdLst>
                  <a:ahLst/>
                  <a:cxnLst>
                    <a:cxn ang="0">
                      <a:pos x="T0" y="T1"/>
                    </a:cxn>
                    <a:cxn ang="0">
                      <a:pos x="T2" y="T3"/>
                    </a:cxn>
                    <a:cxn ang="0">
                      <a:pos x="T4" y="T5"/>
                    </a:cxn>
                  </a:cxnLst>
                  <a:rect l="0" t="0" r="r" b="b"/>
                  <a:pathLst>
                    <a:path w="21963" h="21600" fill="none" extrusionOk="0">
                      <a:moveTo>
                        <a:pt x="0" y="3"/>
                      </a:moveTo>
                      <a:cubicBezTo>
                        <a:pt x="120" y="1"/>
                        <a:pt x="241" y="0"/>
                        <a:pt x="363" y="0"/>
                      </a:cubicBezTo>
                      <a:cubicBezTo>
                        <a:pt x="12292" y="0"/>
                        <a:pt x="21963" y="9670"/>
                        <a:pt x="21963" y="21600"/>
                      </a:cubicBezTo>
                    </a:path>
                    <a:path w="21963" h="21600" stroke="0" extrusionOk="0">
                      <a:moveTo>
                        <a:pt x="0" y="3"/>
                      </a:moveTo>
                      <a:cubicBezTo>
                        <a:pt x="120" y="1"/>
                        <a:pt x="241" y="0"/>
                        <a:pt x="363" y="0"/>
                      </a:cubicBezTo>
                      <a:cubicBezTo>
                        <a:pt x="12292" y="0"/>
                        <a:pt x="21963" y="9670"/>
                        <a:pt x="21963" y="21600"/>
                      </a:cubicBezTo>
                      <a:lnTo>
                        <a:pt x="363" y="21600"/>
                      </a:lnTo>
                      <a:close/>
                    </a:path>
                  </a:pathLst>
                </a:custGeom>
                <a:noFill/>
                <a:ln w="25400" cap="rnd">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grpSp>
          <p:nvGrpSpPr>
            <p:cNvPr id="725203" name="Group 211"/>
            <p:cNvGrpSpPr>
              <a:grpSpLocks/>
            </p:cNvGrpSpPr>
            <p:nvPr/>
          </p:nvGrpSpPr>
          <p:grpSpPr bwMode="auto">
            <a:xfrm>
              <a:off x="2667" y="2181"/>
              <a:ext cx="364" cy="54"/>
              <a:chOff x="2655" y="952"/>
              <a:chExt cx="458" cy="54"/>
            </a:xfrm>
          </p:grpSpPr>
          <p:grpSp>
            <p:nvGrpSpPr>
              <p:cNvPr id="725204" name="Group 212"/>
              <p:cNvGrpSpPr>
                <a:grpSpLocks/>
              </p:cNvGrpSpPr>
              <p:nvPr/>
            </p:nvGrpSpPr>
            <p:grpSpPr bwMode="auto">
              <a:xfrm>
                <a:off x="2655" y="952"/>
                <a:ext cx="91" cy="52"/>
                <a:chOff x="2780" y="1401"/>
                <a:chExt cx="114" cy="66"/>
              </a:xfrm>
            </p:grpSpPr>
            <p:sp>
              <p:nvSpPr>
                <p:cNvPr id="725205" name="Arc 213"/>
                <p:cNvSpPr>
                  <a:spLocks/>
                </p:cNvSpPr>
                <p:nvPr/>
              </p:nvSpPr>
              <p:spPr bwMode="auto">
                <a:xfrm>
                  <a:off x="2780" y="1401"/>
                  <a:ext cx="60" cy="66"/>
                </a:xfrm>
                <a:custGeom>
                  <a:avLst/>
                  <a:gdLst>
                    <a:gd name="G0" fmla="+- 21600 0 0"/>
                    <a:gd name="G1" fmla="+- 21597 0 0"/>
                    <a:gd name="G2" fmla="+- 21600 0 0"/>
                    <a:gd name="T0" fmla="*/ 0 w 21600"/>
                    <a:gd name="T1" fmla="*/ 21597 h 21597"/>
                    <a:gd name="T2" fmla="*/ 21237 w 21600"/>
                    <a:gd name="T3" fmla="*/ 0 h 21597"/>
                    <a:gd name="T4" fmla="*/ 21600 w 21600"/>
                    <a:gd name="T5" fmla="*/ 21597 h 21597"/>
                  </a:gdLst>
                  <a:ahLst/>
                  <a:cxnLst>
                    <a:cxn ang="0">
                      <a:pos x="T0" y="T1"/>
                    </a:cxn>
                    <a:cxn ang="0">
                      <a:pos x="T2" y="T3"/>
                    </a:cxn>
                    <a:cxn ang="0">
                      <a:pos x="T4" y="T5"/>
                    </a:cxn>
                  </a:cxnLst>
                  <a:rect l="0" t="0" r="r" b="b"/>
                  <a:pathLst>
                    <a:path w="21600" h="21597" fill="none" extrusionOk="0">
                      <a:moveTo>
                        <a:pt x="0" y="21597"/>
                      </a:moveTo>
                      <a:cubicBezTo>
                        <a:pt x="0" y="9809"/>
                        <a:pt x="9450" y="198"/>
                        <a:pt x="21237" y="0"/>
                      </a:cubicBezTo>
                    </a:path>
                    <a:path w="21600" h="21597" stroke="0" extrusionOk="0">
                      <a:moveTo>
                        <a:pt x="0" y="21597"/>
                      </a:moveTo>
                      <a:cubicBezTo>
                        <a:pt x="0" y="9809"/>
                        <a:pt x="9450" y="198"/>
                        <a:pt x="21237" y="0"/>
                      </a:cubicBezTo>
                      <a:lnTo>
                        <a:pt x="21600" y="21597"/>
                      </a:lnTo>
                      <a:close/>
                    </a:path>
                  </a:pathLst>
                </a:custGeom>
                <a:noFill/>
                <a:ln w="25400" cap="rnd">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25206" name="Arc 214"/>
                <p:cNvSpPr>
                  <a:spLocks/>
                </p:cNvSpPr>
                <p:nvPr/>
              </p:nvSpPr>
              <p:spPr bwMode="auto">
                <a:xfrm>
                  <a:off x="2834" y="1401"/>
                  <a:ext cx="60" cy="66"/>
                </a:xfrm>
                <a:custGeom>
                  <a:avLst/>
                  <a:gdLst>
                    <a:gd name="G0" fmla="+- 363 0 0"/>
                    <a:gd name="G1" fmla="+- 21600 0 0"/>
                    <a:gd name="G2" fmla="+- 21600 0 0"/>
                    <a:gd name="T0" fmla="*/ 0 w 21963"/>
                    <a:gd name="T1" fmla="*/ 3 h 21600"/>
                    <a:gd name="T2" fmla="*/ 21963 w 21963"/>
                    <a:gd name="T3" fmla="*/ 21600 h 21600"/>
                    <a:gd name="T4" fmla="*/ 363 w 21963"/>
                    <a:gd name="T5" fmla="*/ 21600 h 21600"/>
                  </a:gdLst>
                  <a:ahLst/>
                  <a:cxnLst>
                    <a:cxn ang="0">
                      <a:pos x="T0" y="T1"/>
                    </a:cxn>
                    <a:cxn ang="0">
                      <a:pos x="T2" y="T3"/>
                    </a:cxn>
                    <a:cxn ang="0">
                      <a:pos x="T4" y="T5"/>
                    </a:cxn>
                  </a:cxnLst>
                  <a:rect l="0" t="0" r="r" b="b"/>
                  <a:pathLst>
                    <a:path w="21963" h="21600" fill="none" extrusionOk="0">
                      <a:moveTo>
                        <a:pt x="0" y="3"/>
                      </a:moveTo>
                      <a:cubicBezTo>
                        <a:pt x="120" y="1"/>
                        <a:pt x="241" y="0"/>
                        <a:pt x="363" y="0"/>
                      </a:cubicBezTo>
                      <a:cubicBezTo>
                        <a:pt x="12292" y="0"/>
                        <a:pt x="21963" y="9670"/>
                        <a:pt x="21963" y="21600"/>
                      </a:cubicBezTo>
                    </a:path>
                    <a:path w="21963" h="21600" stroke="0" extrusionOk="0">
                      <a:moveTo>
                        <a:pt x="0" y="3"/>
                      </a:moveTo>
                      <a:cubicBezTo>
                        <a:pt x="120" y="1"/>
                        <a:pt x="241" y="0"/>
                        <a:pt x="363" y="0"/>
                      </a:cubicBezTo>
                      <a:cubicBezTo>
                        <a:pt x="12292" y="0"/>
                        <a:pt x="21963" y="9670"/>
                        <a:pt x="21963" y="21600"/>
                      </a:cubicBezTo>
                      <a:lnTo>
                        <a:pt x="363" y="21600"/>
                      </a:lnTo>
                      <a:close/>
                    </a:path>
                  </a:pathLst>
                </a:custGeom>
                <a:noFill/>
                <a:ln w="25400" cap="rnd">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725207" name="Group 215"/>
              <p:cNvGrpSpPr>
                <a:grpSpLocks/>
              </p:cNvGrpSpPr>
              <p:nvPr/>
            </p:nvGrpSpPr>
            <p:grpSpPr bwMode="auto">
              <a:xfrm>
                <a:off x="2746" y="953"/>
                <a:ext cx="91" cy="52"/>
                <a:chOff x="2780" y="1401"/>
                <a:chExt cx="114" cy="66"/>
              </a:xfrm>
            </p:grpSpPr>
            <p:sp>
              <p:nvSpPr>
                <p:cNvPr id="725208" name="Arc 216"/>
                <p:cNvSpPr>
                  <a:spLocks/>
                </p:cNvSpPr>
                <p:nvPr/>
              </p:nvSpPr>
              <p:spPr bwMode="auto">
                <a:xfrm>
                  <a:off x="2780" y="1401"/>
                  <a:ext cx="60" cy="66"/>
                </a:xfrm>
                <a:custGeom>
                  <a:avLst/>
                  <a:gdLst>
                    <a:gd name="G0" fmla="+- 21600 0 0"/>
                    <a:gd name="G1" fmla="+- 21597 0 0"/>
                    <a:gd name="G2" fmla="+- 21600 0 0"/>
                    <a:gd name="T0" fmla="*/ 0 w 21600"/>
                    <a:gd name="T1" fmla="*/ 21597 h 21597"/>
                    <a:gd name="T2" fmla="*/ 21237 w 21600"/>
                    <a:gd name="T3" fmla="*/ 0 h 21597"/>
                    <a:gd name="T4" fmla="*/ 21600 w 21600"/>
                    <a:gd name="T5" fmla="*/ 21597 h 21597"/>
                  </a:gdLst>
                  <a:ahLst/>
                  <a:cxnLst>
                    <a:cxn ang="0">
                      <a:pos x="T0" y="T1"/>
                    </a:cxn>
                    <a:cxn ang="0">
                      <a:pos x="T2" y="T3"/>
                    </a:cxn>
                    <a:cxn ang="0">
                      <a:pos x="T4" y="T5"/>
                    </a:cxn>
                  </a:cxnLst>
                  <a:rect l="0" t="0" r="r" b="b"/>
                  <a:pathLst>
                    <a:path w="21600" h="21597" fill="none" extrusionOk="0">
                      <a:moveTo>
                        <a:pt x="0" y="21597"/>
                      </a:moveTo>
                      <a:cubicBezTo>
                        <a:pt x="0" y="9809"/>
                        <a:pt x="9450" y="198"/>
                        <a:pt x="21237" y="0"/>
                      </a:cubicBezTo>
                    </a:path>
                    <a:path w="21600" h="21597" stroke="0" extrusionOk="0">
                      <a:moveTo>
                        <a:pt x="0" y="21597"/>
                      </a:moveTo>
                      <a:cubicBezTo>
                        <a:pt x="0" y="9809"/>
                        <a:pt x="9450" y="198"/>
                        <a:pt x="21237" y="0"/>
                      </a:cubicBezTo>
                      <a:lnTo>
                        <a:pt x="21600" y="21597"/>
                      </a:lnTo>
                      <a:close/>
                    </a:path>
                  </a:pathLst>
                </a:custGeom>
                <a:noFill/>
                <a:ln w="25400" cap="rnd">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25209" name="Arc 217"/>
                <p:cNvSpPr>
                  <a:spLocks/>
                </p:cNvSpPr>
                <p:nvPr/>
              </p:nvSpPr>
              <p:spPr bwMode="auto">
                <a:xfrm>
                  <a:off x="2834" y="1401"/>
                  <a:ext cx="60" cy="66"/>
                </a:xfrm>
                <a:custGeom>
                  <a:avLst/>
                  <a:gdLst>
                    <a:gd name="G0" fmla="+- 363 0 0"/>
                    <a:gd name="G1" fmla="+- 21600 0 0"/>
                    <a:gd name="G2" fmla="+- 21600 0 0"/>
                    <a:gd name="T0" fmla="*/ 0 w 21963"/>
                    <a:gd name="T1" fmla="*/ 3 h 21600"/>
                    <a:gd name="T2" fmla="*/ 21963 w 21963"/>
                    <a:gd name="T3" fmla="*/ 21600 h 21600"/>
                    <a:gd name="T4" fmla="*/ 363 w 21963"/>
                    <a:gd name="T5" fmla="*/ 21600 h 21600"/>
                  </a:gdLst>
                  <a:ahLst/>
                  <a:cxnLst>
                    <a:cxn ang="0">
                      <a:pos x="T0" y="T1"/>
                    </a:cxn>
                    <a:cxn ang="0">
                      <a:pos x="T2" y="T3"/>
                    </a:cxn>
                    <a:cxn ang="0">
                      <a:pos x="T4" y="T5"/>
                    </a:cxn>
                  </a:cxnLst>
                  <a:rect l="0" t="0" r="r" b="b"/>
                  <a:pathLst>
                    <a:path w="21963" h="21600" fill="none" extrusionOk="0">
                      <a:moveTo>
                        <a:pt x="0" y="3"/>
                      </a:moveTo>
                      <a:cubicBezTo>
                        <a:pt x="120" y="1"/>
                        <a:pt x="241" y="0"/>
                        <a:pt x="363" y="0"/>
                      </a:cubicBezTo>
                      <a:cubicBezTo>
                        <a:pt x="12292" y="0"/>
                        <a:pt x="21963" y="9670"/>
                        <a:pt x="21963" y="21600"/>
                      </a:cubicBezTo>
                    </a:path>
                    <a:path w="21963" h="21600" stroke="0" extrusionOk="0">
                      <a:moveTo>
                        <a:pt x="0" y="3"/>
                      </a:moveTo>
                      <a:cubicBezTo>
                        <a:pt x="120" y="1"/>
                        <a:pt x="241" y="0"/>
                        <a:pt x="363" y="0"/>
                      </a:cubicBezTo>
                      <a:cubicBezTo>
                        <a:pt x="12292" y="0"/>
                        <a:pt x="21963" y="9670"/>
                        <a:pt x="21963" y="21600"/>
                      </a:cubicBezTo>
                      <a:lnTo>
                        <a:pt x="363" y="21600"/>
                      </a:lnTo>
                      <a:close/>
                    </a:path>
                  </a:pathLst>
                </a:custGeom>
                <a:noFill/>
                <a:ln w="25400" cap="rnd">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725210" name="Group 218"/>
              <p:cNvGrpSpPr>
                <a:grpSpLocks/>
              </p:cNvGrpSpPr>
              <p:nvPr/>
            </p:nvGrpSpPr>
            <p:grpSpPr bwMode="auto">
              <a:xfrm>
                <a:off x="2838" y="954"/>
                <a:ext cx="91" cy="52"/>
                <a:chOff x="2780" y="1401"/>
                <a:chExt cx="114" cy="66"/>
              </a:xfrm>
            </p:grpSpPr>
            <p:sp>
              <p:nvSpPr>
                <p:cNvPr id="725211" name="Arc 219"/>
                <p:cNvSpPr>
                  <a:spLocks/>
                </p:cNvSpPr>
                <p:nvPr/>
              </p:nvSpPr>
              <p:spPr bwMode="auto">
                <a:xfrm>
                  <a:off x="2780" y="1401"/>
                  <a:ext cx="60" cy="66"/>
                </a:xfrm>
                <a:custGeom>
                  <a:avLst/>
                  <a:gdLst>
                    <a:gd name="G0" fmla="+- 21600 0 0"/>
                    <a:gd name="G1" fmla="+- 21597 0 0"/>
                    <a:gd name="G2" fmla="+- 21600 0 0"/>
                    <a:gd name="T0" fmla="*/ 0 w 21600"/>
                    <a:gd name="T1" fmla="*/ 21597 h 21597"/>
                    <a:gd name="T2" fmla="*/ 21237 w 21600"/>
                    <a:gd name="T3" fmla="*/ 0 h 21597"/>
                    <a:gd name="T4" fmla="*/ 21600 w 21600"/>
                    <a:gd name="T5" fmla="*/ 21597 h 21597"/>
                  </a:gdLst>
                  <a:ahLst/>
                  <a:cxnLst>
                    <a:cxn ang="0">
                      <a:pos x="T0" y="T1"/>
                    </a:cxn>
                    <a:cxn ang="0">
                      <a:pos x="T2" y="T3"/>
                    </a:cxn>
                    <a:cxn ang="0">
                      <a:pos x="T4" y="T5"/>
                    </a:cxn>
                  </a:cxnLst>
                  <a:rect l="0" t="0" r="r" b="b"/>
                  <a:pathLst>
                    <a:path w="21600" h="21597" fill="none" extrusionOk="0">
                      <a:moveTo>
                        <a:pt x="0" y="21597"/>
                      </a:moveTo>
                      <a:cubicBezTo>
                        <a:pt x="0" y="9809"/>
                        <a:pt x="9450" y="198"/>
                        <a:pt x="21237" y="0"/>
                      </a:cubicBezTo>
                    </a:path>
                    <a:path w="21600" h="21597" stroke="0" extrusionOk="0">
                      <a:moveTo>
                        <a:pt x="0" y="21597"/>
                      </a:moveTo>
                      <a:cubicBezTo>
                        <a:pt x="0" y="9809"/>
                        <a:pt x="9450" y="198"/>
                        <a:pt x="21237" y="0"/>
                      </a:cubicBezTo>
                      <a:lnTo>
                        <a:pt x="21600" y="21597"/>
                      </a:lnTo>
                      <a:close/>
                    </a:path>
                  </a:pathLst>
                </a:custGeom>
                <a:noFill/>
                <a:ln w="25400" cap="rnd">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25212" name="Arc 220"/>
                <p:cNvSpPr>
                  <a:spLocks/>
                </p:cNvSpPr>
                <p:nvPr/>
              </p:nvSpPr>
              <p:spPr bwMode="auto">
                <a:xfrm>
                  <a:off x="2834" y="1401"/>
                  <a:ext cx="60" cy="66"/>
                </a:xfrm>
                <a:custGeom>
                  <a:avLst/>
                  <a:gdLst>
                    <a:gd name="G0" fmla="+- 363 0 0"/>
                    <a:gd name="G1" fmla="+- 21600 0 0"/>
                    <a:gd name="G2" fmla="+- 21600 0 0"/>
                    <a:gd name="T0" fmla="*/ 0 w 21963"/>
                    <a:gd name="T1" fmla="*/ 3 h 21600"/>
                    <a:gd name="T2" fmla="*/ 21963 w 21963"/>
                    <a:gd name="T3" fmla="*/ 21600 h 21600"/>
                    <a:gd name="T4" fmla="*/ 363 w 21963"/>
                    <a:gd name="T5" fmla="*/ 21600 h 21600"/>
                  </a:gdLst>
                  <a:ahLst/>
                  <a:cxnLst>
                    <a:cxn ang="0">
                      <a:pos x="T0" y="T1"/>
                    </a:cxn>
                    <a:cxn ang="0">
                      <a:pos x="T2" y="T3"/>
                    </a:cxn>
                    <a:cxn ang="0">
                      <a:pos x="T4" y="T5"/>
                    </a:cxn>
                  </a:cxnLst>
                  <a:rect l="0" t="0" r="r" b="b"/>
                  <a:pathLst>
                    <a:path w="21963" h="21600" fill="none" extrusionOk="0">
                      <a:moveTo>
                        <a:pt x="0" y="3"/>
                      </a:moveTo>
                      <a:cubicBezTo>
                        <a:pt x="120" y="1"/>
                        <a:pt x="241" y="0"/>
                        <a:pt x="363" y="0"/>
                      </a:cubicBezTo>
                      <a:cubicBezTo>
                        <a:pt x="12292" y="0"/>
                        <a:pt x="21963" y="9670"/>
                        <a:pt x="21963" y="21600"/>
                      </a:cubicBezTo>
                    </a:path>
                    <a:path w="21963" h="21600" stroke="0" extrusionOk="0">
                      <a:moveTo>
                        <a:pt x="0" y="3"/>
                      </a:moveTo>
                      <a:cubicBezTo>
                        <a:pt x="120" y="1"/>
                        <a:pt x="241" y="0"/>
                        <a:pt x="363" y="0"/>
                      </a:cubicBezTo>
                      <a:cubicBezTo>
                        <a:pt x="12292" y="0"/>
                        <a:pt x="21963" y="9670"/>
                        <a:pt x="21963" y="21600"/>
                      </a:cubicBezTo>
                      <a:lnTo>
                        <a:pt x="363" y="21600"/>
                      </a:lnTo>
                      <a:close/>
                    </a:path>
                  </a:pathLst>
                </a:custGeom>
                <a:noFill/>
                <a:ln w="25400" cap="rnd">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725213" name="Group 221"/>
              <p:cNvGrpSpPr>
                <a:grpSpLocks/>
              </p:cNvGrpSpPr>
              <p:nvPr/>
            </p:nvGrpSpPr>
            <p:grpSpPr bwMode="auto">
              <a:xfrm>
                <a:off x="2929" y="954"/>
                <a:ext cx="91" cy="52"/>
                <a:chOff x="2780" y="1401"/>
                <a:chExt cx="114" cy="66"/>
              </a:xfrm>
            </p:grpSpPr>
            <p:sp>
              <p:nvSpPr>
                <p:cNvPr id="725214" name="Arc 222"/>
                <p:cNvSpPr>
                  <a:spLocks/>
                </p:cNvSpPr>
                <p:nvPr/>
              </p:nvSpPr>
              <p:spPr bwMode="auto">
                <a:xfrm>
                  <a:off x="2780" y="1401"/>
                  <a:ext cx="60" cy="66"/>
                </a:xfrm>
                <a:custGeom>
                  <a:avLst/>
                  <a:gdLst>
                    <a:gd name="G0" fmla="+- 21600 0 0"/>
                    <a:gd name="G1" fmla="+- 21597 0 0"/>
                    <a:gd name="G2" fmla="+- 21600 0 0"/>
                    <a:gd name="T0" fmla="*/ 0 w 21600"/>
                    <a:gd name="T1" fmla="*/ 21597 h 21597"/>
                    <a:gd name="T2" fmla="*/ 21237 w 21600"/>
                    <a:gd name="T3" fmla="*/ 0 h 21597"/>
                    <a:gd name="T4" fmla="*/ 21600 w 21600"/>
                    <a:gd name="T5" fmla="*/ 21597 h 21597"/>
                  </a:gdLst>
                  <a:ahLst/>
                  <a:cxnLst>
                    <a:cxn ang="0">
                      <a:pos x="T0" y="T1"/>
                    </a:cxn>
                    <a:cxn ang="0">
                      <a:pos x="T2" y="T3"/>
                    </a:cxn>
                    <a:cxn ang="0">
                      <a:pos x="T4" y="T5"/>
                    </a:cxn>
                  </a:cxnLst>
                  <a:rect l="0" t="0" r="r" b="b"/>
                  <a:pathLst>
                    <a:path w="21600" h="21597" fill="none" extrusionOk="0">
                      <a:moveTo>
                        <a:pt x="0" y="21597"/>
                      </a:moveTo>
                      <a:cubicBezTo>
                        <a:pt x="0" y="9809"/>
                        <a:pt x="9450" y="198"/>
                        <a:pt x="21237" y="0"/>
                      </a:cubicBezTo>
                    </a:path>
                    <a:path w="21600" h="21597" stroke="0" extrusionOk="0">
                      <a:moveTo>
                        <a:pt x="0" y="21597"/>
                      </a:moveTo>
                      <a:cubicBezTo>
                        <a:pt x="0" y="9809"/>
                        <a:pt x="9450" y="198"/>
                        <a:pt x="21237" y="0"/>
                      </a:cubicBezTo>
                      <a:lnTo>
                        <a:pt x="21600" y="21597"/>
                      </a:lnTo>
                      <a:close/>
                    </a:path>
                  </a:pathLst>
                </a:custGeom>
                <a:noFill/>
                <a:ln w="25400" cap="rnd">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25215" name="Arc 223"/>
                <p:cNvSpPr>
                  <a:spLocks/>
                </p:cNvSpPr>
                <p:nvPr/>
              </p:nvSpPr>
              <p:spPr bwMode="auto">
                <a:xfrm>
                  <a:off x="2834" y="1401"/>
                  <a:ext cx="60" cy="66"/>
                </a:xfrm>
                <a:custGeom>
                  <a:avLst/>
                  <a:gdLst>
                    <a:gd name="G0" fmla="+- 363 0 0"/>
                    <a:gd name="G1" fmla="+- 21600 0 0"/>
                    <a:gd name="G2" fmla="+- 21600 0 0"/>
                    <a:gd name="T0" fmla="*/ 0 w 21963"/>
                    <a:gd name="T1" fmla="*/ 3 h 21600"/>
                    <a:gd name="T2" fmla="*/ 21963 w 21963"/>
                    <a:gd name="T3" fmla="*/ 21600 h 21600"/>
                    <a:gd name="T4" fmla="*/ 363 w 21963"/>
                    <a:gd name="T5" fmla="*/ 21600 h 21600"/>
                  </a:gdLst>
                  <a:ahLst/>
                  <a:cxnLst>
                    <a:cxn ang="0">
                      <a:pos x="T0" y="T1"/>
                    </a:cxn>
                    <a:cxn ang="0">
                      <a:pos x="T2" y="T3"/>
                    </a:cxn>
                    <a:cxn ang="0">
                      <a:pos x="T4" y="T5"/>
                    </a:cxn>
                  </a:cxnLst>
                  <a:rect l="0" t="0" r="r" b="b"/>
                  <a:pathLst>
                    <a:path w="21963" h="21600" fill="none" extrusionOk="0">
                      <a:moveTo>
                        <a:pt x="0" y="3"/>
                      </a:moveTo>
                      <a:cubicBezTo>
                        <a:pt x="120" y="1"/>
                        <a:pt x="241" y="0"/>
                        <a:pt x="363" y="0"/>
                      </a:cubicBezTo>
                      <a:cubicBezTo>
                        <a:pt x="12292" y="0"/>
                        <a:pt x="21963" y="9670"/>
                        <a:pt x="21963" y="21600"/>
                      </a:cubicBezTo>
                    </a:path>
                    <a:path w="21963" h="21600" stroke="0" extrusionOk="0">
                      <a:moveTo>
                        <a:pt x="0" y="3"/>
                      </a:moveTo>
                      <a:cubicBezTo>
                        <a:pt x="120" y="1"/>
                        <a:pt x="241" y="0"/>
                        <a:pt x="363" y="0"/>
                      </a:cubicBezTo>
                      <a:cubicBezTo>
                        <a:pt x="12292" y="0"/>
                        <a:pt x="21963" y="9670"/>
                        <a:pt x="21963" y="21600"/>
                      </a:cubicBezTo>
                      <a:lnTo>
                        <a:pt x="363" y="21600"/>
                      </a:lnTo>
                      <a:close/>
                    </a:path>
                  </a:pathLst>
                </a:custGeom>
                <a:noFill/>
                <a:ln w="25400" cap="rnd">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725216" name="Group 224"/>
              <p:cNvGrpSpPr>
                <a:grpSpLocks/>
              </p:cNvGrpSpPr>
              <p:nvPr/>
            </p:nvGrpSpPr>
            <p:grpSpPr bwMode="auto">
              <a:xfrm>
                <a:off x="3022" y="954"/>
                <a:ext cx="91" cy="52"/>
                <a:chOff x="2780" y="1401"/>
                <a:chExt cx="114" cy="66"/>
              </a:xfrm>
            </p:grpSpPr>
            <p:sp>
              <p:nvSpPr>
                <p:cNvPr id="725217" name="Arc 225"/>
                <p:cNvSpPr>
                  <a:spLocks/>
                </p:cNvSpPr>
                <p:nvPr/>
              </p:nvSpPr>
              <p:spPr bwMode="auto">
                <a:xfrm>
                  <a:off x="2780" y="1401"/>
                  <a:ext cx="60" cy="66"/>
                </a:xfrm>
                <a:custGeom>
                  <a:avLst/>
                  <a:gdLst>
                    <a:gd name="G0" fmla="+- 21600 0 0"/>
                    <a:gd name="G1" fmla="+- 21597 0 0"/>
                    <a:gd name="G2" fmla="+- 21600 0 0"/>
                    <a:gd name="T0" fmla="*/ 0 w 21600"/>
                    <a:gd name="T1" fmla="*/ 21597 h 21597"/>
                    <a:gd name="T2" fmla="*/ 21237 w 21600"/>
                    <a:gd name="T3" fmla="*/ 0 h 21597"/>
                    <a:gd name="T4" fmla="*/ 21600 w 21600"/>
                    <a:gd name="T5" fmla="*/ 21597 h 21597"/>
                  </a:gdLst>
                  <a:ahLst/>
                  <a:cxnLst>
                    <a:cxn ang="0">
                      <a:pos x="T0" y="T1"/>
                    </a:cxn>
                    <a:cxn ang="0">
                      <a:pos x="T2" y="T3"/>
                    </a:cxn>
                    <a:cxn ang="0">
                      <a:pos x="T4" y="T5"/>
                    </a:cxn>
                  </a:cxnLst>
                  <a:rect l="0" t="0" r="r" b="b"/>
                  <a:pathLst>
                    <a:path w="21600" h="21597" fill="none" extrusionOk="0">
                      <a:moveTo>
                        <a:pt x="0" y="21597"/>
                      </a:moveTo>
                      <a:cubicBezTo>
                        <a:pt x="0" y="9809"/>
                        <a:pt x="9450" y="198"/>
                        <a:pt x="21237" y="0"/>
                      </a:cubicBezTo>
                    </a:path>
                    <a:path w="21600" h="21597" stroke="0" extrusionOk="0">
                      <a:moveTo>
                        <a:pt x="0" y="21597"/>
                      </a:moveTo>
                      <a:cubicBezTo>
                        <a:pt x="0" y="9809"/>
                        <a:pt x="9450" y="198"/>
                        <a:pt x="21237" y="0"/>
                      </a:cubicBezTo>
                      <a:lnTo>
                        <a:pt x="21600" y="21597"/>
                      </a:lnTo>
                      <a:close/>
                    </a:path>
                  </a:pathLst>
                </a:custGeom>
                <a:noFill/>
                <a:ln w="25400" cap="rnd">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25218" name="Arc 226"/>
                <p:cNvSpPr>
                  <a:spLocks/>
                </p:cNvSpPr>
                <p:nvPr/>
              </p:nvSpPr>
              <p:spPr bwMode="auto">
                <a:xfrm>
                  <a:off x="2834" y="1401"/>
                  <a:ext cx="60" cy="66"/>
                </a:xfrm>
                <a:custGeom>
                  <a:avLst/>
                  <a:gdLst>
                    <a:gd name="G0" fmla="+- 363 0 0"/>
                    <a:gd name="G1" fmla="+- 21600 0 0"/>
                    <a:gd name="G2" fmla="+- 21600 0 0"/>
                    <a:gd name="T0" fmla="*/ 0 w 21963"/>
                    <a:gd name="T1" fmla="*/ 3 h 21600"/>
                    <a:gd name="T2" fmla="*/ 21963 w 21963"/>
                    <a:gd name="T3" fmla="*/ 21600 h 21600"/>
                    <a:gd name="T4" fmla="*/ 363 w 21963"/>
                    <a:gd name="T5" fmla="*/ 21600 h 21600"/>
                  </a:gdLst>
                  <a:ahLst/>
                  <a:cxnLst>
                    <a:cxn ang="0">
                      <a:pos x="T0" y="T1"/>
                    </a:cxn>
                    <a:cxn ang="0">
                      <a:pos x="T2" y="T3"/>
                    </a:cxn>
                    <a:cxn ang="0">
                      <a:pos x="T4" y="T5"/>
                    </a:cxn>
                  </a:cxnLst>
                  <a:rect l="0" t="0" r="r" b="b"/>
                  <a:pathLst>
                    <a:path w="21963" h="21600" fill="none" extrusionOk="0">
                      <a:moveTo>
                        <a:pt x="0" y="3"/>
                      </a:moveTo>
                      <a:cubicBezTo>
                        <a:pt x="120" y="1"/>
                        <a:pt x="241" y="0"/>
                        <a:pt x="363" y="0"/>
                      </a:cubicBezTo>
                      <a:cubicBezTo>
                        <a:pt x="12292" y="0"/>
                        <a:pt x="21963" y="9670"/>
                        <a:pt x="21963" y="21600"/>
                      </a:cubicBezTo>
                    </a:path>
                    <a:path w="21963" h="21600" stroke="0" extrusionOk="0">
                      <a:moveTo>
                        <a:pt x="0" y="3"/>
                      </a:moveTo>
                      <a:cubicBezTo>
                        <a:pt x="120" y="1"/>
                        <a:pt x="241" y="0"/>
                        <a:pt x="363" y="0"/>
                      </a:cubicBezTo>
                      <a:cubicBezTo>
                        <a:pt x="12292" y="0"/>
                        <a:pt x="21963" y="9670"/>
                        <a:pt x="21963" y="21600"/>
                      </a:cubicBezTo>
                      <a:lnTo>
                        <a:pt x="363" y="21600"/>
                      </a:lnTo>
                      <a:close/>
                    </a:path>
                  </a:pathLst>
                </a:custGeom>
                <a:noFill/>
                <a:ln w="25400" cap="rnd">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grpSp>
          <p:nvGrpSpPr>
            <p:cNvPr id="725219" name="Group 227"/>
            <p:cNvGrpSpPr>
              <a:grpSpLocks/>
            </p:cNvGrpSpPr>
            <p:nvPr/>
          </p:nvGrpSpPr>
          <p:grpSpPr bwMode="auto">
            <a:xfrm>
              <a:off x="2664" y="2323"/>
              <a:ext cx="363" cy="54"/>
              <a:chOff x="2655" y="952"/>
              <a:chExt cx="458" cy="54"/>
            </a:xfrm>
          </p:grpSpPr>
          <p:grpSp>
            <p:nvGrpSpPr>
              <p:cNvPr id="725220" name="Group 228"/>
              <p:cNvGrpSpPr>
                <a:grpSpLocks/>
              </p:cNvGrpSpPr>
              <p:nvPr/>
            </p:nvGrpSpPr>
            <p:grpSpPr bwMode="auto">
              <a:xfrm>
                <a:off x="2655" y="952"/>
                <a:ext cx="91" cy="52"/>
                <a:chOff x="2780" y="1401"/>
                <a:chExt cx="114" cy="66"/>
              </a:xfrm>
            </p:grpSpPr>
            <p:sp>
              <p:nvSpPr>
                <p:cNvPr id="725221" name="Arc 229"/>
                <p:cNvSpPr>
                  <a:spLocks/>
                </p:cNvSpPr>
                <p:nvPr/>
              </p:nvSpPr>
              <p:spPr bwMode="auto">
                <a:xfrm>
                  <a:off x="2780" y="1401"/>
                  <a:ext cx="60" cy="66"/>
                </a:xfrm>
                <a:custGeom>
                  <a:avLst/>
                  <a:gdLst>
                    <a:gd name="G0" fmla="+- 21600 0 0"/>
                    <a:gd name="G1" fmla="+- 21597 0 0"/>
                    <a:gd name="G2" fmla="+- 21600 0 0"/>
                    <a:gd name="T0" fmla="*/ 0 w 21600"/>
                    <a:gd name="T1" fmla="*/ 21597 h 21597"/>
                    <a:gd name="T2" fmla="*/ 21237 w 21600"/>
                    <a:gd name="T3" fmla="*/ 0 h 21597"/>
                    <a:gd name="T4" fmla="*/ 21600 w 21600"/>
                    <a:gd name="T5" fmla="*/ 21597 h 21597"/>
                  </a:gdLst>
                  <a:ahLst/>
                  <a:cxnLst>
                    <a:cxn ang="0">
                      <a:pos x="T0" y="T1"/>
                    </a:cxn>
                    <a:cxn ang="0">
                      <a:pos x="T2" y="T3"/>
                    </a:cxn>
                    <a:cxn ang="0">
                      <a:pos x="T4" y="T5"/>
                    </a:cxn>
                  </a:cxnLst>
                  <a:rect l="0" t="0" r="r" b="b"/>
                  <a:pathLst>
                    <a:path w="21600" h="21597" fill="none" extrusionOk="0">
                      <a:moveTo>
                        <a:pt x="0" y="21597"/>
                      </a:moveTo>
                      <a:cubicBezTo>
                        <a:pt x="0" y="9809"/>
                        <a:pt x="9450" y="198"/>
                        <a:pt x="21237" y="0"/>
                      </a:cubicBezTo>
                    </a:path>
                    <a:path w="21600" h="21597" stroke="0" extrusionOk="0">
                      <a:moveTo>
                        <a:pt x="0" y="21597"/>
                      </a:moveTo>
                      <a:cubicBezTo>
                        <a:pt x="0" y="9809"/>
                        <a:pt x="9450" y="198"/>
                        <a:pt x="21237" y="0"/>
                      </a:cubicBezTo>
                      <a:lnTo>
                        <a:pt x="21600" y="21597"/>
                      </a:lnTo>
                      <a:close/>
                    </a:path>
                  </a:pathLst>
                </a:custGeom>
                <a:noFill/>
                <a:ln w="25400" cap="rnd">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25222" name="Arc 230"/>
                <p:cNvSpPr>
                  <a:spLocks/>
                </p:cNvSpPr>
                <p:nvPr/>
              </p:nvSpPr>
              <p:spPr bwMode="auto">
                <a:xfrm>
                  <a:off x="2834" y="1401"/>
                  <a:ext cx="60" cy="66"/>
                </a:xfrm>
                <a:custGeom>
                  <a:avLst/>
                  <a:gdLst>
                    <a:gd name="G0" fmla="+- 363 0 0"/>
                    <a:gd name="G1" fmla="+- 21600 0 0"/>
                    <a:gd name="G2" fmla="+- 21600 0 0"/>
                    <a:gd name="T0" fmla="*/ 0 w 21963"/>
                    <a:gd name="T1" fmla="*/ 3 h 21600"/>
                    <a:gd name="T2" fmla="*/ 21963 w 21963"/>
                    <a:gd name="T3" fmla="*/ 21600 h 21600"/>
                    <a:gd name="T4" fmla="*/ 363 w 21963"/>
                    <a:gd name="T5" fmla="*/ 21600 h 21600"/>
                  </a:gdLst>
                  <a:ahLst/>
                  <a:cxnLst>
                    <a:cxn ang="0">
                      <a:pos x="T0" y="T1"/>
                    </a:cxn>
                    <a:cxn ang="0">
                      <a:pos x="T2" y="T3"/>
                    </a:cxn>
                    <a:cxn ang="0">
                      <a:pos x="T4" y="T5"/>
                    </a:cxn>
                  </a:cxnLst>
                  <a:rect l="0" t="0" r="r" b="b"/>
                  <a:pathLst>
                    <a:path w="21963" h="21600" fill="none" extrusionOk="0">
                      <a:moveTo>
                        <a:pt x="0" y="3"/>
                      </a:moveTo>
                      <a:cubicBezTo>
                        <a:pt x="120" y="1"/>
                        <a:pt x="241" y="0"/>
                        <a:pt x="363" y="0"/>
                      </a:cubicBezTo>
                      <a:cubicBezTo>
                        <a:pt x="12292" y="0"/>
                        <a:pt x="21963" y="9670"/>
                        <a:pt x="21963" y="21600"/>
                      </a:cubicBezTo>
                    </a:path>
                    <a:path w="21963" h="21600" stroke="0" extrusionOk="0">
                      <a:moveTo>
                        <a:pt x="0" y="3"/>
                      </a:moveTo>
                      <a:cubicBezTo>
                        <a:pt x="120" y="1"/>
                        <a:pt x="241" y="0"/>
                        <a:pt x="363" y="0"/>
                      </a:cubicBezTo>
                      <a:cubicBezTo>
                        <a:pt x="12292" y="0"/>
                        <a:pt x="21963" y="9670"/>
                        <a:pt x="21963" y="21600"/>
                      </a:cubicBezTo>
                      <a:lnTo>
                        <a:pt x="363" y="21600"/>
                      </a:lnTo>
                      <a:close/>
                    </a:path>
                  </a:pathLst>
                </a:custGeom>
                <a:noFill/>
                <a:ln w="25400" cap="rnd">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725223" name="Group 231"/>
              <p:cNvGrpSpPr>
                <a:grpSpLocks/>
              </p:cNvGrpSpPr>
              <p:nvPr/>
            </p:nvGrpSpPr>
            <p:grpSpPr bwMode="auto">
              <a:xfrm>
                <a:off x="2746" y="953"/>
                <a:ext cx="91" cy="52"/>
                <a:chOff x="2780" y="1401"/>
                <a:chExt cx="114" cy="66"/>
              </a:xfrm>
            </p:grpSpPr>
            <p:sp>
              <p:nvSpPr>
                <p:cNvPr id="725224" name="Arc 232"/>
                <p:cNvSpPr>
                  <a:spLocks/>
                </p:cNvSpPr>
                <p:nvPr/>
              </p:nvSpPr>
              <p:spPr bwMode="auto">
                <a:xfrm>
                  <a:off x="2780" y="1401"/>
                  <a:ext cx="60" cy="66"/>
                </a:xfrm>
                <a:custGeom>
                  <a:avLst/>
                  <a:gdLst>
                    <a:gd name="G0" fmla="+- 21600 0 0"/>
                    <a:gd name="G1" fmla="+- 21597 0 0"/>
                    <a:gd name="G2" fmla="+- 21600 0 0"/>
                    <a:gd name="T0" fmla="*/ 0 w 21600"/>
                    <a:gd name="T1" fmla="*/ 21597 h 21597"/>
                    <a:gd name="T2" fmla="*/ 21237 w 21600"/>
                    <a:gd name="T3" fmla="*/ 0 h 21597"/>
                    <a:gd name="T4" fmla="*/ 21600 w 21600"/>
                    <a:gd name="T5" fmla="*/ 21597 h 21597"/>
                  </a:gdLst>
                  <a:ahLst/>
                  <a:cxnLst>
                    <a:cxn ang="0">
                      <a:pos x="T0" y="T1"/>
                    </a:cxn>
                    <a:cxn ang="0">
                      <a:pos x="T2" y="T3"/>
                    </a:cxn>
                    <a:cxn ang="0">
                      <a:pos x="T4" y="T5"/>
                    </a:cxn>
                  </a:cxnLst>
                  <a:rect l="0" t="0" r="r" b="b"/>
                  <a:pathLst>
                    <a:path w="21600" h="21597" fill="none" extrusionOk="0">
                      <a:moveTo>
                        <a:pt x="0" y="21597"/>
                      </a:moveTo>
                      <a:cubicBezTo>
                        <a:pt x="0" y="9809"/>
                        <a:pt x="9450" y="198"/>
                        <a:pt x="21237" y="0"/>
                      </a:cubicBezTo>
                    </a:path>
                    <a:path w="21600" h="21597" stroke="0" extrusionOk="0">
                      <a:moveTo>
                        <a:pt x="0" y="21597"/>
                      </a:moveTo>
                      <a:cubicBezTo>
                        <a:pt x="0" y="9809"/>
                        <a:pt x="9450" y="198"/>
                        <a:pt x="21237" y="0"/>
                      </a:cubicBezTo>
                      <a:lnTo>
                        <a:pt x="21600" y="21597"/>
                      </a:lnTo>
                      <a:close/>
                    </a:path>
                  </a:pathLst>
                </a:custGeom>
                <a:noFill/>
                <a:ln w="25400" cap="rnd">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25225" name="Arc 233"/>
                <p:cNvSpPr>
                  <a:spLocks/>
                </p:cNvSpPr>
                <p:nvPr/>
              </p:nvSpPr>
              <p:spPr bwMode="auto">
                <a:xfrm>
                  <a:off x="2834" y="1401"/>
                  <a:ext cx="60" cy="66"/>
                </a:xfrm>
                <a:custGeom>
                  <a:avLst/>
                  <a:gdLst>
                    <a:gd name="G0" fmla="+- 363 0 0"/>
                    <a:gd name="G1" fmla="+- 21600 0 0"/>
                    <a:gd name="G2" fmla="+- 21600 0 0"/>
                    <a:gd name="T0" fmla="*/ 0 w 21963"/>
                    <a:gd name="T1" fmla="*/ 3 h 21600"/>
                    <a:gd name="T2" fmla="*/ 21963 w 21963"/>
                    <a:gd name="T3" fmla="*/ 21600 h 21600"/>
                    <a:gd name="T4" fmla="*/ 363 w 21963"/>
                    <a:gd name="T5" fmla="*/ 21600 h 21600"/>
                  </a:gdLst>
                  <a:ahLst/>
                  <a:cxnLst>
                    <a:cxn ang="0">
                      <a:pos x="T0" y="T1"/>
                    </a:cxn>
                    <a:cxn ang="0">
                      <a:pos x="T2" y="T3"/>
                    </a:cxn>
                    <a:cxn ang="0">
                      <a:pos x="T4" y="T5"/>
                    </a:cxn>
                  </a:cxnLst>
                  <a:rect l="0" t="0" r="r" b="b"/>
                  <a:pathLst>
                    <a:path w="21963" h="21600" fill="none" extrusionOk="0">
                      <a:moveTo>
                        <a:pt x="0" y="3"/>
                      </a:moveTo>
                      <a:cubicBezTo>
                        <a:pt x="120" y="1"/>
                        <a:pt x="241" y="0"/>
                        <a:pt x="363" y="0"/>
                      </a:cubicBezTo>
                      <a:cubicBezTo>
                        <a:pt x="12292" y="0"/>
                        <a:pt x="21963" y="9670"/>
                        <a:pt x="21963" y="21600"/>
                      </a:cubicBezTo>
                    </a:path>
                    <a:path w="21963" h="21600" stroke="0" extrusionOk="0">
                      <a:moveTo>
                        <a:pt x="0" y="3"/>
                      </a:moveTo>
                      <a:cubicBezTo>
                        <a:pt x="120" y="1"/>
                        <a:pt x="241" y="0"/>
                        <a:pt x="363" y="0"/>
                      </a:cubicBezTo>
                      <a:cubicBezTo>
                        <a:pt x="12292" y="0"/>
                        <a:pt x="21963" y="9670"/>
                        <a:pt x="21963" y="21600"/>
                      </a:cubicBezTo>
                      <a:lnTo>
                        <a:pt x="363" y="21600"/>
                      </a:lnTo>
                      <a:close/>
                    </a:path>
                  </a:pathLst>
                </a:custGeom>
                <a:noFill/>
                <a:ln w="25400" cap="rnd">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725226" name="Group 234"/>
              <p:cNvGrpSpPr>
                <a:grpSpLocks/>
              </p:cNvGrpSpPr>
              <p:nvPr/>
            </p:nvGrpSpPr>
            <p:grpSpPr bwMode="auto">
              <a:xfrm>
                <a:off x="2838" y="954"/>
                <a:ext cx="91" cy="52"/>
                <a:chOff x="2780" y="1401"/>
                <a:chExt cx="114" cy="66"/>
              </a:xfrm>
            </p:grpSpPr>
            <p:sp>
              <p:nvSpPr>
                <p:cNvPr id="725227" name="Arc 235"/>
                <p:cNvSpPr>
                  <a:spLocks/>
                </p:cNvSpPr>
                <p:nvPr/>
              </p:nvSpPr>
              <p:spPr bwMode="auto">
                <a:xfrm>
                  <a:off x="2780" y="1401"/>
                  <a:ext cx="60" cy="66"/>
                </a:xfrm>
                <a:custGeom>
                  <a:avLst/>
                  <a:gdLst>
                    <a:gd name="G0" fmla="+- 21600 0 0"/>
                    <a:gd name="G1" fmla="+- 21597 0 0"/>
                    <a:gd name="G2" fmla="+- 21600 0 0"/>
                    <a:gd name="T0" fmla="*/ 0 w 21600"/>
                    <a:gd name="T1" fmla="*/ 21597 h 21597"/>
                    <a:gd name="T2" fmla="*/ 21237 w 21600"/>
                    <a:gd name="T3" fmla="*/ 0 h 21597"/>
                    <a:gd name="T4" fmla="*/ 21600 w 21600"/>
                    <a:gd name="T5" fmla="*/ 21597 h 21597"/>
                  </a:gdLst>
                  <a:ahLst/>
                  <a:cxnLst>
                    <a:cxn ang="0">
                      <a:pos x="T0" y="T1"/>
                    </a:cxn>
                    <a:cxn ang="0">
                      <a:pos x="T2" y="T3"/>
                    </a:cxn>
                    <a:cxn ang="0">
                      <a:pos x="T4" y="T5"/>
                    </a:cxn>
                  </a:cxnLst>
                  <a:rect l="0" t="0" r="r" b="b"/>
                  <a:pathLst>
                    <a:path w="21600" h="21597" fill="none" extrusionOk="0">
                      <a:moveTo>
                        <a:pt x="0" y="21597"/>
                      </a:moveTo>
                      <a:cubicBezTo>
                        <a:pt x="0" y="9809"/>
                        <a:pt x="9450" y="198"/>
                        <a:pt x="21237" y="0"/>
                      </a:cubicBezTo>
                    </a:path>
                    <a:path w="21600" h="21597" stroke="0" extrusionOk="0">
                      <a:moveTo>
                        <a:pt x="0" y="21597"/>
                      </a:moveTo>
                      <a:cubicBezTo>
                        <a:pt x="0" y="9809"/>
                        <a:pt x="9450" y="198"/>
                        <a:pt x="21237" y="0"/>
                      </a:cubicBezTo>
                      <a:lnTo>
                        <a:pt x="21600" y="21597"/>
                      </a:lnTo>
                      <a:close/>
                    </a:path>
                  </a:pathLst>
                </a:custGeom>
                <a:noFill/>
                <a:ln w="25400" cap="rnd">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25228" name="Arc 236"/>
                <p:cNvSpPr>
                  <a:spLocks/>
                </p:cNvSpPr>
                <p:nvPr/>
              </p:nvSpPr>
              <p:spPr bwMode="auto">
                <a:xfrm>
                  <a:off x="2834" y="1401"/>
                  <a:ext cx="60" cy="66"/>
                </a:xfrm>
                <a:custGeom>
                  <a:avLst/>
                  <a:gdLst>
                    <a:gd name="G0" fmla="+- 363 0 0"/>
                    <a:gd name="G1" fmla="+- 21600 0 0"/>
                    <a:gd name="G2" fmla="+- 21600 0 0"/>
                    <a:gd name="T0" fmla="*/ 0 w 21963"/>
                    <a:gd name="T1" fmla="*/ 3 h 21600"/>
                    <a:gd name="T2" fmla="*/ 21963 w 21963"/>
                    <a:gd name="T3" fmla="*/ 21600 h 21600"/>
                    <a:gd name="T4" fmla="*/ 363 w 21963"/>
                    <a:gd name="T5" fmla="*/ 21600 h 21600"/>
                  </a:gdLst>
                  <a:ahLst/>
                  <a:cxnLst>
                    <a:cxn ang="0">
                      <a:pos x="T0" y="T1"/>
                    </a:cxn>
                    <a:cxn ang="0">
                      <a:pos x="T2" y="T3"/>
                    </a:cxn>
                    <a:cxn ang="0">
                      <a:pos x="T4" y="T5"/>
                    </a:cxn>
                  </a:cxnLst>
                  <a:rect l="0" t="0" r="r" b="b"/>
                  <a:pathLst>
                    <a:path w="21963" h="21600" fill="none" extrusionOk="0">
                      <a:moveTo>
                        <a:pt x="0" y="3"/>
                      </a:moveTo>
                      <a:cubicBezTo>
                        <a:pt x="120" y="1"/>
                        <a:pt x="241" y="0"/>
                        <a:pt x="363" y="0"/>
                      </a:cubicBezTo>
                      <a:cubicBezTo>
                        <a:pt x="12292" y="0"/>
                        <a:pt x="21963" y="9670"/>
                        <a:pt x="21963" y="21600"/>
                      </a:cubicBezTo>
                    </a:path>
                    <a:path w="21963" h="21600" stroke="0" extrusionOk="0">
                      <a:moveTo>
                        <a:pt x="0" y="3"/>
                      </a:moveTo>
                      <a:cubicBezTo>
                        <a:pt x="120" y="1"/>
                        <a:pt x="241" y="0"/>
                        <a:pt x="363" y="0"/>
                      </a:cubicBezTo>
                      <a:cubicBezTo>
                        <a:pt x="12292" y="0"/>
                        <a:pt x="21963" y="9670"/>
                        <a:pt x="21963" y="21600"/>
                      </a:cubicBezTo>
                      <a:lnTo>
                        <a:pt x="363" y="21600"/>
                      </a:lnTo>
                      <a:close/>
                    </a:path>
                  </a:pathLst>
                </a:custGeom>
                <a:noFill/>
                <a:ln w="25400" cap="rnd">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725229" name="Group 237"/>
              <p:cNvGrpSpPr>
                <a:grpSpLocks/>
              </p:cNvGrpSpPr>
              <p:nvPr/>
            </p:nvGrpSpPr>
            <p:grpSpPr bwMode="auto">
              <a:xfrm>
                <a:off x="2929" y="954"/>
                <a:ext cx="91" cy="52"/>
                <a:chOff x="2780" y="1401"/>
                <a:chExt cx="114" cy="66"/>
              </a:xfrm>
            </p:grpSpPr>
            <p:sp>
              <p:nvSpPr>
                <p:cNvPr id="725230" name="Arc 238"/>
                <p:cNvSpPr>
                  <a:spLocks/>
                </p:cNvSpPr>
                <p:nvPr/>
              </p:nvSpPr>
              <p:spPr bwMode="auto">
                <a:xfrm>
                  <a:off x="2780" y="1401"/>
                  <a:ext cx="60" cy="66"/>
                </a:xfrm>
                <a:custGeom>
                  <a:avLst/>
                  <a:gdLst>
                    <a:gd name="G0" fmla="+- 21600 0 0"/>
                    <a:gd name="G1" fmla="+- 21597 0 0"/>
                    <a:gd name="G2" fmla="+- 21600 0 0"/>
                    <a:gd name="T0" fmla="*/ 0 w 21600"/>
                    <a:gd name="T1" fmla="*/ 21597 h 21597"/>
                    <a:gd name="T2" fmla="*/ 21237 w 21600"/>
                    <a:gd name="T3" fmla="*/ 0 h 21597"/>
                    <a:gd name="T4" fmla="*/ 21600 w 21600"/>
                    <a:gd name="T5" fmla="*/ 21597 h 21597"/>
                  </a:gdLst>
                  <a:ahLst/>
                  <a:cxnLst>
                    <a:cxn ang="0">
                      <a:pos x="T0" y="T1"/>
                    </a:cxn>
                    <a:cxn ang="0">
                      <a:pos x="T2" y="T3"/>
                    </a:cxn>
                    <a:cxn ang="0">
                      <a:pos x="T4" y="T5"/>
                    </a:cxn>
                  </a:cxnLst>
                  <a:rect l="0" t="0" r="r" b="b"/>
                  <a:pathLst>
                    <a:path w="21600" h="21597" fill="none" extrusionOk="0">
                      <a:moveTo>
                        <a:pt x="0" y="21597"/>
                      </a:moveTo>
                      <a:cubicBezTo>
                        <a:pt x="0" y="9809"/>
                        <a:pt x="9450" y="198"/>
                        <a:pt x="21237" y="0"/>
                      </a:cubicBezTo>
                    </a:path>
                    <a:path w="21600" h="21597" stroke="0" extrusionOk="0">
                      <a:moveTo>
                        <a:pt x="0" y="21597"/>
                      </a:moveTo>
                      <a:cubicBezTo>
                        <a:pt x="0" y="9809"/>
                        <a:pt x="9450" y="198"/>
                        <a:pt x="21237" y="0"/>
                      </a:cubicBezTo>
                      <a:lnTo>
                        <a:pt x="21600" y="21597"/>
                      </a:lnTo>
                      <a:close/>
                    </a:path>
                  </a:pathLst>
                </a:custGeom>
                <a:noFill/>
                <a:ln w="25400" cap="rnd">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25231" name="Arc 239"/>
                <p:cNvSpPr>
                  <a:spLocks/>
                </p:cNvSpPr>
                <p:nvPr/>
              </p:nvSpPr>
              <p:spPr bwMode="auto">
                <a:xfrm>
                  <a:off x="2834" y="1401"/>
                  <a:ext cx="60" cy="66"/>
                </a:xfrm>
                <a:custGeom>
                  <a:avLst/>
                  <a:gdLst>
                    <a:gd name="G0" fmla="+- 363 0 0"/>
                    <a:gd name="G1" fmla="+- 21600 0 0"/>
                    <a:gd name="G2" fmla="+- 21600 0 0"/>
                    <a:gd name="T0" fmla="*/ 0 w 21963"/>
                    <a:gd name="T1" fmla="*/ 3 h 21600"/>
                    <a:gd name="T2" fmla="*/ 21963 w 21963"/>
                    <a:gd name="T3" fmla="*/ 21600 h 21600"/>
                    <a:gd name="T4" fmla="*/ 363 w 21963"/>
                    <a:gd name="T5" fmla="*/ 21600 h 21600"/>
                  </a:gdLst>
                  <a:ahLst/>
                  <a:cxnLst>
                    <a:cxn ang="0">
                      <a:pos x="T0" y="T1"/>
                    </a:cxn>
                    <a:cxn ang="0">
                      <a:pos x="T2" y="T3"/>
                    </a:cxn>
                    <a:cxn ang="0">
                      <a:pos x="T4" y="T5"/>
                    </a:cxn>
                  </a:cxnLst>
                  <a:rect l="0" t="0" r="r" b="b"/>
                  <a:pathLst>
                    <a:path w="21963" h="21600" fill="none" extrusionOk="0">
                      <a:moveTo>
                        <a:pt x="0" y="3"/>
                      </a:moveTo>
                      <a:cubicBezTo>
                        <a:pt x="120" y="1"/>
                        <a:pt x="241" y="0"/>
                        <a:pt x="363" y="0"/>
                      </a:cubicBezTo>
                      <a:cubicBezTo>
                        <a:pt x="12292" y="0"/>
                        <a:pt x="21963" y="9670"/>
                        <a:pt x="21963" y="21600"/>
                      </a:cubicBezTo>
                    </a:path>
                    <a:path w="21963" h="21600" stroke="0" extrusionOk="0">
                      <a:moveTo>
                        <a:pt x="0" y="3"/>
                      </a:moveTo>
                      <a:cubicBezTo>
                        <a:pt x="120" y="1"/>
                        <a:pt x="241" y="0"/>
                        <a:pt x="363" y="0"/>
                      </a:cubicBezTo>
                      <a:cubicBezTo>
                        <a:pt x="12292" y="0"/>
                        <a:pt x="21963" y="9670"/>
                        <a:pt x="21963" y="21600"/>
                      </a:cubicBezTo>
                      <a:lnTo>
                        <a:pt x="363" y="21600"/>
                      </a:lnTo>
                      <a:close/>
                    </a:path>
                  </a:pathLst>
                </a:custGeom>
                <a:noFill/>
                <a:ln w="25400" cap="rnd">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725232" name="Group 240"/>
              <p:cNvGrpSpPr>
                <a:grpSpLocks/>
              </p:cNvGrpSpPr>
              <p:nvPr/>
            </p:nvGrpSpPr>
            <p:grpSpPr bwMode="auto">
              <a:xfrm>
                <a:off x="3022" y="954"/>
                <a:ext cx="91" cy="52"/>
                <a:chOff x="2780" y="1401"/>
                <a:chExt cx="114" cy="66"/>
              </a:xfrm>
            </p:grpSpPr>
            <p:sp>
              <p:nvSpPr>
                <p:cNvPr id="725233" name="Arc 241"/>
                <p:cNvSpPr>
                  <a:spLocks/>
                </p:cNvSpPr>
                <p:nvPr/>
              </p:nvSpPr>
              <p:spPr bwMode="auto">
                <a:xfrm>
                  <a:off x="2780" y="1401"/>
                  <a:ext cx="60" cy="66"/>
                </a:xfrm>
                <a:custGeom>
                  <a:avLst/>
                  <a:gdLst>
                    <a:gd name="G0" fmla="+- 21600 0 0"/>
                    <a:gd name="G1" fmla="+- 21597 0 0"/>
                    <a:gd name="G2" fmla="+- 21600 0 0"/>
                    <a:gd name="T0" fmla="*/ 0 w 21600"/>
                    <a:gd name="T1" fmla="*/ 21597 h 21597"/>
                    <a:gd name="T2" fmla="*/ 21237 w 21600"/>
                    <a:gd name="T3" fmla="*/ 0 h 21597"/>
                    <a:gd name="T4" fmla="*/ 21600 w 21600"/>
                    <a:gd name="T5" fmla="*/ 21597 h 21597"/>
                  </a:gdLst>
                  <a:ahLst/>
                  <a:cxnLst>
                    <a:cxn ang="0">
                      <a:pos x="T0" y="T1"/>
                    </a:cxn>
                    <a:cxn ang="0">
                      <a:pos x="T2" y="T3"/>
                    </a:cxn>
                    <a:cxn ang="0">
                      <a:pos x="T4" y="T5"/>
                    </a:cxn>
                  </a:cxnLst>
                  <a:rect l="0" t="0" r="r" b="b"/>
                  <a:pathLst>
                    <a:path w="21600" h="21597" fill="none" extrusionOk="0">
                      <a:moveTo>
                        <a:pt x="0" y="21597"/>
                      </a:moveTo>
                      <a:cubicBezTo>
                        <a:pt x="0" y="9809"/>
                        <a:pt x="9450" y="198"/>
                        <a:pt x="21237" y="0"/>
                      </a:cubicBezTo>
                    </a:path>
                    <a:path w="21600" h="21597" stroke="0" extrusionOk="0">
                      <a:moveTo>
                        <a:pt x="0" y="21597"/>
                      </a:moveTo>
                      <a:cubicBezTo>
                        <a:pt x="0" y="9809"/>
                        <a:pt x="9450" y="198"/>
                        <a:pt x="21237" y="0"/>
                      </a:cubicBezTo>
                      <a:lnTo>
                        <a:pt x="21600" y="21597"/>
                      </a:lnTo>
                      <a:close/>
                    </a:path>
                  </a:pathLst>
                </a:custGeom>
                <a:noFill/>
                <a:ln w="25400" cap="rnd">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25234" name="Arc 242"/>
                <p:cNvSpPr>
                  <a:spLocks/>
                </p:cNvSpPr>
                <p:nvPr/>
              </p:nvSpPr>
              <p:spPr bwMode="auto">
                <a:xfrm>
                  <a:off x="2834" y="1401"/>
                  <a:ext cx="60" cy="66"/>
                </a:xfrm>
                <a:custGeom>
                  <a:avLst/>
                  <a:gdLst>
                    <a:gd name="G0" fmla="+- 363 0 0"/>
                    <a:gd name="G1" fmla="+- 21600 0 0"/>
                    <a:gd name="G2" fmla="+- 21600 0 0"/>
                    <a:gd name="T0" fmla="*/ 0 w 21963"/>
                    <a:gd name="T1" fmla="*/ 3 h 21600"/>
                    <a:gd name="T2" fmla="*/ 21963 w 21963"/>
                    <a:gd name="T3" fmla="*/ 21600 h 21600"/>
                    <a:gd name="T4" fmla="*/ 363 w 21963"/>
                    <a:gd name="T5" fmla="*/ 21600 h 21600"/>
                  </a:gdLst>
                  <a:ahLst/>
                  <a:cxnLst>
                    <a:cxn ang="0">
                      <a:pos x="T0" y="T1"/>
                    </a:cxn>
                    <a:cxn ang="0">
                      <a:pos x="T2" y="T3"/>
                    </a:cxn>
                    <a:cxn ang="0">
                      <a:pos x="T4" y="T5"/>
                    </a:cxn>
                  </a:cxnLst>
                  <a:rect l="0" t="0" r="r" b="b"/>
                  <a:pathLst>
                    <a:path w="21963" h="21600" fill="none" extrusionOk="0">
                      <a:moveTo>
                        <a:pt x="0" y="3"/>
                      </a:moveTo>
                      <a:cubicBezTo>
                        <a:pt x="120" y="1"/>
                        <a:pt x="241" y="0"/>
                        <a:pt x="363" y="0"/>
                      </a:cubicBezTo>
                      <a:cubicBezTo>
                        <a:pt x="12292" y="0"/>
                        <a:pt x="21963" y="9670"/>
                        <a:pt x="21963" y="21600"/>
                      </a:cubicBezTo>
                    </a:path>
                    <a:path w="21963" h="21600" stroke="0" extrusionOk="0">
                      <a:moveTo>
                        <a:pt x="0" y="3"/>
                      </a:moveTo>
                      <a:cubicBezTo>
                        <a:pt x="120" y="1"/>
                        <a:pt x="241" y="0"/>
                        <a:pt x="363" y="0"/>
                      </a:cubicBezTo>
                      <a:cubicBezTo>
                        <a:pt x="12292" y="0"/>
                        <a:pt x="21963" y="9670"/>
                        <a:pt x="21963" y="21600"/>
                      </a:cubicBezTo>
                      <a:lnTo>
                        <a:pt x="363" y="21600"/>
                      </a:lnTo>
                      <a:close/>
                    </a:path>
                  </a:pathLst>
                </a:custGeom>
                <a:noFill/>
                <a:ln w="25400" cap="rnd">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sp>
          <p:nvSpPr>
            <p:cNvPr id="725235" name="Oval 243"/>
            <p:cNvSpPr>
              <a:spLocks noChangeArrowheads="1"/>
            </p:cNvSpPr>
            <p:nvPr/>
          </p:nvSpPr>
          <p:spPr bwMode="auto">
            <a:xfrm>
              <a:off x="2209" y="2745"/>
              <a:ext cx="168" cy="167"/>
            </a:xfrm>
            <a:prstGeom prst="ellipse">
              <a:avLst/>
            </a:prstGeom>
            <a:noFill/>
            <a:ln w="25400">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725236" name="Group 244"/>
            <p:cNvGrpSpPr>
              <a:grpSpLocks/>
            </p:cNvGrpSpPr>
            <p:nvPr/>
          </p:nvGrpSpPr>
          <p:grpSpPr bwMode="auto">
            <a:xfrm>
              <a:off x="3328" y="2032"/>
              <a:ext cx="364" cy="53"/>
              <a:chOff x="2655" y="952"/>
              <a:chExt cx="458" cy="54"/>
            </a:xfrm>
          </p:grpSpPr>
          <p:grpSp>
            <p:nvGrpSpPr>
              <p:cNvPr id="725237" name="Group 245"/>
              <p:cNvGrpSpPr>
                <a:grpSpLocks/>
              </p:cNvGrpSpPr>
              <p:nvPr/>
            </p:nvGrpSpPr>
            <p:grpSpPr bwMode="auto">
              <a:xfrm>
                <a:off x="2655" y="952"/>
                <a:ext cx="91" cy="52"/>
                <a:chOff x="2780" y="1401"/>
                <a:chExt cx="114" cy="66"/>
              </a:xfrm>
            </p:grpSpPr>
            <p:sp>
              <p:nvSpPr>
                <p:cNvPr id="725238" name="Arc 246"/>
                <p:cNvSpPr>
                  <a:spLocks/>
                </p:cNvSpPr>
                <p:nvPr/>
              </p:nvSpPr>
              <p:spPr bwMode="auto">
                <a:xfrm>
                  <a:off x="2780" y="1401"/>
                  <a:ext cx="60" cy="66"/>
                </a:xfrm>
                <a:custGeom>
                  <a:avLst/>
                  <a:gdLst>
                    <a:gd name="G0" fmla="+- 21600 0 0"/>
                    <a:gd name="G1" fmla="+- 21597 0 0"/>
                    <a:gd name="G2" fmla="+- 21600 0 0"/>
                    <a:gd name="T0" fmla="*/ 0 w 21600"/>
                    <a:gd name="T1" fmla="*/ 21597 h 21597"/>
                    <a:gd name="T2" fmla="*/ 21237 w 21600"/>
                    <a:gd name="T3" fmla="*/ 0 h 21597"/>
                    <a:gd name="T4" fmla="*/ 21600 w 21600"/>
                    <a:gd name="T5" fmla="*/ 21597 h 21597"/>
                  </a:gdLst>
                  <a:ahLst/>
                  <a:cxnLst>
                    <a:cxn ang="0">
                      <a:pos x="T0" y="T1"/>
                    </a:cxn>
                    <a:cxn ang="0">
                      <a:pos x="T2" y="T3"/>
                    </a:cxn>
                    <a:cxn ang="0">
                      <a:pos x="T4" y="T5"/>
                    </a:cxn>
                  </a:cxnLst>
                  <a:rect l="0" t="0" r="r" b="b"/>
                  <a:pathLst>
                    <a:path w="21600" h="21597" fill="none" extrusionOk="0">
                      <a:moveTo>
                        <a:pt x="0" y="21597"/>
                      </a:moveTo>
                      <a:cubicBezTo>
                        <a:pt x="0" y="9809"/>
                        <a:pt x="9450" y="198"/>
                        <a:pt x="21237" y="0"/>
                      </a:cubicBezTo>
                    </a:path>
                    <a:path w="21600" h="21597" stroke="0" extrusionOk="0">
                      <a:moveTo>
                        <a:pt x="0" y="21597"/>
                      </a:moveTo>
                      <a:cubicBezTo>
                        <a:pt x="0" y="9809"/>
                        <a:pt x="9450" y="198"/>
                        <a:pt x="21237" y="0"/>
                      </a:cubicBezTo>
                      <a:lnTo>
                        <a:pt x="21600" y="21597"/>
                      </a:lnTo>
                      <a:close/>
                    </a:path>
                  </a:pathLst>
                </a:custGeom>
                <a:noFill/>
                <a:ln w="25400" cap="rnd">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25239" name="Arc 247"/>
                <p:cNvSpPr>
                  <a:spLocks/>
                </p:cNvSpPr>
                <p:nvPr/>
              </p:nvSpPr>
              <p:spPr bwMode="auto">
                <a:xfrm>
                  <a:off x="2834" y="1401"/>
                  <a:ext cx="60" cy="66"/>
                </a:xfrm>
                <a:custGeom>
                  <a:avLst/>
                  <a:gdLst>
                    <a:gd name="G0" fmla="+- 363 0 0"/>
                    <a:gd name="G1" fmla="+- 21600 0 0"/>
                    <a:gd name="G2" fmla="+- 21600 0 0"/>
                    <a:gd name="T0" fmla="*/ 0 w 21963"/>
                    <a:gd name="T1" fmla="*/ 3 h 21600"/>
                    <a:gd name="T2" fmla="*/ 21963 w 21963"/>
                    <a:gd name="T3" fmla="*/ 21600 h 21600"/>
                    <a:gd name="T4" fmla="*/ 363 w 21963"/>
                    <a:gd name="T5" fmla="*/ 21600 h 21600"/>
                  </a:gdLst>
                  <a:ahLst/>
                  <a:cxnLst>
                    <a:cxn ang="0">
                      <a:pos x="T0" y="T1"/>
                    </a:cxn>
                    <a:cxn ang="0">
                      <a:pos x="T2" y="T3"/>
                    </a:cxn>
                    <a:cxn ang="0">
                      <a:pos x="T4" y="T5"/>
                    </a:cxn>
                  </a:cxnLst>
                  <a:rect l="0" t="0" r="r" b="b"/>
                  <a:pathLst>
                    <a:path w="21963" h="21600" fill="none" extrusionOk="0">
                      <a:moveTo>
                        <a:pt x="0" y="3"/>
                      </a:moveTo>
                      <a:cubicBezTo>
                        <a:pt x="120" y="1"/>
                        <a:pt x="241" y="0"/>
                        <a:pt x="363" y="0"/>
                      </a:cubicBezTo>
                      <a:cubicBezTo>
                        <a:pt x="12292" y="0"/>
                        <a:pt x="21963" y="9670"/>
                        <a:pt x="21963" y="21600"/>
                      </a:cubicBezTo>
                    </a:path>
                    <a:path w="21963" h="21600" stroke="0" extrusionOk="0">
                      <a:moveTo>
                        <a:pt x="0" y="3"/>
                      </a:moveTo>
                      <a:cubicBezTo>
                        <a:pt x="120" y="1"/>
                        <a:pt x="241" y="0"/>
                        <a:pt x="363" y="0"/>
                      </a:cubicBezTo>
                      <a:cubicBezTo>
                        <a:pt x="12292" y="0"/>
                        <a:pt x="21963" y="9670"/>
                        <a:pt x="21963" y="21600"/>
                      </a:cubicBezTo>
                      <a:lnTo>
                        <a:pt x="363" y="21600"/>
                      </a:lnTo>
                      <a:close/>
                    </a:path>
                  </a:pathLst>
                </a:custGeom>
                <a:noFill/>
                <a:ln w="25400" cap="rnd">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725240" name="Group 248"/>
              <p:cNvGrpSpPr>
                <a:grpSpLocks/>
              </p:cNvGrpSpPr>
              <p:nvPr/>
            </p:nvGrpSpPr>
            <p:grpSpPr bwMode="auto">
              <a:xfrm>
                <a:off x="2746" y="953"/>
                <a:ext cx="91" cy="52"/>
                <a:chOff x="2780" y="1401"/>
                <a:chExt cx="114" cy="66"/>
              </a:xfrm>
            </p:grpSpPr>
            <p:sp>
              <p:nvSpPr>
                <p:cNvPr id="725241" name="Arc 249"/>
                <p:cNvSpPr>
                  <a:spLocks/>
                </p:cNvSpPr>
                <p:nvPr/>
              </p:nvSpPr>
              <p:spPr bwMode="auto">
                <a:xfrm>
                  <a:off x="2780" y="1401"/>
                  <a:ext cx="60" cy="66"/>
                </a:xfrm>
                <a:custGeom>
                  <a:avLst/>
                  <a:gdLst>
                    <a:gd name="G0" fmla="+- 21600 0 0"/>
                    <a:gd name="G1" fmla="+- 21597 0 0"/>
                    <a:gd name="G2" fmla="+- 21600 0 0"/>
                    <a:gd name="T0" fmla="*/ 0 w 21600"/>
                    <a:gd name="T1" fmla="*/ 21597 h 21597"/>
                    <a:gd name="T2" fmla="*/ 21237 w 21600"/>
                    <a:gd name="T3" fmla="*/ 0 h 21597"/>
                    <a:gd name="T4" fmla="*/ 21600 w 21600"/>
                    <a:gd name="T5" fmla="*/ 21597 h 21597"/>
                  </a:gdLst>
                  <a:ahLst/>
                  <a:cxnLst>
                    <a:cxn ang="0">
                      <a:pos x="T0" y="T1"/>
                    </a:cxn>
                    <a:cxn ang="0">
                      <a:pos x="T2" y="T3"/>
                    </a:cxn>
                    <a:cxn ang="0">
                      <a:pos x="T4" y="T5"/>
                    </a:cxn>
                  </a:cxnLst>
                  <a:rect l="0" t="0" r="r" b="b"/>
                  <a:pathLst>
                    <a:path w="21600" h="21597" fill="none" extrusionOk="0">
                      <a:moveTo>
                        <a:pt x="0" y="21597"/>
                      </a:moveTo>
                      <a:cubicBezTo>
                        <a:pt x="0" y="9809"/>
                        <a:pt x="9450" y="198"/>
                        <a:pt x="21237" y="0"/>
                      </a:cubicBezTo>
                    </a:path>
                    <a:path w="21600" h="21597" stroke="0" extrusionOk="0">
                      <a:moveTo>
                        <a:pt x="0" y="21597"/>
                      </a:moveTo>
                      <a:cubicBezTo>
                        <a:pt x="0" y="9809"/>
                        <a:pt x="9450" y="198"/>
                        <a:pt x="21237" y="0"/>
                      </a:cubicBezTo>
                      <a:lnTo>
                        <a:pt x="21600" y="21597"/>
                      </a:lnTo>
                      <a:close/>
                    </a:path>
                  </a:pathLst>
                </a:custGeom>
                <a:noFill/>
                <a:ln w="25400" cap="rnd">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25242" name="Arc 250"/>
                <p:cNvSpPr>
                  <a:spLocks/>
                </p:cNvSpPr>
                <p:nvPr/>
              </p:nvSpPr>
              <p:spPr bwMode="auto">
                <a:xfrm>
                  <a:off x="2834" y="1401"/>
                  <a:ext cx="60" cy="66"/>
                </a:xfrm>
                <a:custGeom>
                  <a:avLst/>
                  <a:gdLst>
                    <a:gd name="G0" fmla="+- 363 0 0"/>
                    <a:gd name="G1" fmla="+- 21600 0 0"/>
                    <a:gd name="G2" fmla="+- 21600 0 0"/>
                    <a:gd name="T0" fmla="*/ 0 w 21963"/>
                    <a:gd name="T1" fmla="*/ 3 h 21600"/>
                    <a:gd name="T2" fmla="*/ 21963 w 21963"/>
                    <a:gd name="T3" fmla="*/ 21600 h 21600"/>
                    <a:gd name="T4" fmla="*/ 363 w 21963"/>
                    <a:gd name="T5" fmla="*/ 21600 h 21600"/>
                  </a:gdLst>
                  <a:ahLst/>
                  <a:cxnLst>
                    <a:cxn ang="0">
                      <a:pos x="T0" y="T1"/>
                    </a:cxn>
                    <a:cxn ang="0">
                      <a:pos x="T2" y="T3"/>
                    </a:cxn>
                    <a:cxn ang="0">
                      <a:pos x="T4" y="T5"/>
                    </a:cxn>
                  </a:cxnLst>
                  <a:rect l="0" t="0" r="r" b="b"/>
                  <a:pathLst>
                    <a:path w="21963" h="21600" fill="none" extrusionOk="0">
                      <a:moveTo>
                        <a:pt x="0" y="3"/>
                      </a:moveTo>
                      <a:cubicBezTo>
                        <a:pt x="120" y="1"/>
                        <a:pt x="241" y="0"/>
                        <a:pt x="363" y="0"/>
                      </a:cubicBezTo>
                      <a:cubicBezTo>
                        <a:pt x="12292" y="0"/>
                        <a:pt x="21963" y="9670"/>
                        <a:pt x="21963" y="21600"/>
                      </a:cubicBezTo>
                    </a:path>
                    <a:path w="21963" h="21600" stroke="0" extrusionOk="0">
                      <a:moveTo>
                        <a:pt x="0" y="3"/>
                      </a:moveTo>
                      <a:cubicBezTo>
                        <a:pt x="120" y="1"/>
                        <a:pt x="241" y="0"/>
                        <a:pt x="363" y="0"/>
                      </a:cubicBezTo>
                      <a:cubicBezTo>
                        <a:pt x="12292" y="0"/>
                        <a:pt x="21963" y="9670"/>
                        <a:pt x="21963" y="21600"/>
                      </a:cubicBezTo>
                      <a:lnTo>
                        <a:pt x="363" y="21600"/>
                      </a:lnTo>
                      <a:close/>
                    </a:path>
                  </a:pathLst>
                </a:custGeom>
                <a:noFill/>
                <a:ln w="25400" cap="rnd">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725243" name="Group 251"/>
              <p:cNvGrpSpPr>
                <a:grpSpLocks/>
              </p:cNvGrpSpPr>
              <p:nvPr/>
            </p:nvGrpSpPr>
            <p:grpSpPr bwMode="auto">
              <a:xfrm>
                <a:off x="2838" y="954"/>
                <a:ext cx="91" cy="52"/>
                <a:chOff x="2780" y="1401"/>
                <a:chExt cx="114" cy="66"/>
              </a:xfrm>
            </p:grpSpPr>
            <p:sp>
              <p:nvSpPr>
                <p:cNvPr id="725244" name="Arc 252"/>
                <p:cNvSpPr>
                  <a:spLocks/>
                </p:cNvSpPr>
                <p:nvPr/>
              </p:nvSpPr>
              <p:spPr bwMode="auto">
                <a:xfrm>
                  <a:off x="2780" y="1401"/>
                  <a:ext cx="60" cy="66"/>
                </a:xfrm>
                <a:custGeom>
                  <a:avLst/>
                  <a:gdLst>
                    <a:gd name="G0" fmla="+- 21600 0 0"/>
                    <a:gd name="G1" fmla="+- 21597 0 0"/>
                    <a:gd name="G2" fmla="+- 21600 0 0"/>
                    <a:gd name="T0" fmla="*/ 0 w 21600"/>
                    <a:gd name="T1" fmla="*/ 21597 h 21597"/>
                    <a:gd name="T2" fmla="*/ 21237 w 21600"/>
                    <a:gd name="T3" fmla="*/ 0 h 21597"/>
                    <a:gd name="T4" fmla="*/ 21600 w 21600"/>
                    <a:gd name="T5" fmla="*/ 21597 h 21597"/>
                  </a:gdLst>
                  <a:ahLst/>
                  <a:cxnLst>
                    <a:cxn ang="0">
                      <a:pos x="T0" y="T1"/>
                    </a:cxn>
                    <a:cxn ang="0">
                      <a:pos x="T2" y="T3"/>
                    </a:cxn>
                    <a:cxn ang="0">
                      <a:pos x="T4" y="T5"/>
                    </a:cxn>
                  </a:cxnLst>
                  <a:rect l="0" t="0" r="r" b="b"/>
                  <a:pathLst>
                    <a:path w="21600" h="21597" fill="none" extrusionOk="0">
                      <a:moveTo>
                        <a:pt x="0" y="21597"/>
                      </a:moveTo>
                      <a:cubicBezTo>
                        <a:pt x="0" y="9809"/>
                        <a:pt x="9450" y="198"/>
                        <a:pt x="21237" y="0"/>
                      </a:cubicBezTo>
                    </a:path>
                    <a:path w="21600" h="21597" stroke="0" extrusionOk="0">
                      <a:moveTo>
                        <a:pt x="0" y="21597"/>
                      </a:moveTo>
                      <a:cubicBezTo>
                        <a:pt x="0" y="9809"/>
                        <a:pt x="9450" y="198"/>
                        <a:pt x="21237" y="0"/>
                      </a:cubicBezTo>
                      <a:lnTo>
                        <a:pt x="21600" y="21597"/>
                      </a:lnTo>
                      <a:close/>
                    </a:path>
                  </a:pathLst>
                </a:custGeom>
                <a:noFill/>
                <a:ln w="25400" cap="rnd">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25245" name="Arc 253"/>
                <p:cNvSpPr>
                  <a:spLocks/>
                </p:cNvSpPr>
                <p:nvPr/>
              </p:nvSpPr>
              <p:spPr bwMode="auto">
                <a:xfrm>
                  <a:off x="2834" y="1401"/>
                  <a:ext cx="60" cy="66"/>
                </a:xfrm>
                <a:custGeom>
                  <a:avLst/>
                  <a:gdLst>
                    <a:gd name="G0" fmla="+- 363 0 0"/>
                    <a:gd name="G1" fmla="+- 21600 0 0"/>
                    <a:gd name="G2" fmla="+- 21600 0 0"/>
                    <a:gd name="T0" fmla="*/ 0 w 21963"/>
                    <a:gd name="T1" fmla="*/ 3 h 21600"/>
                    <a:gd name="T2" fmla="*/ 21963 w 21963"/>
                    <a:gd name="T3" fmla="*/ 21600 h 21600"/>
                    <a:gd name="T4" fmla="*/ 363 w 21963"/>
                    <a:gd name="T5" fmla="*/ 21600 h 21600"/>
                  </a:gdLst>
                  <a:ahLst/>
                  <a:cxnLst>
                    <a:cxn ang="0">
                      <a:pos x="T0" y="T1"/>
                    </a:cxn>
                    <a:cxn ang="0">
                      <a:pos x="T2" y="T3"/>
                    </a:cxn>
                    <a:cxn ang="0">
                      <a:pos x="T4" y="T5"/>
                    </a:cxn>
                  </a:cxnLst>
                  <a:rect l="0" t="0" r="r" b="b"/>
                  <a:pathLst>
                    <a:path w="21963" h="21600" fill="none" extrusionOk="0">
                      <a:moveTo>
                        <a:pt x="0" y="3"/>
                      </a:moveTo>
                      <a:cubicBezTo>
                        <a:pt x="120" y="1"/>
                        <a:pt x="241" y="0"/>
                        <a:pt x="363" y="0"/>
                      </a:cubicBezTo>
                      <a:cubicBezTo>
                        <a:pt x="12292" y="0"/>
                        <a:pt x="21963" y="9670"/>
                        <a:pt x="21963" y="21600"/>
                      </a:cubicBezTo>
                    </a:path>
                    <a:path w="21963" h="21600" stroke="0" extrusionOk="0">
                      <a:moveTo>
                        <a:pt x="0" y="3"/>
                      </a:moveTo>
                      <a:cubicBezTo>
                        <a:pt x="120" y="1"/>
                        <a:pt x="241" y="0"/>
                        <a:pt x="363" y="0"/>
                      </a:cubicBezTo>
                      <a:cubicBezTo>
                        <a:pt x="12292" y="0"/>
                        <a:pt x="21963" y="9670"/>
                        <a:pt x="21963" y="21600"/>
                      </a:cubicBezTo>
                      <a:lnTo>
                        <a:pt x="363" y="21600"/>
                      </a:lnTo>
                      <a:close/>
                    </a:path>
                  </a:pathLst>
                </a:custGeom>
                <a:noFill/>
                <a:ln w="25400" cap="rnd">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725246" name="Group 254"/>
              <p:cNvGrpSpPr>
                <a:grpSpLocks/>
              </p:cNvGrpSpPr>
              <p:nvPr/>
            </p:nvGrpSpPr>
            <p:grpSpPr bwMode="auto">
              <a:xfrm>
                <a:off x="2929" y="954"/>
                <a:ext cx="91" cy="52"/>
                <a:chOff x="2780" y="1401"/>
                <a:chExt cx="114" cy="66"/>
              </a:xfrm>
            </p:grpSpPr>
            <p:sp>
              <p:nvSpPr>
                <p:cNvPr id="725247" name="Arc 255"/>
                <p:cNvSpPr>
                  <a:spLocks/>
                </p:cNvSpPr>
                <p:nvPr/>
              </p:nvSpPr>
              <p:spPr bwMode="auto">
                <a:xfrm>
                  <a:off x="2780" y="1401"/>
                  <a:ext cx="60" cy="66"/>
                </a:xfrm>
                <a:custGeom>
                  <a:avLst/>
                  <a:gdLst>
                    <a:gd name="G0" fmla="+- 21600 0 0"/>
                    <a:gd name="G1" fmla="+- 21597 0 0"/>
                    <a:gd name="G2" fmla="+- 21600 0 0"/>
                    <a:gd name="T0" fmla="*/ 0 w 21600"/>
                    <a:gd name="T1" fmla="*/ 21597 h 21597"/>
                    <a:gd name="T2" fmla="*/ 21237 w 21600"/>
                    <a:gd name="T3" fmla="*/ 0 h 21597"/>
                    <a:gd name="T4" fmla="*/ 21600 w 21600"/>
                    <a:gd name="T5" fmla="*/ 21597 h 21597"/>
                  </a:gdLst>
                  <a:ahLst/>
                  <a:cxnLst>
                    <a:cxn ang="0">
                      <a:pos x="T0" y="T1"/>
                    </a:cxn>
                    <a:cxn ang="0">
                      <a:pos x="T2" y="T3"/>
                    </a:cxn>
                    <a:cxn ang="0">
                      <a:pos x="T4" y="T5"/>
                    </a:cxn>
                  </a:cxnLst>
                  <a:rect l="0" t="0" r="r" b="b"/>
                  <a:pathLst>
                    <a:path w="21600" h="21597" fill="none" extrusionOk="0">
                      <a:moveTo>
                        <a:pt x="0" y="21597"/>
                      </a:moveTo>
                      <a:cubicBezTo>
                        <a:pt x="0" y="9809"/>
                        <a:pt x="9450" y="198"/>
                        <a:pt x="21237" y="0"/>
                      </a:cubicBezTo>
                    </a:path>
                    <a:path w="21600" h="21597" stroke="0" extrusionOk="0">
                      <a:moveTo>
                        <a:pt x="0" y="21597"/>
                      </a:moveTo>
                      <a:cubicBezTo>
                        <a:pt x="0" y="9809"/>
                        <a:pt x="9450" y="198"/>
                        <a:pt x="21237" y="0"/>
                      </a:cubicBezTo>
                      <a:lnTo>
                        <a:pt x="21600" y="21597"/>
                      </a:lnTo>
                      <a:close/>
                    </a:path>
                  </a:pathLst>
                </a:custGeom>
                <a:noFill/>
                <a:ln w="25400" cap="rnd">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25248" name="Arc 256"/>
                <p:cNvSpPr>
                  <a:spLocks/>
                </p:cNvSpPr>
                <p:nvPr/>
              </p:nvSpPr>
              <p:spPr bwMode="auto">
                <a:xfrm>
                  <a:off x="2834" y="1401"/>
                  <a:ext cx="60" cy="66"/>
                </a:xfrm>
                <a:custGeom>
                  <a:avLst/>
                  <a:gdLst>
                    <a:gd name="G0" fmla="+- 363 0 0"/>
                    <a:gd name="G1" fmla="+- 21600 0 0"/>
                    <a:gd name="G2" fmla="+- 21600 0 0"/>
                    <a:gd name="T0" fmla="*/ 0 w 21963"/>
                    <a:gd name="T1" fmla="*/ 3 h 21600"/>
                    <a:gd name="T2" fmla="*/ 21963 w 21963"/>
                    <a:gd name="T3" fmla="*/ 21600 h 21600"/>
                    <a:gd name="T4" fmla="*/ 363 w 21963"/>
                    <a:gd name="T5" fmla="*/ 21600 h 21600"/>
                  </a:gdLst>
                  <a:ahLst/>
                  <a:cxnLst>
                    <a:cxn ang="0">
                      <a:pos x="T0" y="T1"/>
                    </a:cxn>
                    <a:cxn ang="0">
                      <a:pos x="T2" y="T3"/>
                    </a:cxn>
                    <a:cxn ang="0">
                      <a:pos x="T4" y="T5"/>
                    </a:cxn>
                  </a:cxnLst>
                  <a:rect l="0" t="0" r="r" b="b"/>
                  <a:pathLst>
                    <a:path w="21963" h="21600" fill="none" extrusionOk="0">
                      <a:moveTo>
                        <a:pt x="0" y="3"/>
                      </a:moveTo>
                      <a:cubicBezTo>
                        <a:pt x="120" y="1"/>
                        <a:pt x="241" y="0"/>
                        <a:pt x="363" y="0"/>
                      </a:cubicBezTo>
                      <a:cubicBezTo>
                        <a:pt x="12292" y="0"/>
                        <a:pt x="21963" y="9670"/>
                        <a:pt x="21963" y="21600"/>
                      </a:cubicBezTo>
                    </a:path>
                    <a:path w="21963" h="21600" stroke="0" extrusionOk="0">
                      <a:moveTo>
                        <a:pt x="0" y="3"/>
                      </a:moveTo>
                      <a:cubicBezTo>
                        <a:pt x="120" y="1"/>
                        <a:pt x="241" y="0"/>
                        <a:pt x="363" y="0"/>
                      </a:cubicBezTo>
                      <a:cubicBezTo>
                        <a:pt x="12292" y="0"/>
                        <a:pt x="21963" y="9670"/>
                        <a:pt x="21963" y="21600"/>
                      </a:cubicBezTo>
                      <a:lnTo>
                        <a:pt x="363" y="21600"/>
                      </a:lnTo>
                      <a:close/>
                    </a:path>
                  </a:pathLst>
                </a:custGeom>
                <a:noFill/>
                <a:ln w="25400" cap="rnd">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725249" name="Group 257"/>
              <p:cNvGrpSpPr>
                <a:grpSpLocks/>
              </p:cNvGrpSpPr>
              <p:nvPr/>
            </p:nvGrpSpPr>
            <p:grpSpPr bwMode="auto">
              <a:xfrm>
                <a:off x="3022" y="954"/>
                <a:ext cx="91" cy="52"/>
                <a:chOff x="2780" y="1401"/>
                <a:chExt cx="114" cy="66"/>
              </a:xfrm>
            </p:grpSpPr>
            <p:sp>
              <p:nvSpPr>
                <p:cNvPr id="725250" name="Arc 258"/>
                <p:cNvSpPr>
                  <a:spLocks/>
                </p:cNvSpPr>
                <p:nvPr/>
              </p:nvSpPr>
              <p:spPr bwMode="auto">
                <a:xfrm>
                  <a:off x="2780" y="1401"/>
                  <a:ext cx="60" cy="66"/>
                </a:xfrm>
                <a:custGeom>
                  <a:avLst/>
                  <a:gdLst>
                    <a:gd name="G0" fmla="+- 21600 0 0"/>
                    <a:gd name="G1" fmla="+- 21597 0 0"/>
                    <a:gd name="G2" fmla="+- 21600 0 0"/>
                    <a:gd name="T0" fmla="*/ 0 w 21600"/>
                    <a:gd name="T1" fmla="*/ 21597 h 21597"/>
                    <a:gd name="T2" fmla="*/ 21237 w 21600"/>
                    <a:gd name="T3" fmla="*/ 0 h 21597"/>
                    <a:gd name="T4" fmla="*/ 21600 w 21600"/>
                    <a:gd name="T5" fmla="*/ 21597 h 21597"/>
                  </a:gdLst>
                  <a:ahLst/>
                  <a:cxnLst>
                    <a:cxn ang="0">
                      <a:pos x="T0" y="T1"/>
                    </a:cxn>
                    <a:cxn ang="0">
                      <a:pos x="T2" y="T3"/>
                    </a:cxn>
                    <a:cxn ang="0">
                      <a:pos x="T4" y="T5"/>
                    </a:cxn>
                  </a:cxnLst>
                  <a:rect l="0" t="0" r="r" b="b"/>
                  <a:pathLst>
                    <a:path w="21600" h="21597" fill="none" extrusionOk="0">
                      <a:moveTo>
                        <a:pt x="0" y="21597"/>
                      </a:moveTo>
                      <a:cubicBezTo>
                        <a:pt x="0" y="9809"/>
                        <a:pt x="9450" y="198"/>
                        <a:pt x="21237" y="0"/>
                      </a:cubicBezTo>
                    </a:path>
                    <a:path w="21600" h="21597" stroke="0" extrusionOk="0">
                      <a:moveTo>
                        <a:pt x="0" y="21597"/>
                      </a:moveTo>
                      <a:cubicBezTo>
                        <a:pt x="0" y="9809"/>
                        <a:pt x="9450" y="198"/>
                        <a:pt x="21237" y="0"/>
                      </a:cubicBezTo>
                      <a:lnTo>
                        <a:pt x="21600" y="21597"/>
                      </a:lnTo>
                      <a:close/>
                    </a:path>
                  </a:pathLst>
                </a:custGeom>
                <a:noFill/>
                <a:ln w="25400" cap="rnd">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25251" name="Arc 259"/>
                <p:cNvSpPr>
                  <a:spLocks/>
                </p:cNvSpPr>
                <p:nvPr/>
              </p:nvSpPr>
              <p:spPr bwMode="auto">
                <a:xfrm>
                  <a:off x="2834" y="1401"/>
                  <a:ext cx="60" cy="66"/>
                </a:xfrm>
                <a:custGeom>
                  <a:avLst/>
                  <a:gdLst>
                    <a:gd name="G0" fmla="+- 363 0 0"/>
                    <a:gd name="G1" fmla="+- 21600 0 0"/>
                    <a:gd name="G2" fmla="+- 21600 0 0"/>
                    <a:gd name="T0" fmla="*/ 0 w 21963"/>
                    <a:gd name="T1" fmla="*/ 3 h 21600"/>
                    <a:gd name="T2" fmla="*/ 21963 w 21963"/>
                    <a:gd name="T3" fmla="*/ 21600 h 21600"/>
                    <a:gd name="T4" fmla="*/ 363 w 21963"/>
                    <a:gd name="T5" fmla="*/ 21600 h 21600"/>
                  </a:gdLst>
                  <a:ahLst/>
                  <a:cxnLst>
                    <a:cxn ang="0">
                      <a:pos x="T0" y="T1"/>
                    </a:cxn>
                    <a:cxn ang="0">
                      <a:pos x="T2" y="T3"/>
                    </a:cxn>
                    <a:cxn ang="0">
                      <a:pos x="T4" y="T5"/>
                    </a:cxn>
                  </a:cxnLst>
                  <a:rect l="0" t="0" r="r" b="b"/>
                  <a:pathLst>
                    <a:path w="21963" h="21600" fill="none" extrusionOk="0">
                      <a:moveTo>
                        <a:pt x="0" y="3"/>
                      </a:moveTo>
                      <a:cubicBezTo>
                        <a:pt x="120" y="1"/>
                        <a:pt x="241" y="0"/>
                        <a:pt x="363" y="0"/>
                      </a:cubicBezTo>
                      <a:cubicBezTo>
                        <a:pt x="12292" y="0"/>
                        <a:pt x="21963" y="9670"/>
                        <a:pt x="21963" y="21600"/>
                      </a:cubicBezTo>
                    </a:path>
                    <a:path w="21963" h="21600" stroke="0" extrusionOk="0">
                      <a:moveTo>
                        <a:pt x="0" y="3"/>
                      </a:moveTo>
                      <a:cubicBezTo>
                        <a:pt x="120" y="1"/>
                        <a:pt x="241" y="0"/>
                        <a:pt x="363" y="0"/>
                      </a:cubicBezTo>
                      <a:cubicBezTo>
                        <a:pt x="12292" y="0"/>
                        <a:pt x="21963" y="9670"/>
                        <a:pt x="21963" y="21600"/>
                      </a:cubicBezTo>
                      <a:lnTo>
                        <a:pt x="363" y="21600"/>
                      </a:lnTo>
                      <a:close/>
                    </a:path>
                  </a:pathLst>
                </a:custGeom>
                <a:noFill/>
                <a:ln w="25400" cap="rnd">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grpSp>
          <p:nvGrpSpPr>
            <p:cNvPr id="725252" name="Group 260"/>
            <p:cNvGrpSpPr>
              <a:grpSpLocks/>
            </p:cNvGrpSpPr>
            <p:nvPr/>
          </p:nvGrpSpPr>
          <p:grpSpPr bwMode="auto">
            <a:xfrm>
              <a:off x="3328" y="2176"/>
              <a:ext cx="364" cy="55"/>
              <a:chOff x="2655" y="952"/>
              <a:chExt cx="458" cy="54"/>
            </a:xfrm>
          </p:grpSpPr>
          <p:grpSp>
            <p:nvGrpSpPr>
              <p:cNvPr id="725253" name="Group 261"/>
              <p:cNvGrpSpPr>
                <a:grpSpLocks/>
              </p:cNvGrpSpPr>
              <p:nvPr/>
            </p:nvGrpSpPr>
            <p:grpSpPr bwMode="auto">
              <a:xfrm>
                <a:off x="2655" y="952"/>
                <a:ext cx="91" cy="52"/>
                <a:chOff x="2780" y="1401"/>
                <a:chExt cx="114" cy="66"/>
              </a:xfrm>
            </p:grpSpPr>
            <p:sp>
              <p:nvSpPr>
                <p:cNvPr id="725254" name="Arc 262"/>
                <p:cNvSpPr>
                  <a:spLocks/>
                </p:cNvSpPr>
                <p:nvPr/>
              </p:nvSpPr>
              <p:spPr bwMode="auto">
                <a:xfrm>
                  <a:off x="2780" y="1401"/>
                  <a:ext cx="60" cy="66"/>
                </a:xfrm>
                <a:custGeom>
                  <a:avLst/>
                  <a:gdLst>
                    <a:gd name="G0" fmla="+- 21600 0 0"/>
                    <a:gd name="G1" fmla="+- 21597 0 0"/>
                    <a:gd name="G2" fmla="+- 21600 0 0"/>
                    <a:gd name="T0" fmla="*/ 0 w 21600"/>
                    <a:gd name="T1" fmla="*/ 21597 h 21597"/>
                    <a:gd name="T2" fmla="*/ 21237 w 21600"/>
                    <a:gd name="T3" fmla="*/ 0 h 21597"/>
                    <a:gd name="T4" fmla="*/ 21600 w 21600"/>
                    <a:gd name="T5" fmla="*/ 21597 h 21597"/>
                  </a:gdLst>
                  <a:ahLst/>
                  <a:cxnLst>
                    <a:cxn ang="0">
                      <a:pos x="T0" y="T1"/>
                    </a:cxn>
                    <a:cxn ang="0">
                      <a:pos x="T2" y="T3"/>
                    </a:cxn>
                    <a:cxn ang="0">
                      <a:pos x="T4" y="T5"/>
                    </a:cxn>
                  </a:cxnLst>
                  <a:rect l="0" t="0" r="r" b="b"/>
                  <a:pathLst>
                    <a:path w="21600" h="21597" fill="none" extrusionOk="0">
                      <a:moveTo>
                        <a:pt x="0" y="21597"/>
                      </a:moveTo>
                      <a:cubicBezTo>
                        <a:pt x="0" y="9809"/>
                        <a:pt x="9450" y="198"/>
                        <a:pt x="21237" y="0"/>
                      </a:cubicBezTo>
                    </a:path>
                    <a:path w="21600" h="21597" stroke="0" extrusionOk="0">
                      <a:moveTo>
                        <a:pt x="0" y="21597"/>
                      </a:moveTo>
                      <a:cubicBezTo>
                        <a:pt x="0" y="9809"/>
                        <a:pt x="9450" y="198"/>
                        <a:pt x="21237" y="0"/>
                      </a:cubicBezTo>
                      <a:lnTo>
                        <a:pt x="21600" y="21597"/>
                      </a:lnTo>
                      <a:close/>
                    </a:path>
                  </a:pathLst>
                </a:custGeom>
                <a:noFill/>
                <a:ln w="25400" cap="rnd">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25255" name="Arc 263"/>
                <p:cNvSpPr>
                  <a:spLocks/>
                </p:cNvSpPr>
                <p:nvPr/>
              </p:nvSpPr>
              <p:spPr bwMode="auto">
                <a:xfrm>
                  <a:off x="2834" y="1401"/>
                  <a:ext cx="60" cy="66"/>
                </a:xfrm>
                <a:custGeom>
                  <a:avLst/>
                  <a:gdLst>
                    <a:gd name="G0" fmla="+- 363 0 0"/>
                    <a:gd name="G1" fmla="+- 21600 0 0"/>
                    <a:gd name="G2" fmla="+- 21600 0 0"/>
                    <a:gd name="T0" fmla="*/ 0 w 21963"/>
                    <a:gd name="T1" fmla="*/ 3 h 21600"/>
                    <a:gd name="T2" fmla="*/ 21963 w 21963"/>
                    <a:gd name="T3" fmla="*/ 21600 h 21600"/>
                    <a:gd name="T4" fmla="*/ 363 w 21963"/>
                    <a:gd name="T5" fmla="*/ 21600 h 21600"/>
                  </a:gdLst>
                  <a:ahLst/>
                  <a:cxnLst>
                    <a:cxn ang="0">
                      <a:pos x="T0" y="T1"/>
                    </a:cxn>
                    <a:cxn ang="0">
                      <a:pos x="T2" y="T3"/>
                    </a:cxn>
                    <a:cxn ang="0">
                      <a:pos x="T4" y="T5"/>
                    </a:cxn>
                  </a:cxnLst>
                  <a:rect l="0" t="0" r="r" b="b"/>
                  <a:pathLst>
                    <a:path w="21963" h="21600" fill="none" extrusionOk="0">
                      <a:moveTo>
                        <a:pt x="0" y="3"/>
                      </a:moveTo>
                      <a:cubicBezTo>
                        <a:pt x="120" y="1"/>
                        <a:pt x="241" y="0"/>
                        <a:pt x="363" y="0"/>
                      </a:cubicBezTo>
                      <a:cubicBezTo>
                        <a:pt x="12292" y="0"/>
                        <a:pt x="21963" y="9670"/>
                        <a:pt x="21963" y="21600"/>
                      </a:cubicBezTo>
                    </a:path>
                    <a:path w="21963" h="21600" stroke="0" extrusionOk="0">
                      <a:moveTo>
                        <a:pt x="0" y="3"/>
                      </a:moveTo>
                      <a:cubicBezTo>
                        <a:pt x="120" y="1"/>
                        <a:pt x="241" y="0"/>
                        <a:pt x="363" y="0"/>
                      </a:cubicBezTo>
                      <a:cubicBezTo>
                        <a:pt x="12292" y="0"/>
                        <a:pt x="21963" y="9670"/>
                        <a:pt x="21963" y="21600"/>
                      </a:cubicBezTo>
                      <a:lnTo>
                        <a:pt x="363" y="21600"/>
                      </a:lnTo>
                      <a:close/>
                    </a:path>
                  </a:pathLst>
                </a:custGeom>
                <a:noFill/>
                <a:ln w="25400" cap="rnd">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725256" name="Group 264"/>
              <p:cNvGrpSpPr>
                <a:grpSpLocks/>
              </p:cNvGrpSpPr>
              <p:nvPr/>
            </p:nvGrpSpPr>
            <p:grpSpPr bwMode="auto">
              <a:xfrm>
                <a:off x="2746" y="953"/>
                <a:ext cx="91" cy="52"/>
                <a:chOff x="2780" y="1401"/>
                <a:chExt cx="114" cy="66"/>
              </a:xfrm>
            </p:grpSpPr>
            <p:sp>
              <p:nvSpPr>
                <p:cNvPr id="725257" name="Arc 265"/>
                <p:cNvSpPr>
                  <a:spLocks/>
                </p:cNvSpPr>
                <p:nvPr/>
              </p:nvSpPr>
              <p:spPr bwMode="auto">
                <a:xfrm>
                  <a:off x="2780" y="1401"/>
                  <a:ext cx="60" cy="66"/>
                </a:xfrm>
                <a:custGeom>
                  <a:avLst/>
                  <a:gdLst>
                    <a:gd name="G0" fmla="+- 21600 0 0"/>
                    <a:gd name="G1" fmla="+- 21597 0 0"/>
                    <a:gd name="G2" fmla="+- 21600 0 0"/>
                    <a:gd name="T0" fmla="*/ 0 w 21600"/>
                    <a:gd name="T1" fmla="*/ 21597 h 21597"/>
                    <a:gd name="T2" fmla="*/ 21237 w 21600"/>
                    <a:gd name="T3" fmla="*/ 0 h 21597"/>
                    <a:gd name="T4" fmla="*/ 21600 w 21600"/>
                    <a:gd name="T5" fmla="*/ 21597 h 21597"/>
                  </a:gdLst>
                  <a:ahLst/>
                  <a:cxnLst>
                    <a:cxn ang="0">
                      <a:pos x="T0" y="T1"/>
                    </a:cxn>
                    <a:cxn ang="0">
                      <a:pos x="T2" y="T3"/>
                    </a:cxn>
                    <a:cxn ang="0">
                      <a:pos x="T4" y="T5"/>
                    </a:cxn>
                  </a:cxnLst>
                  <a:rect l="0" t="0" r="r" b="b"/>
                  <a:pathLst>
                    <a:path w="21600" h="21597" fill="none" extrusionOk="0">
                      <a:moveTo>
                        <a:pt x="0" y="21597"/>
                      </a:moveTo>
                      <a:cubicBezTo>
                        <a:pt x="0" y="9809"/>
                        <a:pt x="9450" y="198"/>
                        <a:pt x="21237" y="0"/>
                      </a:cubicBezTo>
                    </a:path>
                    <a:path w="21600" h="21597" stroke="0" extrusionOk="0">
                      <a:moveTo>
                        <a:pt x="0" y="21597"/>
                      </a:moveTo>
                      <a:cubicBezTo>
                        <a:pt x="0" y="9809"/>
                        <a:pt x="9450" y="198"/>
                        <a:pt x="21237" y="0"/>
                      </a:cubicBezTo>
                      <a:lnTo>
                        <a:pt x="21600" y="21597"/>
                      </a:lnTo>
                      <a:close/>
                    </a:path>
                  </a:pathLst>
                </a:custGeom>
                <a:noFill/>
                <a:ln w="25400" cap="rnd">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25258" name="Arc 266"/>
                <p:cNvSpPr>
                  <a:spLocks/>
                </p:cNvSpPr>
                <p:nvPr/>
              </p:nvSpPr>
              <p:spPr bwMode="auto">
                <a:xfrm>
                  <a:off x="2834" y="1401"/>
                  <a:ext cx="60" cy="66"/>
                </a:xfrm>
                <a:custGeom>
                  <a:avLst/>
                  <a:gdLst>
                    <a:gd name="G0" fmla="+- 363 0 0"/>
                    <a:gd name="G1" fmla="+- 21600 0 0"/>
                    <a:gd name="G2" fmla="+- 21600 0 0"/>
                    <a:gd name="T0" fmla="*/ 0 w 21963"/>
                    <a:gd name="T1" fmla="*/ 3 h 21600"/>
                    <a:gd name="T2" fmla="*/ 21963 w 21963"/>
                    <a:gd name="T3" fmla="*/ 21600 h 21600"/>
                    <a:gd name="T4" fmla="*/ 363 w 21963"/>
                    <a:gd name="T5" fmla="*/ 21600 h 21600"/>
                  </a:gdLst>
                  <a:ahLst/>
                  <a:cxnLst>
                    <a:cxn ang="0">
                      <a:pos x="T0" y="T1"/>
                    </a:cxn>
                    <a:cxn ang="0">
                      <a:pos x="T2" y="T3"/>
                    </a:cxn>
                    <a:cxn ang="0">
                      <a:pos x="T4" y="T5"/>
                    </a:cxn>
                  </a:cxnLst>
                  <a:rect l="0" t="0" r="r" b="b"/>
                  <a:pathLst>
                    <a:path w="21963" h="21600" fill="none" extrusionOk="0">
                      <a:moveTo>
                        <a:pt x="0" y="3"/>
                      </a:moveTo>
                      <a:cubicBezTo>
                        <a:pt x="120" y="1"/>
                        <a:pt x="241" y="0"/>
                        <a:pt x="363" y="0"/>
                      </a:cubicBezTo>
                      <a:cubicBezTo>
                        <a:pt x="12292" y="0"/>
                        <a:pt x="21963" y="9670"/>
                        <a:pt x="21963" y="21600"/>
                      </a:cubicBezTo>
                    </a:path>
                    <a:path w="21963" h="21600" stroke="0" extrusionOk="0">
                      <a:moveTo>
                        <a:pt x="0" y="3"/>
                      </a:moveTo>
                      <a:cubicBezTo>
                        <a:pt x="120" y="1"/>
                        <a:pt x="241" y="0"/>
                        <a:pt x="363" y="0"/>
                      </a:cubicBezTo>
                      <a:cubicBezTo>
                        <a:pt x="12292" y="0"/>
                        <a:pt x="21963" y="9670"/>
                        <a:pt x="21963" y="21600"/>
                      </a:cubicBezTo>
                      <a:lnTo>
                        <a:pt x="363" y="21600"/>
                      </a:lnTo>
                      <a:close/>
                    </a:path>
                  </a:pathLst>
                </a:custGeom>
                <a:noFill/>
                <a:ln w="25400" cap="rnd">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725259" name="Group 267"/>
              <p:cNvGrpSpPr>
                <a:grpSpLocks/>
              </p:cNvGrpSpPr>
              <p:nvPr/>
            </p:nvGrpSpPr>
            <p:grpSpPr bwMode="auto">
              <a:xfrm>
                <a:off x="2838" y="954"/>
                <a:ext cx="91" cy="52"/>
                <a:chOff x="2780" y="1401"/>
                <a:chExt cx="114" cy="66"/>
              </a:xfrm>
            </p:grpSpPr>
            <p:sp>
              <p:nvSpPr>
                <p:cNvPr id="725260" name="Arc 268"/>
                <p:cNvSpPr>
                  <a:spLocks/>
                </p:cNvSpPr>
                <p:nvPr/>
              </p:nvSpPr>
              <p:spPr bwMode="auto">
                <a:xfrm>
                  <a:off x="2780" y="1401"/>
                  <a:ext cx="60" cy="66"/>
                </a:xfrm>
                <a:custGeom>
                  <a:avLst/>
                  <a:gdLst>
                    <a:gd name="G0" fmla="+- 21600 0 0"/>
                    <a:gd name="G1" fmla="+- 21597 0 0"/>
                    <a:gd name="G2" fmla="+- 21600 0 0"/>
                    <a:gd name="T0" fmla="*/ 0 w 21600"/>
                    <a:gd name="T1" fmla="*/ 21597 h 21597"/>
                    <a:gd name="T2" fmla="*/ 21237 w 21600"/>
                    <a:gd name="T3" fmla="*/ 0 h 21597"/>
                    <a:gd name="T4" fmla="*/ 21600 w 21600"/>
                    <a:gd name="T5" fmla="*/ 21597 h 21597"/>
                  </a:gdLst>
                  <a:ahLst/>
                  <a:cxnLst>
                    <a:cxn ang="0">
                      <a:pos x="T0" y="T1"/>
                    </a:cxn>
                    <a:cxn ang="0">
                      <a:pos x="T2" y="T3"/>
                    </a:cxn>
                    <a:cxn ang="0">
                      <a:pos x="T4" y="T5"/>
                    </a:cxn>
                  </a:cxnLst>
                  <a:rect l="0" t="0" r="r" b="b"/>
                  <a:pathLst>
                    <a:path w="21600" h="21597" fill="none" extrusionOk="0">
                      <a:moveTo>
                        <a:pt x="0" y="21597"/>
                      </a:moveTo>
                      <a:cubicBezTo>
                        <a:pt x="0" y="9809"/>
                        <a:pt x="9450" y="198"/>
                        <a:pt x="21237" y="0"/>
                      </a:cubicBezTo>
                    </a:path>
                    <a:path w="21600" h="21597" stroke="0" extrusionOk="0">
                      <a:moveTo>
                        <a:pt x="0" y="21597"/>
                      </a:moveTo>
                      <a:cubicBezTo>
                        <a:pt x="0" y="9809"/>
                        <a:pt x="9450" y="198"/>
                        <a:pt x="21237" y="0"/>
                      </a:cubicBezTo>
                      <a:lnTo>
                        <a:pt x="21600" y="21597"/>
                      </a:lnTo>
                      <a:close/>
                    </a:path>
                  </a:pathLst>
                </a:custGeom>
                <a:noFill/>
                <a:ln w="25400" cap="rnd">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25261" name="Arc 269"/>
                <p:cNvSpPr>
                  <a:spLocks/>
                </p:cNvSpPr>
                <p:nvPr/>
              </p:nvSpPr>
              <p:spPr bwMode="auto">
                <a:xfrm>
                  <a:off x="2834" y="1401"/>
                  <a:ext cx="60" cy="66"/>
                </a:xfrm>
                <a:custGeom>
                  <a:avLst/>
                  <a:gdLst>
                    <a:gd name="G0" fmla="+- 363 0 0"/>
                    <a:gd name="G1" fmla="+- 21600 0 0"/>
                    <a:gd name="G2" fmla="+- 21600 0 0"/>
                    <a:gd name="T0" fmla="*/ 0 w 21963"/>
                    <a:gd name="T1" fmla="*/ 3 h 21600"/>
                    <a:gd name="T2" fmla="*/ 21963 w 21963"/>
                    <a:gd name="T3" fmla="*/ 21600 h 21600"/>
                    <a:gd name="T4" fmla="*/ 363 w 21963"/>
                    <a:gd name="T5" fmla="*/ 21600 h 21600"/>
                  </a:gdLst>
                  <a:ahLst/>
                  <a:cxnLst>
                    <a:cxn ang="0">
                      <a:pos x="T0" y="T1"/>
                    </a:cxn>
                    <a:cxn ang="0">
                      <a:pos x="T2" y="T3"/>
                    </a:cxn>
                    <a:cxn ang="0">
                      <a:pos x="T4" y="T5"/>
                    </a:cxn>
                  </a:cxnLst>
                  <a:rect l="0" t="0" r="r" b="b"/>
                  <a:pathLst>
                    <a:path w="21963" h="21600" fill="none" extrusionOk="0">
                      <a:moveTo>
                        <a:pt x="0" y="3"/>
                      </a:moveTo>
                      <a:cubicBezTo>
                        <a:pt x="120" y="1"/>
                        <a:pt x="241" y="0"/>
                        <a:pt x="363" y="0"/>
                      </a:cubicBezTo>
                      <a:cubicBezTo>
                        <a:pt x="12292" y="0"/>
                        <a:pt x="21963" y="9670"/>
                        <a:pt x="21963" y="21600"/>
                      </a:cubicBezTo>
                    </a:path>
                    <a:path w="21963" h="21600" stroke="0" extrusionOk="0">
                      <a:moveTo>
                        <a:pt x="0" y="3"/>
                      </a:moveTo>
                      <a:cubicBezTo>
                        <a:pt x="120" y="1"/>
                        <a:pt x="241" y="0"/>
                        <a:pt x="363" y="0"/>
                      </a:cubicBezTo>
                      <a:cubicBezTo>
                        <a:pt x="12292" y="0"/>
                        <a:pt x="21963" y="9670"/>
                        <a:pt x="21963" y="21600"/>
                      </a:cubicBezTo>
                      <a:lnTo>
                        <a:pt x="363" y="21600"/>
                      </a:lnTo>
                      <a:close/>
                    </a:path>
                  </a:pathLst>
                </a:custGeom>
                <a:noFill/>
                <a:ln w="25400" cap="rnd">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725262" name="Group 270"/>
              <p:cNvGrpSpPr>
                <a:grpSpLocks/>
              </p:cNvGrpSpPr>
              <p:nvPr/>
            </p:nvGrpSpPr>
            <p:grpSpPr bwMode="auto">
              <a:xfrm>
                <a:off x="2929" y="954"/>
                <a:ext cx="91" cy="52"/>
                <a:chOff x="2780" y="1401"/>
                <a:chExt cx="114" cy="66"/>
              </a:xfrm>
            </p:grpSpPr>
            <p:sp>
              <p:nvSpPr>
                <p:cNvPr id="725263" name="Arc 271"/>
                <p:cNvSpPr>
                  <a:spLocks/>
                </p:cNvSpPr>
                <p:nvPr/>
              </p:nvSpPr>
              <p:spPr bwMode="auto">
                <a:xfrm>
                  <a:off x="2780" y="1401"/>
                  <a:ext cx="60" cy="66"/>
                </a:xfrm>
                <a:custGeom>
                  <a:avLst/>
                  <a:gdLst>
                    <a:gd name="G0" fmla="+- 21600 0 0"/>
                    <a:gd name="G1" fmla="+- 21597 0 0"/>
                    <a:gd name="G2" fmla="+- 21600 0 0"/>
                    <a:gd name="T0" fmla="*/ 0 w 21600"/>
                    <a:gd name="T1" fmla="*/ 21597 h 21597"/>
                    <a:gd name="T2" fmla="*/ 21237 w 21600"/>
                    <a:gd name="T3" fmla="*/ 0 h 21597"/>
                    <a:gd name="T4" fmla="*/ 21600 w 21600"/>
                    <a:gd name="T5" fmla="*/ 21597 h 21597"/>
                  </a:gdLst>
                  <a:ahLst/>
                  <a:cxnLst>
                    <a:cxn ang="0">
                      <a:pos x="T0" y="T1"/>
                    </a:cxn>
                    <a:cxn ang="0">
                      <a:pos x="T2" y="T3"/>
                    </a:cxn>
                    <a:cxn ang="0">
                      <a:pos x="T4" y="T5"/>
                    </a:cxn>
                  </a:cxnLst>
                  <a:rect l="0" t="0" r="r" b="b"/>
                  <a:pathLst>
                    <a:path w="21600" h="21597" fill="none" extrusionOk="0">
                      <a:moveTo>
                        <a:pt x="0" y="21597"/>
                      </a:moveTo>
                      <a:cubicBezTo>
                        <a:pt x="0" y="9809"/>
                        <a:pt x="9450" y="198"/>
                        <a:pt x="21237" y="0"/>
                      </a:cubicBezTo>
                    </a:path>
                    <a:path w="21600" h="21597" stroke="0" extrusionOk="0">
                      <a:moveTo>
                        <a:pt x="0" y="21597"/>
                      </a:moveTo>
                      <a:cubicBezTo>
                        <a:pt x="0" y="9809"/>
                        <a:pt x="9450" y="198"/>
                        <a:pt x="21237" y="0"/>
                      </a:cubicBezTo>
                      <a:lnTo>
                        <a:pt x="21600" y="21597"/>
                      </a:lnTo>
                      <a:close/>
                    </a:path>
                  </a:pathLst>
                </a:custGeom>
                <a:noFill/>
                <a:ln w="25400" cap="rnd">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25264" name="Arc 272"/>
                <p:cNvSpPr>
                  <a:spLocks/>
                </p:cNvSpPr>
                <p:nvPr/>
              </p:nvSpPr>
              <p:spPr bwMode="auto">
                <a:xfrm>
                  <a:off x="2834" y="1401"/>
                  <a:ext cx="60" cy="66"/>
                </a:xfrm>
                <a:custGeom>
                  <a:avLst/>
                  <a:gdLst>
                    <a:gd name="G0" fmla="+- 363 0 0"/>
                    <a:gd name="G1" fmla="+- 21600 0 0"/>
                    <a:gd name="G2" fmla="+- 21600 0 0"/>
                    <a:gd name="T0" fmla="*/ 0 w 21963"/>
                    <a:gd name="T1" fmla="*/ 3 h 21600"/>
                    <a:gd name="T2" fmla="*/ 21963 w 21963"/>
                    <a:gd name="T3" fmla="*/ 21600 h 21600"/>
                    <a:gd name="T4" fmla="*/ 363 w 21963"/>
                    <a:gd name="T5" fmla="*/ 21600 h 21600"/>
                  </a:gdLst>
                  <a:ahLst/>
                  <a:cxnLst>
                    <a:cxn ang="0">
                      <a:pos x="T0" y="T1"/>
                    </a:cxn>
                    <a:cxn ang="0">
                      <a:pos x="T2" y="T3"/>
                    </a:cxn>
                    <a:cxn ang="0">
                      <a:pos x="T4" y="T5"/>
                    </a:cxn>
                  </a:cxnLst>
                  <a:rect l="0" t="0" r="r" b="b"/>
                  <a:pathLst>
                    <a:path w="21963" h="21600" fill="none" extrusionOk="0">
                      <a:moveTo>
                        <a:pt x="0" y="3"/>
                      </a:moveTo>
                      <a:cubicBezTo>
                        <a:pt x="120" y="1"/>
                        <a:pt x="241" y="0"/>
                        <a:pt x="363" y="0"/>
                      </a:cubicBezTo>
                      <a:cubicBezTo>
                        <a:pt x="12292" y="0"/>
                        <a:pt x="21963" y="9670"/>
                        <a:pt x="21963" y="21600"/>
                      </a:cubicBezTo>
                    </a:path>
                    <a:path w="21963" h="21600" stroke="0" extrusionOk="0">
                      <a:moveTo>
                        <a:pt x="0" y="3"/>
                      </a:moveTo>
                      <a:cubicBezTo>
                        <a:pt x="120" y="1"/>
                        <a:pt x="241" y="0"/>
                        <a:pt x="363" y="0"/>
                      </a:cubicBezTo>
                      <a:cubicBezTo>
                        <a:pt x="12292" y="0"/>
                        <a:pt x="21963" y="9670"/>
                        <a:pt x="21963" y="21600"/>
                      </a:cubicBezTo>
                      <a:lnTo>
                        <a:pt x="363" y="21600"/>
                      </a:lnTo>
                      <a:close/>
                    </a:path>
                  </a:pathLst>
                </a:custGeom>
                <a:noFill/>
                <a:ln w="25400" cap="rnd">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725265" name="Group 273"/>
              <p:cNvGrpSpPr>
                <a:grpSpLocks/>
              </p:cNvGrpSpPr>
              <p:nvPr/>
            </p:nvGrpSpPr>
            <p:grpSpPr bwMode="auto">
              <a:xfrm>
                <a:off x="3022" y="954"/>
                <a:ext cx="91" cy="52"/>
                <a:chOff x="2780" y="1401"/>
                <a:chExt cx="114" cy="66"/>
              </a:xfrm>
            </p:grpSpPr>
            <p:sp>
              <p:nvSpPr>
                <p:cNvPr id="725266" name="Arc 274"/>
                <p:cNvSpPr>
                  <a:spLocks/>
                </p:cNvSpPr>
                <p:nvPr/>
              </p:nvSpPr>
              <p:spPr bwMode="auto">
                <a:xfrm>
                  <a:off x="2780" y="1401"/>
                  <a:ext cx="60" cy="66"/>
                </a:xfrm>
                <a:custGeom>
                  <a:avLst/>
                  <a:gdLst>
                    <a:gd name="G0" fmla="+- 21600 0 0"/>
                    <a:gd name="G1" fmla="+- 21597 0 0"/>
                    <a:gd name="G2" fmla="+- 21600 0 0"/>
                    <a:gd name="T0" fmla="*/ 0 w 21600"/>
                    <a:gd name="T1" fmla="*/ 21597 h 21597"/>
                    <a:gd name="T2" fmla="*/ 21237 w 21600"/>
                    <a:gd name="T3" fmla="*/ 0 h 21597"/>
                    <a:gd name="T4" fmla="*/ 21600 w 21600"/>
                    <a:gd name="T5" fmla="*/ 21597 h 21597"/>
                  </a:gdLst>
                  <a:ahLst/>
                  <a:cxnLst>
                    <a:cxn ang="0">
                      <a:pos x="T0" y="T1"/>
                    </a:cxn>
                    <a:cxn ang="0">
                      <a:pos x="T2" y="T3"/>
                    </a:cxn>
                    <a:cxn ang="0">
                      <a:pos x="T4" y="T5"/>
                    </a:cxn>
                  </a:cxnLst>
                  <a:rect l="0" t="0" r="r" b="b"/>
                  <a:pathLst>
                    <a:path w="21600" h="21597" fill="none" extrusionOk="0">
                      <a:moveTo>
                        <a:pt x="0" y="21597"/>
                      </a:moveTo>
                      <a:cubicBezTo>
                        <a:pt x="0" y="9809"/>
                        <a:pt x="9450" y="198"/>
                        <a:pt x="21237" y="0"/>
                      </a:cubicBezTo>
                    </a:path>
                    <a:path w="21600" h="21597" stroke="0" extrusionOk="0">
                      <a:moveTo>
                        <a:pt x="0" y="21597"/>
                      </a:moveTo>
                      <a:cubicBezTo>
                        <a:pt x="0" y="9809"/>
                        <a:pt x="9450" y="198"/>
                        <a:pt x="21237" y="0"/>
                      </a:cubicBezTo>
                      <a:lnTo>
                        <a:pt x="21600" y="21597"/>
                      </a:lnTo>
                      <a:close/>
                    </a:path>
                  </a:pathLst>
                </a:custGeom>
                <a:noFill/>
                <a:ln w="25400" cap="rnd">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25267" name="Arc 275"/>
                <p:cNvSpPr>
                  <a:spLocks/>
                </p:cNvSpPr>
                <p:nvPr/>
              </p:nvSpPr>
              <p:spPr bwMode="auto">
                <a:xfrm>
                  <a:off x="2834" y="1401"/>
                  <a:ext cx="60" cy="66"/>
                </a:xfrm>
                <a:custGeom>
                  <a:avLst/>
                  <a:gdLst>
                    <a:gd name="G0" fmla="+- 363 0 0"/>
                    <a:gd name="G1" fmla="+- 21600 0 0"/>
                    <a:gd name="G2" fmla="+- 21600 0 0"/>
                    <a:gd name="T0" fmla="*/ 0 w 21963"/>
                    <a:gd name="T1" fmla="*/ 3 h 21600"/>
                    <a:gd name="T2" fmla="*/ 21963 w 21963"/>
                    <a:gd name="T3" fmla="*/ 21600 h 21600"/>
                    <a:gd name="T4" fmla="*/ 363 w 21963"/>
                    <a:gd name="T5" fmla="*/ 21600 h 21600"/>
                  </a:gdLst>
                  <a:ahLst/>
                  <a:cxnLst>
                    <a:cxn ang="0">
                      <a:pos x="T0" y="T1"/>
                    </a:cxn>
                    <a:cxn ang="0">
                      <a:pos x="T2" y="T3"/>
                    </a:cxn>
                    <a:cxn ang="0">
                      <a:pos x="T4" y="T5"/>
                    </a:cxn>
                  </a:cxnLst>
                  <a:rect l="0" t="0" r="r" b="b"/>
                  <a:pathLst>
                    <a:path w="21963" h="21600" fill="none" extrusionOk="0">
                      <a:moveTo>
                        <a:pt x="0" y="3"/>
                      </a:moveTo>
                      <a:cubicBezTo>
                        <a:pt x="120" y="1"/>
                        <a:pt x="241" y="0"/>
                        <a:pt x="363" y="0"/>
                      </a:cubicBezTo>
                      <a:cubicBezTo>
                        <a:pt x="12292" y="0"/>
                        <a:pt x="21963" y="9670"/>
                        <a:pt x="21963" y="21600"/>
                      </a:cubicBezTo>
                    </a:path>
                    <a:path w="21963" h="21600" stroke="0" extrusionOk="0">
                      <a:moveTo>
                        <a:pt x="0" y="3"/>
                      </a:moveTo>
                      <a:cubicBezTo>
                        <a:pt x="120" y="1"/>
                        <a:pt x="241" y="0"/>
                        <a:pt x="363" y="0"/>
                      </a:cubicBezTo>
                      <a:cubicBezTo>
                        <a:pt x="12292" y="0"/>
                        <a:pt x="21963" y="9670"/>
                        <a:pt x="21963" y="21600"/>
                      </a:cubicBezTo>
                      <a:lnTo>
                        <a:pt x="363" y="21600"/>
                      </a:lnTo>
                      <a:close/>
                    </a:path>
                  </a:pathLst>
                </a:custGeom>
                <a:noFill/>
                <a:ln w="25400" cap="rnd">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grpSp>
          <p:nvGrpSpPr>
            <p:cNvPr id="725268" name="Group 276"/>
            <p:cNvGrpSpPr>
              <a:grpSpLocks/>
            </p:cNvGrpSpPr>
            <p:nvPr/>
          </p:nvGrpSpPr>
          <p:grpSpPr bwMode="auto">
            <a:xfrm>
              <a:off x="3325" y="2318"/>
              <a:ext cx="364" cy="54"/>
              <a:chOff x="2655" y="952"/>
              <a:chExt cx="458" cy="54"/>
            </a:xfrm>
          </p:grpSpPr>
          <p:grpSp>
            <p:nvGrpSpPr>
              <p:cNvPr id="725269" name="Group 277"/>
              <p:cNvGrpSpPr>
                <a:grpSpLocks/>
              </p:cNvGrpSpPr>
              <p:nvPr/>
            </p:nvGrpSpPr>
            <p:grpSpPr bwMode="auto">
              <a:xfrm>
                <a:off x="2655" y="952"/>
                <a:ext cx="91" cy="52"/>
                <a:chOff x="2780" y="1401"/>
                <a:chExt cx="114" cy="66"/>
              </a:xfrm>
            </p:grpSpPr>
            <p:sp>
              <p:nvSpPr>
                <p:cNvPr id="725270" name="Arc 278"/>
                <p:cNvSpPr>
                  <a:spLocks/>
                </p:cNvSpPr>
                <p:nvPr/>
              </p:nvSpPr>
              <p:spPr bwMode="auto">
                <a:xfrm>
                  <a:off x="2780" y="1401"/>
                  <a:ext cx="60" cy="66"/>
                </a:xfrm>
                <a:custGeom>
                  <a:avLst/>
                  <a:gdLst>
                    <a:gd name="G0" fmla="+- 21600 0 0"/>
                    <a:gd name="G1" fmla="+- 21597 0 0"/>
                    <a:gd name="G2" fmla="+- 21600 0 0"/>
                    <a:gd name="T0" fmla="*/ 0 w 21600"/>
                    <a:gd name="T1" fmla="*/ 21597 h 21597"/>
                    <a:gd name="T2" fmla="*/ 21237 w 21600"/>
                    <a:gd name="T3" fmla="*/ 0 h 21597"/>
                    <a:gd name="T4" fmla="*/ 21600 w 21600"/>
                    <a:gd name="T5" fmla="*/ 21597 h 21597"/>
                  </a:gdLst>
                  <a:ahLst/>
                  <a:cxnLst>
                    <a:cxn ang="0">
                      <a:pos x="T0" y="T1"/>
                    </a:cxn>
                    <a:cxn ang="0">
                      <a:pos x="T2" y="T3"/>
                    </a:cxn>
                    <a:cxn ang="0">
                      <a:pos x="T4" y="T5"/>
                    </a:cxn>
                  </a:cxnLst>
                  <a:rect l="0" t="0" r="r" b="b"/>
                  <a:pathLst>
                    <a:path w="21600" h="21597" fill="none" extrusionOk="0">
                      <a:moveTo>
                        <a:pt x="0" y="21597"/>
                      </a:moveTo>
                      <a:cubicBezTo>
                        <a:pt x="0" y="9809"/>
                        <a:pt x="9450" y="198"/>
                        <a:pt x="21237" y="0"/>
                      </a:cubicBezTo>
                    </a:path>
                    <a:path w="21600" h="21597" stroke="0" extrusionOk="0">
                      <a:moveTo>
                        <a:pt x="0" y="21597"/>
                      </a:moveTo>
                      <a:cubicBezTo>
                        <a:pt x="0" y="9809"/>
                        <a:pt x="9450" y="198"/>
                        <a:pt x="21237" y="0"/>
                      </a:cubicBezTo>
                      <a:lnTo>
                        <a:pt x="21600" y="21597"/>
                      </a:lnTo>
                      <a:close/>
                    </a:path>
                  </a:pathLst>
                </a:custGeom>
                <a:noFill/>
                <a:ln w="25400" cap="rnd">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25271" name="Arc 279"/>
                <p:cNvSpPr>
                  <a:spLocks/>
                </p:cNvSpPr>
                <p:nvPr/>
              </p:nvSpPr>
              <p:spPr bwMode="auto">
                <a:xfrm>
                  <a:off x="2834" y="1401"/>
                  <a:ext cx="60" cy="66"/>
                </a:xfrm>
                <a:custGeom>
                  <a:avLst/>
                  <a:gdLst>
                    <a:gd name="G0" fmla="+- 363 0 0"/>
                    <a:gd name="G1" fmla="+- 21600 0 0"/>
                    <a:gd name="G2" fmla="+- 21600 0 0"/>
                    <a:gd name="T0" fmla="*/ 0 w 21963"/>
                    <a:gd name="T1" fmla="*/ 3 h 21600"/>
                    <a:gd name="T2" fmla="*/ 21963 w 21963"/>
                    <a:gd name="T3" fmla="*/ 21600 h 21600"/>
                    <a:gd name="T4" fmla="*/ 363 w 21963"/>
                    <a:gd name="T5" fmla="*/ 21600 h 21600"/>
                  </a:gdLst>
                  <a:ahLst/>
                  <a:cxnLst>
                    <a:cxn ang="0">
                      <a:pos x="T0" y="T1"/>
                    </a:cxn>
                    <a:cxn ang="0">
                      <a:pos x="T2" y="T3"/>
                    </a:cxn>
                    <a:cxn ang="0">
                      <a:pos x="T4" y="T5"/>
                    </a:cxn>
                  </a:cxnLst>
                  <a:rect l="0" t="0" r="r" b="b"/>
                  <a:pathLst>
                    <a:path w="21963" h="21600" fill="none" extrusionOk="0">
                      <a:moveTo>
                        <a:pt x="0" y="3"/>
                      </a:moveTo>
                      <a:cubicBezTo>
                        <a:pt x="120" y="1"/>
                        <a:pt x="241" y="0"/>
                        <a:pt x="363" y="0"/>
                      </a:cubicBezTo>
                      <a:cubicBezTo>
                        <a:pt x="12292" y="0"/>
                        <a:pt x="21963" y="9670"/>
                        <a:pt x="21963" y="21600"/>
                      </a:cubicBezTo>
                    </a:path>
                    <a:path w="21963" h="21600" stroke="0" extrusionOk="0">
                      <a:moveTo>
                        <a:pt x="0" y="3"/>
                      </a:moveTo>
                      <a:cubicBezTo>
                        <a:pt x="120" y="1"/>
                        <a:pt x="241" y="0"/>
                        <a:pt x="363" y="0"/>
                      </a:cubicBezTo>
                      <a:cubicBezTo>
                        <a:pt x="12292" y="0"/>
                        <a:pt x="21963" y="9670"/>
                        <a:pt x="21963" y="21600"/>
                      </a:cubicBezTo>
                      <a:lnTo>
                        <a:pt x="363" y="21600"/>
                      </a:lnTo>
                      <a:close/>
                    </a:path>
                  </a:pathLst>
                </a:custGeom>
                <a:noFill/>
                <a:ln w="25400" cap="rnd">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725272" name="Group 280"/>
              <p:cNvGrpSpPr>
                <a:grpSpLocks/>
              </p:cNvGrpSpPr>
              <p:nvPr/>
            </p:nvGrpSpPr>
            <p:grpSpPr bwMode="auto">
              <a:xfrm>
                <a:off x="2746" y="953"/>
                <a:ext cx="91" cy="52"/>
                <a:chOff x="2780" y="1401"/>
                <a:chExt cx="114" cy="66"/>
              </a:xfrm>
            </p:grpSpPr>
            <p:sp>
              <p:nvSpPr>
                <p:cNvPr id="725273" name="Arc 281"/>
                <p:cNvSpPr>
                  <a:spLocks/>
                </p:cNvSpPr>
                <p:nvPr/>
              </p:nvSpPr>
              <p:spPr bwMode="auto">
                <a:xfrm>
                  <a:off x="2780" y="1401"/>
                  <a:ext cx="60" cy="66"/>
                </a:xfrm>
                <a:custGeom>
                  <a:avLst/>
                  <a:gdLst>
                    <a:gd name="G0" fmla="+- 21600 0 0"/>
                    <a:gd name="G1" fmla="+- 21597 0 0"/>
                    <a:gd name="G2" fmla="+- 21600 0 0"/>
                    <a:gd name="T0" fmla="*/ 0 w 21600"/>
                    <a:gd name="T1" fmla="*/ 21597 h 21597"/>
                    <a:gd name="T2" fmla="*/ 21237 w 21600"/>
                    <a:gd name="T3" fmla="*/ 0 h 21597"/>
                    <a:gd name="T4" fmla="*/ 21600 w 21600"/>
                    <a:gd name="T5" fmla="*/ 21597 h 21597"/>
                  </a:gdLst>
                  <a:ahLst/>
                  <a:cxnLst>
                    <a:cxn ang="0">
                      <a:pos x="T0" y="T1"/>
                    </a:cxn>
                    <a:cxn ang="0">
                      <a:pos x="T2" y="T3"/>
                    </a:cxn>
                    <a:cxn ang="0">
                      <a:pos x="T4" y="T5"/>
                    </a:cxn>
                  </a:cxnLst>
                  <a:rect l="0" t="0" r="r" b="b"/>
                  <a:pathLst>
                    <a:path w="21600" h="21597" fill="none" extrusionOk="0">
                      <a:moveTo>
                        <a:pt x="0" y="21597"/>
                      </a:moveTo>
                      <a:cubicBezTo>
                        <a:pt x="0" y="9809"/>
                        <a:pt x="9450" y="198"/>
                        <a:pt x="21237" y="0"/>
                      </a:cubicBezTo>
                    </a:path>
                    <a:path w="21600" h="21597" stroke="0" extrusionOk="0">
                      <a:moveTo>
                        <a:pt x="0" y="21597"/>
                      </a:moveTo>
                      <a:cubicBezTo>
                        <a:pt x="0" y="9809"/>
                        <a:pt x="9450" y="198"/>
                        <a:pt x="21237" y="0"/>
                      </a:cubicBezTo>
                      <a:lnTo>
                        <a:pt x="21600" y="21597"/>
                      </a:lnTo>
                      <a:close/>
                    </a:path>
                  </a:pathLst>
                </a:custGeom>
                <a:noFill/>
                <a:ln w="25400" cap="rnd">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25274" name="Arc 282"/>
                <p:cNvSpPr>
                  <a:spLocks/>
                </p:cNvSpPr>
                <p:nvPr/>
              </p:nvSpPr>
              <p:spPr bwMode="auto">
                <a:xfrm>
                  <a:off x="2834" y="1401"/>
                  <a:ext cx="60" cy="66"/>
                </a:xfrm>
                <a:custGeom>
                  <a:avLst/>
                  <a:gdLst>
                    <a:gd name="G0" fmla="+- 363 0 0"/>
                    <a:gd name="G1" fmla="+- 21600 0 0"/>
                    <a:gd name="G2" fmla="+- 21600 0 0"/>
                    <a:gd name="T0" fmla="*/ 0 w 21963"/>
                    <a:gd name="T1" fmla="*/ 3 h 21600"/>
                    <a:gd name="T2" fmla="*/ 21963 w 21963"/>
                    <a:gd name="T3" fmla="*/ 21600 h 21600"/>
                    <a:gd name="T4" fmla="*/ 363 w 21963"/>
                    <a:gd name="T5" fmla="*/ 21600 h 21600"/>
                  </a:gdLst>
                  <a:ahLst/>
                  <a:cxnLst>
                    <a:cxn ang="0">
                      <a:pos x="T0" y="T1"/>
                    </a:cxn>
                    <a:cxn ang="0">
                      <a:pos x="T2" y="T3"/>
                    </a:cxn>
                    <a:cxn ang="0">
                      <a:pos x="T4" y="T5"/>
                    </a:cxn>
                  </a:cxnLst>
                  <a:rect l="0" t="0" r="r" b="b"/>
                  <a:pathLst>
                    <a:path w="21963" h="21600" fill="none" extrusionOk="0">
                      <a:moveTo>
                        <a:pt x="0" y="3"/>
                      </a:moveTo>
                      <a:cubicBezTo>
                        <a:pt x="120" y="1"/>
                        <a:pt x="241" y="0"/>
                        <a:pt x="363" y="0"/>
                      </a:cubicBezTo>
                      <a:cubicBezTo>
                        <a:pt x="12292" y="0"/>
                        <a:pt x="21963" y="9670"/>
                        <a:pt x="21963" y="21600"/>
                      </a:cubicBezTo>
                    </a:path>
                    <a:path w="21963" h="21600" stroke="0" extrusionOk="0">
                      <a:moveTo>
                        <a:pt x="0" y="3"/>
                      </a:moveTo>
                      <a:cubicBezTo>
                        <a:pt x="120" y="1"/>
                        <a:pt x="241" y="0"/>
                        <a:pt x="363" y="0"/>
                      </a:cubicBezTo>
                      <a:cubicBezTo>
                        <a:pt x="12292" y="0"/>
                        <a:pt x="21963" y="9670"/>
                        <a:pt x="21963" y="21600"/>
                      </a:cubicBezTo>
                      <a:lnTo>
                        <a:pt x="363" y="21600"/>
                      </a:lnTo>
                      <a:close/>
                    </a:path>
                  </a:pathLst>
                </a:custGeom>
                <a:noFill/>
                <a:ln w="25400" cap="rnd">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725275" name="Group 283"/>
              <p:cNvGrpSpPr>
                <a:grpSpLocks/>
              </p:cNvGrpSpPr>
              <p:nvPr/>
            </p:nvGrpSpPr>
            <p:grpSpPr bwMode="auto">
              <a:xfrm>
                <a:off x="2838" y="954"/>
                <a:ext cx="91" cy="52"/>
                <a:chOff x="2780" y="1401"/>
                <a:chExt cx="114" cy="66"/>
              </a:xfrm>
            </p:grpSpPr>
            <p:sp>
              <p:nvSpPr>
                <p:cNvPr id="725276" name="Arc 284"/>
                <p:cNvSpPr>
                  <a:spLocks/>
                </p:cNvSpPr>
                <p:nvPr/>
              </p:nvSpPr>
              <p:spPr bwMode="auto">
                <a:xfrm>
                  <a:off x="2780" y="1401"/>
                  <a:ext cx="60" cy="66"/>
                </a:xfrm>
                <a:custGeom>
                  <a:avLst/>
                  <a:gdLst>
                    <a:gd name="G0" fmla="+- 21600 0 0"/>
                    <a:gd name="G1" fmla="+- 21597 0 0"/>
                    <a:gd name="G2" fmla="+- 21600 0 0"/>
                    <a:gd name="T0" fmla="*/ 0 w 21600"/>
                    <a:gd name="T1" fmla="*/ 21597 h 21597"/>
                    <a:gd name="T2" fmla="*/ 21237 w 21600"/>
                    <a:gd name="T3" fmla="*/ 0 h 21597"/>
                    <a:gd name="T4" fmla="*/ 21600 w 21600"/>
                    <a:gd name="T5" fmla="*/ 21597 h 21597"/>
                  </a:gdLst>
                  <a:ahLst/>
                  <a:cxnLst>
                    <a:cxn ang="0">
                      <a:pos x="T0" y="T1"/>
                    </a:cxn>
                    <a:cxn ang="0">
                      <a:pos x="T2" y="T3"/>
                    </a:cxn>
                    <a:cxn ang="0">
                      <a:pos x="T4" y="T5"/>
                    </a:cxn>
                  </a:cxnLst>
                  <a:rect l="0" t="0" r="r" b="b"/>
                  <a:pathLst>
                    <a:path w="21600" h="21597" fill="none" extrusionOk="0">
                      <a:moveTo>
                        <a:pt x="0" y="21597"/>
                      </a:moveTo>
                      <a:cubicBezTo>
                        <a:pt x="0" y="9809"/>
                        <a:pt x="9450" y="198"/>
                        <a:pt x="21237" y="0"/>
                      </a:cubicBezTo>
                    </a:path>
                    <a:path w="21600" h="21597" stroke="0" extrusionOk="0">
                      <a:moveTo>
                        <a:pt x="0" y="21597"/>
                      </a:moveTo>
                      <a:cubicBezTo>
                        <a:pt x="0" y="9809"/>
                        <a:pt x="9450" y="198"/>
                        <a:pt x="21237" y="0"/>
                      </a:cubicBezTo>
                      <a:lnTo>
                        <a:pt x="21600" y="21597"/>
                      </a:lnTo>
                      <a:close/>
                    </a:path>
                  </a:pathLst>
                </a:custGeom>
                <a:noFill/>
                <a:ln w="25400" cap="rnd">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25277" name="Arc 285"/>
                <p:cNvSpPr>
                  <a:spLocks/>
                </p:cNvSpPr>
                <p:nvPr/>
              </p:nvSpPr>
              <p:spPr bwMode="auto">
                <a:xfrm>
                  <a:off x="2834" y="1401"/>
                  <a:ext cx="60" cy="66"/>
                </a:xfrm>
                <a:custGeom>
                  <a:avLst/>
                  <a:gdLst>
                    <a:gd name="G0" fmla="+- 363 0 0"/>
                    <a:gd name="G1" fmla="+- 21600 0 0"/>
                    <a:gd name="G2" fmla="+- 21600 0 0"/>
                    <a:gd name="T0" fmla="*/ 0 w 21963"/>
                    <a:gd name="T1" fmla="*/ 3 h 21600"/>
                    <a:gd name="T2" fmla="*/ 21963 w 21963"/>
                    <a:gd name="T3" fmla="*/ 21600 h 21600"/>
                    <a:gd name="T4" fmla="*/ 363 w 21963"/>
                    <a:gd name="T5" fmla="*/ 21600 h 21600"/>
                  </a:gdLst>
                  <a:ahLst/>
                  <a:cxnLst>
                    <a:cxn ang="0">
                      <a:pos x="T0" y="T1"/>
                    </a:cxn>
                    <a:cxn ang="0">
                      <a:pos x="T2" y="T3"/>
                    </a:cxn>
                    <a:cxn ang="0">
                      <a:pos x="T4" y="T5"/>
                    </a:cxn>
                  </a:cxnLst>
                  <a:rect l="0" t="0" r="r" b="b"/>
                  <a:pathLst>
                    <a:path w="21963" h="21600" fill="none" extrusionOk="0">
                      <a:moveTo>
                        <a:pt x="0" y="3"/>
                      </a:moveTo>
                      <a:cubicBezTo>
                        <a:pt x="120" y="1"/>
                        <a:pt x="241" y="0"/>
                        <a:pt x="363" y="0"/>
                      </a:cubicBezTo>
                      <a:cubicBezTo>
                        <a:pt x="12292" y="0"/>
                        <a:pt x="21963" y="9670"/>
                        <a:pt x="21963" y="21600"/>
                      </a:cubicBezTo>
                    </a:path>
                    <a:path w="21963" h="21600" stroke="0" extrusionOk="0">
                      <a:moveTo>
                        <a:pt x="0" y="3"/>
                      </a:moveTo>
                      <a:cubicBezTo>
                        <a:pt x="120" y="1"/>
                        <a:pt x="241" y="0"/>
                        <a:pt x="363" y="0"/>
                      </a:cubicBezTo>
                      <a:cubicBezTo>
                        <a:pt x="12292" y="0"/>
                        <a:pt x="21963" y="9670"/>
                        <a:pt x="21963" y="21600"/>
                      </a:cubicBezTo>
                      <a:lnTo>
                        <a:pt x="363" y="21600"/>
                      </a:lnTo>
                      <a:close/>
                    </a:path>
                  </a:pathLst>
                </a:custGeom>
                <a:noFill/>
                <a:ln w="25400" cap="rnd">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725278" name="Group 286"/>
              <p:cNvGrpSpPr>
                <a:grpSpLocks/>
              </p:cNvGrpSpPr>
              <p:nvPr/>
            </p:nvGrpSpPr>
            <p:grpSpPr bwMode="auto">
              <a:xfrm>
                <a:off x="2929" y="954"/>
                <a:ext cx="91" cy="52"/>
                <a:chOff x="2780" y="1401"/>
                <a:chExt cx="114" cy="66"/>
              </a:xfrm>
            </p:grpSpPr>
            <p:sp>
              <p:nvSpPr>
                <p:cNvPr id="725279" name="Arc 287"/>
                <p:cNvSpPr>
                  <a:spLocks/>
                </p:cNvSpPr>
                <p:nvPr/>
              </p:nvSpPr>
              <p:spPr bwMode="auto">
                <a:xfrm>
                  <a:off x="2780" y="1401"/>
                  <a:ext cx="60" cy="66"/>
                </a:xfrm>
                <a:custGeom>
                  <a:avLst/>
                  <a:gdLst>
                    <a:gd name="G0" fmla="+- 21600 0 0"/>
                    <a:gd name="G1" fmla="+- 21597 0 0"/>
                    <a:gd name="G2" fmla="+- 21600 0 0"/>
                    <a:gd name="T0" fmla="*/ 0 w 21600"/>
                    <a:gd name="T1" fmla="*/ 21597 h 21597"/>
                    <a:gd name="T2" fmla="*/ 21237 w 21600"/>
                    <a:gd name="T3" fmla="*/ 0 h 21597"/>
                    <a:gd name="T4" fmla="*/ 21600 w 21600"/>
                    <a:gd name="T5" fmla="*/ 21597 h 21597"/>
                  </a:gdLst>
                  <a:ahLst/>
                  <a:cxnLst>
                    <a:cxn ang="0">
                      <a:pos x="T0" y="T1"/>
                    </a:cxn>
                    <a:cxn ang="0">
                      <a:pos x="T2" y="T3"/>
                    </a:cxn>
                    <a:cxn ang="0">
                      <a:pos x="T4" y="T5"/>
                    </a:cxn>
                  </a:cxnLst>
                  <a:rect l="0" t="0" r="r" b="b"/>
                  <a:pathLst>
                    <a:path w="21600" h="21597" fill="none" extrusionOk="0">
                      <a:moveTo>
                        <a:pt x="0" y="21597"/>
                      </a:moveTo>
                      <a:cubicBezTo>
                        <a:pt x="0" y="9809"/>
                        <a:pt x="9450" y="198"/>
                        <a:pt x="21237" y="0"/>
                      </a:cubicBezTo>
                    </a:path>
                    <a:path w="21600" h="21597" stroke="0" extrusionOk="0">
                      <a:moveTo>
                        <a:pt x="0" y="21597"/>
                      </a:moveTo>
                      <a:cubicBezTo>
                        <a:pt x="0" y="9809"/>
                        <a:pt x="9450" y="198"/>
                        <a:pt x="21237" y="0"/>
                      </a:cubicBezTo>
                      <a:lnTo>
                        <a:pt x="21600" y="21597"/>
                      </a:lnTo>
                      <a:close/>
                    </a:path>
                  </a:pathLst>
                </a:custGeom>
                <a:noFill/>
                <a:ln w="25400" cap="rnd">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25280" name="Arc 288"/>
                <p:cNvSpPr>
                  <a:spLocks/>
                </p:cNvSpPr>
                <p:nvPr/>
              </p:nvSpPr>
              <p:spPr bwMode="auto">
                <a:xfrm>
                  <a:off x="2834" y="1401"/>
                  <a:ext cx="60" cy="66"/>
                </a:xfrm>
                <a:custGeom>
                  <a:avLst/>
                  <a:gdLst>
                    <a:gd name="G0" fmla="+- 363 0 0"/>
                    <a:gd name="G1" fmla="+- 21600 0 0"/>
                    <a:gd name="G2" fmla="+- 21600 0 0"/>
                    <a:gd name="T0" fmla="*/ 0 w 21963"/>
                    <a:gd name="T1" fmla="*/ 3 h 21600"/>
                    <a:gd name="T2" fmla="*/ 21963 w 21963"/>
                    <a:gd name="T3" fmla="*/ 21600 h 21600"/>
                    <a:gd name="T4" fmla="*/ 363 w 21963"/>
                    <a:gd name="T5" fmla="*/ 21600 h 21600"/>
                  </a:gdLst>
                  <a:ahLst/>
                  <a:cxnLst>
                    <a:cxn ang="0">
                      <a:pos x="T0" y="T1"/>
                    </a:cxn>
                    <a:cxn ang="0">
                      <a:pos x="T2" y="T3"/>
                    </a:cxn>
                    <a:cxn ang="0">
                      <a:pos x="T4" y="T5"/>
                    </a:cxn>
                  </a:cxnLst>
                  <a:rect l="0" t="0" r="r" b="b"/>
                  <a:pathLst>
                    <a:path w="21963" h="21600" fill="none" extrusionOk="0">
                      <a:moveTo>
                        <a:pt x="0" y="3"/>
                      </a:moveTo>
                      <a:cubicBezTo>
                        <a:pt x="120" y="1"/>
                        <a:pt x="241" y="0"/>
                        <a:pt x="363" y="0"/>
                      </a:cubicBezTo>
                      <a:cubicBezTo>
                        <a:pt x="12292" y="0"/>
                        <a:pt x="21963" y="9670"/>
                        <a:pt x="21963" y="21600"/>
                      </a:cubicBezTo>
                    </a:path>
                    <a:path w="21963" h="21600" stroke="0" extrusionOk="0">
                      <a:moveTo>
                        <a:pt x="0" y="3"/>
                      </a:moveTo>
                      <a:cubicBezTo>
                        <a:pt x="120" y="1"/>
                        <a:pt x="241" y="0"/>
                        <a:pt x="363" y="0"/>
                      </a:cubicBezTo>
                      <a:cubicBezTo>
                        <a:pt x="12292" y="0"/>
                        <a:pt x="21963" y="9670"/>
                        <a:pt x="21963" y="21600"/>
                      </a:cubicBezTo>
                      <a:lnTo>
                        <a:pt x="363" y="21600"/>
                      </a:lnTo>
                      <a:close/>
                    </a:path>
                  </a:pathLst>
                </a:custGeom>
                <a:noFill/>
                <a:ln w="25400" cap="rnd">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725281" name="Group 289"/>
              <p:cNvGrpSpPr>
                <a:grpSpLocks/>
              </p:cNvGrpSpPr>
              <p:nvPr/>
            </p:nvGrpSpPr>
            <p:grpSpPr bwMode="auto">
              <a:xfrm>
                <a:off x="3022" y="954"/>
                <a:ext cx="91" cy="52"/>
                <a:chOff x="2780" y="1401"/>
                <a:chExt cx="114" cy="66"/>
              </a:xfrm>
            </p:grpSpPr>
            <p:sp>
              <p:nvSpPr>
                <p:cNvPr id="725282" name="Arc 290"/>
                <p:cNvSpPr>
                  <a:spLocks/>
                </p:cNvSpPr>
                <p:nvPr/>
              </p:nvSpPr>
              <p:spPr bwMode="auto">
                <a:xfrm>
                  <a:off x="2780" y="1401"/>
                  <a:ext cx="60" cy="66"/>
                </a:xfrm>
                <a:custGeom>
                  <a:avLst/>
                  <a:gdLst>
                    <a:gd name="G0" fmla="+- 21600 0 0"/>
                    <a:gd name="G1" fmla="+- 21597 0 0"/>
                    <a:gd name="G2" fmla="+- 21600 0 0"/>
                    <a:gd name="T0" fmla="*/ 0 w 21600"/>
                    <a:gd name="T1" fmla="*/ 21597 h 21597"/>
                    <a:gd name="T2" fmla="*/ 21237 w 21600"/>
                    <a:gd name="T3" fmla="*/ 0 h 21597"/>
                    <a:gd name="T4" fmla="*/ 21600 w 21600"/>
                    <a:gd name="T5" fmla="*/ 21597 h 21597"/>
                  </a:gdLst>
                  <a:ahLst/>
                  <a:cxnLst>
                    <a:cxn ang="0">
                      <a:pos x="T0" y="T1"/>
                    </a:cxn>
                    <a:cxn ang="0">
                      <a:pos x="T2" y="T3"/>
                    </a:cxn>
                    <a:cxn ang="0">
                      <a:pos x="T4" y="T5"/>
                    </a:cxn>
                  </a:cxnLst>
                  <a:rect l="0" t="0" r="r" b="b"/>
                  <a:pathLst>
                    <a:path w="21600" h="21597" fill="none" extrusionOk="0">
                      <a:moveTo>
                        <a:pt x="0" y="21597"/>
                      </a:moveTo>
                      <a:cubicBezTo>
                        <a:pt x="0" y="9809"/>
                        <a:pt x="9450" y="198"/>
                        <a:pt x="21237" y="0"/>
                      </a:cubicBezTo>
                    </a:path>
                    <a:path w="21600" h="21597" stroke="0" extrusionOk="0">
                      <a:moveTo>
                        <a:pt x="0" y="21597"/>
                      </a:moveTo>
                      <a:cubicBezTo>
                        <a:pt x="0" y="9809"/>
                        <a:pt x="9450" y="198"/>
                        <a:pt x="21237" y="0"/>
                      </a:cubicBezTo>
                      <a:lnTo>
                        <a:pt x="21600" y="21597"/>
                      </a:lnTo>
                      <a:close/>
                    </a:path>
                  </a:pathLst>
                </a:custGeom>
                <a:noFill/>
                <a:ln w="25400" cap="rnd">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25283" name="Arc 291"/>
                <p:cNvSpPr>
                  <a:spLocks/>
                </p:cNvSpPr>
                <p:nvPr/>
              </p:nvSpPr>
              <p:spPr bwMode="auto">
                <a:xfrm>
                  <a:off x="2834" y="1401"/>
                  <a:ext cx="60" cy="66"/>
                </a:xfrm>
                <a:custGeom>
                  <a:avLst/>
                  <a:gdLst>
                    <a:gd name="G0" fmla="+- 363 0 0"/>
                    <a:gd name="G1" fmla="+- 21600 0 0"/>
                    <a:gd name="G2" fmla="+- 21600 0 0"/>
                    <a:gd name="T0" fmla="*/ 0 w 21963"/>
                    <a:gd name="T1" fmla="*/ 3 h 21600"/>
                    <a:gd name="T2" fmla="*/ 21963 w 21963"/>
                    <a:gd name="T3" fmla="*/ 21600 h 21600"/>
                    <a:gd name="T4" fmla="*/ 363 w 21963"/>
                    <a:gd name="T5" fmla="*/ 21600 h 21600"/>
                  </a:gdLst>
                  <a:ahLst/>
                  <a:cxnLst>
                    <a:cxn ang="0">
                      <a:pos x="T0" y="T1"/>
                    </a:cxn>
                    <a:cxn ang="0">
                      <a:pos x="T2" y="T3"/>
                    </a:cxn>
                    <a:cxn ang="0">
                      <a:pos x="T4" y="T5"/>
                    </a:cxn>
                  </a:cxnLst>
                  <a:rect l="0" t="0" r="r" b="b"/>
                  <a:pathLst>
                    <a:path w="21963" h="21600" fill="none" extrusionOk="0">
                      <a:moveTo>
                        <a:pt x="0" y="3"/>
                      </a:moveTo>
                      <a:cubicBezTo>
                        <a:pt x="120" y="1"/>
                        <a:pt x="241" y="0"/>
                        <a:pt x="363" y="0"/>
                      </a:cubicBezTo>
                      <a:cubicBezTo>
                        <a:pt x="12292" y="0"/>
                        <a:pt x="21963" y="9670"/>
                        <a:pt x="21963" y="21600"/>
                      </a:cubicBezTo>
                    </a:path>
                    <a:path w="21963" h="21600" stroke="0" extrusionOk="0">
                      <a:moveTo>
                        <a:pt x="0" y="3"/>
                      </a:moveTo>
                      <a:cubicBezTo>
                        <a:pt x="120" y="1"/>
                        <a:pt x="241" y="0"/>
                        <a:pt x="363" y="0"/>
                      </a:cubicBezTo>
                      <a:cubicBezTo>
                        <a:pt x="12292" y="0"/>
                        <a:pt x="21963" y="9670"/>
                        <a:pt x="21963" y="21600"/>
                      </a:cubicBezTo>
                      <a:lnTo>
                        <a:pt x="363" y="21600"/>
                      </a:lnTo>
                      <a:close/>
                    </a:path>
                  </a:pathLst>
                </a:custGeom>
                <a:noFill/>
                <a:ln w="25400" cap="rnd">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sp>
          <p:nvSpPr>
            <p:cNvPr id="725284" name="Rectangle 292"/>
            <p:cNvSpPr>
              <a:spLocks noChangeArrowheads="1"/>
            </p:cNvSpPr>
            <p:nvPr/>
          </p:nvSpPr>
          <p:spPr bwMode="auto">
            <a:xfrm>
              <a:off x="2422" y="1879"/>
              <a:ext cx="1457" cy="21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lnSpc>
                  <a:spcPct val="100000"/>
                </a:lnSpc>
                <a:spcBef>
                  <a:spcPct val="0"/>
                </a:spcBef>
                <a:buClrTx/>
                <a:buSzTx/>
                <a:buFontTx/>
                <a:buNone/>
              </a:pPr>
              <a:r>
                <a:rPr lang="en-GB" altLang="en-US" sz="1700" i="0">
                  <a:latin typeface="FuturaA Md BT" pitchFamily="34" charset="0"/>
                </a:rPr>
                <a:t>S2         S1 </a:t>
              </a:r>
              <a:r>
                <a:rPr lang="en-GB" altLang="en-US" sz="1000" i="0">
                  <a:latin typeface="FuturaA Md BT" pitchFamily="34" charset="0"/>
                </a:rPr>
                <a:t> </a:t>
              </a:r>
              <a:r>
                <a:rPr lang="en-GB" altLang="en-US" sz="1700" i="0">
                  <a:latin typeface="FuturaA Md BT" pitchFamily="34" charset="0"/>
                </a:rPr>
                <a:t>P1       P2</a:t>
              </a:r>
            </a:p>
          </p:txBody>
        </p:sp>
        <p:sp>
          <p:nvSpPr>
            <p:cNvPr id="725285" name="Rectangle 293"/>
            <p:cNvSpPr>
              <a:spLocks noChangeArrowheads="1"/>
            </p:cNvSpPr>
            <p:nvPr/>
          </p:nvSpPr>
          <p:spPr bwMode="auto">
            <a:xfrm>
              <a:off x="1966" y="3350"/>
              <a:ext cx="2404" cy="78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a:lnSpc>
                  <a:spcPct val="100000"/>
                </a:lnSpc>
                <a:spcBef>
                  <a:spcPct val="0"/>
                </a:spcBef>
                <a:spcAft>
                  <a:spcPct val="20000"/>
                </a:spcAft>
                <a:buClrTx/>
                <a:buSzTx/>
                <a:buFontTx/>
                <a:buNone/>
              </a:pPr>
              <a:r>
                <a:rPr lang="en-GB" altLang="en-US" sz="1800" i="0"/>
                <a:t>Interposing CT provides :</a:t>
              </a:r>
            </a:p>
            <a:p>
              <a:pPr algn="l">
                <a:lnSpc>
                  <a:spcPct val="100000"/>
                </a:lnSpc>
                <a:spcBef>
                  <a:spcPct val="0"/>
                </a:spcBef>
                <a:buClr>
                  <a:schemeClr val="tx2"/>
                </a:buClr>
                <a:buSzTx/>
                <a:buFont typeface="Wingdings 3" panose="05040102010807070707" pitchFamily="18" charset="2"/>
                <a:buChar char="u"/>
              </a:pPr>
              <a:r>
                <a:rPr lang="en-GB" altLang="en-US" sz="1800" i="0"/>
                <a:t> Vector correction</a:t>
              </a:r>
            </a:p>
            <a:p>
              <a:pPr algn="l">
                <a:lnSpc>
                  <a:spcPct val="100000"/>
                </a:lnSpc>
                <a:spcBef>
                  <a:spcPct val="0"/>
                </a:spcBef>
                <a:buClr>
                  <a:schemeClr val="tx2"/>
                </a:buClr>
                <a:buSzTx/>
                <a:buFont typeface="Wingdings 3" panose="05040102010807070707" pitchFamily="18" charset="2"/>
                <a:buChar char="u"/>
              </a:pPr>
              <a:r>
                <a:rPr lang="en-GB" altLang="en-US" sz="1800" i="0"/>
                <a:t> Ratio correction</a:t>
              </a:r>
            </a:p>
            <a:p>
              <a:pPr algn="l">
                <a:lnSpc>
                  <a:spcPct val="100000"/>
                </a:lnSpc>
                <a:spcBef>
                  <a:spcPct val="0"/>
                </a:spcBef>
                <a:buClr>
                  <a:schemeClr val="tx2"/>
                </a:buClr>
                <a:buSzTx/>
                <a:buFont typeface="Wingdings 3" panose="05040102010807070707" pitchFamily="18" charset="2"/>
                <a:buChar char="u"/>
              </a:pPr>
              <a:r>
                <a:rPr lang="en-GB" altLang="en-US" sz="1800" i="0"/>
                <a:t> Zero sequence compensation</a:t>
              </a:r>
            </a:p>
          </p:txBody>
        </p:sp>
        <p:sp>
          <p:nvSpPr>
            <p:cNvPr id="725286" name="Oval 294"/>
            <p:cNvSpPr>
              <a:spLocks noChangeArrowheads="1"/>
            </p:cNvSpPr>
            <p:nvPr/>
          </p:nvSpPr>
          <p:spPr bwMode="auto">
            <a:xfrm>
              <a:off x="1265" y="896"/>
              <a:ext cx="54" cy="54"/>
            </a:xfrm>
            <a:prstGeom prst="ellipse">
              <a:avLst/>
            </a:prstGeom>
            <a:solidFill>
              <a:srgbClr val="5F9E45"/>
            </a:solidFill>
            <a:ln w="28575">
              <a:solidFill>
                <a:srgbClr val="5F9E45"/>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25287" name="Oval 295"/>
            <p:cNvSpPr>
              <a:spLocks noChangeArrowheads="1"/>
            </p:cNvSpPr>
            <p:nvPr/>
          </p:nvSpPr>
          <p:spPr bwMode="auto">
            <a:xfrm>
              <a:off x="1805" y="896"/>
              <a:ext cx="54" cy="54"/>
            </a:xfrm>
            <a:prstGeom prst="ellipse">
              <a:avLst/>
            </a:prstGeom>
            <a:solidFill>
              <a:srgbClr val="5F9E45"/>
            </a:solidFill>
            <a:ln w="28575">
              <a:solidFill>
                <a:srgbClr val="5F9E45"/>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25288" name="Oval 296"/>
            <p:cNvSpPr>
              <a:spLocks noChangeArrowheads="1"/>
            </p:cNvSpPr>
            <p:nvPr/>
          </p:nvSpPr>
          <p:spPr bwMode="auto">
            <a:xfrm>
              <a:off x="1367" y="983"/>
              <a:ext cx="54" cy="54"/>
            </a:xfrm>
            <a:prstGeom prst="ellipse">
              <a:avLst/>
            </a:prstGeom>
            <a:solidFill>
              <a:schemeClr val="tx1"/>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25289" name="Oval 297"/>
            <p:cNvSpPr>
              <a:spLocks noChangeArrowheads="1"/>
            </p:cNvSpPr>
            <p:nvPr/>
          </p:nvSpPr>
          <p:spPr bwMode="auto">
            <a:xfrm>
              <a:off x="1715" y="983"/>
              <a:ext cx="54" cy="54"/>
            </a:xfrm>
            <a:prstGeom prst="ellipse">
              <a:avLst/>
            </a:prstGeom>
            <a:solidFill>
              <a:schemeClr val="tx1"/>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25290" name="Rectangle 298"/>
            <p:cNvSpPr>
              <a:spLocks noChangeArrowheads="1"/>
            </p:cNvSpPr>
            <p:nvPr/>
          </p:nvSpPr>
          <p:spPr bwMode="auto">
            <a:xfrm>
              <a:off x="1264" y="1000"/>
              <a:ext cx="633" cy="219"/>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lnSpc>
                  <a:spcPct val="100000"/>
                </a:lnSpc>
                <a:spcBef>
                  <a:spcPct val="0"/>
                </a:spcBef>
                <a:buClrTx/>
                <a:buSzTx/>
                <a:buFontTx/>
                <a:buNone/>
              </a:pPr>
              <a:r>
                <a:rPr lang="en-GB" altLang="en-US" sz="1700" i="0">
                  <a:latin typeface="FuturaA Md BT" pitchFamily="34" charset="0"/>
                </a:rPr>
                <a:t>S1     S2</a:t>
              </a:r>
            </a:p>
          </p:txBody>
        </p:sp>
        <p:sp>
          <p:nvSpPr>
            <p:cNvPr id="725291" name="Oval 299"/>
            <p:cNvSpPr>
              <a:spLocks noChangeArrowheads="1"/>
            </p:cNvSpPr>
            <p:nvPr/>
          </p:nvSpPr>
          <p:spPr bwMode="auto">
            <a:xfrm>
              <a:off x="2201" y="890"/>
              <a:ext cx="54" cy="54"/>
            </a:xfrm>
            <a:prstGeom prst="ellipse">
              <a:avLst/>
            </a:prstGeom>
            <a:solidFill>
              <a:srgbClr val="5F9E45"/>
            </a:solidFill>
            <a:ln w="28575">
              <a:solidFill>
                <a:srgbClr val="5F9E45"/>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25292" name="Oval 300"/>
            <p:cNvSpPr>
              <a:spLocks noChangeArrowheads="1"/>
            </p:cNvSpPr>
            <p:nvPr/>
          </p:nvSpPr>
          <p:spPr bwMode="auto">
            <a:xfrm>
              <a:off x="2195" y="1154"/>
              <a:ext cx="54" cy="54"/>
            </a:xfrm>
            <a:prstGeom prst="ellipse">
              <a:avLst/>
            </a:prstGeom>
            <a:solidFill>
              <a:srgbClr val="5F9E45"/>
            </a:solidFill>
            <a:ln w="28575">
              <a:solidFill>
                <a:srgbClr val="5F9E45"/>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25293" name="Oval 301"/>
            <p:cNvSpPr>
              <a:spLocks noChangeArrowheads="1"/>
            </p:cNvSpPr>
            <p:nvPr/>
          </p:nvSpPr>
          <p:spPr bwMode="auto">
            <a:xfrm>
              <a:off x="2219" y="1415"/>
              <a:ext cx="54" cy="54"/>
            </a:xfrm>
            <a:prstGeom prst="ellipse">
              <a:avLst/>
            </a:prstGeom>
            <a:solidFill>
              <a:srgbClr val="5F9E45"/>
            </a:solidFill>
            <a:ln w="28575">
              <a:solidFill>
                <a:srgbClr val="5F9E45"/>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25294" name="Oval 302"/>
            <p:cNvSpPr>
              <a:spLocks noChangeArrowheads="1"/>
            </p:cNvSpPr>
            <p:nvPr/>
          </p:nvSpPr>
          <p:spPr bwMode="auto">
            <a:xfrm>
              <a:off x="3005" y="1145"/>
              <a:ext cx="54" cy="54"/>
            </a:xfrm>
            <a:prstGeom prst="ellipse">
              <a:avLst/>
            </a:prstGeom>
            <a:solidFill>
              <a:srgbClr val="009900"/>
            </a:solidFill>
            <a:ln w="28575">
              <a:solidFill>
                <a:srgbClr val="00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25295" name="Oval 303"/>
            <p:cNvSpPr>
              <a:spLocks noChangeArrowheads="1"/>
            </p:cNvSpPr>
            <p:nvPr/>
          </p:nvSpPr>
          <p:spPr bwMode="auto">
            <a:xfrm>
              <a:off x="3005" y="1400"/>
              <a:ext cx="54" cy="54"/>
            </a:xfrm>
            <a:prstGeom prst="ellipse">
              <a:avLst/>
            </a:prstGeom>
            <a:solidFill>
              <a:srgbClr val="009900"/>
            </a:solidFill>
            <a:ln w="28575">
              <a:solidFill>
                <a:srgbClr val="00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25296" name="Oval 304"/>
            <p:cNvSpPr>
              <a:spLocks noChangeArrowheads="1"/>
            </p:cNvSpPr>
            <p:nvPr/>
          </p:nvSpPr>
          <p:spPr bwMode="auto">
            <a:xfrm>
              <a:off x="4064" y="890"/>
              <a:ext cx="54" cy="54"/>
            </a:xfrm>
            <a:prstGeom prst="ellipse">
              <a:avLst/>
            </a:prstGeom>
            <a:solidFill>
              <a:srgbClr val="009900"/>
            </a:solidFill>
            <a:ln w="28575">
              <a:solidFill>
                <a:srgbClr val="00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25297" name="Oval 305"/>
            <p:cNvSpPr>
              <a:spLocks noChangeArrowheads="1"/>
            </p:cNvSpPr>
            <p:nvPr/>
          </p:nvSpPr>
          <p:spPr bwMode="auto">
            <a:xfrm>
              <a:off x="4604" y="890"/>
              <a:ext cx="54" cy="54"/>
            </a:xfrm>
            <a:prstGeom prst="ellipse">
              <a:avLst/>
            </a:prstGeom>
            <a:solidFill>
              <a:srgbClr val="009900"/>
            </a:solidFill>
            <a:ln w="28575">
              <a:solidFill>
                <a:srgbClr val="00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25298" name="Oval 306"/>
            <p:cNvSpPr>
              <a:spLocks noChangeArrowheads="1"/>
            </p:cNvSpPr>
            <p:nvPr/>
          </p:nvSpPr>
          <p:spPr bwMode="auto">
            <a:xfrm>
              <a:off x="4145" y="977"/>
              <a:ext cx="54" cy="54"/>
            </a:xfrm>
            <a:prstGeom prst="ellipse">
              <a:avLst/>
            </a:prstGeom>
            <a:solidFill>
              <a:schemeClr val="tx1"/>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25299" name="Oval 307"/>
            <p:cNvSpPr>
              <a:spLocks noChangeArrowheads="1"/>
            </p:cNvSpPr>
            <p:nvPr/>
          </p:nvSpPr>
          <p:spPr bwMode="auto">
            <a:xfrm>
              <a:off x="4493" y="977"/>
              <a:ext cx="54" cy="54"/>
            </a:xfrm>
            <a:prstGeom prst="ellipse">
              <a:avLst/>
            </a:prstGeom>
            <a:solidFill>
              <a:schemeClr val="tx1"/>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25300" name="Rectangle 308"/>
            <p:cNvSpPr>
              <a:spLocks noChangeArrowheads="1"/>
            </p:cNvSpPr>
            <p:nvPr/>
          </p:nvSpPr>
          <p:spPr bwMode="auto">
            <a:xfrm>
              <a:off x="4042" y="991"/>
              <a:ext cx="633" cy="21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lnSpc>
                  <a:spcPct val="100000"/>
                </a:lnSpc>
                <a:spcBef>
                  <a:spcPct val="0"/>
                </a:spcBef>
                <a:buClrTx/>
                <a:buSzTx/>
                <a:buFontTx/>
                <a:buNone/>
              </a:pPr>
              <a:r>
                <a:rPr lang="en-GB" altLang="en-US" sz="1700" i="0">
                  <a:latin typeface="FuturaA Md BT" pitchFamily="34" charset="0"/>
                </a:rPr>
                <a:t>S1     S2</a:t>
              </a:r>
            </a:p>
          </p:txBody>
        </p:sp>
        <p:sp>
          <p:nvSpPr>
            <p:cNvPr id="725301" name="Oval 309"/>
            <p:cNvSpPr>
              <a:spLocks noChangeArrowheads="1"/>
            </p:cNvSpPr>
            <p:nvPr/>
          </p:nvSpPr>
          <p:spPr bwMode="auto">
            <a:xfrm>
              <a:off x="4697" y="1238"/>
              <a:ext cx="54" cy="54"/>
            </a:xfrm>
            <a:prstGeom prst="ellipse">
              <a:avLst/>
            </a:prstGeom>
            <a:solidFill>
              <a:schemeClr val="tx1"/>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25302" name="Oval 310"/>
            <p:cNvSpPr>
              <a:spLocks noChangeArrowheads="1"/>
            </p:cNvSpPr>
            <p:nvPr/>
          </p:nvSpPr>
          <p:spPr bwMode="auto">
            <a:xfrm>
              <a:off x="4688" y="1493"/>
              <a:ext cx="54" cy="54"/>
            </a:xfrm>
            <a:prstGeom prst="ellipse">
              <a:avLst/>
            </a:prstGeom>
            <a:solidFill>
              <a:schemeClr val="tx1"/>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25303" name="Oval 311"/>
            <p:cNvSpPr>
              <a:spLocks noChangeArrowheads="1"/>
            </p:cNvSpPr>
            <p:nvPr/>
          </p:nvSpPr>
          <p:spPr bwMode="auto">
            <a:xfrm>
              <a:off x="3263" y="2060"/>
              <a:ext cx="54" cy="54"/>
            </a:xfrm>
            <a:prstGeom prst="ellipse">
              <a:avLst/>
            </a:prstGeom>
            <a:solidFill>
              <a:schemeClr val="tx1"/>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25304" name="Oval 312"/>
            <p:cNvSpPr>
              <a:spLocks noChangeArrowheads="1"/>
            </p:cNvSpPr>
            <p:nvPr/>
          </p:nvSpPr>
          <p:spPr bwMode="auto">
            <a:xfrm>
              <a:off x="3713" y="2060"/>
              <a:ext cx="54" cy="54"/>
            </a:xfrm>
            <a:prstGeom prst="ellipse">
              <a:avLst/>
            </a:prstGeom>
            <a:solidFill>
              <a:schemeClr val="tx1"/>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25305" name="Oval 313"/>
            <p:cNvSpPr>
              <a:spLocks noChangeArrowheads="1"/>
            </p:cNvSpPr>
            <p:nvPr/>
          </p:nvSpPr>
          <p:spPr bwMode="auto">
            <a:xfrm>
              <a:off x="3224" y="2207"/>
              <a:ext cx="54" cy="54"/>
            </a:xfrm>
            <a:prstGeom prst="ellipse">
              <a:avLst/>
            </a:prstGeom>
            <a:solidFill>
              <a:schemeClr val="tx1"/>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25306" name="Oval 314"/>
            <p:cNvSpPr>
              <a:spLocks noChangeArrowheads="1"/>
            </p:cNvSpPr>
            <p:nvPr/>
          </p:nvSpPr>
          <p:spPr bwMode="auto">
            <a:xfrm>
              <a:off x="3224" y="2354"/>
              <a:ext cx="54" cy="54"/>
            </a:xfrm>
            <a:prstGeom prst="ellipse">
              <a:avLst/>
            </a:prstGeom>
            <a:solidFill>
              <a:schemeClr val="tx1"/>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25307" name="Oval 315"/>
            <p:cNvSpPr>
              <a:spLocks noChangeArrowheads="1"/>
            </p:cNvSpPr>
            <p:nvPr/>
          </p:nvSpPr>
          <p:spPr bwMode="auto">
            <a:xfrm>
              <a:off x="2501" y="2057"/>
              <a:ext cx="54" cy="54"/>
            </a:xfrm>
            <a:prstGeom prst="ellipse">
              <a:avLst/>
            </a:prstGeom>
            <a:solidFill>
              <a:schemeClr val="tx1"/>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25308" name="Oval 316"/>
            <p:cNvSpPr>
              <a:spLocks noChangeArrowheads="1"/>
            </p:cNvSpPr>
            <p:nvPr/>
          </p:nvSpPr>
          <p:spPr bwMode="auto">
            <a:xfrm>
              <a:off x="3062" y="2057"/>
              <a:ext cx="54" cy="54"/>
            </a:xfrm>
            <a:prstGeom prst="ellipse">
              <a:avLst/>
            </a:prstGeom>
            <a:solidFill>
              <a:schemeClr val="tx1"/>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25309" name="Oval 317"/>
            <p:cNvSpPr>
              <a:spLocks noChangeArrowheads="1"/>
            </p:cNvSpPr>
            <p:nvPr/>
          </p:nvSpPr>
          <p:spPr bwMode="auto">
            <a:xfrm>
              <a:off x="2507" y="2201"/>
              <a:ext cx="54" cy="54"/>
            </a:xfrm>
            <a:prstGeom prst="ellipse">
              <a:avLst/>
            </a:prstGeom>
            <a:solidFill>
              <a:schemeClr val="tx1"/>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25310" name="Oval 318"/>
            <p:cNvSpPr>
              <a:spLocks noChangeArrowheads="1"/>
            </p:cNvSpPr>
            <p:nvPr/>
          </p:nvSpPr>
          <p:spPr bwMode="auto">
            <a:xfrm>
              <a:off x="2519" y="2351"/>
              <a:ext cx="54" cy="54"/>
            </a:xfrm>
            <a:prstGeom prst="ellipse">
              <a:avLst/>
            </a:prstGeom>
            <a:solidFill>
              <a:schemeClr val="tx1"/>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25311" name="Oval 319"/>
            <p:cNvSpPr>
              <a:spLocks noChangeArrowheads="1"/>
            </p:cNvSpPr>
            <p:nvPr/>
          </p:nvSpPr>
          <p:spPr bwMode="auto">
            <a:xfrm>
              <a:off x="2459" y="2348"/>
              <a:ext cx="54" cy="54"/>
            </a:xfrm>
            <a:prstGeom prst="ellipse">
              <a:avLst/>
            </a:prstGeom>
            <a:solidFill>
              <a:schemeClr val="tx1"/>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25312" name="Oval 320"/>
            <p:cNvSpPr>
              <a:spLocks noChangeArrowheads="1"/>
            </p:cNvSpPr>
            <p:nvPr/>
          </p:nvSpPr>
          <p:spPr bwMode="auto">
            <a:xfrm>
              <a:off x="2276" y="2216"/>
              <a:ext cx="54" cy="54"/>
            </a:xfrm>
            <a:prstGeom prst="ellipse">
              <a:avLst/>
            </a:prstGeom>
            <a:solidFill>
              <a:schemeClr val="tx1"/>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25313" name="Oval 321"/>
            <p:cNvSpPr>
              <a:spLocks noChangeArrowheads="1"/>
            </p:cNvSpPr>
            <p:nvPr/>
          </p:nvSpPr>
          <p:spPr bwMode="auto">
            <a:xfrm>
              <a:off x="2090" y="2066"/>
              <a:ext cx="54" cy="54"/>
            </a:xfrm>
            <a:prstGeom prst="ellipse">
              <a:avLst/>
            </a:prstGeom>
            <a:solidFill>
              <a:schemeClr val="tx1"/>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25314" name="Oval 322"/>
            <p:cNvSpPr>
              <a:spLocks noChangeArrowheads="1"/>
            </p:cNvSpPr>
            <p:nvPr/>
          </p:nvSpPr>
          <p:spPr bwMode="auto">
            <a:xfrm>
              <a:off x="2276" y="3152"/>
              <a:ext cx="54" cy="54"/>
            </a:xfrm>
            <a:prstGeom prst="ellipse">
              <a:avLst/>
            </a:prstGeom>
            <a:solidFill>
              <a:schemeClr val="tx1"/>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25315" name="Oval 323"/>
            <p:cNvSpPr>
              <a:spLocks noChangeArrowheads="1"/>
            </p:cNvSpPr>
            <p:nvPr/>
          </p:nvSpPr>
          <p:spPr bwMode="auto">
            <a:xfrm>
              <a:off x="2087" y="3149"/>
              <a:ext cx="54" cy="54"/>
            </a:xfrm>
            <a:prstGeom prst="ellipse">
              <a:avLst/>
            </a:prstGeom>
            <a:solidFill>
              <a:schemeClr val="tx1"/>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pSp>
    </p:spTree>
    <p:extLst>
      <p:ext uri="{BB962C8B-B14F-4D97-AF65-F5344CB8AC3E}">
        <p14:creationId xmlns:p14="http://schemas.microsoft.com/office/powerpoint/2010/main" val="329705227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4051" name="Text Box 307"/>
          <p:cNvSpPr txBox="1">
            <a:spLocks noChangeArrowheads="1"/>
          </p:cNvSpPr>
          <p:nvPr/>
        </p:nvSpPr>
        <p:spPr bwMode="auto">
          <a:xfrm>
            <a:off x="682625" y="1881188"/>
            <a:ext cx="7850188" cy="4838700"/>
          </a:xfrm>
          <a:prstGeom prst="rect">
            <a:avLst/>
          </a:prstGeom>
          <a:gradFill rotWithShape="1">
            <a:gsLst>
              <a:gs pos="0">
                <a:schemeClr val="hlink"/>
              </a:gs>
              <a:gs pos="100000">
                <a:schemeClr val="bg1"/>
              </a:gs>
            </a:gsLst>
            <a:lin ang="5400000" scaled="1"/>
          </a:gradFill>
          <a:ln>
            <a:noFill/>
          </a:ln>
          <a:effectLst/>
          <a:extLs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endParaRPr lang="en-GB" altLang="zh-CN" sz="2400">
              <a:solidFill>
                <a:schemeClr val="tx1"/>
              </a:solidFill>
              <a:ea typeface="SimSun" panose="02010600030101010101" pitchFamily="2" charset="-122"/>
            </a:endParaRPr>
          </a:p>
          <a:p>
            <a:pPr eaLnBrk="0" hangingPunct="0">
              <a:spcBef>
                <a:spcPct val="50000"/>
              </a:spcBef>
            </a:pPr>
            <a:endParaRPr lang="en-GB" altLang="zh-CN" sz="2400">
              <a:solidFill>
                <a:schemeClr val="tx1"/>
              </a:solidFill>
              <a:ea typeface="SimSun" panose="02010600030101010101" pitchFamily="2" charset="-122"/>
            </a:endParaRPr>
          </a:p>
          <a:p>
            <a:pPr eaLnBrk="0" hangingPunct="0">
              <a:spcBef>
                <a:spcPct val="50000"/>
              </a:spcBef>
            </a:pPr>
            <a:endParaRPr lang="en-GB" altLang="zh-CN" sz="2400">
              <a:solidFill>
                <a:schemeClr val="tx1"/>
              </a:solidFill>
              <a:ea typeface="SimSun" panose="02010600030101010101" pitchFamily="2" charset="-122"/>
            </a:endParaRPr>
          </a:p>
          <a:p>
            <a:pPr eaLnBrk="0" hangingPunct="0">
              <a:spcBef>
                <a:spcPct val="50000"/>
              </a:spcBef>
            </a:pPr>
            <a:endParaRPr lang="en-GB" altLang="zh-CN" sz="2400">
              <a:solidFill>
                <a:schemeClr val="tx1"/>
              </a:solidFill>
              <a:ea typeface="SimSun" panose="02010600030101010101" pitchFamily="2" charset="-122"/>
            </a:endParaRPr>
          </a:p>
          <a:p>
            <a:pPr eaLnBrk="0" hangingPunct="0">
              <a:spcBef>
                <a:spcPct val="50000"/>
              </a:spcBef>
            </a:pPr>
            <a:endParaRPr lang="en-GB" altLang="zh-CN" sz="2400">
              <a:solidFill>
                <a:schemeClr val="tx1"/>
              </a:solidFill>
              <a:ea typeface="SimSun" panose="02010600030101010101" pitchFamily="2" charset="-122"/>
            </a:endParaRPr>
          </a:p>
          <a:p>
            <a:pPr eaLnBrk="0" hangingPunct="0">
              <a:spcBef>
                <a:spcPct val="50000"/>
              </a:spcBef>
            </a:pPr>
            <a:endParaRPr lang="en-GB" altLang="zh-CN" sz="2400">
              <a:solidFill>
                <a:schemeClr val="tx1"/>
              </a:solidFill>
              <a:ea typeface="SimSun" panose="02010600030101010101" pitchFamily="2" charset="-122"/>
            </a:endParaRPr>
          </a:p>
          <a:p>
            <a:pPr eaLnBrk="0" hangingPunct="0">
              <a:spcBef>
                <a:spcPct val="50000"/>
              </a:spcBef>
            </a:pPr>
            <a:endParaRPr lang="en-GB" altLang="zh-CN" sz="2400">
              <a:solidFill>
                <a:schemeClr val="tx1"/>
              </a:solidFill>
              <a:ea typeface="SimSun" panose="02010600030101010101" pitchFamily="2" charset="-122"/>
            </a:endParaRPr>
          </a:p>
          <a:p>
            <a:pPr eaLnBrk="0" hangingPunct="0">
              <a:spcBef>
                <a:spcPct val="50000"/>
              </a:spcBef>
            </a:pPr>
            <a:endParaRPr lang="en-GB" altLang="zh-CN" sz="2400">
              <a:solidFill>
                <a:schemeClr val="tx1"/>
              </a:solidFill>
              <a:ea typeface="SimSun" panose="02010600030101010101" pitchFamily="2" charset="-122"/>
            </a:endParaRPr>
          </a:p>
          <a:p>
            <a:pPr eaLnBrk="0" hangingPunct="0">
              <a:spcBef>
                <a:spcPct val="50000"/>
              </a:spcBef>
            </a:pPr>
            <a:endParaRPr lang="en-GB" altLang="zh-CN" sz="2400">
              <a:solidFill>
                <a:schemeClr val="tx1"/>
              </a:solidFill>
              <a:ea typeface="SimSun" panose="02010600030101010101" pitchFamily="2" charset="-122"/>
            </a:endParaRPr>
          </a:p>
        </p:txBody>
      </p:sp>
      <p:sp>
        <p:nvSpPr>
          <p:cNvPr id="544040" name="Rectangle 296"/>
          <p:cNvSpPr>
            <a:spLocks noChangeArrowheads="1"/>
          </p:cNvSpPr>
          <p:nvPr/>
        </p:nvSpPr>
        <p:spPr bwMode="auto">
          <a:xfrm>
            <a:off x="762000" y="85725"/>
            <a:ext cx="8077200" cy="99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folHlink"/>
                  </a:outerShdw>
                </a:effectLst>
              </a14:hiddenEffects>
            </a:ext>
          </a:extLst>
        </p:spPr>
        <p:txBody>
          <a:bodyPr/>
          <a:lstStyle>
            <a:lvl1pPr>
              <a:defRPr sz="3600">
                <a:solidFill>
                  <a:schemeClr val="accent1"/>
                </a:solidFill>
                <a:latin typeface="Arial" panose="020B0604020202020204" pitchFamily="34" charset="0"/>
              </a:defRPr>
            </a:lvl1pPr>
            <a:lvl2pPr>
              <a:defRPr sz="3600">
                <a:solidFill>
                  <a:schemeClr val="accent1"/>
                </a:solidFill>
                <a:latin typeface="Arial" panose="020B0604020202020204" pitchFamily="34" charset="0"/>
              </a:defRPr>
            </a:lvl2pPr>
            <a:lvl3pPr>
              <a:defRPr sz="3600">
                <a:solidFill>
                  <a:schemeClr val="accent1"/>
                </a:solidFill>
                <a:latin typeface="Arial" panose="020B0604020202020204" pitchFamily="34" charset="0"/>
              </a:defRPr>
            </a:lvl3pPr>
            <a:lvl4pPr>
              <a:defRPr sz="3600">
                <a:solidFill>
                  <a:schemeClr val="accent1"/>
                </a:solidFill>
                <a:latin typeface="Arial" panose="020B0604020202020204" pitchFamily="34" charset="0"/>
              </a:defRPr>
            </a:lvl4pPr>
            <a:lvl5pPr>
              <a:defRPr sz="3600">
                <a:solidFill>
                  <a:schemeClr val="accent1"/>
                </a:solidFill>
                <a:latin typeface="Arial" panose="020B0604020202020204" pitchFamily="34" charset="0"/>
              </a:defRPr>
            </a:lvl5pPr>
            <a:lvl6pPr marL="457200" fontAlgn="base">
              <a:spcBef>
                <a:spcPct val="0"/>
              </a:spcBef>
              <a:spcAft>
                <a:spcPct val="0"/>
              </a:spcAft>
              <a:defRPr sz="3600">
                <a:solidFill>
                  <a:schemeClr val="accent1"/>
                </a:solidFill>
                <a:latin typeface="Arial" panose="020B0604020202020204" pitchFamily="34" charset="0"/>
              </a:defRPr>
            </a:lvl6pPr>
            <a:lvl7pPr marL="914400" fontAlgn="base">
              <a:spcBef>
                <a:spcPct val="0"/>
              </a:spcBef>
              <a:spcAft>
                <a:spcPct val="0"/>
              </a:spcAft>
              <a:defRPr sz="3600">
                <a:solidFill>
                  <a:schemeClr val="accent1"/>
                </a:solidFill>
                <a:latin typeface="Arial" panose="020B0604020202020204" pitchFamily="34" charset="0"/>
              </a:defRPr>
            </a:lvl7pPr>
            <a:lvl8pPr marL="1371600" fontAlgn="base">
              <a:spcBef>
                <a:spcPct val="0"/>
              </a:spcBef>
              <a:spcAft>
                <a:spcPct val="0"/>
              </a:spcAft>
              <a:defRPr sz="3600">
                <a:solidFill>
                  <a:schemeClr val="accent1"/>
                </a:solidFill>
                <a:latin typeface="Arial" panose="020B0604020202020204" pitchFamily="34" charset="0"/>
              </a:defRPr>
            </a:lvl8pPr>
            <a:lvl9pPr marL="1828800" fontAlgn="base">
              <a:spcBef>
                <a:spcPct val="0"/>
              </a:spcBef>
              <a:spcAft>
                <a:spcPct val="0"/>
              </a:spcAft>
              <a:defRPr sz="3600">
                <a:solidFill>
                  <a:schemeClr val="accent1"/>
                </a:solidFill>
                <a:latin typeface="Arial" panose="020B0604020202020204" pitchFamily="34" charset="0"/>
              </a:defRPr>
            </a:lvl9pPr>
          </a:lstStyle>
          <a:p>
            <a:r>
              <a:rPr lang="en-US" altLang="en-US" sz="3200" dirty="0"/>
              <a:t>Vector Group, Ratio Mismatch and Zero-Sequence Compensation (3)</a:t>
            </a:r>
            <a:endParaRPr lang="de-DE" altLang="en-US" sz="3200" dirty="0"/>
          </a:p>
        </p:txBody>
      </p:sp>
      <p:sp>
        <p:nvSpPr>
          <p:cNvPr id="544042" name="Text Box 298"/>
          <p:cNvSpPr txBox="1">
            <a:spLocks noChangeArrowheads="1"/>
          </p:cNvSpPr>
          <p:nvPr/>
        </p:nvSpPr>
        <p:spPr bwMode="auto">
          <a:xfrm>
            <a:off x="719138" y="1243013"/>
            <a:ext cx="807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GB" altLang="zh-CN" sz="2400" b="1" i="1">
                <a:solidFill>
                  <a:schemeClr val="tx2"/>
                </a:solidFill>
                <a:ea typeface="SimSun" panose="02010600030101010101" pitchFamily="2" charset="-122"/>
              </a:rPr>
              <a:t>Interposing CTs NOT REQUIRED</a:t>
            </a:r>
          </a:p>
        </p:txBody>
      </p:sp>
      <p:sp>
        <p:nvSpPr>
          <p:cNvPr id="544046" name="Rectangle 302"/>
          <p:cNvSpPr>
            <a:spLocks noChangeArrowheads="1"/>
          </p:cNvSpPr>
          <p:nvPr/>
        </p:nvSpPr>
        <p:spPr bwMode="auto">
          <a:xfrm>
            <a:off x="0" y="15208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544050" name="Rectangle 306"/>
          <p:cNvSpPr>
            <a:spLocks noChangeArrowheads="1"/>
          </p:cNvSpPr>
          <p:nvPr/>
        </p:nvSpPr>
        <p:spPr bwMode="auto">
          <a:xfrm>
            <a:off x="0" y="17049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544057" name="Rectangle 313"/>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544063" name="Rectangle 319"/>
          <p:cNvSpPr>
            <a:spLocks noChangeArrowheads="1"/>
          </p:cNvSpPr>
          <p:nvPr/>
        </p:nvSpPr>
        <p:spPr bwMode="auto">
          <a:xfrm>
            <a:off x="0" y="17192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aphicFrame>
        <p:nvGraphicFramePr>
          <p:cNvPr id="544062" name="Object 318"/>
          <p:cNvGraphicFramePr>
            <a:graphicFrameLocks noChangeAspect="1"/>
          </p:cNvGraphicFramePr>
          <p:nvPr/>
        </p:nvGraphicFramePr>
        <p:xfrm>
          <a:off x="1008063" y="2100263"/>
          <a:ext cx="7272337" cy="4532312"/>
        </p:xfrm>
        <a:graphic>
          <a:graphicData uri="http://schemas.openxmlformats.org/presentationml/2006/ole">
            <mc:AlternateContent xmlns:mc="http://schemas.openxmlformats.org/markup-compatibility/2006">
              <mc:Choice xmlns:v="urn:schemas-microsoft-com:vml" Requires="v">
                <p:oleObj spid="_x0000_s834621" name="Visio" r:id="rId4" imgW="9425178" imgH="6724269" progId="Visio.Drawing.11">
                  <p:embed/>
                </p:oleObj>
              </mc:Choice>
              <mc:Fallback>
                <p:oleObj name="Visio" r:id="rId4" imgW="9425178" imgH="6724269" progId="Visio.Drawing.11">
                  <p:embed/>
                  <p:pic>
                    <p:nvPicPr>
                      <p:cNvPr id="544062" name="Object 318"/>
                      <p:cNvPicPr>
                        <a:picLocks noChangeAspect="1" noChangeArrowheads="1"/>
                      </p:cNvPicPr>
                      <p:nvPr/>
                    </p:nvPicPr>
                    <p:blipFill>
                      <a:blip r:embed="rId5">
                        <a:extLst>
                          <a:ext uri="{28A0092B-C50C-407E-A947-70E740481C1C}">
                            <a14:useLocalDpi xmlns:a14="http://schemas.microsoft.com/office/drawing/2010/main" val="0"/>
                          </a:ext>
                        </a:extLst>
                      </a:blip>
                      <a:srcRect t="12653"/>
                      <a:stretch>
                        <a:fillRect/>
                      </a:stretch>
                    </p:blipFill>
                    <p:spPr bwMode="auto">
                      <a:xfrm>
                        <a:off x="1008063" y="2100263"/>
                        <a:ext cx="7272337" cy="45323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81038560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04866" name="Picture 2" descr="logo AREVA blanc copie - copie"/>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575" y="47625"/>
            <a:ext cx="685800" cy="412750"/>
          </a:xfrm>
          <a:prstGeom prst="rect">
            <a:avLst/>
          </a:prstGeom>
          <a:noFill/>
          <a:extLst>
            <a:ext uri="{909E8E84-426E-40DD-AFC4-6F175D3DCCD1}">
              <a14:hiddenFill xmlns:a14="http://schemas.microsoft.com/office/drawing/2010/main">
                <a:solidFill>
                  <a:srgbClr val="FFFFFF"/>
                </a:solidFill>
              </a14:hiddenFill>
            </a:ext>
          </a:extLst>
        </p:spPr>
      </p:pic>
      <p:sp>
        <p:nvSpPr>
          <p:cNvPr id="804867" name="Rectangle 3"/>
          <p:cNvSpPr>
            <a:spLocks noGrp="1" noChangeArrowheads="1"/>
          </p:cNvSpPr>
          <p:nvPr>
            <p:ph type="title"/>
          </p:nvPr>
        </p:nvSpPr>
        <p:spPr>
          <a:xfrm>
            <a:off x="685800" y="2743200"/>
            <a:ext cx="7772400" cy="838200"/>
          </a:xfrm>
        </p:spPr>
        <p:txBody>
          <a:bodyPr/>
          <a:lstStyle/>
          <a:p>
            <a:r>
              <a:rPr lang="en-GB" altLang="en-US" sz="3300"/>
              <a:t>Current Distributions</a:t>
            </a:r>
          </a:p>
        </p:txBody>
      </p:sp>
    </p:spTree>
    <p:extLst>
      <p:ext uri="{BB962C8B-B14F-4D97-AF65-F5344CB8AC3E}">
        <p14:creationId xmlns:p14="http://schemas.microsoft.com/office/powerpoint/2010/main" val="405095564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4322" name="Rectangle 2"/>
          <p:cNvSpPr>
            <a:spLocks noChangeArrowheads="1"/>
          </p:cNvSpPr>
          <p:nvPr/>
        </p:nvSpPr>
        <p:spPr bwMode="auto">
          <a:xfrm>
            <a:off x="428406" y="243663"/>
            <a:ext cx="7394575" cy="4486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0800" rIns="0" bIns="10800" numCol="1" anchor="ctr" anchorCtr="0" compatLnSpc="1">
            <a:prstTxWarp prst="textNoShape">
              <a:avLst/>
            </a:prstTxWarp>
          </a:bodyPr>
          <a:lstStyle/>
          <a:p>
            <a:r>
              <a:rPr lang="en-GB" altLang="en-US" sz="3200" dirty="0">
                <a:solidFill>
                  <a:schemeClr val="accent1"/>
                </a:solidFill>
                <a:latin typeface="+mj-lt"/>
                <a:ea typeface="SimSun" panose="02010600030101010101" pitchFamily="2" charset="-122"/>
                <a:cs typeface="+mj-cs"/>
              </a:rPr>
              <a:t>Fault Currents on High and Low Side</a:t>
            </a:r>
          </a:p>
        </p:txBody>
      </p:sp>
      <p:grpSp>
        <p:nvGrpSpPr>
          <p:cNvPr id="824323" name="Group 3"/>
          <p:cNvGrpSpPr>
            <a:grpSpLocks/>
          </p:cNvGrpSpPr>
          <p:nvPr/>
        </p:nvGrpSpPr>
        <p:grpSpPr bwMode="auto">
          <a:xfrm>
            <a:off x="1585913" y="2006600"/>
            <a:ext cx="6413500" cy="3435350"/>
            <a:chOff x="1020" y="6410"/>
            <a:chExt cx="8760" cy="4001"/>
          </a:xfrm>
        </p:grpSpPr>
        <p:sp>
          <p:nvSpPr>
            <p:cNvPr id="824324" name="Freeform 4"/>
            <p:cNvSpPr>
              <a:spLocks/>
            </p:cNvSpPr>
            <p:nvPr/>
          </p:nvSpPr>
          <p:spPr bwMode="auto">
            <a:xfrm>
              <a:off x="2372" y="7002"/>
              <a:ext cx="1669" cy="1"/>
            </a:xfrm>
            <a:custGeom>
              <a:avLst/>
              <a:gdLst>
                <a:gd name="T0" fmla="*/ 0 w 20000"/>
                <a:gd name="T1" fmla="*/ 0 h 20000"/>
                <a:gd name="T2" fmla="*/ 19990 w 20000"/>
                <a:gd name="T3" fmla="*/ 0 h 20000"/>
              </a:gdLst>
              <a:ahLst/>
              <a:cxnLst>
                <a:cxn ang="0">
                  <a:pos x="T0" y="T1"/>
                </a:cxn>
                <a:cxn ang="0">
                  <a:pos x="T2" y="T3"/>
                </a:cxn>
              </a:cxnLst>
              <a:rect l="0" t="0" r="r" b="b"/>
              <a:pathLst>
                <a:path w="20000" h="20000">
                  <a:moveTo>
                    <a:pt x="0" y="0"/>
                  </a:moveTo>
                  <a:lnTo>
                    <a:pt x="19990" y="0"/>
                  </a:ln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4325" name="Freeform 5"/>
            <p:cNvSpPr>
              <a:spLocks/>
            </p:cNvSpPr>
            <p:nvPr/>
          </p:nvSpPr>
          <p:spPr bwMode="auto">
            <a:xfrm>
              <a:off x="5172" y="7006"/>
              <a:ext cx="380" cy="0"/>
            </a:xfrm>
            <a:custGeom>
              <a:avLst/>
              <a:gdLst>
                <a:gd name="T0" fmla="*/ 0 w 20000"/>
                <a:gd name="T1" fmla="*/ 0 h 20000"/>
                <a:gd name="T2" fmla="*/ 19955 w 20000"/>
                <a:gd name="T3" fmla="*/ 0 h 20000"/>
              </a:gdLst>
              <a:ahLst/>
              <a:cxnLst>
                <a:cxn ang="0">
                  <a:pos x="T0" y="T1"/>
                </a:cxn>
                <a:cxn ang="0">
                  <a:pos x="T2" y="T3"/>
                </a:cxn>
              </a:cxnLst>
              <a:rect l="0" t="0" r="r" b="b"/>
              <a:pathLst>
                <a:path w="20000" h="20000">
                  <a:moveTo>
                    <a:pt x="0" y="0"/>
                  </a:moveTo>
                  <a:lnTo>
                    <a:pt x="19955" y="0"/>
                  </a:ln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4326" name="Freeform 6"/>
            <p:cNvSpPr>
              <a:spLocks/>
            </p:cNvSpPr>
            <p:nvPr/>
          </p:nvSpPr>
          <p:spPr bwMode="auto">
            <a:xfrm flipH="1">
              <a:off x="5413" y="6992"/>
              <a:ext cx="121" cy="262"/>
            </a:xfrm>
            <a:custGeom>
              <a:avLst/>
              <a:gdLst>
                <a:gd name="T0" fmla="*/ 0 w 20000"/>
                <a:gd name="T1" fmla="*/ 19931 h 20000"/>
                <a:gd name="T2" fmla="*/ 0 w 20000"/>
                <a:gd name="T3" fmla="*/ 0 h 20000"/>
              </a:gdLst>
              <a:ahLst/>
              <a:cxnLst>
                <a:cxn ang="0">
                  <a:pos x="T0" y="T1"/>
                </a:cxn>
                <a:cxn ang="0">
                  <a:pos x="T2" y="T3"/>
                </a:cxn>
              </a:cxnLst>
              <a:rect l="0" t="0" r="r" b="b"/>
              <a:pathLst>
                <a:path w="20000" h="20000">
                  <a:moveTo>
                    <a:pt x="0" y="19931"/>
                  </a:moveTo>
                  <a:lnTo>
                    <a:pt x="0" y="0"/>
                  </a:ln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4327" name="Freeform 7"/>
            <p:cNvSpPr>
              <a:spLocks/>
            </p:cNvSpPr>
            <p:nvPr/>
          </p:nvSpPr>
          <p:spPr bwMode="auto">
            <a:xfrm>
              <a:off x="3861" y="6641"/>
              <a:ext cx="1" cy="355"/>
            </a:xfrm>
            <a:custGeom>
              <a:avLst/>
              <a:gdLst>
                <a:gd name="T0" fmla="*/ 0 w 20000"/>
                <a:gd name="T1" fmla="*/ 19952 h 20000"/>
                <a:gd name="T2" fmla="*/ 0 w 20000"/>
                <a:gd name="T3" fmla="*/ 0 h 20000"/>
              </a:gdLst>
              <a:ahLst/>
              <a:cxnLst>
                <a:cxn ang="0">
                  <a:pos x="T0" y="T1"/>
                </a:cxn>
                <a:cxn ang="0">
                  <a:pos x="T2" y="T3"/>
                </a:cxn>
              </a:cxnLst>
              <a:rect l="0" t="0" r="r" b="b"/>
              <a:pathLst>
                <a:path w="20000" h="20000">
                  <a:moveTo>
                    <a:pt x="0" y="19952"/>
                  </a:moveTo>
                  <a:lnTo>
                    <a:pt x="0" y="0"/>
                  </a:ln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4328" name="Freeform 8"/>
            <p:cNvSpPr>
              <a:spLocks/>
            </p:cNvSpPr>
            <p:nvPr/>
          </p:nvSpPr>
          <p:spPr bwMode="auto">
            <a:xfrm>
              <a:off x="3854" y="6654"/>
              <a:ext cx="1953" cy="121"/>
            </a:xfrm>
            <a:custGeom>
              <a:avLst/>
              <a:gdLst>
                <a:gd name="T0" fmla="*/ 0 w 20000"/>
                <a:gd name="T1" fmla="*/ 0 h 20000"/>
                <a:gd name="T2" fmla="*/ 19991 w 20000"/>
                <a:gd name="T3" fmla="*/ 0 h 20000"/>
              </a:gdLst>
              <a:ahLst/>
              <a:cxnLst>
                <a:cxn ang="0">
                  <a:pos x="T0" y="T1"/>
                </a:cxn>
                <a:cxn ang="0">
                  <a:pos x="T2" y="T3"/>
                </a:cxn>
              </a:cxnLst>
              <a:rect l="0" t="0" r="r" b="b"/>
              <a:pathLst>
                <a:path w="20000" h="20000">
                  <a:moveTo>
                    <a:pt x="0" y="0"/>
                  </a:moveTo>
                  <a:lnTo>
                    <a:pt x="19991" y="0"/>
                  </a:ln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4329" name="Freeform 9"/>
            <p:cNvSpPr>
              <a:spLocks/>
            </p:cNvSpPr>
            <p:nvPr/>
          </p:nvSpPr>
          <p:spPr bwMode="auto">
            <a:xfrm flipH="1">
              <a:off x="5674" y="6644"/>
              <a:ext cx="121" cy="2301"/>
            </a:xfrm>
            <a:custGeom>
              <a:avLst/>
              <a:gdLst>
                <a:gd name="T0" fmla="*/ 0 w 20000"/>
                <a:gd name="T1" fmla="*/ 19992 h 20000"/>
                <a:gd name="T2" fmla="*/ 0 w 20000"/>
                <a:gd name="T3" fmla="*/ 0 h 20000"/>
              </a:gdLst>
              <a:ahLst/>
              <a:cxnLst>
                <a:cxn ang="0">
                  <a:pos x="T0" y="T1"/>
                </a:cxn>
                <a:cxn ang="0">
                  <a:pos x="T2" y="T3"/>
                </a:cxn>
              </a:cxnLst>
              <a:rect l="0" t="0" r="r" b="b"/>
              <a:pathLst>
                <a:path w="20000" h="20000">
                  <a:moveTo>
                    <a:pt x="0" y="19992"/>
                  </a:moveTo>
                  <a:lnTo>
                    <a:pt x="0" y="0"/>
                  </a:ln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4330" name="Freeform 10"/>
            <p:cNvSpPr>
              <a:spLocks/>
            </p:cNvSpPr>
            <p:nvPr/>
          </p:nvSpPr>
          <p:spPr bwMode="auto">
            <a:xfrm>
              <a:off x="2369" y="7966"/>
              <a:ext cx="1667" cy="1"/>
            </a:xfrm>
            <a:custGeom>
              <a:avLst/>
              <a:gdLst>
                <a:gd name="T0" fmla="*/ 0 w 20000"/>
                <a:gd name="T1" fmla="*/ 0 h 20000"/>
                <a:gd name="T2" fmla="*/ 19990 w 20000"/>
                <a:gd name="T3" fmla="*/ 0 h 20000"/>
              </a:gdLst>
              <a:ahLst/>
              <a:cxnLst>
                <a:cxn ang="0">
                  <a:pos x="T0" y="T1"/>
                </a:cxn>
                <a:cxn ang="0">
                  <a:pos x="T2" y="T3"/>
                </a:cxn>
              </a:cxnLst>
              <a:rect l="0" t="0" r="r" b="b"/>
              <a:pathLst>
                <a:path w="20000" h="20000">
                  <a:moveTo>
                    <a:pt x="0" y="0"/>
                  </a:moveTo>
                  <a:lnTo>
                    <a:pt x="19990" y="0"/>
                  </a:ln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4331" name="Freeform 11"/>
            <p:cNvSpPr>
              <a:spLocks/>
            </p:cNvSpPr>
            <p:nvPr/>
          </p:nvSpPr>
          <p:spPr bwMode="auto">
            <a:xfrm>
              <a:off x="5163" y="7973"/>
              <a:ext cx="400" cy="1"/>
            </a:xfrm>
            <a:custGeom>
              <a:avLst/>
              <a:gdLst>
                <a:gd name="T0" fmla="*/ 0 w 20000"/>
                <a:gd name="T1" fmla="*/ 0 h 20000"/>
                <a:gd name="T2" fmla="*/ 19957 w 20000"/>
                <a:gd name="T3" fmla="*/ 0 h 20000"/>
              </a:gdLst>
              <a:ahLst/>
              <a:cxnLst>
                <a:cxn ang="0">
                  <a:pos x="T0" y="T1"/>
                </a:cxn>
                <a:cxn ang="0">
                  <a:pos x="T2" y="T3"/>
                </a:cxn>
              </a:cxnLst>
              <a:rect l="0" t="0" r="r" b="b"/>
              <a:pathLst>
                <a:path w="20000" h="20000">
                  <a:moveTo>
                    <a:pt x="0" y="0"/>
                  </a:moveTo>
                  <a:lnTo>
                    <a:pt x="19957" y="0"/>
                  </a:ln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4332" name="Freeform 12"/>
            <p:cNvSpPr>
              <a:spLocks/>
            </p:cNvSpPr>
            <p:nvPr/>
          </p:nvSpPr>
          <p:spPr bwMode="auto">
            <a:xfrm flipH="1">
              <a:off x="5436" y="7962"/>
              <a:ext cx="121" cy="285"/>
            </a:xfrm>
            <a:custGeom>
              <a:avLst/>
              <a:gdLst>
                <a:gd name="T0" fmla="*/ 0 w 20000"/>
                <a:gd name="T1" fmla="*/ 0 h 20000"/>
                <a:gd name="T2" fmla="*/ 0 w 20000"/>
                <a:gd name="T3" fmla="*/ 19932 h 20000"/>
              </a:gdLst>
              <a:ahLst/>
              <a:cxnLst>
                <a:cxn ang="0">
                  <a:pos x="T0" y="T1"/>
                </a:cxn>
                <a:cxn ang="0">
                  <a:pos x="T2" y="T3"/>
                </a:cxn>
              </a:cxnLst>
              <a:rect l="0" t="0" r="r" b="b"/>
              <a:pathLst>
                <a:path w="20000" h="20000">
                  <a:moveTo>
                    <a:pt x="0" y="0"/>
                  </a:moveTo>
                  <a:lnTo>
                    <a:pt x="0" y="19932"/>
                  </a:ln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4333" name="Freeform 13"/>
            <p:cNvSpPr>
              <a:spLocks/>
            </p:cNvSpPr>
            <p:nvPr/>
          </p:nvSpPr>
          <p:spPr bwMode="auto">
            <a:xfrm>
              <a:off x="3861" y="7599"/>
              <a:ext cx="121" cy="385"/>
            </a:xfrm>
            <a:custGeom>
              <a:avLst/>
              <a:gdLst>
                <a:gd name="T0" fmla="*/ 0 w 20000"/>
                <a:gd name="T1" fmla="*/ 0 h 20000"/>
                <a:gd name="T2" fmla="*/ 0 w 20000"/>
                <a:gd name="T3" fmla="*/ 19953 h 20000"/>
              </a:gdLst>
              <a:ahLst/>
              <a:cxnLst>
                <a:cxn ang="0">
                  <a:pos x="T0" y="T1"/>
                </a:cxn>
                <a:cxn ang="0">
                  <a:pos x="T2" y="T3"/>
                </a:cxn>
              </a:cxnLst>
              <a:rect l="0" t="0" r="r" b="b"/>
              <a:pathLst>
                <a:path w="20000" h="20000">
                  <a:moveTo>
                    <a:pt x="0" y="0"/>
                  </a:moveTo>
                  <a:lnTo>
                    <a:pt x="0" y="19953"/>
                  </a:ln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4334" name="Freeform 14"/>
            <p:cNvSpPr>
              <a:spLocks/>
            </p:cNvSpPr>
            <p:nvPr/>
          </p:nvSpPr>
          <p:spPr bwMode="auto">
            <a:xfrm>
              <a:off x="2369" y="8935"/>
              <a:ext cx="1663" cy="1"/>
            </a:xfrm>
            <a:custGeom>
              <a:avLst/>
              <a:gdLst>
                <a:gd name="T0" fmla="*/ 0 w 20000"/>
                <a:gd name="T1" fmla="*/ 0 h 20000"/>
                <a:gd name="T2" fmla="*/ 19990 w 20000"/>
                <a:gd name="T3" fmla="*/ 0 h 20000"/>
              </a:gdLst>
              <a:ahLst/>
              <a:cxnLst>
                <a:cxn ang="0">
                  <a:pos x="T0" y="T1"/>
                </a:cxn>
                <a:cxn ang="0">
                  <a:pos x="T2" y="T3"/>
                </a:cxn>
              </a:cxnLst>
              <a:rect l="0" t="0" r="r" b="b"/>
              <a:pathLst>
                <a:path w="20000" h="20000">
                  <a:moveTo>
                    <a:pt x="0" y="0"/>
                  </a:moveTo>
                  <a:lnTo>
                    <a:pt x="19990" y="0"/>
                  </a:ln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4335" name="Freeform 15"/>
            <p:cNvSpPr>
              <a:spLocks/>
            </p:cNvSpPr>
            <p:nvPr/>
          </p:nvSpPr>
          <p:spPr bwMode="auto">
            <a:xfrm>
              <a:off x="5197" y="8939"/>
              <a:ext cx="604" cy="121"/>
            </a:xfrm>
            <a:custGeom>
              <a:avLst/>
              <a:gdLst>
                <a:gd name="T0" fmla="*/ 0 w 20000"/>
                <a:gd name="T1" fmla="*/ 0 h 20000"/>
                <a:gd name="T2" fmla="*/ 19972 w 20000"/>
                <a:gd name="T3" fmla="*/ 0 h 20000"/>
              </a:gdLst>
              <a:ahLst/>
              <a:cxnLst>
                <a:cxn ang="0">
                  <a:pos x="T0" y="T1"/>
                </a:cxn>
                <a:cxn ang="0">
                  <a:pos x="T2" y="T3"/>
                </a:cxn>
              </a:cxnLst>
              <a:rect l="0" t="0" r="r" b="b"/>
              <a:pathLst>
                <a:path w="20000" h="20000">
                  <a:moveTo>
                    <a:pt x="0" y="0"/>
                  </a:moveTo>
                  <a:lnTo>
                    <a:pt x="19972" y="0"/>
                  </a:ln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4336" name="Freeform 16"/>
            <p:cNvSpPr>
              <a:spLocks/>
            </p:cNvSpPr>
            <p:nvPr/>
          </p:nvSpPr>
          <p:spPr bwMode="auto">
            <a:xfrm flipH="1">
              <a:off x="3740" y="8578"/>
              <a:ext cx="121" cy="358"/>
            </a:xfrm>
            <a:custGeom>
              <a:avLst/>
              <a:gdLst>
                <a:gd name="T0" fmla="*/ 0 w 20000"/>
                <a:gd name="T1" fmla="*/ 0 h 20000"/>
                <a:gd name="T2" fmla="*/ 0 w 20000"/>
                <a:gd name="T3" fmla="*/ 19949 h 20000"/>
              </a:gdLst>
              <a:ahLst/>
              <a:cxnLst>
                <a:cxn ang="0">
                  <a:pos x="T0" y="T1"/>
                </a:cxn>
                <a:cxn ang="0">
                  <a:pos x="T2" y="T3"/>
                </a:cxn>
              </a:cxnLst>
              <a:rect l="0" t="0" r="r" b="b"/>
              <a:pathLst>
                <a:path w="20000" h="20000">
                  <a:moveTo>
                    <a:pt x="0" y="0"/>
                  </a:moveTo>
                  <a:lnTo>
                    <a:pt x="0" y="19949"/>
                  </a:ln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4337" name="Oval 17"/>
            <p:cNvSpPr>
              <a:spLocks noChangeArrowheads="1"/>
            </p:cNvSpPr>
            <p:nvPr/>
          </p:nvSpPr>
          <p:spPr bwMode="auto">
            <a:xfrm>
              <a:off x="3830" y="7935"/>
              <a:ext cx="67" cy="67"/>
            </a:xfrm>
            <a:prstGeom prst="ellipse">
              <a:avLst/>
            </a:prstGeom>
            <a:solidFill>
              <a:srgbClr val="000000"/>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4338" name="Oval 18"/>
            <p:cNvSpPr>
              <a:spLocks noChangeArrowheads="1"/>
            </p:cNvSpPr>
            <p:nvPr/>
          </p:nvSpPr>
          <p:spPr bwMode="auto">
            <a:xfrm>
              <a:off x="3830" y="8907"/>
              <a:ext cx="67" cy="67"/>
            </a:xfrm>
            <a:prstGeom prst="ellipse">
              <a:avLst/>
            </a:prstGeom>
            <a:solidFill>
              <a:srgbClr val="000000"/>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4339" name="Freeform 19"/>
            <p:cNvSpPr>
              <a:spLocks/>
            </p:cNvSpPr>
            <p:nvPr/>
          </p:nvSpPr>
          <p:spPr bwMode="auto">
            <a:xfrm>
              <a:off x="3861" y="7254"/>
              <a:ext cx="1691" cy="364"/>
            </a:xfrm>
            <a:custGeom>
              <a:avLst/>
              <a:gdLst>
                <a:gd name="T0" fmla="*/ 19990 w 20000"/>
                <a:gd name="T1" fmla="*/ 0 h 20000"/>
                <a:gd name="T2" fmla="*/ 0 w 20000"/>
                <a:gd name="T3" fmla="*/ 19953 h 20000"/>
              </a:gdLst>
              <a:ahLst/>
              <a:cxnLst>
                <a:cxn ang="0">
                  <a:pos x="T0" y="T1"/>
                </a:cxn>
                <a:cxn ang="0">
                  <a:pos x="T2" y="T3"/>
                </a:cxn>
              </a:cxnLst>
              <a:rect l="0" t="0" r="r" b="b"/>
              <a:pathLst>
                <a:path w="20000" h="20000">
                  <a:moveTo>
                    <a:pt x="19990" y="0"/>
                  </a:moveTo>
                  <a:lnTo>
                    <a:pt x="0" y="19953"/>
                  </a:ln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4340" name="Freeform 20"/>
            <p:cNvSpPr>
              <a:spLocks/>
            </p:cNvSpPr>
            <p:nvPr/>
          </p:nvSpPr>
          <p:spPr bwMode="auto">
            <a:xfrm>
              <a:off x="3861" y="8232"/>
              <a:ext cx="1691" cy="364"/>
            </a:xfrm>
            <a:custGeom>
              <a:avLst/>
              <a:gdLst>
                <a:gd name="T0" fmla="*/ 19990 w 20000"/>
                <a:gd name="T1" fmla="*/ 0 h 20000"/>
                <a:gd name="T2" fmla="*/ 0 w 20000"/>
                <a:gd name="T3" fmla="*/ 19953 h 20000"/>
              </a:gdLst>
              <a:ahLst/>
              <a:cxnLst>
                <a:cxn ang="0">
                  <a:pos x="T0" y="T1"/>
                </a:cxn>
                <a:cxn ang="0">
                  <a:pos x="T2" y="T3"/>
                </a:cxn>
              </a:cxnLst>
              <a:rect l="0" t="0" r="r" b="b"/>
              <a:pathLst>
                <a:path w="20000" h="20000">
                  <a:moveTo>
                    <a:pt x="19990" y="0"/>
                  </a:moveTo>
                  <a:lnTo>
                    <a:pt x="0" y="19953"/>
                  </a:ln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4341" name="Freeform 21"/>
            <p:cNvSpPr>
              <a:spLocks/>
            </p:cNvSpPr>
            <p:nvPr/>
          </p:nvSpPr>
          <p:spPr bwMode="auto">
            <a:xfrm>
              <a:off x="6383" y="7006"/>
              <a:ext cx="1" cy="2989"/>
            </a:xfrm>
            <a:custGeom>
              <a:avLst/>
              <a:gdLst>
                <a:gd name="T0" fmla="*/ 0 w 20000"/>
                <a:gd name="T1" fmla="*/ 0 h 20000"/>
                <a:gd name="T2" fmla="*/ 0 w 20000"/>
                <a:gd name="T3" fmla="*/ 19994 h 20000"/>
              </a:gdLst>
              <a:ahLst/>
              <a:cxnLst>
                <a:cxn ang="0">
                  <a:pos x="T0" y="T1"/>
                </a:cxn>
                <a:cxn ang="0">
                  <a:pos x="T2" y="T3"/>
                </a:cxn>
              </a:cxnLst>
              <a:rect l="0" t="0" r="r" b="b"/>
              <a:pathLst>
                <a:path w="20000" h="20000">
                  <a:moveTo>
                    <a:pt x="0" y="0"/>
                  </a:moveTo>
                  <a:lnTo>
                    <a:pt x="0" y="19994"/>
                  </a:ln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4342" name="Freeform 22"/>
            <p:cNvSpPr>
              <a:spLocks/>
            </p:cNvSpPr>
            <p:nvPr/>
          </p:nvSpPr>
          <p:spPr bwMode="auto">
            <a:xfrm>
              <a:off x="6383" y="7000"/>
              <a:ext cx="481" cy="0"/>
            </a:xfrm>
            <a:custGeom>
              <a:avLst/>
              <a:gdLst>
                <a:gd name="T0" fmla="*/ 0 w 20000"/>
                <a:gd name="T1" fmla="*/ 0 h 20000"/>
                <a:gd name="T2" fmla="*/ 19964 w 20000"/>
                <a:gd name="T3" fmla="*/ 0 h 20000"/>
              </a:gdLst>
              <a:ahLst/>
              <a:cxnLst>
                <a:cxn ang="0">
                  <a:pos x="T0" y="T1"/>
                </a:cxn>
                <a:cxn ang="0">
                  <a:pos x="T2" y="T3"/>
                </a:cxn>
              </a:cxnLst>
              <a:rect l="0" t="0" r="r" b="b"/>
              <a:pathLst>
                <a:path w="20000" h="20000">
                  <a:moveTo>
                    <a:pt x="0" y="0"/>
                  </a:moveTo>
                  <a:lnTo>
                    <a:pt x="19964" y="0"/>
                  </a:ln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4343" name="Freeform 23"/>
            <p:cNvSpPr>
              <a:spLocks/>
            </p:cNvSpPr>
            <p:nvPr/>
          </p:nvSpPr>
          <p:spPr bwMode="auto">
            <a:xfrm>
              <a:off x="7991" y="7000"/>
              <a:ext cx="1499" cy="0"/>
            </a:xfrm>
            <a:custGeom>
              <a:avLst/>
              <a:gdLst>
                <a:gd name="T0" fmla="*/ 0 w 20000"/>
                <a:gd name="T1" fmla="*/ 0 h 20000"/>
                <a:gd name="T2" fmla="*/ 19989 w 20000"/>
                <a:gd name="T3" fmla="*/ 0 h 20000"/>
              </a:gdLst>
              <a:ahLst/>
              <a:cxnLst>
                <a:cxn ang="0">
                  <a:pos x="T0" y="T1"/>
                </a:cxn>
                <a:cxn ang="0">
                  <a:pos x="T2" y="T3"/>
                </a:cxn>
              </a:cxnLst>
              <a:rect l="0" t="0" r="r" b="b"/>
              <a:pathLst>
                <a:path w="20000" h="20000">
                  <a:moveTo>
                    <a:pt x="0" y="0"/>
                  </a:moveTo>
                  <a:lnTo>
                    <a:pt x="19989" y="0"/>
                  </a:ln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4344" name="Oval 24"/>
            <p:cNvSpPr>
              <a:spLocks noChangeArrowheads="1"/>
            </p:cNvSpPr>
            <p:nvPr/>
          </p:nvSpPr>
          <p:spPr bwMode="auto">
            <a:xfrm>
              <a:off x="6365" y="6969"/>
              <a:ext cx="67" cy="67"/>
            </a:xfrm>
            <a:prstGeom prst="ellipse">
              <a:avLst/>
            </a:prstGeom>
            <a:solidFill>
              <a:srgbClr val="000000"/>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4345" name="Oval 25"/>
            <p:cNvSpPr>
              <a:spLocks noChangeArrowheads="1"/>
            </p:cNvSpPr>
            <p:nvPr/>
          </p:nvSpPr>
          <p:spPr bwMode="auto">
            <a:xfrm>
              <a:off x="8153" y="6962"/>
              <a:ext cx="67" cy="67"/>
            </a:xfrm>
            <a:prstGeom prst="ellipse">
              <a:avLst/>
            </a:prstGeom>
            <a:solidFill>
              <a:srgbClr val="000000"/>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4346" name="Freeform 26"/>
            <p:cNvSpPr>
              <a:spLocks/>
            </p:cNvSpPr>
            <p:nvPr/>
          </p:nvSpPr>
          <p:spPr bwMode="auto">
            <a:xfrm>
              <a:off x="6378" y="7964"/>
              <a:ext cx="493" cy="6"/>
            </a:xfrm>
            <a:custGeom>
              <a:avLst/>
              <a:gdLst>
                <a:gd name="T0" fmla="*/ 0 w 20000"/>
                <a:gd name="T1" fmla="*/ 0 h 20000"/>
                <a:gd name="T2" fmla="*/ 19965 w 20000"/>
                <a:gd name="T3" fmla="*/ 16667 h 20000"/>
              </a:gdLst>
              <a:ahLst/>
              <a:cxnLst>
                <a:cxn ang="0">
                  <a:pos x="T0" y="T1"/>
                </a:cxn>
                <a:cxn ang="0">
                  <a:pos x="T2" y="T3"/>
                </a:cxn>
              </a:cxnLst>
              <a:rect l="0" t="0" r="r" b="b"/>
              <a:pathLst>
                <a:path w="20000" h="20000">
                  <a:moveTo>
                    <a:pt x="0" y="0"/>
                  </a:moveTo>
                  <a:lnTo>
                    <a:pt x="19965" y="16667"/>
                  </a:ln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4347" name="Freeform 27"/>
            <p:cNvSpPr>
              <a:spLocks/>
            </p:cNvSpPr>
            <p:nvPr/>
          </p:nvSpPr>
          <p:spPr bwMode="auto">
            <a:xfrm>
              <a:off x="7999" y="7964"/>
              <a:ext cx="1498" cy="1"/>
            </a:xfrm>
            <a:custGeom>
              <a:avLst/>
              <a:gdLst>
                <a:gd name="T0" fmla="*/ 0 w 20000"/>
                <a:gd name="T1" fmla="*/ 0 h 20000"/>
                <a:gd name="T2" fmla="*/ 19989 w 20000"/>
                <a:gd name="T3" fmla="*/ 0 h 20000"/>
              </a:gdLst>
              <a:ahLst/>
              <a:cxnLst>
                <a:cxn ang="0">
                  <a:pos x="T0" y="T1"/>
                </a:cxn>
                <a:cxn ang="0">
                  <a:pos x="T2" y="T3"/>
                </a:cxn>
              </a:cxnLst>
              <a:rect l="0" t="0" r="r" b="b"/>
              <a:pathLst>
                <a:path w="20000" h="20000">
                  <a:moveTo>
                    <a:pt x="0" y="0"/>
                  </a:moveTo>
                  <a:lnTo>
                    <a:pt x="19989" y="0"/>
                  </a:ln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4348" name="Oval 28"/>
            <p:cNvSpPr>
              <a:spLocks noChangeArrowheads="1"/>
            </p:cNvSpPr>
            <p:nvPr/>
          </p:nvSpPr>
          <p:spPr bwMode="auto">
            <a:xfrm>
              <a:off x="6354" y="7922"/>
              <a:ext cx="67" cy="67"/>
            </a:xfrm>
            <a:prstGeom prst="ellipse">
              <a:avLst/>
            </a:prstGeom>
            <a:solidFill>
              <a:srgbClr val="000000"/>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4349" name="Oval 29"/>
            <p:cNvSpPr>
              <a:spLocks noChangeArrowheads="1"/>
            </p:cNvSpPr>
            <p:nvPr/>
          </p:nvSpPr>
          <p:spPr bwMode="auto">
            <a:xfrm>
              <a:off x="8149" y="7939"/>
              <a:ext cx="66" cy="67"/>
            </a:xfrm>
            <a:prstGeom prst="ellipse">
              <a:avLst/>
            </a:prstGeom>
            <a:solidFill>
              <a:srgbClr val="000000"/>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4350" name="Freeform 30"/>
            <p:cNvSpPr>
              <a:spLocks/>
            </p:cNvSpPr>
            <p:nvPr/>
          </p:nvSpPr>
          <p:spPr bwMode="auto">
            <a:xfrm>
              <a:off x="6378" y="8929"/>
              <a:ext cx="486" cy="1"/>
            </a:xfrm>
            <a:custGeom>
              <a:avLst/>
              <a:gdLst>
                <a:gd name="T0" fmla="*/ 0 w 20000"/>
                <a:gd name="T1" fmla="*/ 0 h 20000"/>
                <a:gd name="T2" fmla="*/ 19965 w 20000"/>
                <a:gd name="T3" fmla="*/ 0 h 20000"/>
              </a:gdLst>
              <a:ahLst/>
              <a:cxnLst>
                <a:cxn ang="0">
                  <a:pos x="T0" y="T1"/>
                </a:cxn>
                <a:cxn ang="0">
                  <a:pos x="T2" y="T3"/>
                </a:cxn>
              </a:cxnLst>
              <a:rect l="0" t="0" r="r" b="b"/>
              <a:pathLst>
                <a:path w="20000" h="20000">
                  <a:moveTo>
                    <a:pt x="0" y="0"/>
                  </a:moveTo>
                  <a:lnTo>
                    <a:pt x="19965" y="0"/>
                  </a:ln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4351" name="Freeform 31"/>
            <p:cNvSpPr>
              <a:spLocks/>
            </p:cNvSpPr>
            <p:nvPr/>
          </p:nvSpPr>
          <p:spPr bwMode="auto">
            <a:xfrm>
              <a:off x="8009" y="8942"/>
              <a:ext cx="1495" cy="1"/>
            </a:xfrm>
            <a:custGeom>
              <a:avLst/>
              <a:gdLst>
                <a:gd name="T0" fmla="*/ 0 w 20000"/>
                <a:gd name="T1" fmla="*/ 0 h 20000"/>
                <a:gd name="T2" fmla="*/ 19989 w 20000"/>
                <a:gd name="T3" fmla="*/ 0 h 20000"/>
              </a:gdLst>
              <a:ahLst/>
              <a:cxnLst>
                <a:cxn ang="0">
                  <a:pos x="T0" y="T1"/>
                </a:cxn>
                <a:cxn ang="0">
                  <a:pos x="T2" y="T3"/>
                </a:cxn>
              </a:cxnLst>
              <a:rect l="0" t="0" r="r" b="b"/>
              <a:pathLst>
                <a:path w="20000" h="20000">
                  <a:moveTo>
                    <a:pt x="0" y="0"/>
                  </a:moveTo>
                  <a:lnTo>
                    <a:pt x="19989" y="0"/>
                  </a:ln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4352" name="Oval 32"/>
            <p:cNvSpPr>
              <a:spLocks noChangeArrowheads="1"/>
            </p:cNvSpPr>
            <p:nvPr/>
          </p:nvSpPr>
          <p:spPr bwMode="auto">
            <a:xfrm>
              <a:off x="6354" y="8891"/>
              <a:ext cx="67" cy="67"/>
            </a:xfrm>
            <a:prstGeom prst="ellipse">
              <a:avLst/>
            </a:prstGeom>
            <a:solidFill>
              <a:srgbClr val="000000"/>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4353" name="Oval 33"/>
            <p:cNvSpPr>
              <a:spLocks noChangeArrowheads="1"/>
            </p:cNvSpPr>
            <p:nvPr/>
          </p:nvSpPr>
          <p:spPr bwMode="auto">
            <a:xfrm>
              <a:off x="8149" y="8904"/>
              <a:ext cx="66" cy="67"/>
            </a:xfrm>
            <a:prstGeom prst="ellipse">
              <a:avLst/>
            </a:prstGeom>
            <a:solidFill>
              <a:srgbClr val="000000"/>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4354" name="Oval 34"/>
            <p:cNvSpPr>
              <a:spLocks noChangeArrowheads="1"/>
            </p:cNvSpPr>
            <p:nvPr/>
          </p:nvSpPr>
          <p:spPr bwMode="auto">
            <a:xfrm>
              <a:off x="3830" y="6962"/>
              <a:ext cx="67" cy="67"/>
            </a:xfrm>
            <a:prstGeom prst="ellipse">
              <a:avLst/>
            </a:prstGeom>
            <a:solidFill>
              <a:srgbClr val="000000"/>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nvGrpSpPr>
            <p:cNvPr id="824355" name="Group 35"/>
            <p:cNvGrpSpPr>
              <a:grpSpLocks/>
            </p:cNvGrpSpPr>
            <p:nvPr/>
          </p:nvGrpSpPr>
          <p:grpSpPr bwMode="auto">
            <a:xfrm>
              <a:off x="6213" y="9996"/>
              <a:ext cx="346" cy="112"/>
              <a:chOff x="0" y="0"/>
              <a:chExt cx="20000" cy="20020"/>
            </a:xfrm>
          </p:grpSpPr>
          <p:sp>
            <p:nvSpPr>
              <p:cNvPr id="824356" name="Freeform 36"/>
              <p:cNvSpPr>
                <a:spLocks/>
              </p:cNvSpPr>
              <p:nvPr/>
            </p:nvSpPr>
            <p:spPr bwMode="auto">
              <a:xfrm>
                <a:off x="0" y="0"/>
                <a:ext cx="20000" cy="154"/>
              </a:xfrm>
              <a:custGeom>
                <a:avLst/>
                <a:gdLst>
                  <a:gd name="T0" fmla="*/ 0 w 20000"/>
                  <a:gd name="T1" fmla="*/ 0 h 20000"/>
                  <a:gd name="T2" fmla="*/ 19950 w 20000"/>
                  <a:gd name="T3" fmla="*/ 0 h 20000"/>
                </a:gdLst>
                <a:ahLst/>
                <a:cxnLst>
                  <a:cxn ang="0">
                    <a:pos x="T0" y="T1"/>
                  </a:cxn>
                  <a:cxn ang="0">
                    <a:pos x="T2" y="T3"/>
                  </a:cxn>
                </a:cxnLst>
                <a:rect l="0" t="0" r="r" b="b"/>
                <a:pathLst>
                  <a:path w="20000" h="20000">
                    <a:moveTo>
                      <a:pt x="0" y="0"/>
                    </a:moveTo>
                    <a:lnTo>
                      <a:pt x="19950" y="0"/>
                    </a:lnTo>
                  </a:path>
                </a:pathLst>
              </a:custGeom>
              <a:noFill/>
              <a:ln w="25400" cap="flat">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4357" name="Freeform 37"/>
              <p:cNvSpPr>
                <a:spLocks/>
              </p:cNvSpPr>
              <p:nvPr/>
            </p:nvSpPr>
            <p:spPr bwMode="auto">
              <a:xfrm>
                <a:off x="3970" y="10010"/>
                <a:ext cx="12308" cy="154"/>
              </a:xfrm>
              <a:custGeom>
                <a:avLst/>
                <a:gdLst>
                  <a:gd name="T0" fmla="*/ 0 w 20000"/>
                  <a:gd name="T1" fmla="*/ 0 h 20000"/>
                  <a:gd name="T2" fmla="*/ 19919 w 20000"/>
                  <a:gd name="T3" fmla="*/ 0 h 20000"/>
                </a:gdLst>
                <a:ahLst/>
                <a:cxnLst>
                  <a:cxn ang="0">
                    <a:pos x="T0" y="T1"/>
                  </a:cxn>
                  <a:cxn ang="0">
                    <a:pos x="T2" y="T3"/>
                  </a:cxn>
                </a:cxnLst>
                <a:rect l="0" t="0" r="r" b="b"/>
                <a:pathLst>
                  <a:path w="20000" h="20000">
                    <a:moveTo>
                      <a:pt x="0" y="0"/>
                    </a:moveTo>
                    <a:lnTo>
                      <a:pt x="19919" y="0"/>
                    </a:lnTo>
                  </a:path>
                </a:pathLst>
              </a:custGeom>
              <a:noFill/>
              <a:ln w="25400" cap="flat">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4358" name="Freeform 38"/>
              <p:cNvSpPr>
                <a:spLocks/>
              </p:cNvSpPr>
              <p:nvPr/>
            </p:nvSpPr>
            <p:spPr bwMode="auto">
              <a:xfrm>
                <a:off x="7494" y="19866"/>
                <a:ext cx="5161" cy="154"/>
              </a:xfrm>
              <a:custGeom>
                <a:avLst/>
                <a:gdLst>
                  <a:gd name="T0" fmla="*/ 0 w 20000"/>
                  <a:gd name="T1" fmla="*/ 0 h 20000"/>
                  <a:gd name="T2" fmla="*/ 19808 w 20000"/>
                  <a:gd name="T3" fmla="*/ 0 h 20000"/>
                </a:gdLst>
                <a:ahLst/>
                <a:cxnLst>
                  <a:cxn ang="0">
                    <a:pos x="T0" y="T1"/>
                  </a:cxn>
                  <a:cxn ang="0">
                    <a:pos x="T2" y="T3"/>
                  </a:cxn>
                </a:cxnLst>
                <a:rect l="0" t="0" r="r" b="b"/>
                <a:pathLst>
                  <a:path w="20000" h="20000">
                    <a:moveTo>
                      <a:pt x="0" y="0"/>
                    </a:moveTo>
                    <a:lnTo>
                      <a:pt x="19808" y="0"/>
                    </a:lnTo>
                  </a:path>
                </a:pathLst>
              </a:custGeom>
              <a:noFill/>
              <a:ln w="25400" cap="flat">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824359" name="Line 39"/>
            <p:cNvSpPr>
              <a:spLocks noChangeShapeType="1"/>
            </p:cNvSpPr>
            <p:nvPr/>
          </p:nvSpPr>
          <p:spPr bwMode="auto">
            <a:xfrm rot="-5400000">
              <a:off x="3042" y="6497"/>
              <a:ext cx="0" cy="721"/>
            </a:xfrm>
            <a:prstGeom prst="line">
              <a:avLst/>
            </a:prstGeom>
            <a:noFill/>
            <a:ln w="19050">
              <a:solidFill>
                <a:srgbClr val="FF0000"/>
              </a:solidFill>
              <a:round/>
              <a:headEnd type="triangle" w="sm" len="med"/>
              <a:tailEnd type="none" w="sm" len="med"/>
            </a:ln>
            <a:extLst>
              <a:ext uri="{909E8E84-426E-40DD-AFC4-6F175D3DCCD1}">
                <a14:hiddenFill xmlns:a14="http://schemas.microsoft.com/office/drawing/2010/main">
                  <a:noFill/>
                </a14:hiddenFill>
              </a:ext>
            </a:extLst>
          </p:spPr>
          <p:txBody>
            <a:bodyPr/>
            <a:lstStyle/>
            <a:p>
              <a:endParaRPr lang="en-US"/>
            </a:p>
          </p:txBody>
        </p:sp>
        <p:grpSp>
          <p:nvGrpSpPr>
            <p:cNvPr id="824360" name="Group 40"/>
            <p:cNvGrpSpPr>
              <a:grpSpLocks/>
            </p:cNvGrpSpPr>
            <p:nvPr/>
          </p:nvGrpSpPr>
          <p:grpSpPr bwMode="auto">
            <a:xfrm>
              <a:off x="4021" y="6777"/>
              <a:ext cx="1212" cy="241"/>
              <a:chOff x="3460" y="2145"/>
              <a:chExt cx="3148" cy="626"/>
            </a:xfrm>
          </p:grpSpPr>
          <p:sp>
            <p:nvSpPr>
              <p:cNvPr id="824361" name="Arc 41"/>
              <p:cNvSpPr>
                <a:spLocks/>
              </p:cNvSpPr>
              <p:nvPr/>
            </p:nvSpPr>
            <p:spPr bwMode="auto">
              <a:xfrm>
                <a:off x="4351" y="2155"/>
                <a:ext cx="303" cy="34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4362" name="Arc 42"/>
              <p:cNvSpPr>
                <a:spLocks/>
              </p:cNvSpPr>
              <p:nvPr/>
            </p:nvSpPr>
            <p:spPr bwMode="auto">
              <a:xfrm flipH="1">
                <a:off x="4060" y="2155"/>
                <a:ext cx="298" cy="34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4363" name="Freeform 43"/>
              <p:cNvSpPr>
                <a:spLocks/>
              </p:cNvSpPr>
              <p:nvPr/>
            </p:nvSpPr>
            <p:spPr bwMode="auto">
              <a:xfrm>
                <a:off x="4058" y="2497"/>
                <a:ext cx="2" cy="274"/>
              </a:xfrm>
              <a:custGeom>
                <a:avLst/>
                <a:gdLst>
                  <a:gd name="T0" fmla="*/ 0 w 20000"/>
                  <a:gd name="T1" fmla="*/ 19823 h 20000"/>
                  <a:gd name="T2" fmla="*/ 0 w 20000"/>
                  <a:gd name="T3" fmla="*/ 0 h 20000"/>
                </a:gdLst>
                <a:ahLst/>
                <a:cxnLst>
                  <a:cxn ang="0">
                    <a:pos x="T0" y="T1"/>
                  </a:cxn>
                  <a:cxn ang="0">
                    <a:pos x="T2" y="T3"/>
                  </a:cxn>
                </a:cxnLst>
                <a:rect l="0" t="0" r="r" b="b"/>
                <a:pathLst>
                  <a:path w="20000" h="20000">
                    <a:moveTo>
                      <a:pt x="0" y="19823"/>
                    </a:moveTo>
                    <a:lnTo>
                      <a:pt x="0" y="0"/>
                    </a:ln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4364" name="Arc 44"/>
              <p:cNvSpPr>
                <a:spLocks/>
              </p:cNvSpPr>
              <p:nvPr/>
            </p:nvSpPr>
            <p:spPr bwMode="auto">
              <a:xfrm>
                <a:off x="4952" y="2152"/>
                <a:ext cx="305" cy="34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4365" name="Arc 45"/>
              <p:cNvSpPr>
                <a:spLocks/>
              </p:cNvSpPr>
              <p:nvPr/>
            </p:nvSpPr>
            <p:spPr bwMode="auto">
              <a:xfrm flipH="1">
                <a:off x="4650" y="2152"/>
                <a:ext cx="298" cy="34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4366" name="Arc 46"/>
              <p:cNvSpPr>
                <a:spLocks/>
              </p:cNvSpPr>
              <p:nvPr/>
            </p:nvSpPr>
            <p:spPr bwMode="auto">
              <a:xfrm>
                <a:off x="3757" y="2145"/>
                <a:ext cx="302" cy="34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4367" name="Arc 47"/>
              <p:cNvSpPr>
                <a:spLocks/>
              </p:cNvSpPr>
              <p:nvPr/>
            </p:nvSpPr>
            <p:spPr bwMode="auto">
              <a:xfrm flipH="1">
                <a:off x="3460" y="2145"/>
                <a:ext cx="298" cy="34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4368" name="Freeform 48"/>
              <p:cNvSpPr>
                <a:spLocks/>
              </p:cNvSpPr>
              <p:nvPr/>
            </p:nvSpPr>
            <p:spPr bwMode="auto">
              <a:xfrm>
                <a:off x="3462" y="2470"/>
                <a:ext cx="3" cy="286"/>
              </a:xfrm>
              <a:custGeom>
                <a:avLst/>
                <a:gdLst>
                  <a:gd name="T0" fmla="*/ 0 w 20000"/>
                  <a:gd name="T1" fmla="*/ 19831 h 20000"/>
                  <a:gd name="T2" fmla="*/ 0 w 20000"/>
                  <a:gd name="T3" fmla="*/ 0 h 20000"/>
                </a:gdLst>
                <a:ahLst/>
                <a:cxnLst>
                  <a:cxn ang="0">
                    <a:pos x="T0" y="T1"/>
                  </a:cxn>
                  <a:cxn ang="0">
                    <a:pos x="T2" y="T3"/>
                  </a:cxn>
                </a:cxnLst>
                <a:rect l="0" t="0" r="r" b="b"/>
                <a:pathLst>
                  <a:path w="20000" h="20000">
                    <a:moveTo>
                      <a:pt x="0" y="19831"/>
                    </a:moveTo>
                    <a:lnTo>
                      <a:pt x="0" y="0"/>
                    </a:ln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4369" name="Freeform 49"/>
              <p:cNvSpPr>
                <a:spLocks/>
              </p:cNvSpPr>
              <p:nvPr/>
            </p:nvSpPr>
            <p:spPr bwMode="auto">
              <a:xfrm>
                <a:off x="4660" y="2490"/>
                <a:ext cx="2" cy="281"/>
              </a:xfrm>
              <a:custGeom>
                <a:avLst/>
                <a:gdLst>
                  <a:gd name="T0" fmla="*/ 0 w 20000"/>
                  <a:gd name="T1" fmla="*/ 19828 h 20000"/>
                  <a:gd name="T2" fmla="*/ 0 w 20000"/>
                  <a:gd name="T3" fmla="*/ 0 h 20000"/>
                </a:gdLst>
                <a:ahLst/>
                <a:cxnLst>
                  <a:cxn ang="0">
                    <a:pos x="T0" y="T1"/>
                  </a:cxn>
                  <a:cxn ang="0">
                    <a:pos x="T2" y="T3"/>
                  </a:cxn>
                </a:cxnLst>
                <a:rect l="0" t="0" r="r" b="b"/>
                <a:pathLst>
                  <a:path w="20000" h="20000">
                    <a:moveTo>
                      <a:pt x="0" y="19828"/>
                    </a:moveTo>
                    <a:lnTo>
                      <a:pt x="0" y="0"/>
                    </a:ln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4370" name="Freeform 50"/>
              <p:cNvSpPr>
                <a:spLocks/>
              </p:cNvSpPr>
              <p:nvPr/>
            </p:nvSpPr>
            <p:spPr bwMode="auto">
              <a:xfrm>
                <a:off x="5264" y="2411"/>
                <a:ext cx="3" cy="359"/>
              </a:xfrm>
              <a:custGeom>
                <a:avLst/>
                <a:gdLst>
                  <a:gd name="T0" fmla="*/ 0 w 20000"/>
                  <a:gd name="T1" fmla="*/ 19865 h 20000"/>
                  <a:gd name="T2" fmla="*/ 0 w 20000"/>
                  <a:gd name="T3" fmla="*/ 0 h 20000"/>
                </a:gdLst>
                <a:ahLst/>
                <a:cxnLst>
                  <a:cxn ang="0">
                    <a:pos x="T0" y="T1"/>
                  </a:cxn>
                  <a:cxn ang="0">
                    <a:pos x="T2" y="T3"/>
                  </a:cxn>
                </a:cxnLst>
                <a:rect l="0" t="0" r="r" b="b"/>
                <a:pathLst>
                  <a:path w="20000" h="20000">
                    <a:moveTo>
                      <a:pt x="0" y="19865"/>
                    </a:moveTo>
                    <a:lnTo>
                      <a:pt x="0" y="0"/>
                    </a:ln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4371" name="Arc 51"/>
              <p:cNvSpPr>
                <a:spLocks/>
              </p:cNvSpPr>
              <p:nvPr/>
            </p:nvSpPr>
            <p:spPr bwMode="auto">
              <a:xfrm>
                <a:off x="6161" y="2148"/>
                <a:ext cx="306" cy="34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4372" name="Arc 52"/>
              <p:cNvSpPr>
                <a:spLocks/>
              </p:cNvSpPr>
              <p:nvPr/>
            </p:nvSpPr>
            <p:spPr bwMode="auto">
              <a:xfrm flipH="1">
                <a:off x="5859" y="2148"/>
                <a:ext cx="298" cy="34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4373" name="Arc 53"/>
              <p:cNvSpPr>
                <a:spLocks/>
              </p:cNvSpPr>
              <p:nvPr/>
            </p:nvSpPr>
            <p:spPr bwMode="auto">
              <a:xfrm>
                <a:off x="5563" y="2160"/>
                <a:ext cx="303" cy="34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4374" name="Arc 54"/>
              <p:cNvSpPr>
                <a:spLocks/>
              </p:cNvSpPr>
              <p:nvPr/>
            </p:nvSpPr>
            <p:spPr bwMode="auto">
              <a:xfrm flipH="1">
                <a:off x="5260" y="2160"/>
                <a:ext cx="305" cy="354"/>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4375" name="Freeform 55"/>
              <p:cNvSpPr>
                <a:spLocks/>
              </p:cNvSpPr>
              <p:nvPr/>
            </p:nvSpPr>
            <p:spPr bwMode="auto">
              <a:xfrm>
                <a:off x="5868" y="2410"/>
                <a:ext cx="3" cy="354"/>
              </a:xfrm>
              <a:custGeom>
                <a:avLst/>
                <a:gdLst>
                  <a:gd name="T0" fmla="*/ 0 w 20000"/>
                  <a:gd name="T1" fmla="*/ 19863 h 20000"/>
                  <a:gd name="T2" fmla="*/ 0 w 20000"/>
                  <a:gd name="T3" fmla="*/ 0 h 20000"/>
                </a:gdLst>
                <a:ahLst/>
                <a:cxnLst>
                  <a:cxn ang="0">
                    <a:pos x="T0" y="T1"/>
                  </a:cxn>
                  <a:cxn ang="0">
                    <a:pos x="T2" y="T3"/>
                  </a:cxn>
                </a:cxnLst>
                <a:rect l="0" t="0" r="r" b="b"/>
                <a:pathLst>
                  <a:path w="20000" h="20000">
                    <a:moveTo>
                      <a:pt x="0" y="19863"/>
                    </a:moveTo>
                    <a:lnTo>
                      <a:pt x="0" y="0"/>
                    </a:ln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4376" name="Freeform 56"/>
              <p:cNvSpPr>
                <a:spLocks/>
              </p:cNvSpPr>
              <p:nvPr/>
            </p:nvSpPr>
            <p:spPr bwMode="auto">
              <a:xfrm>
                <a:off x="6467" y="2463"/>
                <a:ext cx="141" cy="307"/>
              </a:xfrm>
              <a:custGeom>
                <a:avLst/>
                <a:gdLst>
                  <a:gd name="T0" fmla="*/ 0 w 20000"/>
                  <a:gd name="T1" fmla="*/ 19815 h 20000"/>
                  <a:gd name="T2" fmla="*/ 0 w 20000"/>
                  <a:gd name="T3" fmla="*/ 0 h 20000"/>
                </a:gdLst>
                <a:ahLst/>
                <a:cxnLst>
                  <a:cxn ang="0">
                    <a:pos x="T0" y="T1"/>
                  </a:cxn>
                  <a:cxn ang="0">
                    <a:pos x="T2" y="T3"/>
                  </a:cxn>
                </a:cxnLst>
                <a:rect l="0" t="0" r="r" b="b"/>
                <a:pathLst>
                  <a:path w="20000" h="20000">
                    <a:moveTo>
                      <a:pt x="0" y="19815"/>
                    </a:moveTo>
                    <a:lnTo>
                      <a:pt x="0" y="0"/>
                    </a:ln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824377" name="Group 57"/>
            <p:cNvGrpSpPr>
              <a:grpSpLocks/>
            </p:cNvGrpSpPr>
            <p:nvPr/>
          </p:nvGrpSpPr>
          <p:grpSpPr bwMode="auto">
            <a:xfrm>
              <a:off x="4021" y="7748"/>
              <a:ext cx="1212" cy="241"/>
              <a:chOff x="3460" y="2145"/>
              <a:chExt cx="3148" cy="626"/>
            </a:xfrm>
          </p:grpSpPr>
          <p:sp>
            <p:nvSpPr>
              <p:cNvPr id="824378" name="Arc 58"/>
              <p:cNvSpPr>
                <a:spLocks/>
              </p:cNvSpPr>
              <p:nvPr/>
            </p:nvSpPr>
            <p:spPr bwMode="auto">
              <a:xfrm>
                <a:off x="4351" y="2155"/>
                <a:ext cx="303" cy="34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4379" name="Arc 59"/>
              <p:cNvSpPr>
                <a:spLocks/>
              </p:cNvSpPr>
              <p:nvPr/>
            </p:nvSpPr>
            <p:spPr bwMode="auto">
              <a:xfrm flipH="1">
                <a:off x="4060" y="2155"/>
                <a:ext cx="298" cy="34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4380" name="Freeform 60"/>
              <p:cNvSpPr>
                <a:spLocks/>
              </p:cNvSpPr>
              <p:nvPr/>
            </p:nvSpPr>
            <p:spPr bwMode="auto">
              <a:xfrm>
                <a:off x="4058" y="2497"/>
                <a:ext cx="2" cy="274"/>
              </a:xfrm>
              <a:custGeom>
                <a:avLst/>
                <a:gdLst>
                  <a:gd name="T0" fmla="*/ 0 w 20000"/>
                  <a:gd name="T1" fmla="*/ 19823 h 20000"/>
                  <a:gd name="T2" fmla="*/ 0 w 20000"/>
                  <a:gd name="T3" fmla="*/ 0 h 20000"/>
                </a:gdLst>
                <a:ahLst/>
                <a:cxnLst>
                  <a:cxn ang="0">
                    <a:pos x="T0" y="T1"/>
                  </a:cxn>
                  <a:cxn ang="0">
                    <a:pos x="T2" y="T3"/>
                  </a:cxn>
                </a:cxnLst>
                <a:rect l="0" t="0" r="r" b="b"/>
                <a:pathLst>
                  <a:path w="20000" h="20000">
                    <a:moveTo>
                      <a:pt x="0" y="19823"/>
                    </a:moveTo>
                    <a:lnTo>
                      <a:pt x="0" y="0"/>
                    </a:ln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4381" name="Arc 61"/>
              <p:cNvSpPr>
                <a:spLocks/>
              </p:cNvSpPr>
              <p:nvPr/>
            </p:nvSpPr>
            <p:spPr bwMode="auto">
              <a:xfrm>
                <a:off x="4952" y="2152"/>
                <a:ext cx="305" cy="34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4382" name="Arc 62"/>
              <p:cNvSpPr>
                <a:spLocks/>
              </p:cNvSpPr>
              <p:nvPr/>
            </p:nvSpPr>
            <p:spPr bwMode="auto">
              <a:xfrm flipH="1">
                <a:off x="4650" y="2152"/>
                <a:ext cx="298" cy="34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4383" name="Arc 63"/>
              <p:cNvSpPr>
                <a:spLocks/>
              </p:cNvSpPr>
              <p:nvPr/>
            </p:nvSpPr>
            <p:spPr bwMode="auto">
              <a:xfrm>
                <a:off x="3757" y="2145"/>
                <a:ext cx="302" cy="34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4384" name="Arc 64"/>
              <p:cNvSpPr>
                <a:spLocks/>
              </p:cNvSpPr>
              <p:nvPr/>
            </p:nvSpPr>
            <p:spPr bwMode="auto">
              <a:xfrm flipH="1">
                <a:off x="3460" y="2145"/>
                <a:ext cx="298" cy="34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4385" name="Freeform 65"/>
              <p:cNvSpPr>
                <a:spLocks/>
              </p:cNvSpPr>
              <p:nvPr/>
            </p:nvSpPr>
            <p:spPr bwMode="auto">
              <a:xfrm>
                <a:off x="3462" y="2470"/>
                <a:ext cx="3" cy="286"/>
              </a:xfrm>
              <a:custGeom>
                <a:avLst/>
                <a:gdLst>
                  <a:gd name="T0" fmla="*/ 0 w 20000"/>
                  <a:gd name="T1" fmla="*/ 19831 h 20000"/>
                  <a:gd name="T2" fmla="*/ 0 w 20000"/>
                  <a:gd name="T3" fmla="*/ 0 h 20000"/>
                </a:gdLst>
                <a:ahLst/>
                <a:cxnLst>
                  <a:cxn ang="0">
                    <a:pos x="T0" y="T1"/>
                  </a:cxn>
                  <a:cxn ang="0">
                    <a:pos x="T2" y="T3"/>
                  </a:cxn>
                </a:cxnLst>
                <a:rect l="0" t="0" r="r" b="b"/>
                <a:pathLst>
                  <a:path w="20000" h="20000">
                    <a:moveTo>
                      <a:pt x="0" y="19831"/>
                    </a:moveTo>
                    <a:lnTo>
                      <a:pt x="0" y="0"/>
                    </a:ln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4386" name="Freeform 66"/>
              <p:cNvSpPr>
                <a:spLocks/>
              </p:cNvSpPr>
              <p:nvPr/>
            </p:nvSpPr>
            <p:spPr bwMode="auto">
              <a:xfrm>
                <a:off x="4660" y="2490"/>
                <a:ext cx="2" cy="281"/>
              </a:xfrm>
              <a:custGeom>
                <a:avLst/>
                <a:gdLst>
                  <a:gd name="T0" fmla="*/ 0 w 20000"/>
                  <a:gd name="T1" fmla="*/ 19828 h 20000"/>
                  <a:gd name="T2" fmla="*/ 0 w 20000"/>
                  <a:gd name="T3" fmla="*/ 0 h 20000"/>
                </a:gdLst>
                <a:ahLst/>
                <a:cxnLst>
                  <a:cxn ang="0">
                    <a:pos x="T0" y="T1"/>
                  </a:cxn>
                  <a:cxn ang="0">
                    <a:pos x="T2" y="T3"/>
                  </a:cxn>
                </a:cxnLst>
                <a:rect l="0" t="0" r="r" b="b"/>
                <a:pathLst>
                  <a:path w="20000" h="20000">
                    <a:moveTo>
                      <a:pt x="0" y="19828"/>
                    </a:moveTo>
                    <a:lnTo>
                      <a:pt x="0" y="0"/>
                    </a:ln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4387" name="Freeform 67"/>
              <p:cNvSpPr>
                <a:spLocks/>
              </p:cNvSpPr>
              <p:nvPr/>
            </p:nvSpPr>
            <p:spPr bwMode="auto">
              <a:xfrm>
                <a:off x="5264" y="2411"/>
                <a:ext cx="3" cy="359"/>
              </a:xfrm>
              <a:custGeom>
                <a:avLst/>
                <a:gdLst>
                  <a:gd name="T0" fmla="*/ 0 w 20000"/>
                  <a:gd name="T1" fmla="*/ 19865 h 20000"/>
                  <a:gd name="T2" fmla="*/ 0 w 20000"/>
                  <a:gd name="T3" fmla="*/ 0 h 20000"/>
                </a:gdLst>
                <a:ahLst/>
                <a:cxnLst>
                  <a:cxn ang="0">
                    <a:pos x="T0" y="T1"/>
                  </a:cxn>
                  <a:cxn ang="0">
                    <a:pos x="T2" y="T3"/>
                  </a:cxn>
                </a:cxnLst>
                <a:rect l="0" t="0" r="r" b="b"/>
                <a:pathLst>
                  <a:path w="20000" h="20000">
                    <a:moveTo>
                      <a:pt x="0" y="19865"/>
                    </a:moveTo>
                    <a:lnTo>
                      <a:pt x="0" y="0"/>
                    </a:ln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4388" name="Arc 68"/>
              <p:cNvSpPr>
                <a:spLocks/>
              </p:cNvSpPr>
              <p:nvPr/>
            </p:nvSpPr>
            <p:spPr bwMode="auto">
              <a:xfrm>
                <a:off x="6161" y="2148"/>
                <a:ext cx="306" cy="34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4389" name="Arc 69"/>
              <p:cNvSpPr>
                <a:spLocks/>
              </p:cNvSpPr>
              <p:nvPr/>
            </p:nvSpPr>
            <p:spPr bwMode="auto">
              <a:xfrm flipH="1">
                <a:off x="5859" y="2148"/>
                <a:ext cx="298" cy="34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4390" name="Arc 70"/>
              <p:cNvSpPr>
                <a:spLocks/>
              </p:cNvSpPr>
              <p:nvPr/>
            </p:nvSpPr>
            <p:spPr bwMode="auto">
              <a:xfrm>
                <a:off x="5563" y="2160"/>
                <a:ext cx="303" cy="34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4391" name="Arc 71"/>
              <p:cNvSpPr>
                <a:spLocks/>
              </p:cNvSpPr>
              <p:nvPr/>
            </p:nvSpPr>
            <p:spPr bwMode="auto">
              <a:xfrm flipH="1">
                <a:off x="5260" y="2160"/>
                <a:ext cx="305" cy="354"/>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4392" name="Freeform 72"/>
              <p:cNvSpPr>
                <a:spLocks/>
              </p:cNvSpPr>
              <p:nvPr/>
            </p:nvSpPr>
            <p:spPr bwMode="auto">
              <a:xfrm>
                <a:off x="5868" y="2410"/>
                <a:ext cx="3" cy="354"/>
              </a:xfrm>
              <a:custGeom>
                <a:avLst/>
                <a:gdLst>
                  <a:gd name="T0" fmla="*/ 0 w 20000"/>
                  <a:gd name="T1" fmla="*/ 19863 h 20000"/>
                  <a:gd name="T2" fmla="*/ 0 w 20000"/>
                  <a:gd name="T3" fmla="*/ 0 h 20000"/>
                </a:gdLst>
                <a:ahLst/>
                <a:cxnLst>
                  <a:cxn ang="0">
                    <a:pos x="T0" y="T1"/>
                  </a:cxn>
                  <a:cxn ang="0">
                    <a:pos x="T2" y="T3"/>
                  </a:cxn>
                </a:cxnLst>
                <a:rect l="0" t="0" r="r" b="b"/>
                <a:pathLst>
                  <a:path w="20000" h="20000">
                    <a:moveTo>
                      <a:pt x="0" y="19863"/>
                    </a:moveTo>
                    <a:lnTo>
                      <a:pt x="0" y="0"/>
                    </a:ln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4393" name="Freeform 73"/>
              <p:cNvSpPr>
                <a:spLocks/>
              </p:cNvSpPr>
              <p:nvPr/>
            </p:nvSpPr>
            <p:spPr bwMode="auto">
              <a:xfrm>
                <a:off x="6467" y="2463"/>
                <a:ext cx="141" cy="307"/>
              </a:xfrm>
              <a:custGeom>
                <a:avLst/>
                <a:gdLst>
                  <a:gd name="T0" fmla="*/ 0 w 20000"/>
                  <a:gd name="T1" fmla="*/ 19815 h 20000"/>
                  <a:gd name="T2" fmla="*/ 0 w 20000"/>
                  <a:gd name="T3" fmla="*/ 0 h 20000"/>
                </a:gdLst>
                <a:ahLst/>
                <a:cxnLst>
                  <a:cxn ang="0">
                    <a:pos x="T0" y="T1"/>
                  </a:cxn>
                  <a:cxn ang="0">
                    <a:pos x="T2" y="T3"/>
                  </a:cxn>
                </a:cxnLst>
                <a:rect l="0" t="0" r="r" b="b"/>
                <a:pathLst>
                  <a:path w="20000" h="20000">
                    <a:moveTo>
                      <a:pt x="0" y="19815"/>
                    </a:moveTo>
                    <a:lnTo>
                      <a:pt x="0" y="0"/>
                    </a:ln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824394" name="Group 74"/>
            <p:cNvGrpSpPr>
              <a:grpSpLocks/>
            </p:cNvGrpSpPr>
            <p:nvPr/>
          </p:nvGrpSpPr>
          <p:grpSpPr bwMode="auto">
            <a:xfrm>
              <a:off x="4027" y="8719"/>
              <a:ext cx="1212" cy="241"/>
              <a:chOff x="3460" y="2145"/>
              <a:chExt cx="3148" cy="626"/>
            </a:xfrm>
          </p:grpSpPr>
          <p:sp>
            <p:nvSpPr>
              <p:cNvPr id="824395" name="Arc 75"/>
              <p:cNvSpPr>
                <a:spLocks/>
              </p:cNvSpPr>
              <p:nvPr/>
            </p:nvSpPr>
            <p:spPr bwMode="auto">
              <a:xfrm>
                <a:off x="4351" y="2155"/>
                <a:ext cx="303" cy="34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4396" name="Arc 76"/>
              <p:cNvSpPr>
                <a:spLocks/>
              </p:cNvSpPr>
              <p:nvPr/>
            </p:nvSpPr>
            <p:spPr bwMode="auto">
              <a:xfrm flipH="1">
                <a:off x="4060" y="2155"/>
                <a:ext cx="298" cy="34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4397" name="Freeform 77"/>
              <p:cNvSpPr>
                <a:spLocks/>
              </p:cNvSpPr>
              <p:nvPr/>
            </p:nvSpPr>
            <p:spPr bwMode="auto">
              <a:xfrm>
                <a:off x="4058" y="2497"/>
                <a:ext cx="2" cy="274"/>
              </a:xfrm>
              <a:custGeom>
                <a:avLst/>
                <a:gdLst>
                  <a:gd name="T0" fmla="*/ 0 w 20000"/>
                  <a:gd name="T1" fmla="*/ 19823 h 20000"/>
                  <a:gd name="T2" fmla="*/ 0 w 20000"/>
                  <a:gd name="T3" fmla="*/ 0 h 20000"/>
                </a:gdLst>
                <a:ahLst/>
                <a:cxnLst>
                  <a:cxn ang="0">
                    <a:pos x="T0" y="T1"/>
                  </a:cxn>
                  <a:cxn ang="0">
                    <a:pos x="T2" y="T3"/>
                  </a:cxn>
                </a:cxnLst>
                <a:rect l="0" t="0" r="r" b="b"/>
                <a:pathLst>
                  <a:path w="20000" h="20000">
                    <a:moveTo>
                      <a:pt x="0" y="19823"/>
                    </a:moveTo>
                    <a:lnTo>
                      <a:pt x="0" y="0"/>
                    </a:ln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4398" name="Arc 78"/>
              <p:cNvSpPr>
                <a:spLocks/>
              </p:cNvSpPr>
              <p:nvPr/>
            </p:nvSpPr>
            <p:spPr bwMode="auto">
              <a:xfrm>
                <a:off x="4952" y="2152"/>
                <a:ext cx="305" cy="34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4399" name="Arc 79"/>
              <p:cNvSpPr>
                <a:spLocks/>
              </p:cNvSpPr>
              <p:nvPr/>
            </p:nvSpPr>
            <p:spPr bwMode="auto">
              <a:xfrm flipH="1">
                <a:off x="4650" y="2152"/>
                <a:ext cx="298" cy="34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4400" name="Arc 80"/>
              <p:cNvSpPr>
                <a:spLocks/>
              </p:cNvSpPr>
              <p:nvPr/>
            </p:nvSpPr>
            <p:spPr bwMode="auto">
              <a:xfrm>
                <a:off x="3757" y="2145"/>
                <a:ext cx="302" cy="34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4401" name="Arc 81"/>
              <p:cNvSpPr>
                <a:spLocks/>
              </p:cNvSpPr>
              <p:nvPr/>
            </p:nvSpPr>
            <p:spPr bwMode="auto">
              <a:xfrm flipH="1">
                <a:off x="3460" y="2145"/>
                <a:ext cx="298" cy="34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4402" name="Freeform 82"/>
              <p:cNvSpPr>
                <a:spLocks/>
              </p:cNvSpPr>
              <p:nvPr/>
            </p:nvSpPr>
            <p:spPr bwMode="auto">
              <a:xfrm>
                <a:off x="3462" y="2470"/>
                <a:ext cx="3" cy="286"/>
              </a:xfrm>
              <a:custGeom>
                <a:avLst/>
                <a:gdLst>
                  <a:gd name="T0" fmla="*/ 0 w 20000"/>
                  <a:gd name="T1" fmla="*/ 19831 h 20000"/>
                  <a:gd name="T2" fmla="*/ 0 w 20000"/>
                  <a:gd name="T3" fmla="*/ 0 h 20000"/>
                </a:gdLst>
                <a:ahLst/>
                <a:cxnLst>
                  <a:cxn ang="0">
                    <a:pos x="T0" y="T1"/>
                  </a:cxn>
                  <a:cxn ang="0">
                    <a:pos x="T2" y="T3"/>
                  </a:cxn>
                </a:cxnLst>
                <a:rect l="0" t="0" r="r" b="b"/>
                <a:pathLst>
                  <a:path w="20000" h="20000">
                    <a:moveTo>
                      <a:pt x="0" y="19831"/>
                    </a:moveTo>
                    <a:lnTo>
                      <a:pt x="0" y="0"/>
                    </a:ln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4403" name="Freeform 83"/>
              <p:cNvSpPr>
                <a:spLocks/>
              </p:cNvSpPr>
              <p:nvPr/>
            </p:nvSpPr>
            <p:spPr bwMode="auto">
              <a:xfrm>
                <a:off x="4660" y="2490"/>
                <a:ext cx="2" cy="281"/>
              </a:xfrm>
              <a:custGeom>
                <a:avLst/>
                <a:gdLst>
                  <a:gd name="T0" fmla="*/ 0 w 20000"/>
                  <a:gd name="T1" fmla="*/ 19828 h 20000"/>
                  <a:gd name="T2" fmla="*/ 0 w 20000"/>
                  <a:gd name="T3" fmla="*/ 0 h 20000"/>
                </a:gdLst>
                <a:ahLst/>
                <a:cxnLst>
                  <a:cxn ang="0">
                    <a:pos x="T0" y="T1"/>
                  </a:cxn>
                  <a:cxn ang="0">
                    <a:pos x="T2" y="T3"/>
                  </a:cxn>
                </a:cxnLst>
                <a:rect l="0" t="0" r="r" b="b"/>
                <a:pathLst>
                  <a:path w="20000" h="20000">
                    <a:moveTo>
                      <a:pt x="0" y="19828"/>
                    </a:moveTo>
                    <a:lnTo>
                      <a:pt x="0" y="0"/>
                    </a:ln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4404" name="Freeform 84"/>
              <p:cNvSpPr>
                <a:spLocks/>
              </p:cNvSpPr>
              <p:nvPr/>
            </p:nvSpPr>
            <p:spPr bwMode="auto">
              <a:xfrm>
                <a:off x="5264" y="2411"/>
                <a:ext cx="3" cy="359"/>
              </a:xfrm>
              <a:custGeom>
                <a:avLst/>
                <a:gdLst>
                  <a:gd name="T0" fmla="*/ 0 w 20000"/>
                  <a:gd name="T1" fmla="*/ 19865 h 20000"/>
                  <a:gd name="T2" fmla="*/ 0 w 20000"/>
                  <a:gd name="T3" fmla="*/ 0 h 20000"/>
                </a:gdLst>
                <a:ahLst/>
                <a:cxnLst>
                  <a:cxn ang="0">
                    <a:pos x="T0" y="T1"/>
                  </a:cxn>
                  <a:cxn ang="0">
                    <a:pos x="T2" y="T3"/>
                  </a:cxn>
                </a:cxnLst>
                <a:rect l="0" t="0" r="r" b="b"/>
                <a:pathLst>
                  <a:path w="20000" h="20000">
                    <a:moveTo>
                      <a:pt x="0" y="19865"/>
                    </a:moveTo>
                    <a:lnTo>
                      <a:pt x="0" y="0"/>
                    </a:ln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4405" name="Arc 85"/>
              <p:cNvSpPr>
                <a:spLocks/>
              </p:cNvSpPr>
              <p:nvPr/>
            </p:nvSpPr>
            <p:spPr bwMode="auto">
              <a:xfrm>
                <a:off x="6161" y="2148"/>
                <a:ext cx="306" cy="34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4406" name="Arc 86"/>
              <p:cNvSpPr>
                <a:spLocks/>
              </p:cNvSpPr>
              <p:nvPr/>
            </p:nvSpPr>
            <p:spPr bwMode="auto">
              <a:xfrm flipH="1">
                <a:off x="5859" y="2148"/>
                <a:ext cx="298" cy="34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4407" name="Arc 87"/>
              <p:cNvSpPr>
                <a:spLocks/>
              </p:cNvSpPr>
              <p:nvPr/>
            </p:nvSpPr>
            <p:spPr bwMode="auto">
              <a:xfrm>
                <a:off x="5563" y="2160"/>
                <a:ext cx="303" cy="34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4408" name="Arc 88"/>
              <p:cNvSpPr>
                <a:spLocks/>
              </p:cNvSpPr>
              <p:nvPr/>
            </p:nvSpPr>
            <p:spPr bwMode="auto">
              <a:xfrm flipH="1">
                <a:off x="5260" y="2160"/>
                <a:ext cx="305" cy="354"/>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4409" name="Freeform 89"/>
              <p:cNvSpPr>
                <a:spLocks/>
              </p:cNvSpPr>
              <p:nvPr/>
            </p:nvSpPr>
            <p:spPr bwMode="auto">
              <a:xfrm>
                <a:off x="5868" y="2410"/>
                <a:ext cx="3" cy="354"/>
              </a:xfrm>
              <a:custGeom>
                <a:avLst/>
                <a:gdLst>
                  <a:gd name="T0" fmla="*/ 0 w 20000"/>
                  <a:gd name="T1" fmla="*/ 19863 h 20000"/>
                  <a:gd name="T2" fmla="*/ 0 w 20000"/>
                  <a:gd name="T3" fmla="*/ 0 h 20000"/>
                </a:gdLst>
                <a:ahLst/>
                <a:cxnLst>
                  <a:cxn ang="0">
                    <a:pos x="T0" y="T1"/>
                  </a:cxn>
                  <a:cxn ang="0">
                    <a:pos x="T2" y="T3"/>
                  </a:cxn>
                </a:cxnLst>
                <a:rect l="0" t="0" r="r" b="b"/>
                <a:pathLst>
                  <a:path w="20000" h="20000">
                    <a:moveTo>
                      <a:pt x="0" y="19863"/>
                    </a:moveTo>
                    <a:lnTo>
                      <a:pt x="0" y="0"/>
                    </a:ln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4410" name="Freeform 90"/>
              <p:cNvSpPr>
                <a:spLocks/>
              </p:cNvSpPr>
              <p:nvPr/>
            </p:nvSpPr>
            <p:spPr bwMode="auto">
              <a:xfrm>
                <a:off x="6467" y="2463"/>
                <a:ext cx="141" cy="307"/>
              </a:xfrm>
              <a:custGeom>
                <a:avLst/>
                <a:gdLst>
                  <a:gd name="T0" fmla="*/ 0 w 20000"/>
                  <a:gd name="T1" fmla="*/ 19815 h 20000"/>
                  <a:gd name="T2" fmla="*/ 0 w 20000"/>
                  <a:gd name="T3" fmla="*/ 0 h 20000"/>
                </a:gdLst>
                <a:ahLst/>
                <a:cxnLst>
                  <a:cxn ang="0">
                    <a:pos x="T0" y="T1"/>
                  </a:cxn>
                  <a:cxn ang="0">
                    <a:pos x="T2" y="T3"/>
                  </a:cxn>
                </a:cxnLst>
                <a:rect l="0" t="0" r="r" b="b"/>
                <a:pathLst>
                  <a:path w="20000" h="20000">
                    <a:moveTo>
                      <a:pt x="0" y="19815"/>
                    </a:moveTo>
                    <a:lnTo>
                      <a:pt x="0" y="0"/>
                    </a:ln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824411" name="Line 91"/>
            <p:cNvSpPr>
              <a:spLocks noChangeShapeType="1"/>
            </p:cNvSpPr>
            <p:nvPr/>
          </p:nvSpPr>
          <p:spPr bwMode="auto">
            <a:xfrm rot="5400000" flipH="1">
              <a:off x="3093" y="8711"/>
              <a:ext cx="0" cy="720"/>
            </a:xfrm>
            <a:prstGeom prst="line">
              <a:avLst/>
            </a:prstGeom>
            <a:noFill/>
            <a:ln w="19050">
              <a:solidFill>
                <a:srgbClr val="FF0000"/>
              </a:solidFill>
              <a:round/>
              <a:headEnd type="triangle" w="sm" len="med"/>
              <a:tailEnd type="none" w="sm" len="med"/>
            </a:ln>
            <a:extLst>
              <a:ext uri="{909E8E84-426E-40DD-AFC4-6F175D3DCCD1}">
                <a14:hiddenFill xmlns:a14="http://schemas.microsoft.com/office/drawing/2010/main">
                  <a:noFill/>
                </a14:hiddenFill>
              </a:ext>
            </a:extLst>
          </p:spPr>
          <p:txBody>
            <a:bodyPr/>
            <a:lstStyle/>
            <a:p>
              <a:endParaRPr lang="en-US"/>
            </a:p>
          </p:txBody>
        </p:sp>
        <p:sp>
          <p:nvSpPr>
            <p:cNvPr id="824412" name="Line 92"/>
            <p:cNvSpPr>
              <a:spLocks noChangeShapeType="1"/>
            </p:cNvSpPr>
            <p:nvPr/>
          </p:nvSpPr>
          <p:spPr bwMode="auto">
            <a:xfrm rot="5400000" flipH="1">
              <a:off x="4605" y="8704"/>
              <a:ext cx="0" cy="720"/>
            </a:xfrm>
            <a:prstGeom prst="line">
              <a:avLst/>
            </a:prstGeom>
            <a:noFill/>
            <a:ln w="19050">
              <a:solidFill>
                <a:srgbClr val="FF0000"/>
              </a:solidFill>
              <a:round/>
              <a:headEnd type="triangle" w="sm" len="med"/>
              <a:tailEnd type="none" w="sm" len="med"/>
            </a:ln>
            <a:extLst>
              <a:ext uri="{909E8E84-426E-40DD-AFC4-6F175D3DCCD1}">
                <a14:hiddenFill xmlns:a14="http://schemas.microsoft.com/office/drawing/2010/main">
                  <a:noFill/>
                </a14:hiddenFill>
              </a:ext>
            </a:extLst>
          </p:spPr>
          <p:txBody>
            <a:bodyPr/>
            <a:lstStyle/>
            <a:p>
              <a:endParaRPr lang="en-US"/>
            </a:p>
          </p:txBody>
        </p:sp>
        <p:grpSp>
          <p:nvGrpSpPr>
            <p:cNvPr id="824413" name="Group 93"/>
            <p:cNvGrpSpPr>
              <a:grpSpLocks/>
            </p:cNvGrpSpPr>
            <p:nvPr/>
          </p:nvGrpSpPr>
          <p:grpSpPr bwMode="auto">
            <a:xfrm flipH="1">
              <a:off x="2067" y="6910"/>
              <a:ext cx="166" cy="2147"/>
              <a:chOff x="12" y="0"/>
              <a:chExt cx="19976" cy="19999"/>
            </a:xfrm>
          </p:grpSpPr>
          <p:sp>
            <p:nvSpPr>
              <p:cNvPr id="824414" name="Line 94"/>
              <p:cNvSpPr>
                <a:spLocks noChangeShapeType="1"/>
              </p:cNvSpPr>
              <p:nvPr/>
            </p:nvSpPr>
            <p:spPr bwMode="auto">
              <a:xfrm>
                <a:off x="9773" y="676"/>
                <a:ext cx="227" cy="8719"/>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4415" name="Line 95"/>
              <p:cNvSpPr>
                <a:spLocks noChangeShapeType="1"/>
              </p:cNvSpPr>
              <p:nvPr/>
            </p:nvSpPr>
            <p:spPr bwMode="auto">
              <a:xfrm>
                <a:off x="9773" y="10652"/>
                <a:ext cx="227" cy="8719"/>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4416" name="Arc 96"/>
              <p:cNvSpPr>
                <a:spLocks/>
              </p:cNvSpPr>
              <p:nvPr/>
            </p:nvSpPr>
            <p:spPr bwMode="auto">
              <a:xfrm flipH="1" flipV="1">
                <a:off x="10000" y="9285"/>
                <a:ext cx="9988" cy="69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9050">
                <a:solidFill>
                  <a:srgbClr val="FF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4417" name="Arc 97"/>
              <p:cNvSpPr>
                <a:spLocks/>
              </p:cNvSpPr>
              <p:nvPr/>
            </p:nvSpPr>
            <p:spPr bwMode="auto">
              <a:xfrm flipH="1">
                <a:off x="10000" y="9961"/>
                <a:ext cx="9988" cy="69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9050">
                <a:solidFill>
                  <a:srgbClr val="FF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4418" name="Arc 98"/>
              <p:cNvSpPr>
                <a:spLocks/>
              </p:cNvSpPr>
              <p:nvPr/>
            </p:nvSpPr>
            <p:spPr bwMode="auto">
              <a:xfrm flipV="1">
                <a:off x="12" y="19308"/>
                <a:ext cx="9988" cy="69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9050">
                <a:solidFill>
                  <a:srgbClr val="FF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4419" name="Arc 99"/>
              <p:cNvSpPr>
                <a:spLocks/>
              </p:cNvSpPr>
              <p:nvPr/>
            </p:nvSpPr>
            <p:spPr bwMode="auto">
              <a:xfrm>
                <a:off x="12" y="0"/>
                <a:ext cx="9988" cy="69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9050">
                <a:solidFill>
                  <a:srgbClr val="FF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824420" name="Group 100"/>
            <p:cNvGrpSpPr>
              <a:grpSpLocks/>
            </p:cNvGrpSpPr>
            <p:nvPr/>
          </p:nvGrpSpPr>
          <p:grpSpPr bwMode="auto">
            <a:xfrm>
              <a:off x="6844" y="6771"/>
              <a:ext cx="1212" cy="241"/>
              <a:chOff x="3460" y="2145"/>
              <a:chExt cx="3148" cy="626"/>
            </a:xfrm>
          </p:grpSpPr>
          <p:sp>
            <p:nvSpPr>
              <p:cNvPr id="824421" name="Arc 101"/>
              <p:cNvSpPr>
                <a:spLocks/>
              </p:cNvSpPr>
              <p:nvPr/>
            </p:nvSpPr>
            <p:spPr bwMode="auto">
              <a:xfrm>
                <a:off x="4351" y="2155"/>
                <a:ext cx="303" cy="34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4422" name="Arc 102"/>
              <p:cNvSpPr>
                <a:spLocks/>
              </p:cNvSpPr>
              <p:nvPr/>
            </p:nvSpPr>
            <p:spPr bwMode="auto">
              <a:xfrm flipH="1">
                <a:off x="4060" y="2155"/>
                <a:ext cx="298" cy="34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4423" name="Freeform 103"/>
              <p:cNvSpPr>
                <a:spLocks/>
              </p:cNvSpPr>
              <p:nvPr/>
            </p:nvSpPr>
            <p:spPr bwMode="auto">
              <a:xfrm>
                <a:off x="4058" y="2497"/>
                <a:ext cx="2" cy="274"/>
              </a:xfrm>
              <a:custGeom>
                <a:avLst/>
                <a:gdLst>
                  <a:gd name="T0" fmla="*/ 0 w 20000"/>
                  <a:gd name="T1" fmla="*/ 19823 h 20000"/>
                  <a:gd name="T2" fmla="*/ 0 w 20000"/>
                  <a:gd name="T3" fmla="*/ 0 h 20000"/>
                </a:gdLst>
                <a:ahLst/>
                <a:cxnLst>
                  <a:cxn ang="0">
                    <a:pos x="T0" y="T1"/>
                  </a:cxn>
                  <a:cxn ang="0">
                    <a:pos x="T2" y="T3"/>
                  </a:cxn>
                </a:cxnLst>
                <a:rect l="0" t="0" r="r" b="b"/>
                <a:pathLst>
                  <a:path w="20000" h="20000">
                    <a:moveTo>
                      <a:pt x="0" y="19823"/>
                    </a:moveTo>
                    <a:lnTo>
                      <a:pt x="0" y="0"/>
                    </a:ln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4424" name="Arc 104"/>
              <p:cNvSpPr>
                <a:spLocks/>
              </p:cNvSpPr>
              <p:nvPr/>
            </p:nvSpPr>
            <p:spPr bwMode="auto">
              <a:xfrm>
                <a:off x="4952" y="2152"/>
                <a:ext cx="305" cy="34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4425" name="Arc 105"/>
              <p:cNvSpPr>
                <a:spLocks/>
              </p:cNvSpPr>
              <p:nvPr/>
            </p:nvSpPr>
            <p:spPr bwMode="auto">
              <a:xfrm flipH="1">
                <a:off x="4650" y="2152"/>
                <a:ext cx="298" cy="34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4426" name="Arc 106"/>
              <p:cNvSpPr>
                <a:spLocks/>
              </p:cNvSpPr>
              <p:nvPr/>
            </p:nvSpPr>
            <p:spPr bwMode="auto">
              <a:xfrm>
                <a:off x="3757" y="2145"/>
                <a:ext cx="302" cy="34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4427" name="Arc 107"/>
              <p:cNvSpPr>
                <a:spLocks/>
              </p:cNvSpPr>
              <p:nvPr/>
            </p:nvSpPr>
            <p:spPr bwMode="auto">
              <a:xfrm flipH="1">
                <a:off x="3460" y="2145"/>
                <a:ext cx="298" cy="34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4428" name="Freeform 108"/>
              <p:cNvSpPr>
                <a:spLocks/>
              </p:cNvSpPr>
              <p:nvPr/>
            </p:nvSpPr>
            <p:spPr bwMode="auto">
              <a:xfrm>
                <a:off x="3462" y="2470"/>
                <a:ext cx="3" cy="286"/>
              </a:xfrm>
              <a:custGeom>
                <a:avLst/>
                <a:gdLst>
                  <a:gd name="T0" fmla="*/ 0 w 20000"/>
                  <a:gd name="T1" fmla="*/ 19831 h 20000"/>
                  <a:gd name="T2" fmla="*/ 0 w 20000"/>
                  <a:gd name="T3" fmla="*/ 0 h 20000"/>
                </a:gdLst>
                <a:ahLst/>
                <a:cxnLst>
                  <a:cxn ang="0">
                    <a:pos x="T0" y="T1"/>
                  </a:cxn>
                  <a:cxn ang="0">
                    <a:pos x="T2" y="T3"/>
                  </a:cxn>
                </a:cxnLst>
                <a:rect l="0" t="0" r="r" b="b"/>
                <a:pathLst>
                  <a:path w="20000" h="20000">
                    <a:moveTo>
                      <a:pt x="0" y="19831"/>
                    </a:moveTo>
                    <a:lnTo>
                      <a:pt x="0" y="0"/>
                    </a:ln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4429" name="Freeform 109"/>
              <p:cNvSpPr>
                <a:spLocks/>
              </p:cNvSpPr>
              <p:nvPr/>
            </p:nvSpPr>
            <p:spPr bwMode="auto">
              <a:xfrm>
                <a:off x="4660" y="2490"/>
                <a:ext cx="2" cy="281"/>
              </a:xfrm>
              <a:custGeom>
                <a:avLst/>
                <a:gdLst>
                  <a:gd name="T0" fmla="*/ 0 w 20000"/>
                  <a:gd name="T1" fmla="*/ 19828 h 20000"/>
                  <a:gd name="T2" fmla="*/ 0 w 20000"/>
                  <a:gd name="T3" fmla="*/ 0 h 20000"/>
                </a:gdLst>
                <a:ahLst/>
                <a:cxnLst>
                  <a:cxn ang="0">
                    <a:pos x="T0" y="T1"/>
                  </a:cxn>
                  <a:cxn ang="0">
                    <a:pos x="T2" y="T3"/>
                  </a:cxn>
                </a:cxnLst>
                <a:rect l="0" t="0" r="r" b="b"/>
                <a:pathLst>
                  <a:path w="20000" h="20000">
                    <a:moveTo>
                      <a:pt x="0" y="19828"/>
                    </a:moveTo>
                    <a:lnTo>
                      <a:pt x="0" y="0"/>
                    </a:ln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4430" name="Freeform 110"/>
              <p:cNvSpPr>
                <a:spLocks/>
              </p:cNvSpPr>
              <p:nvPr/>
            </p:nvSpPr>
            <p:spPr bwMode="auto">
              <a:xfrm>
                <a:off x="5264" y="2411"/>
                <a:ext cx="3" cy="359"/>
              </a:xfrm>
              <a:custGeom>
                <a:avLst/>
                <a:gdLst>
                  <a:gd name="T0" fmla="*/ 0 w 20000"/>
                  <a:gd name="T1" fmla="*/ 19865 h 20000"/>
                  <a:gd name="T2" fmla="*/ 0 w 20000"/>
                  <a:gd name="T3" fmla="*/ 0 h 20000"/>
                </a:gdLst>
                <a:ahLst/>
                <a:cxnLst>
                  <a:cxn ang="0">
                    <a:pos x="T0" y="T1"/>
                  </a:cxn>
                  <a:cxn ang="0">
                    <a:pos x="T2" y="T3"/>
                  </a:cxn>
                </a:cxnLst>
                <a:rect l="0" t="0" r="r" b="b"/>
                <a:pathLst>
                  <a:path w="20000" h="20000">
                    <a:moveTo>
                      <a:pt x="0" y="19865"/>
                    </a:moveTo>
                    <a:lnTo>
                      <a:pt x="0" y="0"/>
                    </a:ln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4431" name="Arc 111"/>
              <p:cNvSpPr>
                <a:spLocks/>
              </p:cNvSpPr>
              <p:nvPr/>
            </p:nvSpPr>
            <p:spPr bwMode="auto">
              <a:xfrm>
                <a:off x="6161" y="2148"/>
                <a:ext cx="306" cy="34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4432" name="Arc 112"/>
              <p:cNvSpPr>
                <a:spLocks/>
              </p:cNvSpPr>
              <p:nvPr/>
            </p:nvSpPr>
            <p:spPr bwMode="auto">
              <a:xfrm flipH="1">
                <a:off x="5859" y="2148"/>
                <a:ext cx="298" cy="34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4433" name="Arc 113"/>
              <p:cNvSpPr>
                <a:spLocks/>
              </p:cNvSpPr>
              <p:nvPr/>
            </p:nvSpPr>
            <p:spPr bwMode="auto">
              <a:xfrm>
                <a:off x="5563" y="2160"/>
                <a:ext cx="303" cy="34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4434" name="Arc 114"/>
              <p:cNvSpPr>
                <a:spLocks/>
              </p:cNvSpPr>
              <p:nvPr/>
            </p:nvSpPr>
            <p:spPr bwMode="auto">
              <a:xfrm flipH="1">
                <a:off x="5260" y="2160"/>
                <a:ext cx="305" cy="354"/>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4435" name="Freeform 115"/>
              <p:cNvSpPr>
                <a:spLocks/>
              </p:cNvSpPr>
              <p:nvPr/>
            </p:nvSpPr>
            <p:spPr bwMode="auto">
              <a:xfrm>
                <a:off x="5868" y="2410"/>
                <a:ext cx="3" cy="354"/>
              </a:xfrm>
              <a:custGeom>
                <a:avLst/>
                <a:gdLst>
                  <a:gd name="T0" fmla="*/ 0 w 20000"/>
                  <a:gd name="T1" fmla="*/ 19863 h 20000"/>
                  <a:gd name="T2" fmla="*/ 0 w 20000"/>
                  <a:gd name="T3" fmla="*/ 0 h 20000"/>
                </a:gdLst>
                <a:ahLst/>
                <a:cxnLst>
                  <a:cxn ang="0">
                    <a:pos x="T0" y="T1"/>
                  </a:cxn>
                  <a:cxn ang="0">
                    <a:pos x="T2" y="T3"/>
                  </a:cxn>
                </a:cxnLst>
                <a:rect l="0" t="0" r="r" b="b"/>
                <a:pathLst>
                  <a:path w="20000" h="20000">
                    <a:moveTo>
                      <a:pt x="0" y="19863"/>
                    </a:moveTo>
                    <a:lnTo>
                      <a:pt x="0" y="0"/>
                    </a:ln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4436" name="Freeform 116"/>
              <p:cNvSpPr>
                <a:spLocks/>
              </p:cNvSpPr>
              <p:nvPr/>
            </p:nvSpPr>
            <p:spPr bwMode="auto">
              <a:xfrm>
                <a:off x="6467" y="2463"/>
                <a:ext cx="141" cy="307"/>
              </a:xfrm>
              <a:custGeom>
                <a:avLst/>
                <a:gdLst>
                  <a:gd name="T0" fmla="*/ 0 w 20000"/>
                  <a:gd name="T1" fmla="*/ 19815 h 20000"/>
                  <a:gd name="T2" fmla="*/ 0 w 20000"/>
                  <a:gd name="T3" fmla="*/ 0 h 20000"/>
                </a:gdLst>
                <a:ahLst/>
                <a:cxnLst>
                  <a:cxn ang="0">
                    <a:pos x="T0" y="T1"/>
                  </a:cxn>
                  <a:cxn ang="0">
                    <a:pos x="T2" y="T3"/>
                  </a:cxn>
                </a:cxnLst>
                <a:rect l="0" t="0" r="r" b="b"/>
                <a:pathLst>
                  <a:path w="20000" h="20000">
                    <a:moveTo>
                      <a:pt x="0" y="19815"/>
                    </a:moveTo>
                    <a:lnTo>
                      <a:pt x="0" y="0"/>
                    </a:ln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824437" name="Group 117"/>
            <p:cNvGrpSpPr>
              <a:grpSpLocks/>
            </p:cNvGrpSpPr>
            <p:nvPr/>
          </p:nvGrpSpPr>
          <p:grpSpPr bwMode="auto">
            <a:xfrm>
              <a:off x="6844" y="7741"/>
              <a:ext cx="1212" cy="241"/>
              <a:chOff x="3460" y="2145"/>
              <a:chExt cx="3148" cy="626"/>
            </a:xfrm>
          </p:grpSpPr>
          <p:sp>
            <p:nvSpPr>
              <p:cNvPr id="824438" name="Arc 118"/>
              <p:cNvSpPr>
                <a:spLocks/>
              </p:cNvSpPr>
              <p:nvPr/>
            </p:nvSpPr>
            <p:spPr bwMode="auto">
              <a:xfrm>
                <a:off x="4351" y="2155"/>
                <a:ext cx="303" cy="34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4439" name="Arc 119"/>
              <p:cNvSpPr>
                <a:spLocks/>
              </p:cNvSpPr>
              <p:nvPr/>
            </p:nvSpPr>
            <p:spPr bwMode="auto">
              <a:xfrm flipH="1">
                <a:off x="4060" y="2155"/>
                <a:ext cx="298" cy="34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4440" name="Freeform 120"/>
              <p:cNvSpPr>
                <a:spLocks/>
              </p:cNvSpPr>
              <p:nvPr/>
            </p:nvSpPr>
            <p:spPr bwMode="auto">
              <a:xfrm>
                <a:off x="4058" y="2497"/>
                <a:ext cx="2" cy="274"/>
              </a:xfrm>
              <a:custGeom>
                <a:avLst/>
                <a:gdLst>
                  <a:gd name="T0" fmla="*/ 0 w 20000"/>
                  <a:gd name="T1" fmla="*/ 19823 h 20000"/>
                  <a:gd name="T2" fmla="*/ 0 w 20000"/>
                  <a:gd name="T3" fmla="*/ 0 h 20000"/>
                </a:gdLst>
                <a:ahLst/>
                <a:cxnLst>
                  <a:cxn ang="0">
                    <a:pos x="T0" y="T1"/>
                  </a:cxn>
                  <a:cxn ang="0">
                    <a:pos x="T2" y="T3"/>
                  </a:cxn>
                </a:cxnLst>
                <a:rect l="0" t="0" r="r" b="b"/>
                <a:pathLst>
                  <a:path w="20000" h="20000">
                    <a:moveTo>
                      <a:pt x="0" y="19823"/>
                    </a:moveTo>
                    <a:lnTo>
                      <a:pt x="0" y="0"/>
                    </a:ln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4441" name="Arc 121"/>
              <p:cNvSpPr>
                <a:spLocks/>
              </p:cNvSpPr>
              <p:nvPr/>
            </p:nvSpPr>
            <p:spPr bwMode="auto">
              <a:xfrm>
                <a:off x="4952" y="2152"/>
                <a:ext cx="305" cy="34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4442" name="Arc 122"/>
              <p:cNvSpPr>
                <a:spLocks/>
              </p:cNvSpPr>
              <p:nvPr/>
            </p:nvSpPr>
            <p:spPr bwMode="auto">
              <a:xfrm flipH="1">
                <a:off x="4650" y="2152"/>
                <a:ext cx="298" cy="34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4443" name="Arc 123"/>
              <p:cNvSpPr>
                <a:spLocks/>
              </p:cNvSpPr>
              <p:nvPr/>
            </p:nvSpPr>
            <p:spPr bwMode="auto">
              <a:xfrm>
                <a:off x="3757" y="2145"/>
                <a:ext cx="302" cy="34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4444" name="Arc 124"/>
              <p:cNvSpPr>
                <a:spLocks/>
              </p:cNvSpPr>
              <p:nvPr/>
            </p:nvSpPr>
            <p:spPr bwMode="auto">
              <a:xfrm flipH="1">
                <a:off x="3460" y="2145"/>
                <a:ext cx="298" cy="34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4445" name="Freeform 125"/>
              <p:cNvSpPr>
                <a:spLocks/>
              </p:cNvSpPr>
              <p:nvPr/>
            </p:nvSpPr>
            <p:spPr bwMode="auto">
              <a:xfrm>
                <a:off x="3462" y="2470"/>
                <a:ext cx="3" cy="286"/>
              </a:xfrm>
              <a:custGeom>
                <a:avLst/>
                <a:gdLst>
                  <a:gd name="T0" fmla="*/ 0 w 20000"/>
                  <a:gd name="T1" fmla="*/ 19831 h 20000"/>
                  <a:gd name="T2" fmla="*/ 0 w 20000"/>
                  <a:gd name="T3" fmla="*/ 0 h 20000"/>
                </a:gdLst>
                <a:ahLst/>
                <a:cxnLst>
                  <a:cxn ang="0">
                    <a:pos x="T0" y="T1"/>
                  </a:cxn>
                  <a:cxn ang="0">
                    <a:pos x="T2" y="T3"/>
                  </a:cxn>
                </a:cxnLst>
                <a:rect l="0" t="0" r="r" b="b"/>
                <a:pathLst>
                  <a:path w="20000" h="20000">
                    <a:moveTo>
                      <a:pt x="0" y="19831"/>
                    </a:moveTo>
                    <a:lnTo>
                      <a:pt x="0" y="0"/>
                    </a:ln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4446" name="Freeform 126"/>
              <p:cNvSpPr>
                <a:spLocks/>
              </p:cNvSpPr>
              <p:nvPr/>
            </p:nvSpPr>
            <p:spPr bwMode="auto">
              <a:xfrm>
                <a:off x="4660" y="2490"/>
                <a:ext cx="2" cy="281"/>
              </a:xfrm>
              <a:custGeom>
                <a:avLst/>
                <a:gdLst>
                  <a:gd name="T0" fmla="*/ 0 w 20000"/>
                  <a:gd name="T1" fmla="*/ 19828 h 20000"/>
                  <a:gd name="T2" fmla="*/ 0 w 20000"/>
                  <a:gd name="T3" fmla="*/ 0 h 20000"/>
                </a:gdLst>
                <a:ahLst/>
                <a:cxnLst>
                  <a:cxn ang="0">
                    <a:pos x="T0" y="T1"/>
                  </a:cxn>
                  <a:cxn ang="0">
                    <a:pos x="T2" y="T3"/>
                  </a:cxn>
                </a:cxnLst>
                <a:rect l="0" t="0" r="r" b="b"/>
                <a:pathLst>
                  <a:path w="20000" h="20000">
                    <a:moveTo>
                      <a:pt x="0" y="19828"/>
                    </a:moveTo>
                    <a:lnTo>
                      <a:pt x="0" y="0"/>
                    </a:ln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4447" name="Freeform 127"/>
              <p:cNvSpPr>
                <a:spLocks/>
              </p:cNvSpPr>
              <p:nvPr/>
            </p:nvSpPr>
            <p:spPr bwMode="auto">
              <a:xfrm>
                <a:off x="5264" y="2411"/>
                <a:ext cx="3" cy="359"/>
              </a:xfrm>
              <a:custGeom>
                <a:avLst/>
                <a:gdLst>
                  <a:gd name="T0" fmla="*/ 0 w 20000"/>
                  <a:gd name="T1" fmla="*/ 19865 h 20000"/>
                  <a:gd name="T2" fmla="*/ 0 w 20000"/>
                  <a:gd name="T3" fmla="*/ 0 h 20000"/>
                </a:gdLst>
                <a:ahLst/>
                <a:cxnLst>
                  <a:cxn ang="0">
                    <a:pos x="T0" y="T1"/>
                  </a:cxn>
                  <a:cxn ang="0">
                    <a:pos x="T2" y="T3"/>
                  </a:cxn>
                </a:cxnLst>
                <a:rect l="0" t="0" r="r" b="b"/>
                <a:pathLst>
                  <a:path w="20000" h="20000">
                    <a:moveTo>
                      <a:pt x="0" y="19865"/>
                    </a:moveTo>
                    <a:lnTo>
                      <a:pt x="0" y="0"/>
                    </a:ln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4448" name="Arc 128"/>
              <p:cNvSpPr>
                <a:spLocks/>
              </p:cNvSpPr>
              <p:nvPr/>
            </p:nvSpPr>
            <p:spPr bwMode="auto">
              <a:xfrm>
                <a:off x="6161" y="2148"/>
                <a:ext cx="306" cy="34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4449" name="Arc 129"/>
              <p:cNvSpPr>
                <a:spLocks/>
              </p:cNvSpPr>
              <p:nvPr/>
            </p:nvSpPr>
            <p:spPr bwMode="auto">
              <a:xfrm flipH="1">
                <a:off x="5859" y="2148"/>
                <a:ext cx="298" cy="34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4450" name="Arc 130"/>
              <p:cNvSpPr>
                <a:spLocks/>
              </p:cNvSpPr>
              <p:nvPr/>
            </p:nvSpPr>
            <p:spPr bwMode="auto">
              <a:xfrm>
                <a:off x="5563" y="2160"/>
                <a:ext cx="303" cy="34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4451" name="Arc 131"/>
              <p:cNvSpPr>
                <a:spLocks/>
              </p:cNvSpPr>
              <p:nvPr/>
            </p:nvSpPr>
            <p:spPr bwMode="auto">
              <a:xfrm flipH="1">
                <a:off x="5260" y="2160"/>
                <a:ext cx="305" cy="354"/>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4452" name="Freeform 132"/>
              <p:cNvSpPr>
                <a:spLocks/>
              </p:cNvSpPr>
              <p:nvPr/>
            </p:nvSpPr>
            <p:spPr bwMode="auto">
              <a:xfrm>
                <a:off x="5868" y="2410"/>
                <a:ext cx="3" cy="354"/>
              </a:xfrm>
              <a:custGeom>
                <a:avLst/>
                <a:gdLst>
                  <a:gd name="T0" fmla="*/ 0 w 20000"/>
                  <a:gd name="T1" fmla="*/ 19863 h 20000"/>
                  <a:gd name="T2" fmla="*/ 0 w 20000"/>
                  <a:gd name="T3" fmla="*/ 0 h 20000"/>
                </a:gdLst>
                <a:ahLst/>
                <a:cxnLst>
                  <a:cxn ang="0">
                    <a:pos x="T0" y="T1"/>
                  </a:cxn>
                  <a:cxn ang="0">
                    <a:pos x="T2" y="T3"/>
                  </a:cxn>
                </a:cxnLst>
                <a:rect l="0" t="0" r="r" b="b"/>
                <a:pathLst>
                  <a:path w="20000" h="20000">
                    <a:moveTo>
                      <a:pt x="0" y="19863"/>
                    </a:moveTo>
                    <a:lnTo>
                      <a:pt x="0" y="0"/>
                    </a:ln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4453" name="Freeform 133"/>
              <p:cNvSpPr>
                <a:spLocks/>
              </p:cNvSpPr>
              <p:nvPr/>
            </p:nvSpPr>
            <p:spPr bwMode="auto">
              <a:xfrm>
                <a:off x="6467" y="2463"/>
                <a:ext cx="141" cy="307"/>
              </a:xfrm>
              <a:custGeom>
                <a:avLst/>
                <a:gdLst>
                  <a:gd name="T0" fmla="*/ 0 w 20000"/>
                  <a:gd name="T1" fmla="*/ 19815 h 20000"/>
                  <a:gd name="T2" fmla="*/ 0 w 20000"/>
                  <a:gd name="T3" fmla="*/ 0 h 20000"/>
                </a:gdLst>
                <a:ahLst/>
                <a:cxnLst>
                  <a:cxn ang="0">
                    <a:pos x="T0" y="T1"/>
                  </a:cxn>
                  <a:cxn ang="0">
                    <a:pos x="T2" y="T3"/>
                  </a:cxn>
                </a:cxnLst>
                <a:rect l="0" t="0" r="r" b="b"/>
                <a:pathLst>
                  <a:path w="20000" h="20000">
                    <a:moveTo>
                      <a:pt x="0" y="19815"/>
                    </a:moveTo>
                    <a:lnTo>
                      <a:pt x="0" y="0"/>
                    </a:ln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824454" name="Group 134"/>
            <p:cNvGrpSpPr>
              <a:grpSpLocks/>
            </p:cNvGrpSpPr>
            <p:nvPr/>
          </p:nvGrpSpPr>
          <p:grpSpPr bwMode="auto">
            <a:xfrm>
              <a:off x="6850" y="8712"/>
              <a:ext cx="1212" cy="241"/>
              <a:chOff x="3460" y="2145"/>
              <a:chExt cx="3148" cy="626"/>
            </a:xfrm>
          </p:grpSpPr>
          <p:sp>
            <p:nvSpPr>
              <p:cNvPr id="824455" name="Arc 135"/>
              <p:cNvSpPr>
                <a:spLocks/>
              </p:cNvSpPr>
              <p:nvPr/>
            </p:nvSpPr>
            <p:spPr bwMode="auto">
              <a:xfrm>
                <a:off x="4351" y="2155"/>
                <a:ext cx="303" cy="34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4456" name="Arc 136"/>
              <p:cNvSpPr>
                <a:spLocks/>
              </p:cNvSpPr>
              <p:nvPr/>
            </p:nvSpPr>
            <p:spPr bwMode="auto">
              <a:xfrm flipH="1">
                <a:off x="4060" y="2155"/>
                <a:ext cx="298" cy="34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4457" name="Freeform 137"/>
              <p:cNvSpPr>
                <a:spLocks/>
              </p:cNvSpPr>
              <p:nvPr/>
            </p:nvSpPr>
            <p:spPr bwMode="auto">
              <a:xfrm>
                <a:off x="4058" y="2497"/>
                <a:ext cx="2" cy="274"/>
              </a:xfrm>
              <a:custGeom>
                <a:avLst/>
                <a:gdLst>
                  <a:gd name="T0" fmla="*/ 0 w 20000"/>
                  <a:gd name="T1" fmla="*/ 19823 h 20000"/>
                  <a:gd name="T2" fmla="*/ 0 w 20000"/>
                  <a:gd name="T3" fmla="*/ 0 h 20000"/>
                </a:gdLst>
                <a:ahLst/>
                <a:cxnLst>
                  <a:cxn ang="0">
                    <a:pos x="T0" y="T1"/>
                  </a:cxn>
                  <a:cxn ang="0">
                    <a:pos x="T2" y="T3"/>
                  </a:cxn>
                </a:cxnLst>
                <a:rect l="0" t="0" r="r" b="b"/>
                <a:pathLst>
                  <a:path w="20000" h="20000">
                    <a:moveTo>
                      <a:pt x="0" y="19823"/>
                    </a:moveTo>
                    <a:lnTo>
                      <a:pt x="0" y="0"/>
                    </a:ln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4458" name="Arc 138"/>
              <p:cNvSpPr>
                <a:spLocks/>
              </p:cNvSpPr>
              <p:nvPr/>
            </p:nvSpPr>
            <p:spPr bwMode="auto">
              <a:xfrm>
                <a:off x="4952" y="2152"/>
                <a:ext cx="305" cy="34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4459" name="Arc 139"/>
              <p:cNvSpPr>
                <a:spLocks/>
              </p:cNvSpPr>
              <p:nvPr/>
            </p:nvSpPr>
            <p:spPr bwMode="auto">
              <a:xfrm flipH="1">
                <a:off x="4650" y="2152"/>
                <a:ext cx="298" cy="34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4460" name="Arc 140"/>
              <p:cNvSpPr>
                <a:spLocks/>
              </p:cNvSpPr>
              <p:nvPr/>
            </p:nvSpPr>
            <p:spPr bwMode="auto">
              <a:xfrm>
                <a:off x="3757" y="2145"/>
                <a:ext cx="302" cy="34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4461" name="Arc 141"/>
              <p:cNvSpPr>
                <a:spLocks/>
              </p:cNvSpPr>
              <p:nvPr/>
            </p:nvSpPr>
            <p:spPr bwMode="auto">
              <a:xfrm flipH="1">
                <a:off x="3460" y="2145"/>
                <a:ext cx="298" cy="34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4462" name="Freeform 142"/>
              <p:cNvSpPr>
                <a:spLocks/>
              </p:cNvSpPr>
              <p:nvPr/>
            </p:nvSpPr>
            <p:spPr bwMode="auto">
              <a:xfrm>
                <a:off x="3462" y="2470"/>
                <a:ext cx="3" cy="286"/>
              </a:xfrm>
              <a:custGeom>
                <a:avLst/>
                <a:gdLst>
                  <a:gd name="T0" fmla="*/ 0 w 20000"/>
                  <a:gd name="T1" fmla="*/ 19831 h 20000"/>
                  <a:gd name="T2" fmla="*/ 0 w 20000"/>
                  <a:gd name="T3" fmla="*/ 0 h 20000"/>
                </a:gdLst>
                <a:ahLst/>
                <a:cxnLst>
                  <a:cxn ang="0">
                    <a:pos x="T0" y="T1"/>
                  </a:cxn>
                  <a:cxn ang="0">
                    <a:pos x="T2" y="T3"/>
                  </a:cxn>
                </a:cxnLst>
                <a:rect l="0" t="0" r="r" b="b"/>
                <a:pathLst>
                  <a:path w="20000" h="20000">
                    <a:moveTo>
                      <a:pt x="0" y="19831"/>
                    </a:moveTo>
                    <a:lnTo>
                      <a:pt x="0" y="0"/>
                    </a:ln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4463" name="Freeform 143"/>
              <p:cNvSpPr>
                <a:spLocks/>
              </p:cNvSpPr>
              <p:nvPr/>
            </p:nvSpPr>
            <p:spPr bwMode="auto">
              <a:xfrm>
                <a:off x="4660" y="2490"/>
                <a:ext cx="2" cy="281"/>
              </a:xfrm>
              <a:custGeom>
                <a:avLst/>
                <a:gdLst>
                  <a:gd name="T0" fmla="*/ 0 w 20000"/>
                  <a:gd name="T1" fmla="*/ 19828 h 20000"/>
                  <a:gd name="T2" fmla="*/ 0 w 20000"/>
                  <a:gd name="T3" fmla="*/ 0 h 20000"/>
                </a:gdLst>
                <a:ahLst/>
                <a:cxnLst>
                  <a:cxn ang="0">
                    <a:pos x="T0" y="T1"/>
                  </a:cxn>
                  <a:cxn ang="0">
                    <a:pos x="T2" y="T3"/>
                  </a:cxn>
                </a:cxnLst>
                <a:rect l="0" t="0" r="r" b="b"/>
                <a:pathLst>
                  <a:path w="20000" h="20000">
                    <a:moveTo>
                      <a:pt x="0" y="19828"/>
                    </a:moveTo>
                    <a:lnTo>
                      <a:pt x="0" y="0"/>
                    </a:ln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4464" name="Freeform 144"/>
              <p:cNvSpPr>
                <a:spLocks/>
              </p:cNvSpPr>
              <p:nvPr/>
            </p:nvSpPr>
            <p:spPr bwMode="auto">
              <a:xfrm>
                <a:off x="5264" y="2411"/>
                <a:ext cx="3" cy="359"/>
              </a:xfrm>
              <a:custGeom>
                <a:avLst/>
                <a:gdLst>
                  <a:gd name="T0" fmla="*/ 0 w 20000"/>
                  <a:gd name="T1" fmla="*/ 19865 h 20000"/>
                  <a:gd name="T2" fmla="*/ 0 w 20000"/>
                  <a:gd name="T3" fmla="*/ 0 h 20000"/>
                </a:gdLst>
                <a:ahLst/>
                <a:cxnLst>
                  <a:cxn ang="0">
                    <a:pos x="T0" y="T1"/>
                  </a:cxn>
                  <a:cxn ang="0">
                    <a:pos x="T2" y="T3"/>
                  </a:cxn>
                </a:cxnLst>
                <a:rect l="0" t="0" r="r" b="b"/>
                <a:pathLst>
                  <a:path w="20000" h="20000">
                    <a:moveTo>
                      <a:pt x="0" y="19865"/>
                    </a:moveTo>
                    <a:lnTo>
                      <a:pt x="0" y="0"/>
                    </a:ln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4465" name="Arc 145"/>
              <p:cNvSpPr>
                <a:spLocks/>
              </p:cNvSpPr>
              <p:nvPr/>
            </p:nvSpPr>
            <p:spPr bwMode="auto">
              <a:xfrm>
                <a:off x="6161" y="2148"/>
                <a:ext cx="306" cy="34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4466" name="Arc 146"/>
              <p:cNvSpPr>
                <a:spLocks/>
              </p:cNvSpPr>
              <p:nvPr/>
            </p:nvSpPr>
            <p:spPr bwMode="auto">
              <a:xfrm flipH="1">
                <a:off x="5859" y="2148"/>
                <a:ext cx="298" cy="34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4467" name="Arc 147"/>
              <p:cNvSpPr>
                <a:spLocks/>
              </p:cNvSpPr>
              <p:nvPr/>
            </p:nvSpPr>
            <p:spPr bwMode="auto">
              <a:xfrm>
                <a:off x="5563" y="2160"/>
                <a:ext cx="303" cy="34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4468" name="Arc 148"/>
              <p:cNvSpPr>
                <a:spLocks/>
              </p:cNvSpPr>
              <p:nvPr/>
            </p:nvSpPr>
            <p:spPr bwMode="auto">
              <a:xfrm flipH="1">
                <a:off x="5260" y="2160"/>
                <a:ext cx="305" cy="354"/>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4469" name="Freeform 149"/>
              <p:cNvSpPr>
                <a:spLocks/>
              </p:cNvSpPr>
              <p:nvPr/>
            </p:nvSpPr>
            <p:spPr bwMode="auto">
              <a:xfrm>
                <a:off x="5868" y="2410"/>
                <a:ext cx="3" cy="354"/>
              </a:xfrm>
              <a:custGeom>
                <a:avLst/>
                <a:gdLst>
                  <a:gd name="T0" fmla="*/ 0 w 20000"/>
                  <a:gd name="T1" fmla="*/ 19863 h 20000"/>
                  <a:gd name="T2" fmla="*/ 0 w 20000"/>
                  <a:gd name="T3" fmla="*/ 0 h 20000"/>
                </a:gdLst>
                <a:ahLst/>
                <a:cxnLst>
                  <a:cxn ang="0">
                    <a:pos x="T0" y="T1"/>
                  </a:cxn>
                  <a:cxn ang="0">
                    <a:pos x="T2" y="T3"/>
                  </a:cxn>
                </a:cxnLst>
                <a:rect l="0" t="0" r="r" b="b"/>
                <a:pathLst>
                  <a:path w="20000" h="20000">
                    <a:moveTo>
                      <a:pt x="0" y="19863"/>
                    </a:moveTo>
                    <a:lnTo>
                      <a:pt x="0" y="0"/>
                    </a:ln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4470" name="Freeform 150"/>
              <p:cNvSpPr>
                <a:spLocks/>
              </p:cNvSpPr>
              <p:nvPr/>
            </p:nvSpPr>
            <p:spPr bwMode="auto">
              <a:xfrm>
                <a:off x="6467" y="2463"/>
                <a:ext cx="141" cy="307"/>
              </a:xfrm>
              <a:custGeom>
                <a:avLst/>
                <a:gdLst>
                  <a:gd name="T0" fmla="*/ 0 w 20000"/>
                  <a:gd name="T1" fmla="*/ 19815 h 20000"/>
                  <a:gd name="T2" fmla="*/ 0 w 20000"/>
                  <a:gd name="T3" fmla="*/ 0 h 20000"/>
                </a:gdLst>
                <a:ahLst/>
                <a:cxnLst>
                  <a:cxn ang="0">
                    <a:pos x="T0" y="T1"/>
                  </a:cxn>
                  <a:cxn ang="0">
                    <a:pos x="T2" y="T3"/>
                  </a:cxn>
                </a:cxnLst>
                <a:rect l="0" t="0" r="r" b="b"/>
                <a:pathLst>
                  <a:path w="20000" h="20000">
                    <a:moveTo>
                      <a:pt x="0" y="19815"/>
                    </a:moveTo>
                    <a:lnTo>
                      <a:pt x="0" y="0"/>
                    </a:ln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824471" name="Line 151"/>
            <p:cNvSpPr>
              <a:spLocks noChangeShapeType="1"/>
            </p:cNvSpPr>
            <p:nvPr/>
          </p:nvSpPr>
          <p:spPr bwMode="auto">
            <a:xfrm rot="5400000" flipH="1">
              <a:off x="7461" y="8704"/>
              <a:ext cx="0" cy="720"/>
            </a:xfrm>
            <a:prstGeom prst="line">
              <a:avLst/>
            </a:prstGeom>
            <a:noFill/>
            <a:ln w="19050">
              <a:solidFill>
                <a:srgbClr val="FF0000"/>
              </a:solidFill>
              <a:round/>
              <a:headEnd type="triangle" w="sm" len="med"/>
              <a:tailEnd type="none" w="sm" len="med"/>
            </a:ln>
            <a:extLst>
              <a:ext uri="{909E8E84-426E-40DD-AFC4-6F175D3DCCD1}">
                <a14:hiddenFill xmlns:a14="http://schemas.microsoft.com/office/drawing/2010/main">
                  <a:noFill/>
                </a14:hiddenFill>
              </a:ext>
            </a:extLst>
          </p:spPr>
          <p:txBody>
            <a:bodyPr/>
            <a:lstStyle/>
            <a:p>
              <a:endParaRPr lang="en-US"/>
            </a:p>
          </p:txBody>
        </p:sp>
        <p:sp>
          <p:nvSpPr>
            <p:cNvPr id="824472" name="Line 152"/>
            <p:cNvSpPr>
              <a:spLocks noChangeShapeType="1"/>
            </p:cNvSpPr>
            <p:nvPr/>
          </p:nvSpPr>
          <p:spPr bwMode="auto">
            <a:xfrm flipH="1">
              <a:off x="6238" y="9404"/>
              <a:ext cx="0" cy="412"/>
            </a:xfrm>
            <a:prstGeom prst="line">
              <a:avLst/>
            </a:prstGeom>
            <a:noFill/>
            <a:ln w="19050">
              <a:solidFill>
                <a:srgbClr val="FF0000"/>
              </a:solidFill>
              <a:round/>
              <a:headEnd type="triangle" w="sm" len="med"/>
              <a:tailEnd type="none" w="sm" len="med"/>
            </a:ln>
            <a:extLst>
              <a:ext uri="{909E8E84-426E-40DD-AFC4-6F175D3DCCD1}">
                <a14:hiddenFill xmlns:a14="http://schemas.microsoft.com/office/drawing/2010/main">
                  <a:noFill/>
                </a14:hiddenFill>
              </a:ext>
            </a:extLst>
          </p:spPr>
          <p:txBody>
            <a:bodyPr/>
            <a:lstStyle/>
            <a:p>
              <a:endParaRPr lang="en-US"/>
            </a:p>
          </p:txBody>
        </p:sp>
        <p:sp>
          <p:nvSpPr>
            <p:cNvPr id="824473" name="Freeform 153"/>
            <p:cNvSpPr>
              <a:spLocks/>
            </p:cNvSpPr>
            <p:nvPr/>
          </p:nvSpPr>
          <p:spPr bwMode="auto">
            <a:xfrm>
              <a:off x="8703" y="8926"/>
              <a:ext cx="127" cy="399"/>
            </a:xfrm>
            <a:custGeom>
              <a:avLst/>
              <a:gdLst>
                <a:gd name="T0" fmla="*/ 19921 w 20000"/>
                <a:gd name="T1" fmla="*/ 0 h 20000"/>
                <a:gd name="T2" fmla="*/ 0 w 20000"/>
                <a:gd name="T3" fmla="*/ 19930 h 20000"/>
              </a:gdLst>
              <a:ahLst/>
              <a:cxnLst>
                <a:cxn ang="0">
                  <a:pos x="T0" y="T1"/>
                </a:cxn>
                <a:cxn ang="0">
                  <a:pos x="T2" y="T3"/>
                </a:cxn>
              </a:cxnLst>
              <a:rect l="0" t="0" r="r" b="b"/>
              <a:pathLst>
                <a:path w="20000" h="20000">
                  <a:moveTo>
                    <a:pt x="19921" y="0"/>
                  </a:moveTo>
                  <a:lnTo>
                    <a:pt x="0" y="19930"/>
                  </a:ln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4474" name="Freeform 154"/>
            <p:cNvSpPr>
              <a:spLocks/>
            </p:cNvSpPr>
            <p:nvPr/>
          </p:nvSpPr>
          <p:spPr bwMode="auto">
            <a:xfrm>
              <a:off x="8800" y="9213"/>
              <a:ext cx="120" cy="457"/>
            </a:xfrm>
            <a:custGeom>
              <a:avLst/>
              <a:gdLst>
                <a:gd name="T0" fmla="*/ 19921 w 20000"/>
                <a:gd name="T1" fmla="*/ 0 h 20000"/>
                <a:gd name="T2" fmla="*/ 0 w 20000"/>
                <a:gd name="T3" fmla="*/ 19930 h 20000"/>
              </a:gdLst>
              <a:ahLst/>
              <a:cxnLst>
                <a:cxn ang="0">
                  <a:pos x="T0" y="T1"/>
                </a:cxn>
                <a:cxn ang="0">
                  <a:pos x="T2" y="T3"/>
                </a:cxn>
              </a:cxnLst>
              <a:rect l="0" t="0" r="r" b="b"/>
              <a:pathLst>
                <a:path w="20000" h="20000">
                  <a:moveTo>
                    <a:pt x="19921" y="0"/>
                  </a:moveTo>
                  <a:lnTo>
                    <a:pt x="0" y="19930"/>
                  </a:lnTo>
                </a:path>
              </a:pathLst>
            </a:custGeom>
            <a:noFill/>
            <a:ln w="28575" cap="flat" cmpd="sng">
              <a:solidFill>
                <a:srgbClr val="000000"/>
              </a:solidFill>
              <a:prstDash val="solid"/>
              <a:round/>
              <a:headEnd type="none" w="med" len="med"/>
              <a:tailEnd type="triangle"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4475" name="Line 155"/>
            <p:cNvSpPr>
              <a:spLocks noChangeShapeType="1"/>
            </p:cNvSpPr>
            <p:nvPr/>
          </p:nvSpPr>
          <p:spPr bwMode="auto">
            <a:xfrm flipV="1">
              <a:off x="8713" y="9223"/>
              <a:ext cx="199" cy="97"/>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824476" name="Group 156"/>
            <p:cNvGrpSpPr>
              <a:grpSpLocks/>
            </p:cNvGrpSpPr>
            <p:nvPr/>
          </p:nvGrpSpPr>
          <p:grpSpPr bwMode="auto">
            <a:xfrm>
              <a:off x="8637" y="9656"/>
              <a:ext cx="346" cy="111"/>
              <a:chOff x="0" y="0"/>
              <a:chExt cx="20000" cy="20020"/>
            </a:xfrm>
          </p:grpSpPr>
          <p:sp>
            <p:nvSpPr>
              <p:cNvPr id="824477" name="Freeform 157"/>
              <p:cNvSpPr>
                <a:spLocks/>
              </p:cNvSpPr>
              <p:nvPr/>
            </p:nvSpPr>
            <p:spPr bwMode="auto">
              <a:xfrm>
                <a:off x="0" y="0"/>
                <a:ext cx="20000" cy="154"/>
              </a:xfrm>
              <a:custGeom>
                <a:avLst/>
                <a:gdLst>
                  <a:gd name="T0" fmla="*/ 0 w 20000"/>
                  <a:gd name="T1" fmla="*/ 0 h 20000"/>
                  <a:gd name="T2" fmla="*/ 19950 w 20000"/>
                  <a:gd name="T3" fmla="*/ 0 h 20000"/>
                </a:gdLst>
                <a:ahLst/>
                <a:cxnLst>
                  <a:cxn ang="0">
                    <a:pos x="T0" y="T1"/>
                  </a:cxn>
                  <a:cxn ang="0">
                    <a:pos x="T2" y="T3"/>
                  </a:cxn>
                </a:cxnLst>
                <a:rect l="0" t="0" r="r" b="b"/>
                <a:pathLst>
                  <a:path w="20000" h="20000">
                    <a:moveTo>
                      <a:pt x="0" y="0"/>
                    </a:moveTo>
                    <a:lnTo>
                      <a:pt x="19950" y="0"/>
                    </a:lnTo>
                  </a:path>
                </a:pathLst>
              </a:custGeom>
              <a:noFill/>
              <a:ln w="25400" cap="flat">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4478" name="Freeform 158"/>
              <p:cNvSpPr>
                <a:spLocks/>
              </p:cNvSpPr>
              <p:nvPr/>
            </p:nvSpPr>
            <p:spPr bwMode="auto">
              <a:xfrm>
                <a:off x="3970" y="10010"/>
                <a:ext cx="12308" cy="154"/>
              </a:xfrm>
              <a:custGeom>
                <a:avLst/>
                <a:gdLst>
                  <a:gd name="T0" fmla="*/ 0 w 20000"/>
                  <a:gd name="T1" fmla="*/ 0 h 20000"/>
                  <a:gd name="T2" fmla="*/ 19919 w 20000"/>
                  <a:gd name="T3" fmla="*/ 0 h 20000"/>
                </a:gdLst>
                <a:ahLst/>
                <a:cxnLst>
                  <a:cxn ang="0">
                    <a:pos x="T0" y="T1"/>
                  </a:cxn>
                  <a:cxn ang="0">
                    <a:pos x="T2" y="T3"/>
                  </a:cxn>
                </a:cxnLst>
                <a:rect l="0" t="0" r="r" b="b"/>
                <a:pathLst>
                  <a:path w="20000" h="20000">
                    <a:moveTo>
                      <a:pt x="0" y="0"/>
                    </a:moveTo>
                    <a:lnTo>
                      <a:pt x="19919" y="0"/>
                    </a:lnTo>
                  </a:path>
                </a:pathLst>
              </a:custGeom>
              <a:noFill/>
              <a:ln w="25400" cap="flat">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4479" name="Freeform 159"/>
              <p:cNvSpPr>
                <a:spLocks/>
              </p:cNvSpPr>
              <p:nvPr/>
            </p:nvSpPr>
            <p:spPr bwMode="auto">
              <a:xfrm>
                <a:off x="7494" y="19866"/>
                <a:ext cx="5161" cy="154"/>
              </a:xfrm>
              <a:custGeom>
                <a:avLst/>
                <a:gdLst>
                  <a:gd name="T0" fmla="*/ 0 w 20000"/>
                  <a:gd name="T1" fmla="*/ 0 h 20000"/>
                  <a:gd name="T2" fmla="*/ 19808 w 20000"/>
                  <a:gd name="T3" fmla="*/ 0 h 20000"/>
                </a:gdLst>
                <a:ahLst/>
                <a:cxnLst>
                  <a:cxn ang="0">
                    <a:pos x="T0" y="T1"/>
                  </a:cxn>
                  <a:cxn ang="0">
                    <a:pos x="T2" y="T3"/>
                  </a:cxn>
                </a:cxnLst>
                <a:rect l="0" t="0" r="r" b="b"/>
                <a:pathLst>
                  <a:path w="20000" h="20000">
                    <a:moveTo>
                      <a:pt x="0" y="0"/>
                    </a:moveTo>
                    <a:lnTo>
                      <a:pt x="19808" y="0"/>
                    </a:lnTo>
                  </a:path>
                </a:pathLst>
              </a:custGeom>
              <a:noFill/>
              <a:ln w="25400" cap="flat">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824480" name="Text Box 160"/>
            <p:cNvSpPr txBox="1">
              <a:spLocks noChangeArrowheads="1"/>
            </p:cNvSpPr>
            <p:nvPr/>
          </p:nvSpPr>
          <p:spPr bwMode="auto">
            <a:xfrm>
              <a:off x="3346" y="6521"/>
              <a:ext cx="611" cy="5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lnSpc>
                  <a:spcPct val="100000"/>
                </a:lnSpc>
                <a:spcBef>
                  <a:spcPct val="0"/>
                </a:spcBef>
                <a:buClrTx/>
                <a:buSzTx/>
                <a:buFontTx/>
                <a:buNone/>
              </a:pPr>
              <a:r>
                <a:rPr lang="en-US" altLang="en-US" sz="1200" b="0" i="0"/>
                <a:t>A</a:t>
              </a:r>
              <a:r>
                <a:rPr lang="en-US" altLang="en-US" sz="1600" b="0" i="0" baseline="-25000"/>
                <a:t>2</a:t>
              </a:r>
              <a:endParaRPr lang="en-US" altLang="en-US" sz="1200" b="0" i="0"/>
            </a:p>
          </p:txBody>
        </p:sp>
        <p:sp>
          <p:nvSpPr>
            <p:cNvPr id="824481" name="Text Box 161"/>
            <p:cNvSpPr txBox="1">
              <a:spLocks noChangeArrowheads="1"/>
            </p:cNvSpPr>
            <p:nvPr/>
          </p:nvSpPr>
          <p:spPr bwMode="auto">
            <a:xfrm>
              <a:off x="3374" y="7471"/>
              <a:ext cx="686" cy="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lnSpc>
                  <a:spcPct val="100000"/>
                </a:lnSpc>
                <a:spcBef>
                  <a:spcPct val="0"/>
                </a:spcBef>
                <a:buClrTx/>
                <a:buSzTx/>
                <a:buFontTx/>
                <a:buNone/>
              </a:pPr>
              <a:r>
                <a:rPr lang="en-US" altLang="en-US" sz="1200" b="0" i="0"/>
                <a:t>B</a:t>
              </a:r>
              <a:r>
                <a:rPr lang="en-US" altLang="en-US" sz="1600" b="0" i="0" baseline="-25000"/>
                <a:t>2</a:t>
              </a:r>
              <a:endParaRPr lang="en-US" altLang="en-US" sz="1200" b="0" i="0"/>
            </a:p>
          </p:txBody>
        </p:sp>
        <p:sp>
          <p:nvSpPr>
            <p:cNvPr id="824482" name="Text Box 162"/>
            <p:cNvSpPr txBox="1">
              <a:spLocks noChangeArrowheads="1"/>
            </p:cNvSpPr>
            <p:nvPr/>
          </p:nvSpPr>
          <p:spPr bwMode="auto">
            <a:xfrm>
              <a:off x="3301" y="8417"/>
              <a:ext cx="667" cy="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lnSpc>
                  <a:spcPct val="100000"/>
                </a:lnSpc>
                <a:spcBef>
                  <a:spcPct val="0"/>
                </a:spcBef>
                <a:buClrTx/>
                <a:buSzTx/>
                <a:buFontTx/>
                <a:buNone/>
              </a:pPr>
              <a:r>
                <a:rPr lang="en-US" altLang="en-US" sz="1200" b="0" i="0"/>
                <a:t>C</a:t>
              </a:r>
              <a:r>
                <a:rPr lang="en-US" altLang="en-US" sz="1600" b="0" i="0" baseline="-25000"/>
                <a:t>2</a:t>
              </a:r>
              <a:endParaRPr lang="en-US" altLang="en-US" sz="1200" b="0" i="0"/>
            </a:p>
          </p:txBody>
        </p:sp>
        <p:sp>
          <p:nvSpPr>
            <p:cNvPr id="824483" name="Text Box 163"/>
            <p:cNvSpPr txBox="1">
              <a:spLocks noChangeArrowheads="1"/>
            </p:cNvSpPr>
            <p:nvPr/>
          </p:nvSpPr>
          <p:spPr bwMode="auto">
            <a:xfrm>
              <a:off x="5092" y="6594"/>
              <a:ext cx="611" cy="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lnSpc>
                  <a:spcPct val="100000"/>
                </a:lnSpc>
                <a:spcBef>
                  <a:spcPct val="0"/>
                </a:spcBef>
                <a:buClrTx/>
                <a:buSzTx/>
                <a:buFontTx/>
                <a:buNone/>
              </a:pPr>
              <a:r>
                <a:rPr lang="en-US" altLang="en-US" sz="1200" b="0" i="0"/>
                <a:t>A</a:t>
              </a:r>
              <a:r>
                <a:rPr lang="en-US" altLang="en-US" sz="1600" b="0" i="0" baseline="-25000"/>
                <a:t>1</a:t>
              </a:r>
              <a:endParaRPr lang="en-US" altLang="en-US" sz="1200" b="0" i="0"/>
            </a:p>
          </p:txBody>
        </p:sp>
        <p:sp>
          <p:nvSpPr>
            <p:cNvPr id="824484" name="Text Box 164"/>
            <p:cNvSpPr txBox="1">
              <a:spLocks noChangeArrowheads="1"/>
            </p:cNvSpPr>
            <p:nvPr/>
          </p:nvSpPr>
          <p:spPr bwMode="auto">
            <a:xfrm>
              <a:off x="5104" y="7571"/>
              <a:ext cx="611" cy="5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lnSpc>
                  <a:spcPct val="100000"/>
                </a:lnSpc>
                <a:spcBef>
                  <a:spcPct val="0"/>
                </a:spcBef>
                <a:buClrTx/>
                <a:buSzTx/>
                <a:buFontTx/>
                <a:buNone/>
              </a:pPr>
              <a:r>
                <a:rPr lang="en-US" altLang="en-US" sz="1200" b="0" i="0"/>
                <a:t>B</a:t>
              </a:r>
              <a:r>
                <a:rPr lang="en-US" altLang="en-US" sz="1600" b="0" i="0" baseline="-25000"/>
                <a:t>1</a:t>
              </a:r>
              <a:endParaRPr lang="en-US" altLang="en-US" sz="1200" b="0" i="0"/>
            </a:p>
          </p:txBody>
        </p:sp>
        <p:sp>
          <p:nvSpPr>
            <p:cNvPr id="824485" name="Text Box 165"/>
            <p:cNvSpPr txBox="1">
              <a:spLocks noChangeArrowheads="1"/>
            </p:cNvSpPr>
            <p:nvPr/>
          </p:nvSpPr>
          <p:spPr bwMode="auto">
            <a:xfrm>
              <a:off x="5124" y="8522"/>
              <a:ext cx="591" cy="4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lnSpc>
                  <a:spcPct val="100000"/>
                </a:lnSpc>
                <a:spcBef>
                  <a:spcPct val="0"/>
                </a:spcBef>
                <a:buClrTx/>
                <a:buSzTx/>
                <a:buFontTx/>
                <a:buNone/>
              </a:pPr>
              <a:r>
                <a:rPr lang="en-US" altLang="en-US" sz="1200" b="0" i="0"/>
                <a:t>C</a:t>
              </a:r>
              <a:r>
                <a:rPr lang="en-US" altLang="en-US" sz="1600" b="0" i="0" baseline="-25000"/>
                <a:t>1</a:t>
              </a:r>
              <a:endParaRPr lang="en-US" altLang="en-US" sz="1200" b="0" i="0"/>
            </a:p>
          </p:txBody>
        </p:sp>
        <p:sp>
          <p:nvSpPr>
            <p:cNvPr id="824486" name="Text Box 166"/>
            <p:cNvSpPr txBox="1">
              <a:spLocks noChangeArrowheads="1"/>
            </p:cNvSpPr>
            <p:nvPr/>
          </p:nvSpPr>
          <p:spPr bwMode="auto">
            <a:xfrm>
              <a:off x="3194" y="9075"/>
              <a:ext cx="551" cy="5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lnSpc>
                  <a:spcPct val="100000"/>
                </a:lnSpc>
                <a:spcBef>
                  <a:spcPct val="0"/>
                </a:spcBef>
                <a:buClrTx/>
                <a:buSzTx/>
                <a:buFontTx/>
                <a:buNone/>
              </a:pPr>
              <a:r>
                <a:rPr lang="en-US" altLang="en-US" sz="1200" b="0" i="0"/>
                <a:t>I</a:t>
              </a:r>
            </a:p>
          </p:txBody>
        </p:sp>
        <p:sp>
          <p:nvSpPr>
            <p:cNvPr id="824487" name="Text Box 167"/>
            <p:cNvSpPr txBox="1">
              <a:spLocks noChangeArrowheads="1"/>
            </p:cNvSpPr>
            <p:nvPr/>
          </p:nvSpPr>
          <p:spPr bwMode="auto">
            <a:xfrm>
              <a:off x="5859" y="9433"/>
              <a:ext cx="461" cy="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lnSpc>
                  <a:spcPct val="100000"/>
                </a:lnSpc>
                <a:spcBef>
                  <a:spcPct val="0"/>
                </a:spcBef>
                <a:buClrTx/>
                <a:buSzTx/>
                <a:buFontTx/>
                <a:buNone/>
              </a:pPr>
              <a:r>
                <a:rPr lang="en-US" altLang="en-US" sz="1200" b="0" i="0"/>
                <a:t>I</a:t>
              </a:r>
            </a:p>
          </p:txBody>
        </p:sp>
        <p:sp>
          <p:nvSpPr>
            <p:cNvPr id="824488" name="Text Box 168"/>
            <p:cNvSpPr txBox="1">
              <a:spLocks noChangeArrowheads="1"/>
            </p:cNvSpPr>
            <p:nvPr/>
          </p:nvSpPr>
          <p:spPr bwMode="auto">
            <a:xfrm>
              <a:off x="1020" y="7789"/>
              <a:ext cx="1158" cy="5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lnSpc>
                  <a:spcPct val="100000"/>
                </a:lnSpc>
                <a:spcBef>
                  <a:spcPct val="0"/>
                </a:spcBef>
                <a:buClrTx/>
                <a:buSzTx/>
                <a:buFontTx/>
                <a:buNone/>
              </a:pPr>
              <a:r>
                <a:rPr lang="en-US" altLang="en-US" sz="1200" b="0" i="0"/>
                <a:t>Source</a:t>
              </a:r>
            </a:p>
          </p:txBody>
        </p:sp>
        <p:sp>
          <p:nvSpPr>
            <p:cNvPr id="824489" name="Text Box 169"/>
            <p:cNvSpPr txBox="1">
              <a:spLocks noChangeArrowheads="1"/>
            </p:cNvSpPr>
            <p:nvPr/>
          </p:nvSpPr>
          <p:spPr bwMode="auto">
            <a:xfrm>
              <a:off x="3143" y="6410"/>
              <a:ext cx="550" cy="5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lnSpc>
                  <a:spcPct val="100000"/>
                </a:lnSpc>
                <a:spcBef>
                  <a:spcPct val="0"/>
                </a:spcBef>
                <a:buClrTx/>
                <a:buSzTx/>
                <a:buFontTx/>
                <a:buNone/>
              </a:pPr>
              <a:r>
                <a:rPr lang="en-US" altLang="en-US" sz="1200" b="0" i="0"/>
                <a:t>I</a:t>
              </a:r>
            </a:p>
          </p:txBody>
        </p:sp>
        <p:sp>
          <p:nvSpPr>
            <p:cNvPr id="824490" name="Text Box 170"/>
            <p:cNvSpPr txBox="1">
              <a:spLocks noChangeArrowheads="1"/>
            </p:cNvSpPr>
            <p:nvPr/>
          </p:nvSpPr>
          <p:spPr bwMode="auto">
            <a:xfrm>
              <a:off x="7632" y="9062"/>
              <a:ext cx="581" cy="5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lnSpc>
                  <a:spcPct val="100000"/>
                </a:lnSpc>
                <a:spcBef>
                  <a:spcPct val="0"/>
                </a:spcBef>
                <a:buClrTx/>
                <a:buSzTx/>
                <a:buFontTx/>
                <a:buNone/>
              </a:pPr>
              <a:r>
                <a:rPr lang="en-US" altLang="en-US" sz="1200" b="0" i="0"/>
                <a:t>I</a:t>
              </a:r>
            </a:p>
          </p:txBody>
        </p:sp>
        <p:sp>
          <p:nvSpPr>
            <p:cNvPr id="824491" name="Text Box 171"/>
            <p:cNvSpPr txBox="1">
              <a:spLocks noChangeArrowheads="1"/>
            </p:cNvSpPr>
            <p:nvPr/>
          </p:nvSpPr>
          <p:spPr bwMode="auto">
            <a:xfrm>
              <a:off x="6372" y="6519"/>
              <a:ext cx="716" cy="5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lnSpc>
                  <a:spcPct val="100000"/>
                </a:lnSpc>
                <a:spcBef>
                  <a:spcPct val="0"/>
                </a:spcBef>
                <a:buClrTx/>
                <a:buSzTx/>
                <a:buFontTx/>
                <a:buNone/>
              </a:pPr>
              <a:r>
                <a:rPr lang="en-US" altLang="en-US" sz="1200" b="0" i="0"/>
                <a:t>a</a:t>
              </a:r>
              <a:r>
                <a:rPr lang="en-US" altLang="en-US" sz="1600" b="0" i="0" baseline="-25000"/>
                <a:t>1</a:t>
              </a:r>
              <a:endParaRPr lang="en-US" altLang="en-US" sz="1200" b="0" i="0"/>
            </a:p>
          </p:txBody>
        </p:sp>
        <p:sp>
          <p:nvSpPr>
            <p:cNvPr id="824492" name="Text Box 172"/>
            <p:cNvSpPr txBox="1">
              <a:spLocks noChangeArrowheads="1"/>
            </p:cNvSpPr>
            <p:nvPr/>
          </p:nvSpPr>
          <p:spPr bwMode="auto">
            <a:xfrm>
              <a:off x="6397" y="7360"/>
              <a:ext cx="656" cy="6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lnSpc>
                  <a:spcPct val="100000"/>
                </a:lnSpc>
                <a:spcBef>
                  <a:spcPct val="0"/>
                </a:spcBef>
                <a:buClrTx/>
                <a:buSzTx/>
                <a:buFontTx/>
                <a:buNone/>
              </a:pPr>
              <a:r>
                <a:rPr lang="en-US" altLang="en-US" sz="1200" b="0" i="0"/>
                <a:t>b</a:t>
              </a:r>
              <a:r>
                <a:rPr lang="en-US" altLang="en-US" sz="1600" b="0" i="0" baseline="-25000"/>
                <a:t>1</a:t>
              </a:r>
              <a:endParaRPr lang="en-US" altLang="en-US" sz="1200" b="0" i="0"/>
            </a:p>
          </p:txBody>
        </p:sp>
        <p:sp>
          <p:nvSpPr>
            <p:cNvPr id="824493" name="Text Box 173"/>
            <p:cNvSpPr txBox="1">
              <a:spLocks noChangeArrowheads="1"/>
            </p:cNvSpPr>
            <p:nvPr/>
          </p:nvSpPr>
          <p:spPr bwMode="auto">
            <a:xfrm>
              <a:off x="6372" y="8389"/>
              <a:ext cx="591" cy="4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lnSpc>
                  <a:spcPct val="100000"/>
                </a:lnSpc>
                <a:spcBef>
                  <a:spcPct val="0"/>
                </a:spcBef>
                <a:buClrTx/>
                <a:buSzTx/>
                <a:buFontTx/>
                <a:buNone/>
              </a:pPr>
              <a:r>
                <a:rPr lang="en-US" altLang="en-US" sz="1200" b="0" i="0"/>
                <a:t>c</a:t>
              </a:r>
              <a:r>
                <a:rPr lang="en-US" altLang="en-US" sz="1600" b="0" i="0" baseline="-25000"/>
                <a:t>1</a:t>
              </a:r>
              <a:endParaRPr lang="en-US" altLang="en-US" sz="1200" b="0" i="0"/>
            </a:p>
          </p:txBody>
        </p:sp>
        <p:sp>
          <p:nvSpPr>
            <p:cNvPr id="824494" name="Text Box 174"/>
            <p:cNvSpPr txBox="1">
              <a:spLocks noChangeArrowheads="1"/>
            </p:cNvSpPr>
            <p:nvPr/>
          </p:nvSpPr>
          <p:spPr bwMode="auto">
            <a:xfrm>
              <a:off x="8173" y="6517"/>
              <a:ext cx="656" cy="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lnSpc>
                  <a:spcPct val="100000"/>
                </a:lnSpc>
                <a:spcBef>
                  <a:spcPct val="0"/>
                </a:spcBef>
                <a:buClrTx/>
                <a:buSzTx/>
                <a:buFontTx/>
                <a:buNone/>
              </a:pPr>
              <a:r>
                <a:rPr lang="en-US" altLang="en-US" sz="1200" b="0" i="0"/>
                <a:t>a</a:t>
              </a:r>
              <a:r>
                <a:rPr lang="en-US" altLang="en-US" sz="1600" b="0" i="0" baseline="-25000"/>
                <a:t>2</a:t>
              </a:r>
              <a:endParaRPr lang="en-US" altLang="en-US" sz="1200" b="0" i="0"/>
            </a:p>
          </p:txBody>
        </p:sp>
        <p:sp>
          <p:nvSpPr>
            <p:cNvPr id="824495" name="Text Box 175"/>
            <p:cNvSpPr txBox="1">
              <a:spLocks noChangeArrowheads="1"/>
            </p:cNvSpPr>
            <p:nvPr/>
          </p:nvSpPr>
          <p:spPr bwMode="auto">
            <a:xfrm>
              <a:off x="8185" y="7422"/>
              <a:ext cx="656" cy="6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lnSpc>
                  <a:spcPct val="100000"/>
                </a:lnSpc>
                <a:spcBef>
                  <a:spcPct val="0"/>
                </a:spcBef>
                <a:buClrTx/>
                <a:buSzTx/>
                <a:buFontTx/>
                <a:buNone/>
              </a:pPr>
              <a:r>
                <a:rPr lang="en-US" altLang="en-US" sz="1200" b="0" i="0"/>
                <a:t>b</a:t>
              </a:r>
              <a:r>
                <a:rPr lang="en-US" altLang="en-US" sz="1600" b="0" i="0" baseline="-25000"/>
                <a:t>2</a:t>
              </a:r>
              <a:endParaRPr lang="en-US" altLang="en-US" sz="1200" b="0" i="0"/>
            </a:p>
          </p:txBody>
        </p:sp>
        <p:sp>
          <p:nvSpPr>
            <p:cNvPr id="824496" name="Text Box 176"/>
            <p:cNvSpPr txBox="1">
              <a:spLocks noChangeArrowheads="1"/>
            </p:cNvSpPr>
            <p:nvPr/>
          </p:nvSpPr>
          <p:spPr bwMode="auto">
            <a:xfrm>
              <a:off x="8160" y="8402"/>
              <a:ext cx="592" cy="4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lnSpc>
                  <a:spcPct val="100000"/>
                </a:lnSpc>
                <a:spcBef>
                  <a:spcPct val="0"/>
                </a:spcBef>
                <a:buClrTx/>
                <a:buSzTx/>
                <a:buFontTx/>
                <a:buNone/>
              </a:pPr>
              <a:r>
                <a:rPr lang="en-US" altLang="en-US" sz="1200" b="0" i="0"/>
                <a:t>c</a:t>
              </a:r>
              <a:r>
                <a:rPr lang="en-US" altLang="en-US" sz="1600" b="0" i="0" baseline="-25000"/>
                <a:t>2</a:t>
              </a:r>
              <a:endParaRPr lang="en-US" altLang="en-US" sz="1200" b="0" i="0"/>
            </a:p>
          </p:txBody>
        </p:sp>
        <p:sp>
          <p:nvSpPr>
            <p:cNvPr id="824497" name="Text Box 177"/>
            <p:cNvSpPr txBox="1">
              <a:spLocks noChangeArrowheads="1"/>
            </p:cNvSpPr>
            <p:nvPr/>
          </p:nvSpPr>
          <p:spPr bwMode="auto">
            <a:xfrm>
              <a:off x="7761" y="9808"/>
              <a:ext cx="2019" cy="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lnSpc>
                  <a:spcPct val="100000"/>
                </a:lnSpc>
                <a:spcBef>
                  <a:spcPct val="0"/>
                </a:spcBef>
                <a:buClrTx/>
                <a:buSzTx/>
                <a:buFontTx/>
                <a:buNone/>
              </a:pPr>
              <a:r>
                <a:rPr lang="en-US" altLang="en-US" sz="1200" b="0" i="0"/>
                <a:t>Ph-G Fault</a:t>
              </a:r>
            </a:p>
          </p:txBody>
        </p:sp>
      </p:grpSp>
    </p:spTree>
    <p:extLst>
      <p:ext uri="{BB962C8B-B14F-4D97-AF65-F5344CB8AC3E}">
        <p14:creationId xmlns:p14="http://schemas.microsoft.com/office/powerpoint/2010/main" val="24301814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42" name="Rectangle 2"/>
          <p:cNvSpPr>
            <a:spLocks noChangeArrowheads="1"/>
          </p:cNvSpPr>
          <p:nvPr/>
        </p:nvSpPr>
        <p:spPr bwMode="auto">
          <a:xfrm>
            <a:off x="1150938" y="-43543"/>
            <a:ext cx="7394575"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0800" rIns="0" bIns="10800" numCol="1" anchor="ctr" anchorCtr="0" compatLnSpc="1">
            <a:prstTxWarp prst="textNoShape">
              <a:avLst/>
            </a:prstTxWarp>
          </a:bodyPr>
          <a:lstStyle/>
          <a:p>
            <a:r>
              <a:rPr lang="en-GB" altLang="en-US" sz="3200" dirty="0">
                <a:solidFill>
                  <a:schemeClr val="accent1"/>
                </a:solidFill>
                <a:latin typeface="+mj-lt"/>
                <a:ea typeface="SimSun" panose="02010600030101010101" pitchFamily="2" charset="-122"/>
                <a:cs typeface="+mj-cs"/>
              </a:rPr>
              <a:t>Fault Currents on High and Low Side</a:t>
            </a:r>
          </a:p>
        </p:txBody>
      </p:sp>
      <p:grpSp>
        <p:nvGrpSpPr>
          <p:cNvPr id="829443" name="Group 3"/>
          <p:cNvGrpSpPr>
            <a:grpSpLocks/>
          </p:cNvGrpSpPr>
          <p:nvPr/>
        </p:nvGrpSpPr>
        <p:grpSpPr bwMode="auto">
          <a:xfrm>
            <a:off x="1684338" y="2030413"/>
            <a:ext cx="6318250" cy="3063875"/>
            <a:chOff x="1451" y="10554"/>
            <a:chExt cx="8837" cy="3621"/>
          </a:xfrm>
        </p:grpSpPr>
        <p:sp>
          <p:nvSpPr>
            <p:cNvPr id="829444" name="Text Box 4"/>
            <p:cNvSpPr txBox="1">
              <a:spLocks noChangeArrowheads="1"/>
            </p:cNvSpPr>
            <p:nvPr/>
          </p:nvSpPr>
          <p:spPr bwMode="auto">
            <a:xfrm>
              <a:off x="5527" y="12565"/>
              <a:ext cx="591" cy="4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lnSpc>
                  <a:spcPct val="100000"/>
                </a:lnSpc>
                <a:spcBef>
                  <a:spcPct val="0"/>
                </a:spcBef>
                <a:buClrTx/>
                <a:buSzTx/>
                <a:buFontTx/>
                <a:buNone/>
              </a:pPr>
              <a:r>
                <a:rPr lang="en-US" altLang="en-US" sz="1200" b="0" i="0"/>
                <a:t>C</a:t>
              </a:r>
              <a:r>
                <a:rPr lang="en-US" altLang="en-US" sz="1600" b="0" i="0" baseline="-25000"/>
                <a:t>1</a:t>
              </a:r>
              <a:endParaRPr lang="en-US" altLang="en-US" sz="1200" b="0" i="0"/>
            </a:p>
          </p:txBody>
        </p:sp>
        <p:sp>
          <p:nvSpPr>
            <p:cNvPr id="829445" name="Freeform 5"/>
            <p:cNvSpPr>
              <a:spLocks/>
            </p:cNvSpPr>
            <p:nvPr/>
          </p:nvSpPr>
          <p:spPr bwMode="auto">
            <a:xfrm>
              <a:off x="2787" y="11068"/>
              <a:ext cx="1669" cy="1"/>
            </a:xfrm>
            <a:custGeom>
              <a:avLst/>
              <a:gdLst>
                <a:gd name="T0" fmla="*/ 0 w 20000"/>
                <a:gd name="T1" fmla="*/ 0 h 20000"/>
                <a:gd name="T2" fmla="*/ 19990 w 20000"/>
                <a:gd name="T3" fmla="*/ 0 h 20000"/>
              </a:gdLst>
              <a:ahLst/>
              <a:cxnLst>
                <a:cxn ang="0">
                  <a:pos x="T0" y="T1"/>
                </a:cxn>
                <a:cxn ang="0">
                  <a:pos x="T2" y="T3"/>
                </a:cxn>
              </a:cxnLst>
              <a:rect l="0" t="0" r="r" b="b"/>
              <a:pathLst>
                <a:path w="20000" h="20000">
                  <a:moveTo>
                    <a:pt x="0" y="0"/>
                  </a:moveTo>
                  <a:lnTo>
                    <a:pt x="19990" y="0"/>
                  </a:ln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9446" name="Freeform 6"/>
            <p:cNvSpPr>
              <a:spLocks/>
            </p:cNvSpPr>
            <p:nvPr/>
          </p:nvSpPr>
          <p:spPr bwMode="auto">
            <a:xfrm>
              <a:off x="5587" y="11073"/>
              <a:ext cx="380" cy="0"/>
            </a:xfrm>
            <a:custGeom>
              <a:avLst/>
              <a:gdLst>
                <a:gd name="T0" fmla="*/ 0 w 20000"/>
                <a:gd name="T1" fmla="*/ 0 h 20000"/>
                <a:gd name="T2" fmla="*/ 19955 w 20000"/>
                <a:gd name="T3" fmla="*/ 0 h 20000"/>
              </a:gdLst>
              <a:ahLst/>
              <a:cxnLst>
                <a:cxn ang="0">
                  <a:pos x="T0" y="T1"/>
                </a:cxn>
                <a:cxn ang="0">
                  <a:pos x="T2" y="T3"/>
                </a:cxn>
              </a:cxnLst>
              <a:rect l="0" t="0" r="r" b="b"/>
              <a:pathLst>
                <a:path w="20000" h="20000">
                  <a:moveTo>
                    <a:pt x="0" y="0"/>
                  </a:moveTo>
                  <a:lnTo>
                    <a:pt x="19955" y="0"/>
                  </a:ln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9447" name="Freeform 7"/>
            <p:cNvSpPr>
              <a:spLocks/>
            </p:cNvSpPr>
            <p:nvPr/>
          </p:nvSpPr>
          <p:spPr bwMode="auto">
            <a:xfrm flipH="1">
              <a:off x="5828" y="11059"/>
              <a:ext cx="121" cy="262"/>
            </a:xfrm>
            <a:custGeom>
              <a:avLst/>
              <a:gdLst>
                <a:gd name="T0" fmla="*/ 0 w 20000"/>
                <a:gd name="T1" fmla="*/ 19931 h 20000"/>
                <a:gd name="T2" fmla="*/ 0 w 20000"/>
                <a:gd name="T3" fmla="*/ 0 h 20000"/>
              </a:gdLst>
              <a:ahLst/>
              <a:cxnLst>
                <a:cxn ang="0">
                  <a:pos x="T0" y="T1"/>
                </a:cxn>
                <a:cxn ang="0">
                  <a:pos x="T2" y="T3"/>
                </a:cxn>
              </a:cxnLst>
              <a:rect l="0" t="0" r="r" b="b"/>
              <a:pathLst>
                <a:path w="20000" h="20000">
                  <a:moveTo>
                    <a:pt x="0" y="19931"/>
                  </a:moveTo>
                  <a:lnTo>
                    <a:pt x="0" y="0"/>
                  </a:ln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9448" name="Freeform 8"/>
            <p:cNvSpPr>
              <a:spLocks/>
            </p:cNvSpPr>
            <p:nvPr/>
          </p:nvSpPr>
          <p:spPr bwMode="auto">
            <a:xfrm>
              <a:off x="4277" y="10708"/>
              <a:ext cx="1" cy="355"/>
            </a:xfrm>
            <a:custGeom>
              <a:avLst/>
              <a:gdLst>
                <a:gd name="T0" fmla="*/ 0 w 20000"/>
                <a:gd name="T1" fmla="*/ 19952 h 20000"/>
                <a:gd name="T2" fmla="*/ 0 w 20000"/>
                <a:gd name="T3" fmla="*/ 0 h 20000"/>
              </a:gdLst>
              <a:ahLst/>
              <a:cxnLst>
                <a:cxn ang="0">
                  <a:pos x="T0" y="T1"/>
                </a:cxn>
                <a:cxn ang="0">
                  <a:pos x="T2" y="T3"/>
                </a:cxn>
              </a:cxnLst>
              <a:rect l="0" t="0" r="r" b="b"/>
              <a:pathLst>
                <a:path w="20000" h="20000">
                  <a:moveTo>
                    <a:pt x="0" y="19952"/>
                  </a:moveTo>
                  <a:lnTo>
                    <a:pt x="0" y="0"/>
                  </a:ln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9449" name="Freeform 9"/>
            <p:cNvSpPr>
              <a:spLocks/>
            </p:cNvSpPr>
            <p:nvPr/>
          </p:nvSpPr>
          <p:spPr bwMode="auto">
            <a:xfrm>
              <a:off x="4270" y="10721"/>
              <a:ext cx="1953" cy="121"/>
            </a:xfrm>
            <a:custGeom>
              <a:avLst/>
              <a:gdLst>
                <a:gd name="T0" fmla="*/ 0 w 20000"/>
                <a:gd name="T1" fmla="*/ 0 h 20000"/>
                <a:gd name="T2" fmla="*/ 19991 w 20000"/>
                <a:gd name="T3" fmla="*/ 0 h 20000"/>
              </a:gdLst>
              <a:ahLst/>
              <a:cxnLst>
                <a:cxn ang="0">
                  <a:pos x="T0" y="T1"/>
                </a:cxn>
                <a:cxn ang="0">
                  <a:pos x="T2" y="T3"/>
                </a:cxn>
              </a:cxnLst>
              <a:rect l="0" t="0" r="r" b="b"/>
              <a:pathLst>
                <a:path w="20000" h="20000">
                  <a:moveTo>
                    <a:pt x="0" y="0"/>
                  </a:moveTo>
                  <a:lnTo>
                    <a:pt x="19991" y="0"/>
                  </a:ln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9450" name="Freeform 10"/>
            <p:cNvSpPr>
              <a:spLocks/>
            </p:cNvSpPr>
            <p:nvPr/>
          </p:nvSpPr>
          <p:spPr bwMode="auto">
            <a:xfrm flipH="1">
              <a:off x="6090" y="10711"/>
              <a:ext cx="121" cy="2301"/>
            </a:xfrm>
            <a:custGeom>
              <a:avLst/>
              <a:gdLst>
                <a:gd name="T0" fmla="*/ 0 w 20000"/>
                <a:gd name="T1" fmla="*/ 19992 h 20000"/>
                <a:gd name="T2" fmla="*/ 0 w 20000"/>
                <a:gd name="T3" fmla="*/ 0 h 20000"/>
              </a:gdLst>
              <a:ahLst/>
              <a:cxnLst>
                <a:cxn ang="0">
                  <a:pos x="T0" y="T1"/>
                </a:cxn>
                <a:cxn ang="0">
                  <a:pos x="T2" y="T3"/>
                </a:cxn>
              </a:cxnLst>
              <a:rect l="0" t="0" r="r" b="b"/>
              <a:pathLst>
                <a:path w="20000" h="20000">
                  <a:moveTo>
                    <a:pt x="0" y="19992"/>
                  </a:moveTo>
                  <a:lnTo>
                    <a:pt x="0" y="0"/>
                  </a:ln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9451" name="Freeform 11"/>
            <p:cNvSpPr>
              <a:spLocks/>
            </p:cNvSpPr>
            <p:nvPr/>
          </p:nvSpPr>
          <p:spPr bwMode="auto">
            <a:xfrm>
              <a:off x="2785" y="12033"/>
              <a:ext cx="1667" cy="1"/>
            </a:xfrm>
            <a:custGeom>
              <a:avLst/>
              <a:gdLst>
                <a:gd name="T0" fmla="*/ 0 w 20000"/>
                <a:gd name="T1" fmla="*/ 0 h 20000"/>
                <a:gd name="T2" fmla="*/ 19990 w 20000"/>
                <a:gd name="T3" fmla="*/ 0 h 20000"/>
              </a:gdLst>
              <a:ahLst/>
              <a:cxnLst>
                <a:cxn ang="0">
                  <a:pos x="T0" y="T1"/>
                </a:cxn>
                <a:cxn ang="0">
                  <a:pos x="T2" y="T3"/>
                </a:cxn>
              </a:cxnLst>
              <a:rect l="0" t="0" r="r" b="b"/>
              <a:pathLst>
                <a:path w="20000" h="20000">
                  <a:moveTo>
                    <a:pt x="0" y="0"/>
                  </a:moveTo>
                  <a:lnTo>
                    <a:pt x="19990" y="0"/>
                  </a:ln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9452" name="Freeform 12"/>
            <p:cNvSpPr>
              <a:spLocks/>
            </p:cNvSpPr>
            <p:nvPr/>
          </p:nvSpPr>
          <p:spPr bwMode="auto">
            <a:xfrm>
              <a:off x="5579" y="12040"/>
              <a:ext cx="400" cy="1"/>
            </a:xfrm>
            <a:custGeom>
              <a:avLst/>
              <a:gdLst>
                <a:gd name="T0" fmla="*/ 0 w 20000"/>
                <a:gd name="T1" fmla="*/ 0 h 20000"/>
                <a:gd name="T2" fmla="*/ 19957 w 20000"/>
                <a:gd name="T3" fmla="*/ 0 h 20000"/>
              </a:gdLst>
              <a:ahLst/>
              <a:cxnLst>
                <a:cxn ang="0">
                  <a:pos x="T0" y="T1"/>
                </a:cxn>
                <a:cxn ang="0">
                  <a:pos x="T2" y="T3"/>
                </a:cxn>
              </a:cxnLst>
              <a:rect l="0" t="0" r="r" b="b"/>
              <a:pathLst>
                <a:path w="20000" h="20000">
                  <a:moveTo>
                    <a:pt x="0" y="0"/>
                  </a:moveTo>
                  <a:lnTo>
                    <a:pt x="19957" y="0"/>
                  </a:ln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9453" name="Freeform 13"/>
            <p:cNvSpPr>
              <a:spLocks/>
            </p:cNvSpPr>
            <p:nvPr/>
          </p:nvSpPr>
          <p:spPr bwMode="auto">
            <a:xfrm flipH="1">
              <a:off x="5852" y="12029"/>
              <a:ext cx="121" cy="285"/>
            </a:xfrm>
            <a:custGeom>
              <a:avLst/>
              <a:gdLst>
                <a:gd name="T0" fmla="*/ 0 w 20000"/>
                <a:gd name="T1" fmla="*/ 0 h 20000"/>
                <a:gd name="T2" fmla="*/ 0 w 20000"/>
                <a:gd name="T3" fmla="*/ 19932 h 20000"/>
              </a:gdLst>
              <a:ahLst/>
              <a:cxnLst>
                <a:cxn ang="0">
                  <a:pos x="T0" y="T1"/>
                </a:cxn>
                <a:cxn ang="0">
                  <a:pos x="T2" y="T3"/>
                </a:cxn>
              </a:cxnLst>
              <a:rect l="0" t="0" r="r" b="b"/>
              <a:pathLst>
                <a:path w="20000" h="20000">
                  <a:moveTo>
                    <a:pt x="0" y="0"/>
                  </a:moveTo>
                  <a:lnTo>
                    <a:pt x="0" y="19932"/>
                  </a:ln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9454" name="Freeform 14"/>
            <p:cNvSpPr>
              <a:spLocks/>
            </p:cNvSpPr>
            <p:nvPr/>
          </p:nvSpPr>
          <p:spPr bwMode="auto">
            <a:xfrm>
              <a:off x="4277" y="11666"/>
              <a:ext cx="121" cy="385"/>
            </a:xfrm>
            <a:custGeom>
              <a:avLst/>
              <a:gdLst>
                <a:gd name="T0" fmla="*/ 0 w 20000"/>
                <a:gd name="T1" fmla="*/ 0 h 20000"/>
                <a:gd name="T2" fmla="*/ 0 w 20000"/>
                <a:gd name="T3" fmla="*/ 19953 h 20000"/>
              </a:gdLst>
              <a:ahLst/>
              <a:cxnLst>
                <a:cxn ang="0">
                  <a:pos x="T0" y="T1"/>
                </a:cxn>
                <a:cxn ang="0">
                  <a:pos x="T2" y="T3"/>
                </a:cxn>
              </a:cxnLst>
              <a:rect l="0" t="0" r="r" b="b"/>
              <a:pathLst>
                <a:path w="20000" h="20000">
                  <a:moveTo>
                    <a:pt x="0" y="0"/>
                  </a:moveTo>
                  <a:lnTo>
                    <a:pt x="0" y="19953"/>
                  </a:ln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9455" name="Freeform 15"/>
            <p:cNvSpPr>
              <a:spLocks/>
            </p:cNvSpPr>
            <p:nvPr/>
          </p:nvSpPr>
          <p:spPr bwMode="auto">
            <a:xfrm>
              <a:off x="2785" y="13002"/>
              <a:ext cx="1663" cy="1"/>
            </a:xfrm>
            <a:custGeom>
              <a:avLst/>
              <a:gdLst>
                <a:gd name="T0" fmla="*/ 0 w 20000"/>
                <a:gd name="T1" fmla="*/ 0 h 20000"/>
                <a:gd name="T2" fmla="*/ 19990 w 20000"/>
                <a:gd name="T3" fmla="*/ 0 h 20000"/>
              </a:gdLst>
              <a:ahLst/>
              <a:cxnLst>
                <a:cxn ang="0">
                  <a:pos x="T0" y="T1"/>
                </a:cxn>
                <a:cxn ang="0">
                  <a:pos x="T2" y="T3"/>
                </a:cxn>
              </a:cxnLst>
              <a:rect l="0" t="0" r="r" b="b"/>
              <a:pathLst>
                <a:path w="20000" h="20000">
                  <a:moveTo>
                    <a:pt x="0" y="0"/>
                  </a:moveTo>
                  <a:lnTo>
                    <a:pt x="19990" y="0"/>
                  </a:ln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9456" name="Freeform 16"/>
            <p:cNvSpPr>
              <a:spLocks/>
            </p:cNvSpPr>
            <p:nvPr/>
          </p:nvSpPr>
          <p:spPr bwMode="auto">
            <a:xfrm>
              <a:off x="5613" y="13006"/>
              <a:ext cx="604" cy="121"/>
            </a:xfrm>
            <a:custGeom>
              <a:avLst/>
              <a:gdLst>
                <a:gd name="T0" fmla="*/ 0 w 20000"/>
                <a:gd name="T1" fmla="*/ 0 h 20000"/>
                <a:gd name="T2" fmla="*/ 19972 w 20000"/>
                <a:gd name="T3" fmla="*/ 0 h 20000"/>
              </a:gdLst>
              <a:ahLst/>
              <a:cxnLst>
                <a:cxn ang="0">
                  <a:pos x="T0" y="T1"/>
                </a:cxn>
                <a:cxn ang="0">
                  <a:pos x="T2" y="T3"/>
                </a:cxn>
              </a:cxnLst>
              <a:rect l="0" t="0" r="r" b="b"/>
              <a:pathLst>
                <a:path w="20000" h="20000">
                  <a:moveTo>
                    <a:pt x="0" y="0"/>
                  </a:moveTo>
                  <a:lnTo>
                    <a:pt x="19972" y="0"/>
                  </a:ln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9457" name="Freeform 17"/>
            <p:cNvSpPr>
              <a:spLocks/>
            </p:cNvSpPr>
            <p:nvPr/>
          </p:nvSpPr>
          <p:spPr bwMode="auto">
            <a:xfrm flipH="1">
              <a:off x="4156" y="12645"/>
              <a:ext cx="121" cy="358"/>
            </a:xfrm>
            <a:custGeom>
              <a:avLst/>
              <a:gdLst>
                <a:gd name="T0" fmla="*/ 0 w 20000"/>
                <a:gd name="T1" fmla="*/ 0 h 20000"/>
                <a:gd name="T2" fmla="*/ 0 w 20000"/>
                <a:gd name="T3" fmla="*/ 19949 h 20000"/>
              </a:gdLst>
              <a:ahLst/>
              <a:cxnLst>
                <a:cxn ang="0">
                  <a:pos x="T0" y="T1"/>
                </a:cxn>
                <a:cxn ang="0">
                  <a:pos x="T2" y="T3"/>
                </a:cxn>
              </a:cxnLst>
              <a:rect l="0" t="0" r="r" b="b"/>
              <a:pathLst>
                <a:path w="20000" h="20000">
                  <a:moveTo>
                    <a:pt x="0" y="0"/>
                  </a:moveTo>
                  <a:lnTo>
                    <a:pt x="0" y="19949"/>
                  </a:ln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9458" name="Oval 18"/>
            <p:cNvSpPr>
              <a:spLocks noChangeArrowheads="1"/>
            </p:cNvSpPr>
            <p:nvPr/>
          </p:nvSpPr>
          <p:spPr bwMode="auto">
            <a:xfrm>
              <a:off x="4246" y="12002"/>
              <a:ext cx="67" cy="67"/>
            </a:xfrm>
            <a:prstGeom prst="ellipse">
              <a:avLst/>
            </a:prstGeom>
            <a:solidFill>
              <a:srgbClr val="000000"/>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9459" name="Oval 19"/>
            <p:cNvSpPr>
              <a:spLocks noChangeArrowheads="1"/>
            </p:cNvSpPr>
            <p:nvPr/>
          </p:nvSpPr>
          <p:spPr bwMode="auto">
            <a:xfrm>
              <a:off x="4246" y="12974"/>
              <a:ext cx="67" cy="67"/>
            </a:xfrm>
            <a:prstGeom prst="ellipse">
              <a:avLst/>
            </a:prstGeom>
            <a:solidFill>
              <a:srgbClr val="000000"/>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9460" name="Freeform 20"/>
            <p:cNvSpPr>
              <a:spLocks/>
            </p:cNvSpPr>
            <p:nvPr/>
          </p:nvSpPr>
          <p:spPr bwMode="auto">
            <a:xfrm>
              <a:off x="4277" y="11321"/>
              <a:ext cx="1690" cy="364"/>
            </a:xfrm>
            <a:custGeom>
              <a:avLst/>
              <a:gdLst>
                <a:gd name="T0" fmla="*/ 19990 w 20000"/>
                <a:gd name="T1" fmla="*/ 0 h 20000"/>
                <a:gd name="T2" fmla="*/ 0 w 20000"/>
                <a:gd name="T3" fmla="*/ 19953 h 20000"/>
              </a:gdLst>
              <a:ahLst/>
              <a:cxnLst>
                <a:cxn ang="0">
                  <a:pos x="T0" y="T1"/>
                </a:cxn>
                <a:cxn ang="0">
                  <a:pos x="T2" y="T3"/>
                </a:cxn>
              </a:cxnLst>
              <a:rect l="0" t="0" r="r" b="b"/>
              <a:pathLst>
                <a:path w="20000" h="20000">
                  <a:moveTo>
                    <a:pt x="19990" y="0"/>
                  </a:moveTo>
                  <a:lnTo>
                    <a:pt x="0" y="19953"/>
                  </a:ln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9461" name="Freeform 21"/>
            <p:cNvSpPr>
              <a:spLocks/>
            </p:cNvSpPr>
            <p:nvPr/>
          </p:nvSpPr>
          <p:spPr bwMode="auto">
            <a:xfrm>
              <a:off x="4277" y="12299"/>
              <a:ext cx="1690" cy="364"/>
            </a:xfrm>
            <a:custGeom>
              <a:avLst/>
              <a:gdLst>
                <a:gd name="T0" fmla="*/ 19990 w 20000"/>
                <a:gd name="T1" fmla="*/ 0 h 20000"/>
                <a:gd name="T2" fmla="*/ 0 w 20000"/>
                <a:gd name="T3" fmla="*/ 19953 h 20000"/>
              </a:gdLst>
              <a:ahLst/>
              <a:cxnLst>
                <a:cxn ang="0">
                  <a:pos x="T0" y="T1"/>
                </a:cxn>
                <a:cxn ang="0">
                  <a:pos x="T2" y="T3"/>
                </a:cxn>
              </a:cxnLst>
              <a:rect l="0" t="0" r="r" b="b"/>
              <a:pathLst>
                <a:path w="20000" h="20000">
                  <a:moveTo>
                    <a:pt x="19990" y="0"/>
                  </a:moveTo>
                  <a:lnTo>
                    <a:pt x="0" y="19953"/>
                  </a:ln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9462" name="Freeform 22"/>
            <p:cNvSpPr>
              <a:spLocks/>
            </p:cNvSpPr>
            <p:nvPr/>
          </p:nvSpPr>
          <p:spPr bwMode="auto">
            <a:xfrm>
              <a:off x="6798" y="11073"/>
              <a:ext cx="1" cy="2989"/>
            </a:xfrm>
            <a:custGeom>
              <a:avLst/>
              <a:gdLst>
                <a:gd name="T0" fmla="*/ 0 w 20000"/>
                <a:gd name="T1" fmla="*/ 0 h 20000"/>
                <a:gd name="T2" fmla="*/ 0 w 20000"/>
                <a:gd name="T3" fmla="*/ 19994 h 20000"/>
              </a:gdLst>
              <a:ahLst/>
              <a:cxnLst>
                <a:cxn ang="0">
                  <a:pos x="T0" y="T1"/>
                </a:cxn>
                <a:cxn ang="0">
                  <a:pos x="T2" y="T3"/>
                </a:cxn>
              </a:cxnLst>
              <a:rect l="0" t="0" r="r" b="b"/>
              <a:pathLst>
                <a:path w="20000" h="20000">
                  <a:moveTo>
                    <a:pt x="0" y="0"/>
                  </a:moveTo>
                  <a:lnTo>
                    <a:pt x="0" y="19994"/>
                  </a:ln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9463" name="Freeform 23"/>
            <p:cNvSpPr>
              <a:spLocks/>
            </p:cNvSpPr>
            <p:nvPr/>
          </p:nvSpPr>
          <p:spPr bwMode="auto">
            <a:xfrm>
              <a:off x="6798" y="11067"/>
              <a:ext cx="482" cy="0"/>
            </a:xfrm>
            <a:custGeom>
              <a:avLst/>
              <a:gdLst>
                <a:gd name="T0" fmla="*/ 0 w 20000"/>
                <a:gd name="T1" fmla="*/ 0 h 20000"/>
                <a:gd name="T2" fmla="*/ 19964 w 20000"/>
                <a:gd name="T3" fmla="*/ 0 h 20000"/>
              </a:gdLst>
              <a:ahLst/>
              <a:cxnLst>
                <a:cxn ang="0">
                  <a:pos x="T0" y="T1"/>
                </a:cxn>
                <a:cxn ang="0">
                  <a:pos x="T2" y="T3"/>
                </a:cxn>
              </a:cxnLst>
              <a:rect l="0" t="0" r="r" b="b"/>
              <a:pathLst>
                <a:path w="20000" h="20000">
                  <a:moveTo>
                    <a:pt x="0" y="0"/>
                  </a:moveTo>
                  <a:lnTo>
                    <a:pt x="19964" y="0"/>
                  </a:ln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9464" name="Freeform 24"/>
            <p:cNvSpPr>
              <a:spLocks/>
            </p:cNvSpPr>
            <p:nvPr/>
          </p:nvSpPr>
          <p:spPr bwMode="auto">
            <a:xfrm>
              <a:off x="8407" y="11067"/>
              <a:ext cx="1499" cy="0"/>
            </a:xfrm>
            <a:custGeom>
              <a:avLst/>
              <a:gdLst>
                <a:gd name="T0" fmla="*/ 0 w 20000"/>
                <a:gd name="T1" fmla="*/ 0 h 20000"/>
                <a:gd name="T2" fmla="*/ 19989 w 20000"/>
                <a:gd name="T3" fmla="*/ 0 h 20000"/>
              </a:gdLst>
              <a:ahLst/>
              <a:cxnLst>
                <a:cxn ang="0">
                  <a:pos x="T0" y="T1"/>
                </a:cxn>
                <a:cxn ang="0">
                  <a:pos x="T2" y="T3"/>
                </a:cxn>
              </a:cxnLst>
              <a:rect l="0" t="0" r="r" b="b"/>
              <a:pathLst>
                <a:path w="20000" h="20000">
                  <a:moveTo>
                    <a:pt x="0" y="0"/>
                  </a:moveTo>
                  <a:lnTo>
                    <a:pt x="19989" y="0"/>
                  </a:ln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9465" name="Oval 25"/>
            <p:cNvSpPr>
              <a:spLocks noChangeArrowheads="1"/>
            </p:cNvSpPr>
            <p:nvPr/>
          </p:nvSpPr>
          <p:spPr bwMode="auto">
            <a:xfrm>
              <a:off x="6780" y="11036"/>
              <a:ext cx="67" cy="67"/>
            </a:xfrm>
            <a:prstGeom prst="ellipse">
              <a:avLst/>
            </a:prstGeom>
            <a:solidFill>
              <a:srgbClr val="000000"/>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9466" name="Oval 26"/>
            <p:cNvSpPr>
              <a:spLocks noChangeArrowheads="1"/>
            </p:cNvSpPr>
            <p:nvPr/>
          </p:nvSpPr>
          <p:spPr bwMode="auto">
            <a:xfrm>
              <a:off x="8569" y="11029"/>
              <a:ext cx="67" cy="67"/>
            </a:xfrm>
            <a:prstGeom prst="ellipse">
              <a:avLst/>
            </a:prstGeom>
            <a:solidFill>
              <a:srgbClr val="000000"/>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9467" name="Freeform 27"/>
            <p:cNvSpPr>
              <a:spLocks/>
            </p:cNvSpPr>
            <p:nvPr/>
          </p:nvSpPr>
          <p:spPr bwMode="auto">
            <a:xfrm>
              <a:off x="6794" y="12031"/>
              <a:ext cx="492" cy="6"/>
            </a:xfrm>
            <a:custGeom>
              <a:avLst/>
              <a:gdLst>
                <a:gd name="T0" fmla="*/ 0 w 20000"/>
                <a:gd name="T1" fmla="*/ 0 h 20000"/>
                <a:gd name="T2" fmla="*/ 19965 w 20000"/>
                <a:gd name="T3" fmla="*/ 16667 h 20000"/>
              </a:gdLst>
              <a:ahLst/>
              <a:cxnLst>
                <a:cxn ang="0">
                  <a:pos x="T0" y="T1"/>
                </a:cxn>
                <a:cxn ang="0">
                  <a:pos x="T2" y="T3"/>
                </a:cxn>
              </a:cxnLst>
              <a:rect l="0" t="0" r="r" b="b"/>
              <a:pathLst>
                <a:path w="20000" h="20000">
                  <a:moveTo>
                    <a:pt x="0" y="0"/>
                  </a:moveTo>
                  <a:lnTo>
                    <a:pt x="19965" y="16667"/>
                  </a:ln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9468" name="Freeform 28"/>
            <p:cNvSpPr>
              <a:spLocks/>
            </p:cNvSpPr>
            <p:nvPr/>
          </p:nvSpPr>
          <p:spPr bwMode="auto">
            <a:xfrm>
              <a:off x="8415" y="12031"/>
              <a:ext cx="1498" cy="1"/>
            </a:xfrm>
            <a:custGeom>
              <a:avLst/>
              <a:gdLst>
                <a:gd name="T0" fmla="*/ 0 w 20000"/>
                <a:gd name="T1" fmla="*/ 0 h 20000"/>
                <a:gd name="T2" fmla="*/ 19989 w 20000"/>
                <a:gd name="T3" fmla="*/ 0 h 20000"/>
              </a:gdLst>
              <a:ahLst/>
              <a:cxnLst>
                <a:cxn ang="0">
                  <a:pos x="T0" y="T1"/>
                </a:cxn>
                <a:cxn ang="0">
                  <a:pos x="T2" y="T3"/>
                </a:cxn>
              </a:cxnLst>
              <a:rect l="0" t="0" r="r" b="b"/>
              <a:pathLst>
                <a:path w="20000" h="20000">
                  <a:moveTo>
                    <a:pt x="0" y="0"/>
                  </a:moveTo>
                  <a:lnTo>
                    <a:pt x="19989" y="0"/>
                  </a:ln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9469" name="Oval 29"/>
            <p:cNvSpPr>
              <a:spLocks noChangeArrowheads="1"/>
            </p:cNvSpPr>
            <p:nvPr/>
          </p:nvSpPr>
          <p:spPr bwMode="auto">
            <a:xfrm>
              <a:off x="6770" y="11989"/>
              <a:ext cx="67" cy="67"/>
            </a:xfrm>
            <a:prstGeom prst="ellipse">
              <a:avLst/>
            </a:prstGeom>
            <a:solidFill>
              <a:srgbClr val="000000"/>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9470" name="Oval 30"/>
            <p:cNvSpPr>
              <a:spLocks noChangeArrowheads="1"/>
            </p:cNvSpPr>
            <p:nvPr/>
          </p:nvSpPr>
          <p:spPr bwMode="auto">
            <a:xfrm>
              <a:off x="8564" y="12007"/>
              <a:ext cx="67" cy="66"/>
            </a:xfrm>
            <a:prstGeom prst="ellipse">
              <a:avLst/>
            </a:prstGeom>
            <a:solidFill>
              <a:srgbClr val="000000"/>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9471" name="Freeform 31"/>
            <p:cNvSpPr>
              <a:spLocks/>
            </p:cNvSpPr>
            <p:nvPr/>
          </p:nvSpPr>
          <p:spPr bwMode="auto">
            <a:xfrm>
              <a:off x="6794" y="12996"/>
              <a:ext cx="486" cy="1"/>
            </a:xfrm>
            <a:custGeom>
              <a:avLst/>
              <a:gdLst>
                <a:gd name="T0" fmla="*/ 0 w 20000"/>
                <a:gd name="T1" fmla="*/ 0 h 20000"/>
                <a:gd name="T2" fmla="*/ 19965 w 20000"/>
                <a:gd name="T3" fmla="*/ 0 h 20000"/>
              </a:gdLst>
              <a:ahLst/>
              <a:cxnLst>
                <a:cxn ang="0">
                  <a:pos x="T0" y="T1"/>
                </a:cxn>
                <a:cxn ang="0">
                  <a:pos x="T2" y="T3"/>
                </a:cxn>
              </a:cxnLst>
              <a:rect l="0" t="0" r="r" b="b"/>
              <a:pathLst>
                <a:path w="20000" h="20000">
                  <a:moveTo>
                    <a:pt x="0" y="0"/>
                  </a:moveTo>
                  <a:lnTo>
                    <a:pt x="19965" y="0"/>
                  </a:ln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9472" name="Freeform 32"/>
            <p:cNvSpPr>
              <a:spLocks/>
            </p:cNvSpPr>
            <p:nvPr/>
          </p:nvSpPr>
          <p:spPr bwMode="auto">
            <a:xfrm>
              <a:off x="8425" y="13009"/>
              <a:ext cx="1494" cy="1"/>
            </a:xfrm>
            <a:custGeom>
              <a:avLst/>
              <a:gdLst>
                <a:gd name="T0" fmla="*/ 0 w 20000"/>
                <a:gd name="T1" fmla="*/ 0 h 20000"/>
                <a:gd name="T2" fmla="*/ 19989 w 20000"/>
                <a:gd name="T3" fmla="*/ 0 h 20000"/>
              </a:gdLst>
              <a:ahLst/>
              <a:cxnLst>
                <a:cxn ang="0">
                  <a:pos x="T0" y="T1"/>
                </a:cxn>
                <a:cxn ang="0">
                  <a:pos x="T2" y="T3"/>
                </a:cxn>
              </a:cxnLst>
              <a:rect l="0" t="0" r="r" b="b"/>
              <a:pathLst>
                <a:path w="20000" h="20000">
                  <a:moveTo>
                    <a:pt x="0" y="0"/>
                  </a:moveTo>
                  <a:lnTo>
                    <a:pt x="19989" y="0"/>
                  </a:ln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9473" name="Oval 33"/>
            <p:cNvSpPr>
              <a:spLocks noChangeArrowheads="1"/>
            </p:cNvSpPr>
            <p:nvPr/>
          </p:nvSpPr>
          <p:spPr bwMode="auto">
            <a:xfrm>
              <a:off x="6770" y="12958"/>
              <a:ext cx="67" cy="67"/>
            </a:xfrm>
            <a:prstGeom prst="ellipse">
              <a:avLst/>
            </a:prstGeom>
            <a:solidFill>
              <a:srgbClr val="000000"/>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9474" name="Oval 34"/>
            <p:cNvSpPr>
              <a:spLocks noChangeArrowheads="1"/>
            </p:cNvSpPr>
            <p:nvPr/>
          </p:nvSpPr>
          <p:spPr bwMode="auto">
            <a:xfrm>
              <a:off x="8564" y="12971"/>
              <a:ext cx="67" cy="67"/>
            </a:xfrm>
            <a:prstGeom prst="ellipse">
              <a:avLst/>
            </a:prstGeom>
            <a:solidFill>
              <a:srgbClr val="000000"/>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9475" name="Oval 35"/>
            <p:cNvSpPr>
              <a:spLocks noChangeArrowheads="1"/>
            </p:cNvSpPr>
            <p:nvPr/>
          </p:nvSpPr>
          <p:spPr bwMode="auto">
            <a:xfrm>
              <a:off x="4246" y="11029"/>
              <a:ext cx="67" cy="67"/>
            </a:xfrm>
            <a:prstGeom prst="ellipse">
              <a:avLst/>
            </a:prstGeom>
            <a:solidFill>
              <a:srgbClr val="000000"/>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nvGrpSpPr>
            <p:cNvPr id="829476" name="Group 36"/>
            <p:cNvGrpSpPr>
              <a:grpSpLocks/>
            </p:cNvGrpSpPr>
            <p:nvPr/>
          </p:nvGrpSpPr>
          <p:grpSpPr bwMode="auto">
            <a:xfrm>
              <a:off x="6629" y="14063"/>
              <a:ext cx="345" cy="112"/>
              <a:chOff x="0" y="0"/>
              <a:chExt cx="20000" cy="20020"/>
            </a:xfrm>
          </p:grpSpPr>
          <p:sp>
            <p:nvSpPr>
              <p:cNvPr id="829477" name="Freeform 37"/>
              <p:cNvSpPr>
                <a:spLocks/>
              </p:cNvSpPr>
              <p:nvPr/>
            </p:nvSpPr>
            <p:spPr bwMode="auto">
              <a:xfrm>
                <a:off x="0" y="0"/>
                <a:ext cx="20000" cy="154"/>
              </a:xfrm>
              <a:custGeom>
                <a:avLst/>
                <a:gdLst>
                  <a:gd name="T0" fmla="*/ 0 w 20000"/>
                  <a:gd name="T1" fmla="*/ 0 h 20000"/>
                  <a:gd name="T2" fmla="*/ 19950 w 20000"/>
                  <a:gd name="T3" fmla="*/ 0 h 20000"/>
                </a:gdLst>
                <a:ahLst/>
                <a:cxnLst>
                  <a:cxn ang="0">
                    <a:pos x="T0" y="T1"/>
                  </a:cxn>
                  <a:cxn ang="0">
                    <a:pos x="T2" y="T3"/>
                  </a:cxn>
                </a:cxnLst>
                <a:rect l="0" t="0" r="r" b="b"/>
                <a:pathLst>
                  <a:path w="20000" h="20000">
                    <a:moveTo>
                      <a:pt x="0" y="0"/>
                    </a:moveTo>
                    <a:lnTo>
                      <a:pt x="19950" y="0"/>
                    </a:lnTo>
                  </a:path>
                </a:pathLst>
              </a:custGeom>
              <a:noFill/>
              <a:ln w="25400" cap="flat">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9478" name="Freeform 38"/>
              <p:cNvSpPr>
                <a:spLocks/>
              </p:cNvSpPr>
              <p:nvPr/>
            </p:nvSpPr>
            <p:spPr bwMode="auto">
              <a:xfrm>
                <a:off x="3970" y="10010"/>
                <a:ext cx="12308" cy="154"/>
              </a:xfrm>
              <a:custGeom>
                <a:avLst/>
                <a:gdLst>
                  <a:gd name="T0" fmla="*/ 0 w 20000"/>
                  <a:gd name="T1" fmla="*/ 0 h 20000"/>
                  <a:gd name="T2" fmla="*/ 19919 w 20000"/>
                  <a:gd name="T3" fmla="*/ 0 h 20000"/>
                </a:gdLst>
                <a:ahLst/>
                <a:cxnLst>
                  <a:cxn ang="0">
                    <a:pos x="T0" y="T1"/>
                  </a:cxn>
                  <a:cxn ang="0">
                    <a:pos x="T2" y="T3"/>
                  </a:cxn>
                </a:cxnLst>
                <a:rect l="0" t="0" r="r" b="b"/>
                <a:pathLst>
                  <a:path w="20000" h="20000">
                    <a:moveTo>
                      <a:pt x="0" y="0"/>
                    </a:moveTo>
                    <a:lnTo>
                      <a:pt x="19919" y="0"/>
                    </a:lnTo>
                  </a:path>
                </a:pathLst>
              </a:custGeom>
              <a:noFill/>
              <a:ln w="25400" cap="flat">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9479" name="Freeform 39"/>
              <p:cNvSpPr>
                <a:spLocks/>
              </p:cNvSpPr>
              <p:nvPr/>
            </p:nvSpPr>
            <p:spPr bwMode="auto">
              <a:xfrm>
                <a:off x="7494" y="19866"/>
                <a:ext cx="5161" cy="154"/>
              </a:xfrm>
              <a:custGeom>
                <a:avLst/>
                <a:gdLst>
                  <a:gd name="T0" fmla="*/ 0 w 20000"/>
                  <a:gd name="T1" fmla="*/ 0 h 20000"/>
                  <a:gd name="T2" fmla="*/ 19808 w 20000"/>
                  <a:gd name="T3" fmla="*/ 0 h 20000"/>
                </a:gdLst>
                <a:ahLst/>
                <a:cxnLst>
                  <a:cxn ang="0">
                    <a:pos x="T0" y="T1"/>
                  </a:cxn>
                  <a:cxn ang="0">
                    <a:pos x="T2" y="T3"/>
                  </a:cxn>
                </a:cxnLst>
                <a:rect l="0" t="0" r="r" b="b"/>
                <a:pathLst>
                  <a:path w="20000" h="20000">
                    <a:moveTo>
                      <a:pt x="0" y="0"/>
                    </a:moveTo>
                    <a:lnTo>
                      <a:pt x="19808" y="0"/>
                    </a:lnTo>
                  </a:path>
                </a:pathLst>
              </a:custGeom>
              <a:noFill/>
              <a:ln w="25400" cap="flat">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829480" name="Line 40"/>
            <p:cNvSpPr>
              <a:spLocks noChangeShapeType="1"/>
            </p:cNvSpPr>
            <p:nvPr/>
          </p:nvSpPr>
          <p:spPr bwMode="auto">
            <a:xfrm rot="-5400000">
              <a:off x="3470" y="12791"/>
              <a:ext cx="0" cy="720"/>
            </a:xfrm>
            <a:prstGeom prst="line">
              <a:avLst/>
            </a:prstGeom>
            <a:noFill/>
            <a:ln w="19050">
              <a:solidFill>
                <a:srgbClr val="FF0000"/>
              </a:solidFill>
              <a:round/>
              <a:headEnd type="triangle" w="sm" len="med"/>
              <a:tailEnd type="none" w="sm" len="med"/>
            </a:ln>
            <a:extLst>
              <a:ext uri="{909E8E84-426E-40DD-AFC4-6F175D3DCCD1}">
                <a14:hiddenFill xmlns:a14="http://schemas.microsoft.com/office/drawing/2010/main">
                  <a:noFill/>
                </a14:hiddenFill>
              </a:ext>
            </a:extLst>
          </p:spPr>
          <p:txBody>
            <a:bodyPr/>
            <a:lstStyle/>
            <a:p>
              <a:endParaRPr lang="en-US"/>
            </a:p>
          </p:txBody>
        </p:sp>
        <p:grpSp>
          <p:nvGrpSpPr>
            <p:cNvPr id="829481" name="Group 41"/>
            <p:cNvGrpSpPr>
              <a:grpSpLocks/>
            </p:cNvGrpSpPr>
            <p:nvPr/>
          </p:nvGrpSpPr>
          <p:grpSpPr bwMode="auto">
            <a:xfrm>
              <a:off x="4437" y="10844"/>
              <a:ext cx="1211" cy="241"/>
              <a:chOff x="3460" y="2145"/>
              <a:chExt cx="3148" cy="626"/>
            </a:xfrm>
          </p:grpSpPr>
          <p:sp>
            <p:nvSpPr>
              <p:cNvPr id="829482" name="Arc 42"/>
              <p:cNvSpPr>
                <a:spLocks/>
              </p:cNvSpPr>
              <p:nvPr/>
            </p:nvSpPr>
            <p:spPr bwMode="auto">
              <a:xfrm>
                <a:off x="4351" y="2155"/>
                <a:ext cx="303" cy="34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9483" name="Arc 43"/>
              <p:cNvSpPr>
                <a:spLocks/>
              </p:cNvSpPr>
              <p:nvPr/>
            </p:nvSpPr>
            <p:spPr bwMode="auto">
              <a:xfrm flipH="1">
                <a:off x="4060" y="2155"/>
                <a:ext cx="298" cy="34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9484" name="Freeform 44"/>
              <p:cNvSpPr>
                <a:spLocks/>
              </p:cNvSpPr>
              <p:nvPr/>
            </p:nvSpPr>
            <p:spPr bwMode="auto">
              <a:xfrm>
                <a:off x="4058" y="2497"/>
                <a:ext cx="2" cy="274"/>
              </a:xfrm>
              <a:custGeom>
                <a:avLst/>
                <a:gdLst>
                  <a:gd name="T0" fmla="*/ 0 w 20000"/>
                  <a:gd name="T1" fmla="*/ 19823 h 20000"/>
                  <a:gd name="T2" fmla="*/ 0 w 20000"/>
                  <a:gd name="T3" fmla="*/ 0 h 20000"/>
                </a:gdLst>
                <a:ahLst/>
                <a:cxnLst>
                  <a:cxn ang="0">
                    <a:pos x="T0" y="T1"/>
                  </a:cxn>
                  <a:cxn ang="0">
                    <a:pos x="T2" y="T3"/>
                  </a:cxn>
                </a:cxnLst>
                <a:rect l="0" t="0" r="r" b="b"/>
                <a:pathLst>
                  <a:path w="20000" h="20000">
                    <a:moveTo>
                      <a:pt x="0" y="19823"/>
                    </a:moveTo>
                    <a:lnTo>
                      <a:pt x="0" y="0"/>
                    </a:ln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9485" name="Arc 45"/>
              <p:cNvSpPr>
                <a:spLocks/>
              </p:cNvSpPr>
              <p:nvPr/>
            </p:nvSpPr>
            <p:spPr bwMode="auto">
              <a:xfrm>
                <a:off x="4952" y="2152"/>
                <a:ext cx="305" cy="34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9486" name="Arc 46"/>
              <p:cNvSpPr>
                <a:spLocks/>
              </p:cNvSpPr>
              <p:nvPr/>
            </p:nvSpPr>
            <p:spPr bwMode="auto">
              <a:xfrm flipH="1">
                <a:off x="4650" y="2152"/>
                <a:ext cx="298" cy="34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9487" name="Arc 47"/>
              <p:cNvSpPr>
                <a:spLocks/>
              </p:cNvSpPr>
              <p:nvPr/>
            </p:nvSpPr>
            <p:spPr bwMode="auto">
              <a:xfrm>
                <a:off x="3757" y="2145"/>
                <a:ext cx="302" cy="34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9488" name="Arc 48"/>
              <p:cNvSpPr>
                <a:spLocks/>
              </p:cNvSpPr>
              <p:nvPr/>
            </p:nvSpPr>
            <p:spPr bwMode="auto">
              <a:xfrm flipH="1">
                <a:off x="3460" y="2145"/>
                <a:ext cx="298" cy="34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9489" name="Freeform 49"/>
              <p:cNvSpPr>
                <a:spLocks/>
              </p:cNvSpPr>
              <p:nvPr/>
            </p:nvSpPr>
            <p:spPr bwMode="auto">
              <a:xfrm>
                <a:off x="3462" y="2470"/>
                <a:ext cx="3" cy="286"/>
              </a:xfrm>
              <a:custGeom>
                <a:avLst/>
                <a:gdLst>
                  <a:gd name="T0" fmla="*/ 0 w 20000"/>
                  <a:gd name="T1" fmla="*/ 19831 h 20000"/>
                  <a:gd name="T2" fmla="*/ 0 w 20000"/>
                  <a:gd name="T3" fmla="*/ 0 h 20000"/>
                </a:gdLst>
                <a:ahLst/>
                <a:cxnLst>
                  <a:cxn ang="0">
                    <a:pos x="T0" y="T1"/>
                  </a:cxn>
                  <a:cxn ang="0">
                    <a:pos x="T2" y="T3"/>
                  </a:cxn>
                </a:cxnLst>
                <a:rect l="0" t="0" r="r" b="b"/>
                <a:pathLst>
                  <a:path w="20000" h="20000">
                    <a:moveTo>
                      <a:pt x="0" y="19831"/>
                    </a:moveTo>
                    <a:lnTo>
                      <a:pt x="0" y="0"/>
                    </a:ln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9490" name="Freeform 50"/>
              <p:cNvSpPr>
                <a:spLocks/>
              </p:cNvSpPr>
              <p:nvPr/>
            </p:nvSpPr>
            <p:spPr bwMode="auto">
              <a:xfrm>
                <a:off x="4660" y="2490"/>
                <a:ext cx="2" cy="281"/>
              </a:xfrm>
              <a:custGeom>
                <a:avLst/>
                <a:gdLst>
                  <a:gd name="T0" fmla="*/ 0 w 20000"/>
                  <a:gd name="T1" fmla="*/ 19828 h 20000"/>
                  <a:gd name="T2" fmla="*/ 0 w 20000"/>
                  <a:gd name="T3" fmla="*/ 0 h 20000"/>
                </a:gdLst>
                <a:ahLst/>
                <a:cxnLst>
                  <a:cxn ang="0">
                    <a:pos x="T0" y="T1"/>
                  </a:cxn>
                  <a:cxn ang="0">
                    <a:pos x="T2" y="T3"/>
                  </a:cxn>
                </a:cxnLst>
                <a:rect l="0" t="0" r="r" b="b"/>
                <a:pathLst>
                  <a:path w="20000" h="20000">
                    <a:moveTo>
                      <a:pt x="0" y="19828"/>
                    </a:moveTo>
                    <a:lnTo>
                      <a:pt x="0" y="0"/>
                    </a:ln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9491" name="Freeform 51"/>
              <p:cNvSpPr>
                <a:spLocks/>
              </p:cNvSpPr>
              <p:nvPr/>
            </p:nvSpPr>
            <p:spPr bwMode="auto">
              <a:xfrm>
                <a:off x="5264" y="2411"/>
                <a:ext cx="3" cy="359"/>
              </a:xfrm>
              <a:custGeom>
                <a:avLst/>
                <a:gdLst>
                  <a:gd name="T0" fmla="*/ 0 w 20000"/>
                  <a:gd name="T1" fmla="*/ 19865 h 20000"/>
                  <a:gd name="T2" fmla="*/ 0 w 20000"/>
                  <a:gd name="T3" fmla="*/ 0 h 20000"/>
                </a:gdLst>
                <a:ahLst/>
                <a:cxnLst>
                  <a:cxn ang="0">
                    <a:pos x="T0" y="T1"/>
                  </a:cxn>
                  <a:cxn ang="0">
                    <a:pos x="T2" y="T3"/>
                  </a:cxn>
                </a:cxnLst>
                <a:rect l="0" t="0" r="r" b="b"/>
                <a:pathLst>
                  <a:path w="20000" h="20000">
                    <a:moveTo>
                      <a:pt x="0" y="19865"/>
                    </a:moveTo>
                    <a:lnTo>
                      <a:pt x="0" y="0"/>
                    </a:ln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9492" name="Arc 52"/>
              <p:cNvSpPr>
                <a:spLocks/>
              </p:cNvSpPr>
              <p:nvPr/>
            </p:nvSpPr>
            <p:spPr bwMode="auto">
              <a:xfrm>
                <a:off x="6161" y="2148"/>
                <a:ext cx="306" cy="34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9493" name="Arc 53"/>
              <p:cNvSpPr>
                <a:spLocks/>
              </p:cNvSpPr>
              <p:nvPr/>
            </p:nvSpPr>
            <p:spPr bwMode="auto">
              <a:xfrm flipH="1">
                <a:off x="5859" y="2148"/>
                <a:ext cx="298" cy="34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9494" name="Arc 54"/>
              <p:cNvSpPr>
                <a:spLocks/>
              </p:cNvSpPr>
              <p:nvPr/>
            </p:nvSpPr>
            <p:spPr bwMode="auto">
              <a:xfrm>
                <a:off x="5563" y="2160"/>
                <a:ext cx="303" cy="34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9495" name="Arc 55"/>
              <p:cNvSpPr>
                <a:spLocks/>
              </p:cNvSpPr>
              <p:nvPr/>
            </p:nvSpPr>
            <p:spPr bwMode="auto">
              <a:xfrm flipH="1">
                <a:off x="5260" y="2160"/>
                <a:ext cx="305" cy="354"/>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9496" name="Freeform 56"/>
              <p:cNvSpPr>
                <a:spLocks/>
              </p:cNvSpPr>
              <p:nvPr/>
            </p:nvSpPr>
            <p:spPr bwMode="auto">
              <a:xfrm>
                <a:off x="5868" y="2410"/>
                <a:ext cx="3" cy="354"/>
              </a:xfrm>
              <a:custGeom>
                <a:avLst/>
                <a:gdLst>
                  <a:gd name="T0" fmla="*/ 0 w 20000"/>
                  <a:gd name="T1" fmla="*/ 19863 h 20000"/>
                  <a:gd name="T2" fmla="*/ 0 w 20000"/>
                  <a:gd name="T3" fmla="*/ 0 h 20000"/>
                </a:gdLst>
                <a:ahLst/>
                <a:cxnLst>
                  <a:cxn ang="0">
                    <a:pos x="T0" y="T1"/>
                  </a:cxn>
                  <a:cxn ang="0">
                    <a:pos x="T2" y="T3"/>
                  </a:cxn>
                </a:cxnLst>
                <a:rect l="0" t="0" r="r" b="b"/>
                <a:pathLst>
                  <a:path w="20000" h="20000">
                    <a:moveTo>
                      <a:pt x="0" y="19863"/>
                    </a:moveTo>
                    <a:lnTo>
                      <a:pt x="0" y="0"/>
                    </a:ln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9497" name="Freeform 57"/>
              <p:cNvSpPr>
                <a:spLocks/>
              </p:cNvSpPr>
              <p:nvPr/>
            </p:nvSpPr>
            <p:spPr bwMode="auto">
              <a:xfrm>
                <a:off x="6467" y="2463"/>
                <a:ext cx="141" cy="307"/>
              </a:xfrm>
              <a:custGeom>
                <a:avLst/>
                <a:gdLst>
                  <a:gd name="T0" fmla="*/ 0 w 20000"/>
                  <a:gd name="T1" fmla="*/ 19815 h 20000"/>
                  <a:gd name="T2" fmla="*/ 0 w 20000"/>
                  <a:gd name="T3" fmla="*/ 0 h 20000"/>
                </a:gdLst>
                <a:ahLst/>
                <a:cxnLst>
                  <a:cxn ang="0">
                    <a:pos x="T0" y="T1"/>
                  </a:cxn>
                  <a:cxn ang="0">
                    <a:pos x="T2" y="T3"/>
                  </a:cxn>
                </a:cxnLst>
                <a:rect l="0" t="0" r="r" b="b"/>
                <a:pathLst>
                  <a:path w="20000" h="20000">
                    <a:moveTo>
                      <a:pt x="0" y="19815"/>
                    </a:moveTo>
                    <a:lnTo>
                      <a:pt x="0" y="0"/>
                    </a:ln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829498" name="Group 58"/>
            <p:cNvGrpSpPr>
              <a:grpSpLocks/>
            </p:cNvGrpSpPr>
            <p:nvPr/>
          </p:nvGrpSpPr>
          <p:grpSpPr bwMode="auto">
            <a:xfrm>
              <a:off x="4437" y="11815"/>
              <a:ext cx="1211" cy="241"/>
              <a:chOff x="3460" y="2145"/>
              <a:chExt cx="3148" cy="626"/>
            </a:xfrm>
          </p:grpSpPr>
          <p:sp>
            <p:nvSpPr>
              <p:cNvPr id="829499" name="Arc 59"/>
              <p:cNvSpPr>
                <a:spLocks/>
              </p:cNvSpPr>
              <p:nvPr/>
            </p:nvSpPr>
            <p:spPr bwMode="auto">
              <a:xfrm>
                <a:off x="4351" y="2155"/>
                <a:ext cx="303" cy="34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9500" name="Arc 60"/>
              <p:cNvSpPr>
                <a:spLocks/>
              </p:cNvSpPr>
              <p:nvPr/>
            </p:nvSpPr>
            <p:spPr bwMode="auto">
              <a:xfrm flipH="1">
                <a:off x="4060" y="2155"/>
                <a:ext cx="298" cy="34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9501" name="Freeform 61"/>
              <p:cNvSpPr>
                <a:spLocks/>
              </p:cNvSpPr>
              <p:nvPr/>
            </p:nvSpPr>
            <p:spPr bwMode="auto">
              <a:xfrm>
                <a:off x="4058" y="2497"/>
                <a:ext cx="2" cy="274"/>
              </a:xfrm>
              <a:custGeom>
                <a:avLst/>
                <a:gdLst>
                  <a:gd name="T0" fmla="*/ 0 w 20000"/>
                  <a:gd name="T1" fmla="*/ 19823 h 20000"/>
                  <a:gd name="T2" fmla="*/ 0 w 20000"/>
                  <a:gd name="T3" fmla="*/ 0 h 20000"/>
                </a:gdLst>
                <a:ahLst/>
                <a:cxnLst>
                  <a:cxn ang="0">
                    <a:pos x="T0" y="T1"/>
                  </a:cxn>
                  <a:cxn ang="0">
                    <a:pos x="T2" y="T3"/>
                  </a:cxn>
                </a:cxnLst>
                <a:rect l="0" t="0" r="r" b="b"/>
                <a:pathLst>
                  <a:path w="20000" h="20000">
                    <a:moveTo>
                      <a:pt x="0" y="19823"/>
                    </a:moveTo>
                    <a:lnTo>
                      <a:pt x="0" y="0"/>
                    </a:ln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9502" name="Arc 62"/>
              <p:cNvSpPr>
                <a:spLocks/>
              </p:cNvSpPr>
              <p:nvPr/>
            </p:nvSpPr>
            <p:spPr bwMode="auto">
              <a:xfrm>
                <a:off x="4952" y="2152"/>
                <a:ext cx="305" cy="34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9503" name="Arc 63"/>
              <p:cNvSpPr>
                <a:spLocks/>
              </p:cNvSpPr>
              <p:nvPr/>
            </p:nvSpPr>
            <p:spPr bwMode="auto">
              <a:xfrm flipH="1">
                <a:off x="4650" y="2152"/>
                <a:ext cx="298" cy="34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9504" name="Arc 64"/>
              <p:cNvSpPr>
                <a:spLocks/>
              </p:cNvSpPr>
              <p:nvPr/>
            </p:nvSpPr>
            <p:spPr bwMode="auto">
              <a:xfrm>
                <a:off x="3757" y="2145"/>
                <a:ext cx="302" cy="34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9505" name="Arc 65"/>
              <p:cNvSpPr>
                <a:spLocks/>
              </p:cNvSpPr>
              <p:nvPr/>
            </p:nvSpPr>
            <p:spPr bwMode="auto">
              <a:xfrm flipH="1">
                <a:off x="3460" y="2145"/>
                <a:ext cx="298" cy="34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9506" name="Freeform 66"/>
              <p:cNvSpPr>
                <a:spLocks/>
              </p:cNvSpPr>
              <p:nvPr/>
            </p:nvSpPr>
            <p:spPr bwMode="auto">
              <a:xfrm>
                <a:off x="3462" y="2470"/>
                <a:ext cx="3" cy="286"/>
              </a:xfrm>
              <a:custGeom>
                <a:avLst/>
                <a:gdLst>
                  <a:gd name="T0" fmla="*/ 0 w 20000"/>
                  <a:gd name="T1" fmla="*/ 19831 h 20000"/>
                  <a:gd name="T2" fmla="*/ 0 w 20000"/>
                  <a:gd name="T3" fmla="*/ 0 h 20000"/>
                </a:gdLst>
                <a:ahLst/>
                <a:cxnLst>
                  <a:cxn ang="0">
                    <a:pos x="T0" y="T1"/>
                  </a:cxn>
                  <a:cxn ang="0">
                    <a:pos x="T2" y="T3"/>
                  </a:cxn>
                </a:cxnLst>
                <a:rect l="0" t="0" r="r" b="b"/>
                <a:pathLst>
                  <a:path w="20000" h="20000">
                    <a:moveTo>
                      <a:pt x="0" y="19831"/>
                    </a:moveTo>
                    <a:lnTo>
                      <a:pt x="0" y="0"/>
                    </a:ln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9507" name="Freeform 67"/>
              <p:cNvSpPr>
                <a:spLocks/>
              </p:cNvSpPr>
              <p:nvPr/>
            </p:nvSpPr>
            <p:spPr bwMode="auto">
              <a:xfrm>
                <a:off x="4660" y="2490"/>
                <a:ext cx="2" cy="281"/>
              </a:xfrm>
              <a:custGeom>
                <a:avLst/>
                <a:gdLst>
                  <a:gd name="T0" fmla="*/ 0 w 20000"/>
                  <a:gd name="T1" fmla="*/ 19828 h 20000"/>
                  <a:gd name="T2" fmla="*/ 0 w 20000"/>
                  <a:gd name="T3" fmla="*/ 0 h 20000"/>
                </a:gdLst>
                <a:ahLst/>
                <a:cxnLst>
                  <a:cxn ang="0">
                    <a:pos x="T0" y="T1"/>
                  </a:cxn>
                  <a:cxn ang="0">
                    <a:pos x="T2" y="T3"/>
                  </a:cxn>
                </a:cxnLst>
                <a:rect l="0" t="0" r="r" b="b"/>
                <a:pathLst>
                  <a:path w="20000" h="20000">
                    <a:moveTo>
                      <a:pt x="0" y="19828"/>
                    </a:moveTo>
                    <a:lnTo>
                      <a:pt x="0" y="0"/>
                    </a:ln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9508" name="Freeform 68"/>
              <p:cNvSpPr>
                <a:spLocks/>
              </p:cNvSpPr>
              <p:nvPr/>
            </p:nvSpPr>
            <p:spPr bwMode="auto">
              <a:xfrm>
                <a:off x="5264" y="2411"/>
                <a:ext cx="3" cy="359"/>
              </a:xfrm>
              <a:custGeom>
                <a:avLst/>
                <a:gdLst>
                  <a:gd name="T0" fmla="*/ 0 w 20000"/>
                  <a:gd name="T1" fmla="*/ 19865 h 20000"/>
                  <a:gd name="T2" fmla="*/ 0 w 20000"/>
                  <a:gd name="T3" fmla="*/ 0 h 20000"/>
                </a:gdLst>
                <a:ahLst/>
                <a:cxnLst>
                  <a:cxn ang="0">
                    <a:pos x="T0" y="T1"/>
                  </a:cxn>
                  <a:cxn ang="0">
                    <a:pos x="T2" y="T3"/>
                  </a:cxn>
                </a:cxnLst>
                <a:rect l="0" t="0" r="r" b="b"/>
                <a:pathLst>
                  <a:path w="20000" h="20000">
                    <a:moveTo>
                      <a:pt x="0" y="19865"/>
                    </a:moveTo>
                    <a:lnTo>
                      <a:pt x="0" y="0"/>
                    </a:ln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9509" name="Arc 69"/>
              <p:cNvSpPr>
                <a:spLocks/>
              </p:cNvSpPr>
              <p:nvPr/>
            </p:nvSpPr>
            <p:spPr bwMode="auto">
              <a:xfrm>
                <a:off x="6161" y="2148"/>
                <a:ext cx="306" cy="34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9510" name="Arc 70"/>
              <p:cNvSpPr>
                <a:spLocks/>
              </p:cNvSpPr>
              <p:nvPr/>
            </p:nvSpPr>
            <p:spPr bwMode="auto">
              <a:xfrm flipH="1">
                <a:off x="5859" y="2148"/>
                <a:ext cx="298" cy="34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9511" name="Arc 71"/>
              <p:cNvSpPr>
                <a:spLocks/>
              </p:cNvSpPr>
              <p:nvPr/>
            </p:nvSpPr>
            <p:spPr bwMode="auto">
              <a:xfrm>
                <a:off x="5563" y="2160"/>
                <a:ext cx="303" cy="34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9512" name="Arc 72"/>
              <p:cNvSpPr>
                <a:spLocks/>
              </p:cNvSpPr>
              <p:nvPr/>
            </p:nvSpPr>
            <p:spPr bwMode="auto">
              <a:xfrm flipH="1">
                <a:off x="5260" y="2160"/>
                <a:ext cx="305" cy="354"/>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9513" name="Freeform 73"/>
              <p:cNvSpPr>
                <a:spLocks/>
              </p:cNvSpPr>
              <p:nvPr/>
            </p:nvSpPr>
            <p:spPr bwMode="auto">
              <a:xfrm>
                <a:off x="5868" y="2410"/>
                <a:ext cx="3" cy="354"/>
              </a:xfrm>
              <a:custGeom>
                <a:avLst/>
                <a:gdLst>
                  <a:gd name="T0" fmla="*/ 0 w 20000"/>
                  <a:gd name="T1" fmla="*/ 19863 h 20000"/>
                  <a:gd name="T2" fmla="*/ 0 w 20000"/>
                  <a:gd name="T3" fmla="*/ 0 h 20000"/>
                </a:gdLst>
                <a:ahLst/>
                <a:cxnLst>
                  <a:cxn ang="0">
                    <a:pos x="T0" y="T1"/>
                  </a:cxn>
                  <a:cxn ang="0">
                    <a:pos x="T2" y="T3"/>
                  </a:cxn>
                </a:cxnLst>
                <a:rect l="0" t="0" r="r" b="b"/>
                <a:pathLst>
                  <a:path w="20000" h="20000">
                    <a:moveTo>
                      <a:pt x="0" y="19863"/>
                    </a:moveTo>
                    <a:lnTo>
                      <a:pt x="0" y="0"/>
                    </a:ln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9514" name="Freeform 74"/>
              <p:cNvSpPr>
                <a:spLocks/>
              </p:cNvSpPr>
              <p:nvPr/>
            </p:nvSpPr>
            <p:spPr bwMode="auto">
              <a:xfrm>
                <a:off x="6467" y="2463"/>
                <a:ext cx="141" cy="307"/>
              </a:xfrm>
              <a:custGeom>
                <a:avLst/>
                <a:gdLst>
                  <a:gd name="T0" fmla="*/ 0 w 20000"/>
                  <a:gd name="T1" fmla="*/ 19815 h 20000"/>
                  <a:gd name="T2" fmla="*/ 0 w 20000"/>
                  <a:gd name="T3" fmla="*/ 0 h 20000"/>
                </a:gdLst>
                <a:ahLst/>
                <a:cxnLst>
                  <a:cxn ang="0">
                    <a:pos x="T0" y="T1"/>
                  </a:cxn>
                  <a:cxn ang="0">
                    <a:pos x="T2" y="T3"/>
                  </a:cxn>
                </a:cxnLst>
                <a:rect l="0" t="0" r="r" b="b"/>
                <a:pathLst>
                  <a:path w="20000" h="20000">
                    <a:moveTo>
                      <a:pt x="0" y="19815"/>
                    </a:moveTo>
                    <a:lnTo>
                      <a:pt x="0" y="0"/>
                    </a:ln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829515" name="Group 75"/>
            <p:cNvGrpSpPr>
              <a:grpSpLocks/>
            </p:cNvGrpSpPr>
            <p:nvPr/>
          </p:nvGrpSpPr>
          <p:grpSpPr bwMode="auto">
            <a:xfrm>
              <a:off x="4443" y="12786"/>
              <a:ext cx="1211" cy="241"/>
              <a:chOff x="3460" y="2145"/>
              <a:chExt cx="3148" cy="626"/>
            </a:xfrm>
          </p:grpSpPr>
          <p:sp>
            <p:nvSpPr>
              <p:cNvPr id="829516" name="Arc 76"/>
              <p:cNvSpPr>
                <a:spLocks/>
              </p:cNvSpPr>
              <p:nvPr/>
            </p:nvSpPr>
            <p:spPr bwMode="auto">
              <a:xfrm>
                <a:off x="4351" y="2155"/>
                <a:ext cx="303" cy="34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9517" name="Arc 77"/>
              <p:cNvSpPr>
                <a:spLocks/>
              </p:cNvSpPr>
              <p:nvPr/>
            </p:nvSpPr>
            <p:spPr bwMode="auto">
              <a:xfrm flipH="1">
                <a:off x="4060" y="2155"/>
                <a:ext cx="298" cy="34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9518" name="Freeform 78"/>
              <p:cNvSpPr>
                <a:spLocks/>
              </p:cNvSpPr>
              <p:nvPr/>
            </p:nvSpPr>
            <p:spPr bwMode="auto">
              <a:xfrm>
                <a:off x="4058" y="2497"/>
                <a:ext cx="2" cy="274"/>
              </a:xfrm>
              <a:custGeom>
                <a:avLst/>
                <a:gdLst>
                  <a:gd name="T0" fmla="*/ 0 w 20000"/>
                  <a:gd name="T1" fmla="*/ 19823 h 20000"/>
                  <a:gd name="T2" fmla="*/ 0 w 20000"/>
                  <a:gd name="T3" fmla="*/ 0 h 20000"/>
                </a:gdLst>
                <a:ahLst/>
                <a:cxnLst>
                  <a:cxn ang="0">
                    <a:pos x="T0" y="T1"/>
                  </a:cxn>
                  <a:cxn ang="0">
                    <a:pos x="T2" y="T3"/>
                  </a:cxn>
                </a:cxnLst>
                <a:rect l="0" t="0" r="r" b="b"/>
                <a:pathLst>
                  <a:path w="20000" h="20000">
                    <a:moveTo>
                      <a:pt x="0" y="19823"/>
                    </a:moveTo>
                    <a:lnTo>
                      <a:pt x="0" y="0"/>
                    </a:ln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9519" name="Arc 79"/>
              <p:cNvSpPr>
                <a:spLocks/>
              </p:cNvSpPr>
              <p:nvPr/>
            </p:nvSpPr>
            <p:spPr bwMode="auto">
              <a:xfrm>
                <a:off x="4952" y="2152"/>
                <a:ext cx="305" cy="34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9520" name="Arc 80"/>
              <p:cNvSpPr>
                <a:spLocks/>
              </p:cNvSpPr>
              <p:nvPr/>
            </p:nvSpPr>
            <p:spPr bwMode="auto">
              <a:xfrm flipH="1">
                <a:off x="4650" y="2152"/>
                <a:ext cx="298" cy="34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9521" name="Arc 81"/>
              <p:cNvSpPr>
                <a:spLocks/>
              </p:cNvSpPr>
              <p:nvPr/>
            </p:nvSpPr>
            <p:spPr bwMode="auto">
              <a:xfrm>
                <a:off x="3757" y="2145"/>
                <a:ext cx="302" cy="34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9522" name="Arc 82"/>
              <p:cNvSpPr>
                <a:spLocks/>
              </p:cNvSpPr>
              <p:nvPr/>
            </p:nvSpPr>
            <p:spPr bwMode="auto">
              <a:xfrm flipH="1">
                <a:off x="3460" y="2145"/>
                <a:ext cx="298" cy="34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9523" name="Freeform 83"/>
              <p:cNvSpPr>
                <a:spLocks/>
              </p:cNvSpPr>
              <p:nvPr/>
            </p:nvSpPr>
            <p:spPr bwMode="auto">
              <a:xfrm>
                <a:off x="3462" y="2470"/>
                <a:ext cx="3" cy="286"/>
              </a:xfrm>
              <a:custGeom>
                <a:avLst/>
                <a:gdLst>
                  <a:gd name="T0" fmla="*/ 0 w 20000"/>
                  <a:gd name="T1" fmla="*/ 19831 h 20000"/>
                  <a:gd name="T2" fmla="*/ 0 w 20000"/>
                  <a:gd name="T3" fmla="*/ 0 h 20000"/>
                </a:gdLst>
                <a:ahLst/>
                <a:cxnLst>
                  <a:cxn ang="0">
                    <a:pos x="T0" y="T1"/>
                  </a:cxn>
                  <a:cxn ang="0">
                    <a:pos x="T2" y="T3"/>
                  </a:cxn>
                </a:cxnLst>
                <a:rect l="0" t="0" r="r" b="b"/>
                <a:pathLst>
                  <a:path w="20000" h="20000">
                    <a:moveTo>
                      <a:pt x="0" y="19831"/>
                    </a:moveTo>
                    <a:lnTo>
                      <a:pt x="0" y="0"/>
                    </a:ln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9524" name="Freeform 84"/>
              <p:cNvSpPr>
                <a:spLocks/>
              </p:cNvSpPr>
              <p:nvPr/>
            </p:nvSpPr>
            <p:spPr bwMode="auto">
              <a:xfrm>
                <a:off x="4660" y="2490"/>
                <a:ext cx="2" cy="281"/>
              </a:xfrm>
              <a:custGeom>
                <a:avLst/>
                <a:gdLst>
                  <a:gd name="T0" fmla="*/ 0 w 20000"/>
                  <a:gd name="T1" fmla="*/ 19828 h 20000"/>
                  <a:gd name="T2" fmla="*/ 0 w 20000"/>
                  <a:gd name="T3" fmla="*/ 0 h 20000"/>
                </a:gdLst>
                <a:ahLst/>
                <a:cxnLst>
                  <a:cxn ang="0">
                    <a:pos x="T0" y="T1"/>
                  </a:cxn>
                  <a:cxn ang="0">
                    <a:pos x="T2" y="T3"/>
                  </a:cxn>
                </a:cxnLst>
                <a:rect l="0" t="0" r="r" b="b"/>
                <a:pathLst>
                  <a:path w="20000" h="20000">
                    <a:moveTo>
                      <a:pt x="0" y="19828"/>
                    </a:moveTo>
                    <a:lnTo>
                      <a:pt x="0" y="0"/>
                    </a:ln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9525" name="Freeform 85"/>
              <p:cNvSpPr>
                <a:spLocks/>
              </p:cNvSpPr>
              <p:nvPr/>
            </p:nvSpPr>
            <p:spPr bwMode="auto">
              <a:xfrm>
                <a:off x="5264" y="2411"/>
                <a:ext cx="3" cy="359"/>
              </a:xfrm>
              <a:custGeom>
                <a:avLst/>
                <a:gdLst>
                  <a:gd name="T0" fmla="*/ 0 w 20000"/>
                  <a:gd name="T1" fmla="*/ 19865 h 20000"/>
                  <a:gd name="T2" fmla="*/ 0 w 20000"/>
                  <a:gd name="T3" fmla="*/ 0 h 20000"/>
                </a:gdLst>
                <a:ahLst/>
                <a:cxnLst>
                  <a:cxn ang="0">
                    <a:pos x="T0" y="T1"/>
                  </a:cxn>
                  <a:cxn ang="0">
                    <a:pos x="T2" y="T3"/>
                  </a:cxn>
                </a:cxnLst>
                <a:rect l="0" t="0" r="r" b="b"/>
                <a:pathLst>
                  <a:path w="20000" h="20000">
                    <a:moveTo>
                      <a:pt x="0" y="19865"/>
                    </a:moveTo>
                    <a:lnTo>
                      <a:pt x="0" y="0"/>
                    </a:ln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9526" name="Arc 86"/>
              <p:cNvSpPr>
                <a:spLocks/>
              </p:cNvSpPr>
              <p:nvPr/>
            </p:nvSpPr>
            <p:spPr bwMode="auto">
              <a:xfrm>
                <a:off x="6161" y="2148"/>
                <a:ext cx="306" cy="34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9527" name="Arc 87"/>
              <p:cNvSpPr>
                <a:spLocks/>
              </p:cNvSpPr>
              <p:nvPr/>
            </p:nvSpPr>
            <p:spPr bwMode="auto">
              <a:xfrm flipH="1">
                <a:off x="5859" y="2148"/>
                <a:ext cx="298" cy="34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9528" name="Arc 88"/>
              <p:cNvSpPr>
                <a:spLocks/>
              </p:cNvSpPr>
              <p:nvPr/>
            </p:nvSpPr>
            <p:spPr bwMode="auto">
              <a:xfrm>
                <a:off x="5563" y="2160"/>
                <a:ext cx="303" cy="34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9529" name="Arc 89"/>
              <p:cNvSpPr>
                <a:spLocks/>
              </p:cNvSpPr>
              <p:nvPr/>
            </p:nvSpPr>
            <p:spPr bwMode="auto">
              <a:xfrm flipH="1">
                <a:off x="5260" y="2160"/>
                <a:ext cx="305" cy="354"/>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9530" name="Freeform 90"/>
              <p:cNvSpPr>
                <a:spLocks/>
              </p:cNvSpPr>
              <p:nvPr/>
            </p:nvSpPr>
            <p:spPr bwMode="auto">
              <a:xfrm>
                <a:off x="5868" y="2410"/>
                <a:ext cx="3" cy="354"/>
              </a:xfrm>
              <a:custGeom>
                <a:avLst/>
                <a:gdLst>
                  <a:gd name="T0" fmla="*/ 0 w 20000"/>
                  <a:gd name="T1" fmla="*/ 19863 h 20000"/>
                  <a:gd name="T2" fmla="*/ 0 w 20000"/>
                  <a:gd name="T3" fmla="*/ 0 h 20000"/>
                </a:gdLst>
                <a:ahLst/>
                <a:cxnLst>
                  <a:cxn ang="0">
                    <a:pos x="T0" y="T1"/>
                  </a:cxn>
                  <a:cxn ang="0">
                    <a:pos x="T2" y="T3"/>
                  </a:cxn>
                </a:cxnLst>
                <a:rect l="0" t="0" r="r" b="b"/>
                <a:pathLst>
                  <a:path w="20000" h="20000">
                    <a:moveTo>
                      <a:pt x="0" y="19863"/>
                    </a:moveTo>
                    <a:lnTo>
                      <a:pt x="0" y="0"/>
                    </a:ln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9531" name="Freeform 91"/>
              <p:cNvSpPr>
                <a:spLocks/>
              </p:cNvSpPr>
              <p:nvPr/>
            </p:nvSpPr>
            <p:spPr bwMode="auto">
              <a:xfrm>
                <a:off x="6467" y="2463"/>
                <a:ext cx="141" cy="307"/>
              </a:xfrm>
              <a:custGeom>
                <a:avLst/>
                <a:gdLst>
                  <a:gd name="T0" fmla="*/ 0 w 20000"/>
                  <a:gd name="T1" fmla="*/ 19815 h 20000"/>
                  <a:gd name="T2" fmla="*/ 0 w 20000"/>
                  <a:gd name="T3" fmla="*/ 0 h 20000"/>
                </a:gdLst>
                <a:ahLst/>
                <a:cxnLst>
                  <a:cxn ang="0">
                    <a:pos x="T0" y="T1"/>
                  </a:cxn>
                  <a:cxn ang="0">
                    <a:pos x="T2" y="T3"/>
                  </a:cxn>
                </a:cxnLst>
                <a:rect l="0" t="0" r="r" b="b"/>
                <a:pathLst>
                  <a:path w="20000" h="20000">
                    <a:moveTo>
                      <a:pt x="0" y="19815"/>
                    </a:moveTo>
                    <a:lnTo>
                      <a:pt x="0" y="0"/>
                    </a:ln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829532" name="Line 92"/>
            <p:cNvSpPr>
              <a:spLocks noChangeShapeType="1"/>
            </p:cNvSpPr>
            <p:nvPr/>
          </p:nvSpPr>
          <p:spPr bwMode="auto">
            <a:xfrm rot="5400000" flipH="1">
              <a:off x="5046" y="11832"/>
              <a:ext cx="0" cy="720"/>
            </a:xfrm>
            <a:prstGeom prst="line">
              <a:avLst/>
            </a:prstGeom>
            <a:noFill/>
            <a:ln w="19050">
              <a:solidFill>
                <a:srgbClr val="FF0000"/>
              </a:solidFill>
              <a:round/>
              <a:headEnd type="triangle" w="sm" len="med"/>
              <a:tailEnd type="none" w="sm" len="med"/>
            </a:ln>
            <a:extLst>
              <a:ext uri="{909E8E84-426E-40DD-AFC4-6F175D3DCCD1}">
                <a14:hiddenFill xmlns:a14="http://schemas.microsoft.com/office/drawing/2010/main">
                  <a:noFill/>
                </a14:hiddenFill>
              </a:ext>
            </a:extLst>
          </p:spPr>
          <p:txBody>
            <a:bodyPr/>
            <a:lstStyle/>
            <a:p>
              <a:endParaRPr lang="en-US"/>
            </a:p>
          </p:txBody>
        </p:sp>
        <p:grpSp>
          <p:nvGrpSpPr>
            <p:cNvPr id="829533" name="Group 93"/>
            <p:cNvGrpSpPr>
              <a:grpSpLocks/>
            </p:cNvGrpSpPr>
            <p:nvPr/>
          </p:nvGrpSpPr>
          <p:grpSpPr bwMode="auto">
            <a:xfrm>
              <a:off x="7260" y="10838"/>
              <a:ext cx="1212" cy="241"/>
              <a:chOff x="3460" y="2145"/>
              <a:chExt cx="3148" cy="626"/>
            </a:xfrm>
          </p:grpSpPr>
          <p:sp>
            <p:nvSpPr>
              <p:cNvPr id="829534" name="Arc 94"/>
              <p:cNvSpPr>
                <a:spLocks/>
              </p:cNvSpPr>
              <p:nvPr/>
            </p:nvSpPr>
            <p:spPr bwMode="auto">
              <a:xfrm>
                <a:off x="4351" y="2155"/>
                <a:ext cx="303" cy="34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9535" name="Arc 95"/>
              <p:cNvSpPr>
                <a:spLocks/>
              </p:cNvSpPr>
              <p:nvPr/>
            </p:nvSpPr>
            <p:spPr bwMode="auto">
              <a:xfrm flipH="1">
                <a:off x="4060" y="2155"/>
                <a:ext cx="298" cy="34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9536" name="Freeform 96"/>
              <p:cNvSpPr>
                <a:spLocks/>
              </p:cNvSpPr>
              <p:nvPr/>
            </p:nvSpPr>
            <p:spPr bwMode="auto">
              <a:xfrm>
                <a:off x="4058" y="2497"/>
                <a:ext cx="2" cy="274"/>
              </a:xfrm>
              <a:custGeom>
                <a:avLst/>
                <a:gdLst>
                  <a:gd name="T0" fmla="*/ 0 w 20000"/>
                  <a:gd name="T1" fmla="*/ 19823 h 20000"/>
                  <a:gd name="T2" fmla="*/ 0 w 20000"/>
                  <a:gd name="T3" fmla="*/ 0 h 20000"/>
                </a:gdLst>
                <a:ahLst/>
                <a:cxnLst>
                  <a:cxn ang="0">
                    <a:pos x="T0" y="T1"/>
                  </a:cxn>
                  <a:cxn ang="0">
                    <a:pos x="T2" y="T3"/>
                  </a:cxn>
                </a:cxnLst>
                <a:rect l="0" t="0" r="r" b="b"/>
                <a:pathLst>
                  <a:path w="20000" h="20000">
                    <a:moveTo>
                      <a:pt x="0" y="19823"/>
                    </a:moveTo>
                    <a:lnTo>
                      <a:pt x="0" y="0"/>
                    </a:ln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9537" name="Arc 97"/>
              <p:cNvSpPr>
                <a:spLocks/>
              </p:cNvSpPr>
              <p:nvPr/>
            </p:nvSpPr>
            <p:spPr bwMode="auto">
              <a:xfrm>
                <a:off x="4952" y="2152"/>
                <a:ext cx="305" cy="34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9538" name="Arc 98"/>
              <p:cNvSpPr>
                <a:spLocks/>
              </p:cNvSpPr>
              <p:nvPr/>
            </p:nvSpPr>
            <p:spPr bwMode="auto">
              <a:xfrm flipH="1">
                <a:off x="4650" y="2152"/>
                <a:ext cx="298" cy="34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9539" name="Arc 99"/>
              <p:cNvSpPr>
                <a:spLocks/>
              </p:cNvSpPr>
              <p:nvPr/>
            </p:nvSpPr>
            <p:spPr bwMode="auto">
              <a:xfrm>
                <a:off x="3757" y="2145"/>
                <a:ext cx="302" cy="34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9540" name="Arc 100"/>
              <p:cNvSpPr>
                <a:spLocks/>
              </p:cNvSpPr>
              <p:nvPr/>
            </p:nvSpPr>
            <p:spPr bwMode="auto">
              <a:xfrm flipH="1">
                <a:off x="3460" y="2145"/>
                <a:ext cx="298" cy="34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9541" name="Freeform 101"/>
              <p:cNvSpPr>
                <a:spLocks/>
              </p:cNvSpPr>
              <p:nvPr/>
            </p:nvSpPr>
            <p:spPr bwMode="auto">
              <a:xfrm>
                <a:off x="3462" y="2470"/>
                <a:ext cx="3" cy="286"/>
              </a:xfrm>
              <a:custGeom>
                <a:avLst/>
                <a:gdLst>
                  <a:gd name="T0" fmla="*/ 0 w 20000"/>
                  <a:gd name="T1" fmla="*/ 19831 h 20000"/>
                  <a:gd name="T2" fmla="*/ 0 w 20000"/>
                  <a:gd name="T3" fmla="*/ 0 h 20000"/>
                </a:gdLst>
                <a:ahLst/>
                <a:cxnLst>
                  <a:cxn ang="0">
                    <a:pos x="T0" y="T1"/>
                  </a:cxn>
                  <a:cxn ang="0">
                    <a:pos x="T2" y="T3"/>
                  </a:cxn>
                </a:cxnLst>
                <a:rect l="0" t="0" r="r" b="b"/>
                <a:pathLst>
                  <a:path w="20000" h="20000">
                    <a:moveTo>
                      <a:pt x="0" y="19831"/>
                    </a:moveTo>
                    <a:lnTo>
                      <a:pt x="0" y="0"/>
                    </a:ln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9542" name="Freeform 102"/>
              <p:cNvSpPr>
                <a:spLocks/>
              </p:cNvSpPr>
              <p:nvPr/>
            </p:nvSpPr>
            <p:spPr bwMode="auto">
              <a:xfrm>
                <a:off x="4660" y="2490"/>
                <a:ext cx="2" cy="281"/>
              </a:xfrm>
              <a:custGeom>
                <a:avLst/>
                <a:gdLst>
                  <a:gd name="T0" fmla="*/ 0 w 20000"/>
                  <a:gd name="T1" fmla="*/ 19828 h 20000"/>
                  <a:gd name="T2" fmla="*/ 0 w 20000"/>
                  <a:gd name="T3" fmla="*/ 0 h 20000"/>
                </a:gdLst>
                <a:ahLst/>
                <a:cxnLst>
                  <a:cxn ang="0">
                    <a:pos x="T0" y="T1"/>
                  </a:cxn>
                  <a:cxn ang="0">
                    <a:pos x="T2" y="T3"/>
                  </a:cxn>
                </a:cxnLst>
                <a:rect l="0" t="0" r="r" b="b"/>
                <a:pathLst>
                  <a:path w="20000" h="20000">
                    <a:moveTo>
                      <a:pt x="0" y="19828"/>
                    </a:moveTo>
                    <a:lnTo>
                      <a:pt x="0" y="0"/>
                    </a:ln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9543" name="Freeform 103"/>
              <p:cNvSpPr>
                <a:spLocks/>
              </p:cNvSpPr>
              <p:nvPr/>
            </p:nvSpPr>
            <p:spPr bwMode="auto">
              <a:xfrm>
                <a:off x="5264" y="2411"/>
                <a:ext cx="3" cy="359"/>
              </a:xfrm>
              <a:custGeom>
                <a:avLst/>
                <a:gdLst>
                  <a:gd name="T0" fmla="*/ 0 w 20000"/>
                  <a:gd name="T1" fmla="*/ 19865 h 20000"/>
                  <a:gd name="T2" fmla="*/ 0 w 20000"/>
                  <a:gd name="T3" fmla="*/ 0 h 20000"/>
                </a:gdLst>
                <a:ahLst/>
                <a:cxnLst>
                  <a:cxn ang="0">
                    <a:pos x="T0" y="T1"/>
                  </a:cxn>
                  <a:cxn ang="0">
                    <a:pos x="T2" y="T3"/>
                  </a:cxn>
                </a:cxnLst>
                <a:rect l="0" t="0" r="r" b="b"/>
                <a:pathLst>
                  <a:path w="20000" h="20000">
                    <a:moveTo>
                      <a:pt x="0" y="19865"/>
                    </a:moveTo>
                    <a:lnTo>
                      <a:pt x="0" y="0"/>
                    </a:ln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9544" name="Arc 104"/>
              <p:cNvSpPr>
                <a:spLocks/>
              </p:cNvSpPr>
              <p:nvPr/>
            </p:nvSpPr>
            <p:spPr bwMode="auto">
              <a:xfrm>
                <a:off x="6161" y="2148"/>
                <a:ext cx="306" cy="34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9545" name="Arc 105"/>
              <p:cNvSpPr>
                <a:spLocks/>
              </p:cNvSpPr>
              <p:nvPr/>
            </p:nvSpPr>
            <p:spPr bwMode="auto">
              <a:xfrm flipH="1">
                <a:off x="5859" y="2148"/>
                <a:ext cx="298" cy="34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9546" name="Arc 106"/>
              <p:cNvSpPr>
                <a:spLocks/>
              </p:cNvSpPr>
              <p:nvPr/>
            </p:nvSpPr>
            <p:spPr bwMode="auto">
              <a:xfrm>
                <a:off x="5563" y="2160"/>
                <a:ext cx="303" cy="34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9547" name="Arc 107"/>
              <p:cNvSpPr>
                <a:spLocks/>
              </p:cNvSpPr>
              <p:nvPr/>
            </p:nvSpPr>
            <p:spPr bwMode="auto">
              <a:xfrm flipH="1">
                <a:off x="5260" y="2160"/>
                <a:ext cx="305" cy="354"/>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9548" name="Freeform 108"/>
              <p:cNvSpPr>
                <a:spLocks/>
              </p:cNvSpPr>
              <p:nvPr/>
            </p:nvSpPr>
            <p:spPr bwMode="auto">
              <a:xfrm>
                <a:off x="5868" y="2410"/>
                <a:ext cx="3" cy="354"/>
              </a:xfrm>
              <a:custGeom>
                <a:avLst/>
                <a:gdLst>
                  <a:gd name="T0" fmla="*/ 0 w 20000"/>
                  <a:gd name="T1" fmla="*/ 19863 h 20000"/>
                  <a:gd name="T2" fmla="*/ 0 w 20000"/>
                  <a:gd name="T3" fmla="*/ 0 h 20000"/>
                </a:gdLst>
                <a:ahLst/>
                <a:cxnLst>
                  <a:cxn ang="0">
                    <a:pos x="T0" y="T1"/>
                  </a:cxn>
                  <a:cxn ang="0">
                    <a:pos x="T2" y="T3"/>
                  </a:cxn>
                </a:cxnLst>
                <a:rect l="0" t="0" r="r" b="b"/>
                <a:pathLst>
                  <a:path w="20000" h="20000">
                    <a:moveTo>
                      <a:pt x="0" y="19863"/>
                    </a:moveTo>
                    <a:lnTo>
                      <a:pt x="0" y="0"/>
                    </a:ln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9549" name="Freeform 109"/>
              <p:cNvSpPr>
                <a:spLocks/>
              </p:cNvSpPr>
              <p:nvPr/>
            </p:nvSpPr>
            <p:spPr bwMode="auto">
              <a:xfrm>
                <a:off x="6467" y="2463"/>
                <a:ext cx="141" cy="307"/>
              </a:xfrm>
              <a:custGeom>
                <a:avLst/>
                <a:gdLst>
                  <a:gd name="T0" fmla="*/ 0 w 20000"/>
                  <a:gd name="T1" fmla="*/ 19815 h 20000"/>
                  <a:gd name="T2" fmla="*/ 0 w 20000"/>
                  <a:gd name="T3" fmla="*/ 0 h 20000"/>
                </a:gdLst>
                <a:ahLst/>
                <a:cxnLst>
                  <a:cxn ang="0">
                    <a:pos x="T0" y="T1"/>
                  </a:cxn>
                  <a:cxn ang="0">
                    <a:pos x="T2" y="T3"/>
                  </a:cxn>
                </a:cxnLst>
                <a:rect l="0" t="0" r="r" b="b"/>
                <a:pathLst>
                  <a:path w="20000" h="20000">
                    <a:moveTo>
                      <a:pt x="0" y="19815"/>
                    </a:moveTo>
                    <a:lnTo>
                      <a:pt x="0" y="0"/>
                    </a:ln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829550" name="Group 110"/>
            <p:cNvGrpSpPr>
              <a:grpSpLocks/>
            </p:cNvGrpSpPr>
            <p:nvPr/>
          </p:nvGrpSpPr>
          <p:grpSpPr bwMode="auto">
            <a:xfrm>
              <a:off x="7260" y="11808"/>
              <a:ext cx="1212" cy="241"/>
              <a:chOff x="3460" y="2145"/>
              <a:chExt cx="3148" cy="626"/>
            </a:xfrm>
          </p:grpSpPr>
          <p:sp>
            <p:nvSpPr>
              <p:cNvPr id="829551" name="Arc 111"/>
              <p:cNvSpPr>
                <a:spLocks/>
              </p:cNvSpPr>
              <p:nvPr/>
            </p:nvSpPr>
            <p:spPr bwMode="auto">
              <a:xfrm>
                <a:off x="4351" y="2155"/>
                <a:ext cx="303" cy="34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9552" name="Arc 112"/>
              <p:cNvSpPr>
                <a:spLocks/>
              </p:cNvSpPr>
              <p:nvPr/>
            </p:nvSpPr>
            <p:spPr bwMode="auto">
              <a:xfrm flipH="1">
                <a:off x="4060" y="2155"/>
                <a:ext cx="298" cy="34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9553" name="Freeform 113"/>
              <p:cNvSpPr>
                <a:spLocks/>
              </p:cNvSpPr>
              <p:nvPr/>
            </p:nvSpPr>
            <p:spPr bwMode="auto">
              <a:xfrm>
                <a:off x="4058" y="2497"/>
                <a:ext cx="2" cy="274"/>
              </a:xfrm>
              <a:custGeom>
                <a:avLst/>
                <a:gdLst>
                  <a:gd name="T0" fmla="*/ 0 w 20000"/>
                  <a:gd name="T1" fmla="*/ 19823 h 20000"/>
                  <a:gd name="T2" fmla="*/ 0 w 20000"/>
                  <a:gd name="T3" fmla="*/ 0 h 20000"/>
                </a:gdLst>
                <a:ahLst/>
                <a:cxnLst>
                  <a:cxn ang="0">
                    <a:pos x="T0" y="T1"/>
                  </a:cxn>
                  <a:cxn ang="0">
                    <a:pos x="T2" y="T3"/>
                  </a:cxn>
                </a:cxnLst>
                <a:rect l="0" t="0" r="r" b="b"/>
                <a:pathLst>
                  <a:path w="20000" h="20000">
                    <a:moveTo>
                      <a:pt x="0" y="19823"/>
                    </a:moveTo>
                    <a:lnTo>
                      <a:pt x="0" y="0"/>
                    </a:ln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9554" name="Arc 114"/>
              <p:cNvSpPr>
                <a:spLocks/>
              </p:cNvSpPr>
              <p:nvPr/>
            </p:nvSpPr>
            <p:spPr bwMode="auto">
              <a:xfrm>
                <a:off x="4952" y="2152"/>
                <a:ext cx="305" cy="34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9555" name="Arc 115"/>
              <p:cNvSpPr>
                <a:spLocks/>
              </p:cNvSpPr>
              <p:nvPr/>
            </p:nvSpPr>
            <p:spPr bwMode="auto">
              <a:xfrm flipH="1">
                <a:off x="4650" y="2152"/>
                <a:ext cx="298" cy="34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9556" name="Arc 116"/>
              <p:cNvSpPr>
                <a:spLocks/>
              </p:cNvSpPr>
              <p:nvPr/>
            </p:nvSpPr>
            <p:spPr bwMode="auto">
              <a:xfrm>
                <a:off x="3757" y="2145"/>
                <a:ext cx="302" cy="34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9557" name="Arc 117"/>
              <p:cNvSpPr>
                <a:spLocks/>
              </p:cNvSpPr>
              <p:nvPr/>
            </p:nvSpPr>
            <p:spPr bwMode="auto">
              <a:xfrm flipH="1">
                <a:off x="3460" y="2145"/>
                <a:ext cx="298" cy="34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9558" name="Freeform 118"/>
              <p:cNvSpPr>
                <a:spLocks/>
              </p:cNvSpPr>
              <p:nvPr/>
            </p:nvSpPr>
            <p:spPr bwMode="auto">
              <a:xfrm>
                <a:off x="3462" y="2470"/>
                <a:ext cx="3" cy="286"/>
              </a:xfrm>
              <a:custGeom>
                <a:avLst/>
                <a:gdLst>
                  <a:gd name="T0" fmla="*/ 0 w 20000"/>
                  <a:gd name="T1" fmla="*/ 19831 h 20000"/>
                  <a:gd name="T2" fmla="*/ 0 w 20000"/>
                  <a:gd name="T3" fmla="*/ 0 h 20000"/>
                </a:gdLst>
                <a:ahLst/>
                <a:cxnLst>
                  <a:cxn ang="0">
                    <a:pos x="T0" y="T1"/>
                  </a:cxn>
                  <a:cxn ang="0">
                    <a:pos x="T2" y="T3"/>
                  </a:cxn>
                </a:cxnLst>
                <a:rect l="0" t="0" r="r" b="b"/>
                <a:pathLst>
                  <a:path w="20000" h="20000">
                    <a:moveTo>
                      <a:pt x="0" y="19831"/>
                    </a:moveTo>
                    <a:lnTo>
                      <a:pt x="0" y="0"/>
                    </a:ln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9559" name="Freeform 119"/>
              <p:cNvSpPr>
                <a:spLocks/>
              </p:cNvSpPr>
              <p:nvPr/>
            </p:nvSpPr>
            <p:spPr bwMode="auto">
              <a:xfrm>
                <a:off x="4660" y="2490"/>
                <a:ext cx="2" cy="281"/>
              </a:xfrm>
              <a:custGeom>
                <a:avLst/>
                <a:gdLst>
                  <a:gd name="T0" fmla="*/ 0 w 20000"/>
                  <a:gd name="T1" fmla="*/ 19828 h 20000"/>
                  <a:gd name="T2" fmla="*/ 0 w 20000"/>
                  <a:gd name="T3" fmla="*/ 0 h 20000"/>
                </a:gdLst>
                <a:ahLst/>
                <a:cxnLst>
                  <a:cxn ang="0">
                    <a:pos x="T0" y="T1"/>
                  </a:cxn>
                  <a:cxn ang="0">
                    <a:pos x="T2" y="T3"/>
                  </a:cxn>
                </a:cxnLst>
                <a:rect l="0" t="0" r="r" b="b"/>
                <a:pathLst>
                  <a:path w="20000" h="20000">
                    <a:moveTo>
                      <a:pt x="0" y="19828"/>
                    </a:moveTo>
                    <a:lnTo>
                      <a:pt x="0" y="0"/>
                    </a:ln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9560" name="Freeform 120"/>
              <p:cNvSpPr>
                <a:spLocks/>
              </p:cNvSpPr>
              <p:nvPr/>
            </p:nvSpPr>
            <p:spPr bwMode="auto">
              <a:xfrm>
                <a:off x="5264" y="2411"/>
                <a:ext cx="3" cy="359"/>
              </a:xfrm>
              <a:custGeom>
                <a:avLst/>
                <a:gdLst>
                  <a:gd name="T0" fmla="*/ 0 w 20000"/>
                  <a:gd name="T1" fmla="*/ 19865 h 20000"/>
                  <a:gd name="T2" fmla="*/ 0 w 20000"/>
                  <a:gd name="T3" fmla="*/ 0 h 20000"/>
                </a:gdLst>
                <a:ahLst/>
                <a:cxnLst>
                  <a:cxn ang="0">
                    <a:pos x="T0" y="T1"/>
                  </a:cxn>
                  <a:cxn ang="0">
                    <a:pos x="T2" y="T3"/>
                  </a:cxn>
                </a:cxnLst>
                <a:rect l="0" t="0" r="r" b="b"/>
                <a:pathLst>
                  <a:path w="20000" h="20000">
                    <a:moveTo>
                      <a:pt x="0" y="19865"/>
                    </a:moveTo>
                    <a:lnTo>
                      <a:pt x="0" y="0"/>
                    </a:ln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9561" name="Arc 121"/>
              <p:cNvSpPr>
                <a:spLocks/>
              </p:cNvSpPr>
              <p:nvPr/>
            </p:nvSpPr>
            <p:spPr bwMode="auto">
              <a:xfrm>
                <a:off x="6161" y="2148"/>
                <a:ext cx="306" cy="34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9562" name="Arc 122"/>
              <p:cNvSpPr>
                <a:spLocks/>
              </p:cNvSpPr>
              <p:nvPr/>
            </p:nvSpPr>
            <p:spPr bwMode="auto">
              <a:xfrm flipH="1">
                <a:off x="5859" y="2148"/>
                <a:ext cx="298" cy="34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9563" name="Arc 123"/>
              <p:cNvSpPr>
                <a:spLocks/>
              </p:cNvSpPr>
              <p:nvPr/>
            </p:nvSpPr>
            <p:spPr bwMode="auto">
              <a:xfrm>
                <a:off x="5563" y="2160"/>
                <a:ext cx="303" cy="34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9564" name="Arc 124"/>
              <p:cNvSpPr>
                <a:spLocks/>
              </p:cNvSpPr>
              <p:nvPr/>
            </p:nvSpPr>
            <p:spPr bwMode="auto">
              <a:xfrm flipH="1">
                <a:off x="5260" y="2160"/>
                <a:ext cx="305" cy="354"/>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9565" name="Freeform 125"/>
              <p:cNvSpPr>
                <a:spLocks/>
              </p:cNvSpPr>
              <p:nvPr/>
            </p:nvSpPr>
            <p:spPr bwMode="auto">
              <a:xfrm>
                <a:off x="5868" y="2410"/>
                <a:ext cx="3" cy="354"/>
              </a:xfrm>
              <a:custGeom>
                <a:avLst/>
                <a:gdLst>
                  <a:gd name="T0" fmla="*/ 0 w 20000"/>
                  <a:gd name="T1" fmla="*/ 19863 h 20000"/>
                  <a:gd name="T2" fmla="*/ 0 w 20000"/>
                  <a:gd name="T3" fmla="*/ 0 h 20000"/>
                </a:gdLst>
                <a:ahLst/>
                <a:cxnLst>
                  <a:cxn ang="0">
                    <a:pos x="T0" y="T1"/>
                  </a:cxn>
                  <a:cxn ang="0">
                    <a:pos x="T2" y="T3"/>
                  </a:cxn>
                </a:cxnLst>
                <a:rect l="0" t="0" r="r" b="b"/>
                <a:pathLst>
                  <a:path w="20000" h="20000">
                    <a:moveTo>
                      <a:pt x="0" y="19863"/>
                    </a:moveTo>
                    <a:lnTo>
                      <a:pt x="0" y="0"/>
                    </a:ln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9566" name="Freeform 126"/>
              <p:cNvSpPr>
                <a:spLocks/>
              </p:cNvSpPr>
              <p:nvPr/>
            </p:nvSpPr>
            <p:spPr bwMode="auto">
              <a:xfrm>
                <a:off x="6467" y="2463"/>
                <a:ext cx="141" cy="307"/>
              </a:xfrm>
              <a:custGeom>
                <a:avLst/>
                <a:gdLst>
                  <a:gd name="T0" fmla="*/ 0 w 20000"/>
                  <a:gd name="T1" fmla="*/ 19815 h 20000"/>
                  <a:gd name="T2" fmla="*/ 0 w 20000"/>
                  <a:gd name="T3" fmla="*/ 0 h 20000"/>
                </a:gdLst>
                <a:ahLst/>
                <a:cxnLst>
                  <a:cxn ang="0">
                    <a:pos x="T0" y="T1"/>
                  </a:cxn>
                  <a:cxn ang="0">
                    <a:pos x="T2" y="T3"/>
                  </a:cxn>
                </a:cxnLst>
                <a:rect l="0" t="0" r="r" b="b"/>
                <a:pathLst>
                  <a:path w="20000" h="20000">
                    <a:moveTo>
                      <a:pt x="0" y="19815"/>
                    </a:moveTo>
                    <a:lnTo>
                      <a:pt x="0" y="0"/>
                    </a:ln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829567" name="Group 127"/>
            <p:cNvGrpSpPr>
              <a:grpSpLocks/>
            </p:cNvGrpSpPr>
            <p:nvPr/>
          </p:nvGrpSpPr>
          <p:grpSpPr bwMode="auto">
            <a:xfrm>
              <a:off x="7266" y="12779"/>
              <a:ext cx="1212" cy="241"/>
              <a:chOff x="3460" y="2145"/>
              <a:chExt cx="3148" cy="626"/>
            </a:xfrm>
          </p:grpSpPr>
          <p:sp>
            <p:nvSpPr>
              <p:cNvPr id="829568" name="Arc 128"/>
              <p:cNvSpPr>
                <a:spLocks/>
              </p:cNvSpPr>
              <p:nvPr/>
            </p:nvSpPr>
            <p:spPr bwMode="auto">
              <a:xfrm>
                <a:off x="4351" y="2155"/>
                <a:ext cx="303" cy="34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9569" name="Arc 129"/>
              <p:cNvSpPr>
                <a:spLocks/>
              </p:cNvSpPr>
              <p:nvPr/>
            </p:nvSpPr>
            <p:spPr bwMode="auto">
              <a:xfrm flipH="1">
                <a:off x="4060" y="2155"/>
                <a:ext cx="298" cy="34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9570" name="Freeform 130"/>
              <p:cNvSpPr>
                <a:spLocks/>
              </p:cNvSpPr>
              <p:nvPr/>
            </p:nvSpPr>
            <p:spPr bwMode="auto">
              <a:xfrm>
                <a:off x="4058" y="2497"/>
                <a:ext cx="2" cy="274"/>
              </a:xfrm>
              <a:custGeom>
                <a:avLst/>
                <a:gdLst>
                  <a:gd name="T0" fmla="*/ 0 w 20000"/>
                  <a:gd name="T1" fmla="*/ 19823 h 20000"/>
                  <a:gd name="T2" fmla="*/ 0 w 20000"/>
                  <a:gd name="T3" fmla="*/ 0 h 20000"/>
                </a:gdLst>
                <a:ahLst/>
                <a:cxnLst>
                  <a:cxn ang="0">
                    <a:pos x="T0" y="T1"/>
                  </a:cxn>
                  <a:cxn ang="0">
                    <a:pos x="T2" y="T3"/>
                  </a:cxn>
                </a:cxnLst>
                <a:rect l="0" t="0" r="r" b="b"/>
                <a:pathLst>
                  <a:path w="20000" h="20000">
                    <a:moveTo>
                      <a:pt x="0" y="19823"/>
                    </a:moveTo>
                    <a:lnTo>
                      <a:pt x="0" y="0"/>
                    </a:ln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9571" name="Arc 131"/>
              <p:cNvSpPr>
                <a:spLocks/>
              </p:cNvSpPr>
              <p:nvPr/>
            </p:nvSpPr>
            <p:spPr bwMode="auto">
              <a:xfrm>
                <a:off x="4952" y="2152"/>
                <a:ext cx="305" cy="34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9572" name="Arc 132"/>
              <p:cNvSpPr>
                <a:spLocks/>
              </p:cNvSpPr>
              <p:nvPr/>
            </p:nvSpPr>
            <p:spPr bwMode="auto">
              <a:xfrm flipH="1">
                <a:off x="4650" y="2152"/>
                <a:ext cx="298" cy="34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9573" name="Arc 133"/>
              <p:cNvSpPr>
                <a:spLocks/>
              </p:cNvSpPr>
              <p:nvPr/>
            </p:nvSpPr>
            <p:spPr bwMode="auto">
              <a:xfrm>
                <a:off x="3757" y="2145"/>
                <a:ext cx="302" cy="34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9574" name="Arc 134"/>
              <p:cNvSpPr>
                <a:spLocks/>
              </p:cNvSpPr>
              <p:nvPr/>
            </p:nvSpPr>
            <p:spPr bwMode="auto">
              <a:xfrm flipH="1">
                <a:off x="3460" y="2145"/>
                <a:ext cx="298" cy="34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9575" name="Freeform 135"/>
              <p:cNvSpPr>
                <a:spLocks/>
              </p:cNvSpPr>
              <p:nvPr/>
            </p:nvSpPr>
            <p:spPr bwMode="auto">
              <a:xfrm>
                <a:off x="3462" y="2470"/>
                <a:ext cx="3" cy="286"/>
              </a:xfrm>
              <a:custGeom>
                <a:avLst/>
                <a:gdLst>
                  <a:gd name="T0" fmla="*/ 0 w 20000"/>
                  <a:gd name="T1" fmla="*/ 19831 h 20000"/>
                  <a:gd name="T2" fmla="*/ 0 w 20000"/>
                  <a:gd name="T3" fmla="*/ 0 h 20000"/>
                </a:gdLst>
                <a:ahLst/>
                <a:cxnLst>
                  <a:cxn ang="0">
                    <a:pos x="T0" y="T1"/>
                  </a:cxn>
                  <a:cxn ang="0">
                    <a:pos x="T2" y="T3"/>
                  </a:cxn>
                </a:cxnLst>
                <a:rect l="0" t="0" r="r" b="b"/>
                <a:pathLst>
                  <a:path w="20000" h="20000">
                    <a:moveTo>
                      <a:pt x="0" y="19831"/>
                    </a:moveTo>
                    <a:lnTo>
                      <a:pt x="0" y="0"/>
                    </a:ln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9576" name="Freeform 136"/>
              <p:cNvSpPr>
                <a:spLocks/>
              </p:cNvSpPr>
              <p:nvPr/>
            </p:nvSpPr>
            <p:spPr bwMode="auto">
              <a:xfrm>
                <a:off x="4660" y="2490"/>
                <a:ext cx="2" cy="281"/>
              </a:xfrm>
              <a:custGeom>
                <a:avLst/>
                <a:gdLst>
                  <a:gd name="T0" fmla="*/ 0 w 20000"/>
                  <a:gd name="T1" fmla="*/ 19828 h 20000"/>
                  <a:gd name="T2" fmla="*/ 0 w 20000"/>
                  <a:gd name="T3" fmla="*/ 0 h 20000"/>
                </a:gdLst>
                <a:ahLst/>
                <a:cxnLst>
                  <a:cxn ang="0">
                    <a:pos x="T0" y="T1"/>
                  </a:cxn>
                  <a:cxn ang="0">
                    <a:pos x="T2" y="T3"/>
                  </a:cxn>
                </a:cxnLst>
                <a:rect l="0" t="0" r="r" b="b"/>
                <a:pathLst>
                  <a:path w="20000" h="20000">
                    <a:moveTo>
                      <a:pt x="0" y="19828"/>
                    </a:moveTo>
                    <a:lnTo>
                      <a:pt x="0" y="0"/>
                    </a:ln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9577" name="Freeform 137"/>
              <p:cNvSpPr>
                <a:spLocks/>
              </p:cNvSpPr>
              <p:nvPr/>
            </p:nvSpPr>
            <p:spPr bwMode="auto">
              <a:xfrm>
                <a:off x="5264" y="2411"/>
                <a:ext cx="3" cy="359"/>
              </a:xfrm>
              <a:custGeom>
                <a:avLst/>
                <a:gdLst>
                  <a:gd name="T0" fmla="*/ 0 w 20000"/>
                  <a:gd name="T1" fmla="*/ 19865 h 20000"/>
                  <a:gd name="T2" fmla="*/ 0 w 20000"/>
                  <a:gd name="T3" fmla="*/ 0 h 20000"/>
                </a:gdLst>
                <a:ahLst/>
                <a:cxnLst>
                  <a:cxn ang="0">
                    <a:pos x="T0" y="T1"/>
                  </a:cxn>
                  <a:cxn ang="0">
                    <a:pos x="T2" y="T3"/>
                  </a:cxn>
                </a:cxnLst>
                <a:rect l="0" t="0" r="r" b="b"/>
                <a:pathLst>
                  <a:path w="20000" h="20000">
                    <a:moveTo>
                      <a:pt x="0" y="19865"/>
                    </a:moveTo>
                    <a:lnTo>
                      <a:pt x="0" y="0"/>
                    </a:ln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9578" name="Arc 138"/>
              <p:cNvSpPr>
                <a:spLocks/>
              </p:cNvSpPr>
              <p:nvPr/>
            </p:nvSpPr>
            <p:spPr bwMode="auto">
              <a:xfrm>
                <a:off x="6161" y="2148"/>
                <a:ext cx="306" cy="34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9579" name="Arc 139"/>
              <p:cNvSpPr>
                <a:spLocks/>
              </p:cNvSpPr>
              <p:nvPr/>
            </p:nvSpPr>
            <p:spPr bwMode="auto">
              <a:xfrm flipH="1">
                <a:off x="5859" y="2148"/>
                <a:ext cx="298" cy="34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9580" name="Arc 140"/>
              <p:cNvSpPr>
                <a:spLocks/>
              </p:cNvSpPr>
              <p:nvPr/>
            </p:nvSpPr>
            <p:spPr bwMode="auto">
              <a:xfrm>
                <a:off x="5563" y="2160"/>
                <a:ext cx="303" cy="34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9581" name="Arc 141"/>
              <p:cNvSpPr>
                <a:spLocks/>
              </p:cNvSpPr>
              <p:nvPr/>
            </p:nvSpPr>
            <p:spPr bwMode="auto">
              <a:xfrm flipH="1">
                <a:off x="5260" y="2160"/>
                <a:ext cx="305" cy="354"/>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9582" name="Freeform 142"/>
              <p:cNvSpPr>
                <a:spLocks/>
              </p:cNvSpPr>
              <p:nvPr/>
            </p:nvSpPr>
            <p:spPr bwMode="auto">
              <a:xfrm>
                <a:off x="5868" y="2410"/>
                <a:ext cx="3" cy="354"/>
              </a:xfrm>
              <a:custGeom>
                <a:avLst/>
                <a:gdLst>
                  <a:gd name="T0" fmla="*/ 0 w 20000"/>
                  <a:gd name="T1" fmla="*/ 19863 h 20000"/>
                  <a:gd name="T2" fmla="*/ 0 w 20000"/>
                  <a:gd name="T3" fmla="*/ 0 h 20000"/>
                </a:gdLst>
                <a:ahLst/>
                <a:cxnLst>
                  <a:cxn ang="0">
                    <a:pos x="T0" y="T1"/>
                  </a:cxn>
                  <a:cxn ang="0">
                    <a:pos x="T2" y="T3"/>
                  </a:cxn>
                </a:cxnLst>
                <a:rect l="0" t="0" r="r" b="b"/>
                <a:pathLst>
                  <a:path w="20000" h="20000">
                    <a:moveTo>
                      <a:pt x="0" y="19863"/>
                    </a:moveTo>
                    <a:lnTo>
                      <a:pt x="0" y="0"/>
                    </a:ln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9583" name="Freeform 143"/>
              <p:cNvSpPr>
                <a:spLocks/>
              </p:cNvSpPr>
              <p:nvPr/>
            </p:nvSpPr>
            <p:spPr bwMode="auto">
              <a:xfrm>
                <a:off x="6467" y="2463"/>
                <a:ext cx="141" cy="307"/>
              </a:xfrm>
              <a:custGeom>
                <a:avLst/>
                <a:gdLst>
                  <a:gd name="T0" fmla="*/ 0 w 20000"/>
                  <a:gd name="T1" fmla="*/ 19815 h 20000"/>
                  <a:gd name="T2" fmla="*/ 0 w 20000"/>
                  <a:gd name="T3" fmla="*/ 0 h 20000"/>
                </a:gdLst>
                <a:ahLst/>
                <a:cxnLst>
                  <a:cxn ang="0">
                    <a:pos x="T0" y="T1"/>
                  </a:cxn>
                  <a:cxn ang="0">
                    <a:pos x="T2" y="T3"/>
                  </a:cxn>
                </a:cxnLst>
                <a:rect l="0" t="0" r="r" b="b"/>
                <a:pathLst>
                  <a:path w="20000" h="20000">
                    <a:moveTo>
                      <a:pt x="0" y="19815"/>
                    </a:moveTo>
                    <a:lnTo>
                      <a:pt x="0" y="0"/>
                    </a:ln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829584" name="Line 144"/>
            <p:cNvSpPr>
              <a:spLocks noChangeShapeType="1"/>
            </p:cNvSpPr>
            <p:nvPr/>
          </p:nvSpPr>
          <p:spPr bwMode="auto">
            <a:xfrm rot="5400000" flipH="1">
              <a:off x="7890" y="11792"/>
              <a:ext cx="0" cy="721"/>
            </a:xfrm>
            <a:prstGeom prst="line">
              <a:avLst/>
            </a:prstGeom>
            <a:noFill/>
            <a:ln w="19050">
              <a:solidFill>
                <a:srgbClr val="FF0000"/>
              </a:solidFill>
              <a:round/>
              <a:headEnd type="triangle" w="sm" len="med"/>
              <a:tailEnd type="none" w="sm" len="med"/>
            </a:ln>
            <a:extLst>
              <a:ext uri="{909E8E84-426E-40DD-AFC4-6F175D3DCCD1}">
                <a14:hiddenFill xmlns:a14="http://schemas.microsoft.com/office/drawing/2010/main">
                  <a:noFill/>
                </a14:hiddenFill>
              </a:ext>
            </a:extLst>
          </p:spPr>
          <p:txBody>
            <a:bodyPr/>
            <a:lstStyle/>
            <a:p>
              <a:endParaRPr lang="en-US"/>
            </a:p>
          </p:txBody>
        </p:sp>
        <p:grpSp>
          <p:nvGrpSpPr>
            <p:cNvPr id="829585" name="Group 145"/>
            <p:cNvGrpSpPr>
              <a:grpSpLocks/>
            </p:cNvGrpSpPr>
            <p:nvPr/>
          </p:nvGrpSpPr>
          <p:grpSpPr bwMode="auto">
            <a:xfrm>
              <a:off x="9196" y="12067"/>
              <a:ext cx="282" cy="964"/>
              <a:chOff x="9873" y="7551"/>
              <a:chExt cx="254" cy="868"/>
            </a:xfrm>
          </p:grpSpPr>
          <p:sp>
            <p:nvSpPr>
              <p:cNvPr id="829586" name="Freeform 146"/>
              <p:cNvSpPr>
                <a:spLocks/>
              </p:cNvSpPr>
              <p:nvPr/>
            </p:nvSpPr>
            <p:spPr bwMode="auto">
              <a:xfrm>
                <a:off x="9873" y="7551"/>
                <a:ext cx="148" cy="465"/>
              </a:xfrm>
              <a:custGeom>
                <a:avLst/>
                <a:gdLst>
                  <a:gd name="T0" fmla="*/ 19921 w 20000"/>
                  <a:gd name="T1" fmla="*/ 0 h 20000"/>
                  <a:gd name="T2" fmla="*/ 0 w 20000"/>
                  <a:gd name="T3" fmla="*/ 19930 h 20000"/>
                </a:gdLst>
                <a:ahLst/>
                <a:cxnLst>
                  <a:cxn ang="0">
                    <a:pos x="T0" y="T1"/>
                  </a:cxn>
                  <a:cxn ang="0">
                    <a:pos x="T2" y="T3"/>
                  </a:cxn>
                </a:cxnLst>
                <a:rect l="0" t="0" r="r" b="b"/>
                <a:pathLst>
                  <a:path w="20000" h="20000">
                    <a:moveTo>
                      <a:pt x="19921" y="0"/>
                    </a:moveTo>
                    <a:lnTo>
                      <a:pt x="0" y="19930"/>
                    </a:ln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9587" name="Freeform 147"/>
              <p:cNvSpPr>
                <a:spLocks/>
              </p:cNvSpPr>
              <p:nvPr/>
            </p:nvSpPr>
            <p:spPr bwMode="auto">
              <a:xfrm>
                <a:off x="9986" y="7886"/>
                <a:ext cx="141" cy="533"/>
              </a:xfrm>
              <a:custGeom>
                <a:avLst/>
                <a:gdLst>
                  <a:gd name="T0" fmla="*/ 19921 w 20000"/>
                  <a:gd name="T1" fmla="*/ 0 h 20000"/>
                  <a:gd name="T2" fmla="*/ 0 w 20000"/>
                  <a:gd name="T3" fmla="*/ 19930 h 20000"/>
                </a:gdLst>
                <a:ahLst/>
                <a:cxnLst>
                  <a:cxn ang="0">
                    <a:pos x="T0" y="T1"/>
                  </a:cxn>
                  <a:cxn ang="0">
                    <a:pos x="T2" y="T3"/>
                  </a:cxn>
                </a:cxnLst>
                <a:rect l="0" t="0" r="r" b="b"/>
                <a:pathLst>
                  <a:path w="20000" h="20000">
                    <a:moveTo>
                      <a:pt x="19921" y="0"/>
                    </a:moveTo>
                    <a:lnTo>
                      <a:pt x="0" y="19930"/>
                    </a:lnTo>
                  </a:path>
                </a:pathLst>
              </a:custGeom>
              <a:noFill/>
              <a:ln w="28575" cap="flat" cmpd="sng">
                <a:solidFill>
                  <a:srgbClr val="000000"/>
                </a:solidFill>
                <a:prstDash val="solid"/>
                <a:round/>
                <a:headEnd type="none" w="med" len="med"/>
                <a:tailEnd type="triangle"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9588" name="Line 148"/>
              <p:cNvSpPr>
                <a:spLocks noChangeShapeType="1"/>
              </p:cNvSpPr>
              <p:nvPr/>
            </p:nvSpPr>
            <p:spPr bwMode="auto">
              <a:xfrm flipV="1">
                <a:off x="9885" y="7898"/>
                <a:ext cx="232" cy="113"/>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829589" name="Line 149"/>
            <p:cNvSpPr>
              <a:spLocks noChangeShapeType="1"/>
            </p:cNvSpPr>
            <p:nvPr/>
          </p:nvSpPr>
          <p:spPr bwMode="auto">
            <a:xfrm rot="5400000" flipH="1">
              <a:off x="3483" y="10861"/>
              <a:ext cx="0" cy="720"/>
            </a:xfrm>
            <a:prstGeom prst="line">
              <a:avLst/>
            </a:prstGeom>
            <a:noFill/>
            <a:ln w="19050">
              <a:solidFill>
                <a:srgbClr val="FF0000"/>
              </a:solidFill>
              <a:round/>
              <a:headEnd type="triangle" w="sm" len="med"/>
              <a:tailEnd type="none" w="sm" len="med"/>
            </a:ln>
            <a:extLst>
              <a:ext uri="{909E8E84-426E-40DD-AFC4-6F175D3DCCD1}">
                <a14:hiddenFill xmlns:a14="http://schemas.microsoft.com/office/drawing/2010/main">
                  <a:noFill/>
                </a14:hiddenFill>
              </a:ext>
            </a:extLst>
          </p:spPr>
          <p:txBody>
            <a:bodyPr/>
            <a:lstStyle/>
            <a:p>
              <a:endParaRPr lang="en-US"/>
            </a:p>
          </p:txBody>
        </p:sp>
        <p:sp>
          <p:nvSpPr>
            <p:cNvPr id="829590" name="Line 150"/>
            <p:cNvSpPr>
              <a:spLocks noChangeShapeType="1"/>
            </p:cNvSpPr>
            <p:nvPr/>
          </p:nvSpPr>
          <p:spPr bwMode="auto">
            <a:xfrm rot="5400000" flipH="1">
              <a:off x="3483" y="11826"/>
              <a:ext cx="0" cy="720"/>
            </a:xfrm>
            <a:prstGeom prst="line">
              <a:avLst/>
            </a:prstGeom>
            <a:noFill/>
            <a:ln w="19050">
              <a:solidFill>
                <a:srgbClr val="FF0000"/>
              </a:solidFill>
              <a:round/>
              <a:headEnd type="triangle" w="sm" len="med"/>
              <a:tailEnd type="none" w="sm" len="med"/>
            </a:ln>
            <a:extLst>
              <a:ext uri="{909E8E84-426E-40DD-AFC4-6F175D3DCCD1}">
                <a14:hiddenFill xmlns:a14="http://schemas.microsoft.com/office/drawing/2010/main">
                  <a:noFill/>
                </a14:hiddenFill>
              </a:ext>
            </a:extLst>
          </p:spPr>
          <p:txBody>
            <a:bodyPr/>
            <a:lstStyle/>
            <a:p>
              <a:endParaRPr lang="en-US"/>
            </a:p>
          </p:txBody>
        </p:sp>
        <p:sp>
          <p:nvSpPr>
            <p:cNvPr id="829591" name="Line 151"/>
            <p:cNvSpPr>
              <a:spLocks noChangeShapeType="1"/>
            </p:cNvSpPr>
            <p:nvPr/>
          </p:nvSpPr>
          <p:spPr bwMode="auto">
            <a:xfrm rot="-5400000">
              <a:off x="3470" y="12958"/>
              <a:ext cx="0" cy="720"/>
            </a:xfrm>
            <a:prstGeom prst="line">
              <a:avLst/>
            </a:prstGeom>
            <a:noFill/>
            <a:ln w="19050">
              <a:solidFill>
                <a:srgbClr val="FF0000"/>
              </a:solidFill>
              <a:round/>
              <a:headEnd type="triangle" w="sm" len="med"/>
              <a:tailEnd type="none" w="sm" len="med"/>
            </a:ln>
            <a:extLst>
              <a:ext uri="{909E8E84-426E-40DD-AFC4-6F175D3DCCD1}">
                <a14:hiddenFill xmlns:a14="http://schemas.microsoft.com/office/drawing/2010/main">
                  <a:noFill/>
                </a14:hiddenFill>
              </a:ext>
            </a:extLst>
          </p:spPr>
          <p:txBody>
            <a:bodyPr/>
            <a:lstStyle/>
            <a:p>
              <a:endParaRPr lang="en-US"/>
            </a:p>
          </p:txBody>
        </p:sp>
        <p:sp>
          <p:nvSpPr>
            <p:cNvPr id="829592" name="Line 152"/>
            <p:cNvSpPr>
              <a:spLocks noChangeShapeType="1"/>
            </p:cNvSpPr>
            <p:nvPr/>
          </p:nvSpPr>
          <p:spPr bwMode="auto">
            <a:xfrm rot="-5400000">
              <a:off x="5052" y="12778"/>
              <a:ext cx="0" cy="720"/>
            </a:xfrm>
            <a:prstGeom prst="line">
              <a:avLst/>
            </a:prstGeom>
            <a:noFill/>
            <a:ln w="19050">
              <a:solidFill>
                <a:srgbClr val="FF0000"/>
              </a:solidFill>
              <a:round/>
              <a:headEnd type="triangle" w="sm" len="med"/>
              <a:tailEnd type="none" w="sm" len="med"/>
            </a:ln>
            <a:extLst>
              <a:ext uri="{909E8E84-426E-40DD-AFC4-6F175D3DCCD1}">
                <a14:hiddenFill xmlns:a14="http://schemas.microsoft.com/office/drawing/2010/main">
                  <a:noFill/>
                </a14:hiddenFill>
              </a:ext>
            </a:extLst>
          </p:spPr>
          <p:txBody>
            <a:bodyPr/>
            <a:lstStyle/>
            <a:p>
              <a:endParaRPr lang="en-US"/>
            </a:p>
          </p:txBody>
        </p:sp>
        <p:sp>
          <p:nvSpPr>
            <p:cNvPr id="829593" name="Line 153"/>
            <p:cNvSpPr>
              <a:spLocks noChangeShapeType="1"/>
            </p:cNvSpPr>
            <p:nvPr/>
          </p:nvSpPr>
          <p:spPr bwMode="auto">
            <a:xfrm rot="-5400000">
              <a:off x="7857" y="12765"/>
              <a:ext cx="0" cy="720"/>
            </a:xfrm>
            <a:prstGeom prst="line">
              <a:avLst/>
            </a:prstGeom>
            <a:noFill/>
            <a:ln w="19050">
              <a:solidFill>
                <a:srgbClr val="FF0000"/>
              </a:solidFill>
              <a:round/>
              <a:headEnd type="triangle" w="sm" len="med"/>
              <a:tailEnd type="none" w="sm" len="med"/>
            </a:ln>
            <a:extLst>
              <a:ext uri="{909E8E84-426E-40DD-AFC4-6F175D3DCCD1}">
                <a14:hiddenFill xmlns:a14="http://schemas.microsoft.com/office/drawing/2010/main">
                  <a:noFill/>
                </a14:hiddenFill>
              </a:ext>
            </a:extLst>
          </p:spPr>
          <p:txBody>
            <a:bodyPr/>
            <a:lstStyle/>
            <a:p>
              <a:endParaRPr lang="en-US"/>
            </a:p>
          </p:txBody>
        </p:sp>
        <p:grpSp>
          <p:nvGrpSpPr>
            <p:cNvPr id="829594" name="Group 154"/>
            <p:cNvGrpSpPr>
              <a:grpSpLocks/>
            </p:cNvGrpSpPr>
            <p:nvPr/>
          </p:nvGrpSpPr>
          <p:grpSpPr bwMode="auto">
            <a:xfrm flipH="1">
              <a:off x="2470" y="10900"/>
              <a:ext cx="165" cy="2147"/>
              <a:chOff x="12" y="0"/>
              <a:chExt cx="19976" cy="19999"/>
            </a:xfrm>
          </p:grpSpPr>
          <p:sp>
            <p:nvSpPr>
              <p:cNvPr id="829595" name="Line 155"/>
              <p:cNvSpPr>
                <a:spLocks noChangeShapeType="1"/>
              </p:cNvSpPr>
              <p:nvPr/>
            </p:nvSpPr>
            <p:spPr bwMode="auto">
              <a:xfrm>
                <a:off x="9773" y="676"/>
                <a:ext cx="227" cy="8719"/>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9596" name="Line 156"/>
              <p:cNvSpPr>
                <a:spLocks noChangeShapeType="1"/>
              </p:cNvSpPr>
              <p:nvPr/>
            </p:nvSpPr>
            <p:spPr bwMode="auto">
              <a:xfrm>
                <a:off x="9773" y="10652"/>
                <a:ext cx="227" cy="8719"/>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9597" name="Arc 157"/>
              <p:cNvSpPr>
                <a:spLocks/>
              </p:cNvSpPr>
              <p:nvPr/>
            </p:nvSpPr>
            <p:spPr bwMode="auto">
              <a:xfrm flipH="1" flipV="1">
                <a:off x="10000" y="9285"/>
                <a:ext cx="9988" cy="69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9050">
                <a:solidFill>
                  <a:srgbClr val="FF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9598" name="Arc 158"/>
              <p:cNvSpPr>
                <a:spLocks/>
              </p:cNvSpPr>
              <p:nvPr/>
            </p:nvSpPr>
            <p:spPr bwMode="auto">
              <a:xfrm flipH="1">
                <a:off x="10000" y="9961"/>
                <a:ext cx="9988" cy="69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9050">
                <a:solidFill>
                  <a:srgbClr val="FF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9599" name="Arc 159"/>
              <p:cNvSpPr>
                <a:spLocks/>
              </p:cNvSpPr>
              <p:nvPr/>
            </p:nvSpPr>
            <p:spPr bwMode="auto">
              <a:xfrm flipV="1">
                <a:off x="12" y="19308"/>
                <a:ext cx="9988" cy="69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9050">
                <a:solidFill>
                  <a:srgbClr val="FF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9600" name="Arc 160"/>
              <p:cNvSpPr>
                <a:spLocks/>
              </p:cNvSpPr>
              <p:nvPr/>
            </p:nvSpPr>
            <p:spPr bwMode="auto">
              <a:xfrm>
                <a:off x="12" y="0"/>
                <a:ext cx="9988" cy="69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9050">
                <a:solidFill>
                  <a:srgbClr val="FF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829601" name="Text Box 161"/>
            <p:cNvSpPr txBox="1">
              <a:spLocks noChangeArrowheads="1"/>
            </p:cNvSpPr>
            <p:nvPr/>
          </p:nvSpPr>
          <p:spPr bwMode="auto">
            <a:xfrm>
              <a:off x="3706" y="10554"/>
              <a:ext cx="611" cy="5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lnSpc>
                  <a:spcPct val="100000"/>
                </a:lnSpc>
                <a:spcBef>
                  <a:spcPct val="0"/>
                </a:spcBef>
                <a:buClrTx/>
                <a:buSzTx/>
                <a:buFontTx/>
                <a:buNone/>
              </a:pPr>
              <a:r>
                <a:rPr lang="en-US" altLang="en-US" sz="1200" b="0" i="0"/>
                <a:t>A</a:t>
              </a:r>
              <a:r>
                <a:rPr lang="en-US" altLang="en-US" sz="1600" b="0" i="0" baseline="-25000"/>
                <a:t>2</a:t>
              </a:r>
              <a:endParaRPr lang="en-US" altLang="en-US" sz="1200" b="0" i="0"/>
            </a:p>
          </p:txBody>
        </p:sp>
        <p:sp>
          <p:nvSpPr>
            <p:cNvPr id="829602" name="Text Box 162"/>
            <p:cNvSpPr txBox="1">
              <a:spLocks noChangeArrowheads="1"/>
            </p:cNvSpPr>
            <p:nvPr/>
          </p:nvSpPr>
          <p:spPr bwMode="auto">
            <a:xfrm>
              <a:off x="3734" y="11534"/>
              <a:ext cx="596"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lnSpc>
                  <a:spcPct val="100000"/>
                </a:lnSpc>
                <a:spcBef>
                  <a:spcPct val="0"/>
                </a:spcBef>
                <a:buClrTx/>
                <a:buSzTx/>
                <a:buFontTx/>
                <a:buNone/>
              </a:pPr>
              <a:r>
                <a:rPr lang="en-US" altLang="en-US" sz="1200" b="0" i="0"/>
                <a:t>B</a:t>
              </a:r>
              <a:r>
                <a:rPr lang="en-US" altLang="en-US" sz="1600" b="0" i="0" baseline="-25000"/>
                <a:t>2</a:t>
              </a:r>
              <a:endParaRPr lang="en-US" altLang="en-US" sz="1200" b="0" i="0"/>
            </a:p>
          </p:txBody>
        </p:sp>
        <p:sp>
          <p:nvSpPr>
            <p:cNvPr id="829603" name="Text Box 163"/>
            <p:cNvSpPr txBox="1">
              <a:spLocks noChangeArrowheads="1"/>
            </p:cNvSpPr>
            <p:nvPr/>
          </p:nvSpPr>
          <p:spPr bwMode="auto">
            <a:xfrm>
              <a:off x="3751" y="12499"/>
              <a:ext cx="6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lnSpc>
                  <a:spcPct val="100000"/>
                </a:lnSpc>
                <a:spcBef>
                  <a:spcPct val="0"/>
                </a:spcBef>
                <a:buClrTx/>
                <a:buSzTx/>
                <a:buFontTx/>
                <a:buNone/>
              </a:pPr>
              <a:r>
                <a:rPr lang="en-US" altLang="en-US" sz="1200" b="0" i="0"/>
                <a:t>C</a:t>
              </a:r>
              <a:r>
                <a:rPr lang="en-US" altLang="en-US" sz="1600" b="0" i="0" baseline="-25000"/>
                <a:t>2</a:t>
              </a:r>
              <a:endParaRPr lang="en-US" altLang="en-US" sz="1200" b="0" i="0"/>
            </a:p>
          </p:txBody>
        </p:sp>
        <p:sp>
          <p:nvSpPr>
            <p:cNvPr id="829604" name="Text Box 164"/>
            <p:cNvSpPr txBox="1">
              <a:spLocks noChangeArrowheads="1"/>
            </p:cNvSpPr>
            <p:nvPr/>
          </p:nvSpPr>
          <p:spPr bwMode="auto">
            <a:xfrm>
              <a:off x="5539" y="10612"/>
              <a:ext cx="596" cy="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lnSpc>
                  <a:spcPct val="100000"/>
                </a:lnSpc>
                <a:spcBef>
                  <a:spcPct val="0"/>
                </a:spcBef>
                <a:buClrTx/>
                <a:buSzTx/>
                <a:buFontTx/>
                <a:buNone/>
              </a:pPr>
              <a:r>
                <a:rPr lang="en-US" altLang="en-US" sz="1200" b="0" i="0"/>
                <a:t>A</a:t>
              </a:r>
              <a:r>
                <a:rPr lang="en-US" altLang="en-US" sz="1600" b="0" i="0" baseline="-25000"/>
                <a:t>1</a:t>
              </a:r>
              <a:endParaRPr lang="en-US" altLang="en-US" sz="1200" b="0" i="0"/>
            </a:p>
          </p:txBody>
        </p:sp>
        <p:sp>
          <p:nvSpPr>
            <p:cNvPr id="829605" name="Text Box 165"/>
            <p:cNvSpPr txBox="1">
              <a:spLocks noChangeArrowheads="1"/>
            </p:cNvSpPr>
            <p:nvPr/>
          </p:nvSpPr>
          <p:spPr bwMode="auto">
            <a:xfrm>
              <a:off x="5552" y="11590"/>
              <a:ext cx="641" cy="5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lnSpc>
                  <a:spcPct val="100000"/>
                </a:lnSpc>
                <a:spcBef>
                  <a:spcPct val="0"/>
                </a:spcBef>
                <a:buClrTx/>
                <a:buSzTx/>
                <a:buFontTx/>
                <a:buNone/>
              </a:pPr>
              <a:r>
                <a:rPr lang="en-US" altLang="en-US" sz="1200" b="0" i="0"/>
                <a:t>B</a:t>
              </a:r>
              <a:r>
                <a:rPr lang="en-US" altLang="en-US" sz="1600" b="0" i="0" baseline="-25000"/>
                <a:t>1</a:t>
              </a:r>
              <a:endParaRPr lang="en-US" altLang="en-US" sz="1200" b="0" i="0"/>
            </a:p>
          </p:txBody>
        </p:sp>
        <p:sp>
          <p:nvSpPr>
            <p:cNvPr id="829606" name="Text Box 166"/>
            <p:cNvSpPr txBox="1">
              <a:spLocks noChangeArrowheads="1"/>
            </p:cNvSpPr>
            <p:nvPr/>
          </p:nvSpPr>
          <p:spPr bwMode="auto">
            <a:xfrm>
              <a:off x="6747" y="10586"/>
              <a:ext cx="581" cy="5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lnSpc>
                  <a:spcPct val="100000"/>
                </a:lnSpc>
                <a:spcBef>
                  <a:spcPct val="0"/>
                </a:spcBef>
                <a:buClrTx/>
                <a:buSzTx/>
                <a:buFontTx/>
                <a:buNone/>
              </a:pPr>
              <a:r>
                <a:rPr lang="en-US" altLang="en-US" sz="1200" b="0" i="0"/>
                <a:t>a</a:t>
              </a:r>
              <a:r>
                <a:rPr lang="en-US" altLang="en-US" sz="1600" b="0" i="0" baseline="-25000"/>
                <a:t>1</a:t>
              </a:r>
              <a:endParaRPr lang="en-US" altLang="en-US" sz="1200" b="0" i="0"/>
            </a:p>
          </p:txBody>
        </p:sp>
        <p:sp>
          <p:nvSpPr>
            <p:cNvPr id="829607" name="Text Box 167"/>
            <p:cNvSpPr txBox="1">
              <a:spLocks noChangeArrowheads="1"/>
            </p:cNvSpPr>
            <p:nvPr/>
          </p:nvSpPr>
          <p:spPr bwMode="auto">
            <a:xfrm>
              <a:off x="6714" y="11547"/>
              <a:ext cx="626"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lnSpc>
                  <a:spcPct val="100000"/>
                </a:lnSpc>
                <a:spcBef>
                  <a:spcPct val="0"/>
                </a:spcBef>
                <a:buClrTx/>
                <a:buSzTx/>
                <a:buFontTx/>
                <a:buNone/>
              </a:pPr>
              <a:r>
                <a:rPr lang="en-US" altLang="en-US" sz="1200" b="0" i="0"/>
                <a:t>b</a:t>
              </a:r>
              <a:r>
                <a:rPr lang="en-US" altLang="en-US" sz="1600" b="0" i="0" baseline="-25000"/>
                <a:t>1</a:t>
              </a:r>
              <a:endParaRPr lang="en-US" altLang="en-US" sz="1200" b="0" i="0"/>
            </a:p>
          </p:txBody>
        </p:sp>
        <p:sp>
          <p:nvSpPr>
            <p:cNvPr id="829608" name="Text Box 168"/>
            <p:cNvSpPr txBox="1">
              <a:spLocks noChangeArrowheads="1"/>
            </p:cNvSpPr>
            <p:nvPr/>
          </p:nvSpPr>
          <p:spPr bwMode="auto">
            <a:xfrm>
              <a:off x="6854" y="12501"/>
              <a:ext cx="592" cy="4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lnSpc>
                  <a:spcPct val="100000"/>
                </a:lnSpc>
                <a:spcBef>
                  <a:spcPct val="0"/>
                </a:spcBef>
                <a:buClrTx/>
                <a:buSzTx/>
                <a:buFontTx/>
                <a:buNone/>
              </a:pPr>
              <a:r>
                <a:rPr lang="en-US" altLang="en-US" sz="1200" b="0" i="0"/>
                <a:t>c</a:t>
              </a:r>
              <a:r>
                <a:rPr lang="en-US" altLang="en-US" sz="1600" b="0" i="0" baseline="-25000"/>
                <a:t>1</a:t>
              </a:r>
              <a:endParaRPr lang="en-US" altLang="en-US" sz="1200" b="0" i="0"/>
            </a:p>
          </p:txBody>
        </p:sp>
        <p:sp>
          <p:nvSpPr>
            <p:cNvPr id="829609" name="Text Box 169"/>
            <p:cNvSpPr txBox="1">
              <a:spLocks noChangeArrowheads="1"/>
            </p:cNvSpPr>
            <p:nvPr/>
          </p:nvSpPr>
          <p:spPr bwMode="auto">
            <a:xfrm>
              <a:off x="8640" y="10614"/>
              <a:ext cx="626" cy="5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lnSpc>
                  <a:spcPct val="100000"/>
                </a:lnSpc>
                <a:spcBef>
                  <a:spcPct val="0"/>
                </a:spcBef>
                <a:buClrTx/>
                <a:buSzTx/>
                <a:buFontTx/>
                <a:buNone/>
              </a:pPr>
              <a:r>
                <a:rPr lang="en-US" altLang="en-US" sz="1200" b="0" i="0"/>
                <a:t>a</a:t>
              </a:r>
              <a:r>
                <a:rPr lang="en-US" altLang="en-US" sz="1600" b="0" i="0" baseline="-25000"/>
                <a:t>2</a:t>
              </a:r>
              <a:endParaRPr lang="en-US" altLang="en-US" sz="1200" b="0" i="0"/>
            </a:p>
          </p:txBody>
        </p:sp>
        <p:sp>
          <p:nvSpPr>
            <p:cNvPr id="829610" name="Text Box 170"/>
            <p:cNvSpPr txBox="1">
              <a:spLocks noChangeArrowheads="1"/>
            </p:cNvSpPr>
            <p:nvPr/>
          </p:nvSpPr>
          <p:spPr bwMode="auto">
            <a:xfrm>
              <a:off x="8653" y="11549"/>
              <a:ext cx="596" cy="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lnSpc>
                  <a:spcPct val="100000"/>
                </a:lnSpc>
                <a:spcBef>
                  <a:spcPct val="0"/>
                </a:spcBef>
                <a:buClrTx/>
                <a:buSzTx/>
                <a:buFontTx/>
                <a:buNone/>
              </a:pPr>
              <a:r>
                <a:rPr lang="en-US" altLang="en-US" sz="1200" b="0" i="0"/>
                <a:t>b</a:t>
              </a:r>
              <a:r>
                <a:rPr lang="en-US" altLang="en-US" sz="1600" b="0" i="0" baseline="-25000"/>
                <a:t>2</a:t>
              </a:r>
              <a:endParaRPr lang="en-US" altLang="en-US" sz="1200" b="0" i="0"/>
            </a:p>
          </p:txBody>
        </p:sp>
        <p:sp>
          <p:nvSpPr>
            <p:cNvPr id="829611" name="Text Box 171"/>
            <p:cNvSpPr txBox="1">
              <a:spLocks noChangeArrowheads="1"/>
            </p:cNvSpPr>
            <p:nvPr/>
          </p:nvSpPr>
          <p:spPr bwMode="auto">
            <a:xfrm>
              <a:off x="8642" y="12484"/>
              <a:ext cx="592" cy="5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lnSpc>
                  <a:spcPct val="100000"/>
                </a:lnSpc>
                <a:spcBef>
                  <a:spcPct val="0"/>
                </a:spcBef>
                <a:buClrTx/>
                <a:buSzTx/>
                <a:buFontTx/>
                <a:buNone/>
              </a:pPr>
              <a:r>
                <a:rPr lang="en-US" altLang="en-US" sz="1200" b="0" i="0"/>
                <a:t>c</a:t>
              </a:r>
              <a:r>
                <a:rPr lang="en-US" altLang="en-US" sz="1600" b="0" i="0" baseline="-25000"/>
                <a:t>2</a:t>
              </a:r>
              <a:endParaRPr lang="en-US" altLang="en-US" sz="1200" b="0" i="0"/>
            </a:p>
          </p:txBody>
        </p:sp>
        <p:sp>
          <p:nvSpPr>
            <p:cNvPr id="829612" name="Text Box 172"/>
            <p:cNvSpPr txBox="1">
              <a:spLocks noChangeArrowheads="1"/>
            </p:cNvSpPr>
            <p:nvPr/>
          </p:nvSpPr>
          <p:spPr bwMode="auto">
            <a:xfrm>
              <a:off x="2714" y="13009"/>
              <a:ext cx="943" cy="6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lnSpc>
                  <a:spcPct val="100000"/>
                </a:lnSpc>
                <a:spcBef>
                  <a:spcPct val="0"/>
                </a:spcBef>
                <a:buClrTx/>
                <a:buSzTx/>
                <a:buFontTx/>
                <a:buNone/>
              </a:pPr>
              <a:r>
                <a:rPr lang="en-US" altLang="en-US" sz="1200" b="0" i="0"/>
                <a:t>2I</a:t>
              </a:r>
            </a:p>
          </p:txBody>
        </p:sp>
        <p:sp>
          <p:nvSpPr>
            <p:cNvPr id="829613" name="Text Box 173"/>
            <p:cNvSpPr txBox="1">
              <a:spLocks noChangeArrowheads="1"/>
            </p:cNvSpPr>
            <p:nvPr/>
          </p:nvSpPr>
          <p:spPr bwMode="auto">
            <a:xfrm>
              <a:off x="4639" y="13129"/>
              <a:ext cx="761" cy="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lnSpc>
                  <a:spcPct val="100000"/>
                </a:lnSpc>
                <a:spcBef>
                  <a:spcPct val="0"/>
                </a:spcBef>
                <a:buClrTx/>
                <a:buSzTx/>
                <a:buFontTx/>
                <a:buNone/>
              </a:pPr>
              <a:r>
                <a:rPr lang="en-US" altLang="en-US" sz="1200" b="0" i="0"/>
                <a:t>I</a:t>
              </a:r>
            </a:p>
          </p:txBody>
        </p:sp>
        <p:sp>
          <p:nvSpPr>
            <p:cNvPr id="829614" name="Text Box 174"/>
            <p:cNvSpPr txBox="1">
              <a:spLocks noChangeArrowheads="1"/>
            </p:cNvSpPr>
            <p:nvPr/>
          </p:nvSpPr>
          <p:spPr bwMode="auto">
            <a:xfrm>
              <a:off x="5334" y="11997"/>
              <a:ext cx="386" cy="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lnSpc>
                  <a:spcPct val="100000"/>
                </a:lnSpc>
                <a:spcBef>
                  <a:spcPct val="0"/>
                </a:spcBef>
                <a:buClrTx/>
                <a:buSzTx/>
                <a:buFontTx/>
                <a:buNone/>
              </a:pPr>
              <a:r>
                <a:rPr lang="en-US" altLang="en-US" sz="1200" b="0" i="0"/>
                <a:t>I</a:t>
              </a:r>
            </a:p>
          </p:txBody>
        </p:sp>
        <p:sp>
          <p:nvSpPr>
            <p:cNvPr id="829615" name="Text Box 175"/>
            <p:cNvSpPr txBox="1">
              <a:spLocks noChangeArrowheads="1"/>
            </p:cNvSpPr>
            <p:nvPr/>
          </p:nvSpPr>
          <p:spPr bwMode="auto">
            <a:xfrm>
              <a:off x="8177" y="11971"/>
              <a:ext cx="386" cy="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lnSpc>
                  <a:spcPct val="100000"/>
                </a:lnSpc>
                <a:spcBef>
                  <a:spcPct val="0"/>
                </a:spcBef>
                <a:buClrTx/>
                <a:buSzTx/>
                <a:buFontTx/>
                <a:buNone/>
              </a:pPr>
              <a:r>
                <a:rPr lang="en-US" altLang="en-US" sz="1200" b="0" i="0"/>
                <a:t>I</a:t>
              </a:r>
            </a:p>
          </p:txBody>
        </p:sp>
        <p:sp>
          <p:nvSpPr>
            <p:cNvPr id="829616" name="Text Box 176"/>
            <p:cNvSpPr txBox="1">
              <a:spLocks noChangeArrowheads="1"/>
            </p:cNvSpPr>
            <p:nvPr/>
          </p:nvSpPr>
          <p:spPr bwMode="auto">
            <a:xfrm>
              <a:off x="8138" y="12936"/>
              <a:ext cx="386" cy="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lnSpc>
                  <a:spcPct val="100000"/>
                </a:lnSpc>
                <a:spcBef>
                  <a:spcPct val="0"/>
                </a:spcBef>
                <a:buClrTx/>
                <a:buSzTx/>
                <a:buFontTx/>
                <a:buNone/>
              </a:pPr>
              <a:r>
                <a:rPr lang="en-US" altLang="en-US" sz="1200" b="0" i="0"/>
                <a:t>I</a:t>
              </a:r>
            </a:p>
          </p:txBody>
        </p:sp>
        <p:sp>
          <p:nvSpPr>
            <p:cNvPr id="829617" name="Text Box 177"/>
            <p:cNvSpPr txBox="1">
              <a:spLocks noChangeArrowheads="1"/>
            </p:cNvSpPr>
            <p:nvPr/>
          </p:nvSpPr>
          <p:spPr bwMode="auto">
            <a:xfrm>
              <a:off x="8325" y="13189"/>
              <a:ext cx="1963" cy="4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lnSpc>
                  <a:spcPct val="100000"/>
                </a:lnSpc>
                <a:spcBef>
                  <a:spcPct val="0"/>
                </a:spcBef>
                <a:buClrTx/>
                <a:buSzTx/>
                <a:buFontTx/>
                <a:buNone/>
              </a:pPr>
              <a:r>
                <a:rPr lang="en-US" altLang="en-US" sz="1200" b="0" i="0"/>
                <a:t>Ph-Ph Fault</a:t>
              </a:r>
            </a:p>
          </p:txBody>
        </p:sp>
        <p:sp>
          <p:nvSpPr>
            <p:cNvPr id="829618" name="Text Box 178"/>
            <p:cNvSpPr txBox="1">
              <a:spLocks noChangeArrowheads="1"/>
            </p:cNvSpPr>
            <p:nvPr/>
          </p:nvSpPr>
          <p:spPr bwMode="auto">
            <a:xfrm>
              <a:off x="1451" y="11778"/>
              <a:ext cx="1142" cy="5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lnSpc>
                  <a:spcPct val="100000"/>
                </a:lnSpc>
                <a:spcBef>
                  <a:spcPct val="0"/>
                </a:spcBef>
                <a:buClrTx/>
                <a:buSzTx/>
                <a:buFontTx/>
                <a:buNone/>
              </a:pPr>
              <a:r>
                <a:rPr lang="en-US" altLang="en-US" sz="1200" b="0" i="0"/>
                <a:t>Source</a:t>
              </a:r>
            </a:p>
          </p:txBody>
        </p:sp>
        <p:sp>
          <p:nvSpPr>
            <p:cNvPr id="829619" name="Text Box 179"/>
            <p:cNvSpPr txBox="1">
              <a:spLocks noChangeArrowheads="1"/>
            </p:cNvSpPr>
            <p:nvPr/>
          </p:nvSpPr>
          <p:spPr bwMode="auto">
            <a:xfrm>
              <a:off x="3803" y="12023"/>
              <a:ext cx="386" cy="4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lnSpc>
                  <a:spcPct val="100000"/>
                </a:lnSpc>
                <a:spcBef>
                  <a:spcPct val="0"/>
                </a:spcBef>
                <a:buClrTx/>
                <a:buSzTx/>
                <a:buFontTx/>
                <a:buNone/>
              </a:pPr>
              <a:r>
                <a:rPr lang="en-US" altLang="en-US" sz="1200" b="0" i="0"/>
                <a:t>I</a:t>
              </a:r>
            </a:p>
          </p:txBody>
        </p:sp>
        <p:sp>
          <p:nvSpPr>
            <p:cNvPr id="829620" name="Text Box 180"/>
            <p:cNvSpPr txBox="1">
              <a:spLocks noChangeArrowheads="1"/>
            </p:cNvSpPr>
            <p:nvPr/>
          </p:nvSpPr>
          <p:spPr bwMode="auto">
            <a:xfrm>
              <a:off x="3777" y="11032"/>
              <a:ext cx="386" cy="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lnSpc>
                  <a:spcPct val="100000"/>
                </a:lnSpc>
                <a:spcBef>
                  <a:spcPct val="0"/>
                </a:spcBef>
                <a:buClrTx/>
                <a:buSzTx/>
                <a:buFontTx/>
                <a:buNone/>
              </a:pPr>
              <a:r>
                <a:rPr lang="en-US" altLang="en-US" sz="1200" b="0" i="0"/>
                <a:t>I</a:t>
              </a:r>
            </a:p>
          </p:txBody>
        </p:sp>
      </p:grpSp>
    </p:spTree>
    <p:extLst>
      <p:ext uri="{BB962C8B-B14F-4D97-AF65-F5344CB8AC3E}">
        <p14:creationId xmlns:p14="http://schemas.microsoft.com/office/powerpoint/2010/main" val="83979257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9698" name="Rectangle 2"/>
          <p:cNvSpPr>
            <a:spLocks noGrp="1" noChangeArrowheads="1"/>
          </p:cNvSpPr>
          <p:nvPr>
            <p:ph type="title"/>
          </p:nvPr>
        </p:nvSpPr>
        <p:spPr>
          <a:xfrm>
            <a:off x="431800" y="77789"/>
            <a:ext cx="8280400" cy="578903"/>
          </a:xfrm>
        </p:spPr>
        <p:txBody>
          <a:bodyPr/>
          <a:lstStyle/>
          <a:p>
            <a:r>
              <a:rPr lang="en-GB" altLang="zh-CN" sz="3200" dirty="0">
                <a:ea typeface="SimSun" panose="02010600030101010101" pitchFamily="2" charset="-122"/>
              </a:rPr>
              <a:t>External A-N Fault Current Distribution</a:t>
            </a:r>
          </a:p>
        </p:txBody>
      </p:sp>
      <p:graphicFrame>
        <p:nvGraphicFramePr>
          <p:cNvPr id="669718" name="Object 22"/>
          <p:cNvGraphicFramePr>
            <a:graphicFrameLocks noGrp="1" noChangeAspect="1"/>
          </p:cNvGraphicFramePr>
          <p:nvPr>
            <p:ph idx="1"/>
          </p:nvPr>
        </p:nvGraphicFramePr>
        <p:xfrm>
          <a:off x="989230" y="-459432"/>
          <a:ext cx="7165540" cy="7111507"/>
        </p:xfrm>
        <a:graphic>
          <a:graphicData uri="http://schemas.openxmlformats.org/presentationml/2006/ole">
            <mc:AlternateContent xmlns:mc="http://schemas.openxmlformats.org/markup-compatibility/2006">
              <mc:Choice xmlns:v="urn:schemas-microsoft-com:vml" Requires="v">
                <p:oleObj spid="_x0000_s841731" name="Visio" r:id="rId4" imgW="11105489" imgH="11020752" progId="Visio.Drawing.11">
                  <p:embed/>
                </p:oleObj>
              </mc:Choice>
              <mc:Fallback>
                <p:oleObj name="Visio" r:id="rId4" imgW="11105489" imgH="11020752" progId="Visio.Drawing.11">
                  <p:embed/>
                  <p:pic>
                    <p:nvPicPr>
                      <p:cNvPr id="669718" name="Object 22"/>
                      <p:cNvPicPr>
                        <a:picLocks noChangeAspect="1" noChangeArrowheads="1"/>
                      </p:cNvPicPr>
                      <p:nvPr/>
                    </p:nvPicPr>
                    <p:blipFill>
                      <a:blip r:embed="rId5"/>
                      <a:srcRect/>
                      <a:stretch>
                        <a:fillRect/>
                      </a:stretch>
                    </p:blipFill>
                    <p:spPr bwMode="auto">
                      <a:xfrm>
                        <a:off x="989230" y="-459432"/>
                        <a:ext cx="7165540" cy="7111507"/>
                      </a:xfrm>
                      <a:prstGeom prst="rect">
                        <a:avLst/>
                      </a:prstGeom>
                      <a:noFill/>
                      <a:ln>
                        <a:noFill/>
                      </a:ln>
                      <a:effectLst/>
                      <a:extLst/>
                    </p:spPr>
                  </p:pic>
                </p:oleObj>
              </mc:Fallback>
            </mc:AlternateContent>
          </a:graphicData>
        </a:graphic>
      </p:graphicFrame>
    </p:spTree>
    <p:extLst>
      <p:ext uri="{BB962C8B-B14F-4D97-AF65-F5344CB8AC3E}">
        <p14:creationId xmlns:p14="http://schemas.microsoft.com/office/powerpoint/2010/main" val="249226301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74466" name="Picture 2" descr="logo AREVA blanc copie - copie"/>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575" y="47625"/>
            <a:ext cx="685800" cy="412750"/>
          </a:xfrm>
          <a:prstGeom prst="rect">
            <a:avLst/>
          </a:prstGeom>
          <a:noFill/>
          <a:extLst>
            <a:ext uri="{909E8E84-426E-40DD-AFC4-6F175D3DCCD1}">
              <a14:hiddenFill xmlns:a14="http://schemas.microsoft.com/office/drawing/2010/main">
                <a:solidFill>
                  <a:srgbClr val="FFFFFF"/>
                </a:solidFill>
              </a14:hiddenFill>
            </a:ext>
          </a:extLst>
        </p:spPr>
      </p:pic>
      <p:sp>
        <p:nvSpPr>
          <p:cNvPr id="574467" name="Rectangle 3"/>
          <p:cNvSpPr>
            <a:spLocks noGrp="1" noChangeArrowheads="1"/>
          </p:cNvSpPr>
          <p:nvPr>
            <p:ph type="title"/>
          </p:nvPr>
        </p:nvSpPr>
        <p:spPr>
          <a:xfrm>
            <a:off x="685800" y="2565400"/>
            <a:ext cx="7772400" cy="1016000"/>
          </a:xfrm>
        </p:spPr>
        <p:txBody>
          <a:bodyPr/>
          <a:lstStyle/>
          <a:p>
            <a:r>
              <a:rPr lang="en-GB" altLang="zh-CN" sz="3800" dirty="0">
                <a:ea typeface="SimSun" panose="02010600030101010101" pitchFamily="2" charset="-122"/>
              </a:rPr>
              <a:t>Differential CTS (CT Supervision)</a:t>
            </a:r>
            <a:br>
              <a:rPr lang="en-GB" altLang="zh-CN" sz="3800" dirty="0">
                <a:ea typeface="SimSun" panose="02010600030101010101" pitchFamily="2" charset="-122"/>
              </a:rPr>
            </a:br>
            <a:endParaRPr lang="en-GB" altLang="zh-CN" sz="2200" dirty="0">
              <a:ea typeface="SimSun" panose="02010600030101010101" pitchFamily="2" charset="-122"/>
            </a:endParaRPr>
          </a:p>
        </p:txBody>
      </p:sp>
    </p:spTree>
    <p:extLst>
      <p:ext uri="{BB962C8B-B14F-4D97-AF65-F5344CB8AC3E}">
        <p14:creationId xmlns:p14="http://schemas.microsoft.com/office/powerpoint/2010/main" val="383389556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3058" name="Rectangle 2"/>
          <p:cNvSpPr>
            <a:spLocks noGrp="1" noChangeArrowheads="1"/>
          </p:cNvSpPr>
          <p:nvPr>
            <p:ph type="title"/>
          </p:nvPr>
        </p:nvSpPr>
        <p:spPr/>
        <p:txBody>
          <a:bodyPr/>
          <a:lstStyle/>
          <a:p>
            <a:r>
              <a:rPr lang="en-GB" altLang="zh-CN" sz="3200" dirty="0">
                <a:ea typeface="SimSun" panose="02010600030101010101" pitchFamily="2" charset="-122"/>
              </a:rPr>
              <a:t>P64x Differential CTS (1)</a:t>
            </a:r>
            <a:br>
              <a:rPr lang="en-GB" altLang="zh-CN" sz="3200" dirty="0">
                <a:ea typeface="SimSun" panose="02010600030101010101" pitchFamily="2" charset="-122"/>
              </a:rPr>
            </a:br>
            <a:r>
              <a:rPr lang="en-GB" altLang="zh-CN" sz="3200" dirty="0">
                <a:ea typeface="SimSun" panose="02010600030101010101" pitchFamily="2" charset="-122"/>
              </a:rPr>
              <a:t> </a:t>
            </a:r>
            <a:r>
              <a:rPr lang="en-GB" altLang="zh-CN" sz="3200" b="1" i="1" dirty="0">
                <a:solidFill>
                  <a:srgbClr val="000099"/>
                </a:solidFill>
                <a:ea typeface="SimSun" panose="02010600030101010101" pitchFamily="2" charset="-122"/>
              </a:rPr>
              <a:t>Patent Number US7279905</a:t>
            </a:r>
            <a:r>
              <a:rPr lang="en-US" altLang="en-US" sz="3200" dirty="0"/>
              <a:t> </a:t>
            </a:r>
            <a:endParaRPr lang="en-GB" altLang="zh-CN" sz="3200" dirty="0">
              <a:ea typeface="SimSun" panose="02010600030101010101" pitchFamily="2" charset="-122"/>
            </a:endParaRPr>
          </a:p>
        </p:txBody>
      </p:sp>
      <p:sp>
        <p:nvSpPr>
          <p:cNvPr id="813059" name="Rectangle 3"/>
          <p:cNvSpPr>
            <a:spLocks noGrp="1" noChangeArrowheads="1"/>
          </p:cNvSpPr>
          <p:nvPr>
            <p:ph type="body" sz="half" idx="1"/>
          </p:nvPr>
        </p:nvSpPr>
        <p:spPr>
          <a:xfrm>
            <a:off x="900113" y="1447800"/>
            <a:ext cx="7218362" cy="2449513"/>
          </a:xfrm>
        </p:spPr>
        <p:txBody>
          <a:bodyPr/>
          <a:lstStyle/>
          <a:p>
            <a:r>
              <a:rPr lang="en-GB" altLang="zh-CN" sz="1600" b="1">
                <a:ea typeface="SimSun" panose="02010600030101010101" pitchFamily="2" charset="-122"/>
              </a:rPr>
              <a:t>The ratio of Negative (I2) to Positive (I1) sequence current is measured for each CT input. </a:t>
            </a:r>
            <a:endParaRPr lang="en-GB" altLang="zh-CN" sz="1600" b="1">
              <a:ea typeface="SimSun" panose="02010600030101010101" pitchFamily="2" charset="-122"/>
              <a:sym typeface="Symbol" panose="05050102010706020507" pitchFamily="18" charset="2"/>
            </a:endParaRPr>
          </a:p>
          <a:p>
            <a:pPr lvl="1"/>
            <a:r>
              <a:rPr lang="en-GB" altLang="zh-CN" sz="1400" b="1">
                <a:solidFill>
                  <a:srgbClr val="000099"/>
                </a:solidFill>
                <a:ea typeface="SimSun" panose="02010600030101010101" pitchFamily="2" charset="-122"/>
              </a:rPr>
              <a:t>Ratio is zero (or small) =&gt; CT is unloaded OR balanced load is flowing, OR a three phase system fault is present.</a:t>
            </a:r>
            <a:r>
              <a:rPr lang="en-GB" altLang="zh-CN" sz="1400" b="1">
                <a:ea typeface="SimSun" panose="02010600030101010101" pitchFamily="2" charset="-122"/>
              </a:rPr>
              <a:t>        </a:t>
            </a:r>
          </a:p>
          <a:p>
            <a:pPr lvl="1"/>
            <a:r>
              <a:rPr lang="en-GB" altLang="zh-CN" sz="1400" b="1">
                <a:solidFill>
                  <a:schemeClr val="tx2"/>
                </a:solidFill>
                <a:ea typeface="SimSun" panose="02010600030101010101" pitchFamily="2" charset="-122"/>
              </a:rPr>
              <a:t>Ratio is non-zero =&gt; An unbalanced fault exists, OR there is unbalanced loading, OR  there is a CT problem.</a:t>
            </a:r>
            <a:r>
              <a:rPr lang="en-GB" altLang="zh-CN" sz="1400" b="1">
                <a:ea typeface="SimSun" panose="02010600030101010101" pitchFamily="2" charset="-122"/>
              </a:rPr>
              <a:t>   </a:t>
            </a:r>
          </a:p>
          <a:p>
            <a:pPr lvl="1"/>
            <a:r>
              <a:rPr lang="en-GB" altLang="zh-CN" sz="1400" b="1">
                <a:solidFill>
                  <a:srgbClr val="339933"/>
                </a:solidFill>
                <a:ea typeface="SimSun" panose="02010600030101010101" pitchFamily="2" charset="-122"/>
              </a:rPr>
              <a:t>Ratio is non-zero at two (or more ends) simultaneously =&gt; Almost certainly a genuine fault condition</a:t>
            </a:r>
            <a:r>
              <a:rPr lang="en-GB" altLang="zh-CN" sz="1400" b="1">
                <a:solidFill>
                  <a:srgbClr val="339933"/>
                </a:solidFill>
                <a:ea typeface="SimSun" panose="02010600030101010101" pitchFamily="2" charset="-122"/>
                <a:sym typeface="Symbol" panose="05050102010706020507" pitchFamily="18" charset="2"/>
              </a:rPr>
              <a:t> &amp; unlikely to be a CT problem.</a:t>
            </a:r>
          </a:p>
          <a:p>
            <a:pPr lvl="1">
              <a:buFont typeface="Arial" panose="020B0604020202020204" pitchFamily="34" charset="0"/>
              <a:buNone/>
            </a:pPr>
            <a:endParaRPr lang="en-GB" altLang="zh-CN" sz="1400" b="1">
              <a:solidFill>
                <a:srgbClr val="339933"/>
              </a:solidFill>
              <a:ea typeface="SimSun" panose="02010600030101010101" pitchFamily="2" charset="-122"/>
              <a:sym typeface="Symbol" panose="05050102010706020507" pitchFamily="18" charset="2"/>
            </a:endParaRPr>
          </a:p>
          <a:p>
            <a:pPr lvl="1">
              <a:buFont typeface="Arial" panose="020B0604020202020204" pitchFamily="34" charset="0"/>
              <a:buNone/>
            </a:pPr>
            <a:endParaRPr lang="en-GB" altLang="zh-CN" sz="1400" b="1">
              <a:ea typeface="SimSun" panose="02010600030101010101" pitchFamily="2" charset="-122"/>
              <a:sym typeface="Symbol" panose="05050102010706020507" pitchFamily="18" charset="2"/>
            </a:endParaRPr>
          </a:p>
          <a:p>
            <a:pPr lvl="1"/>
            <a:endParaRPr lang="en-GB" altLang="zh-CN" sz="1400" b="1">
              <a:ea typeface="SimSun" panose="02010600030101010101" pitchFamily="2" charset="-122"/>
              <a:sym typeface="Symbol" panose="05050102010706020507" pitchFamily="18" charset="2"/>
            </a:endParaRPr>
          </a:p>
          <a:p>
            <a:pPr lvl="1"/>
            <a:endParaRPr lang="en-GB" altLang="zh-CN" sz="1400" b="1">
              <a:ea typeface="SimSun" panose="02010600030101010101" pitchFamily="2" charset="-122"/>
              <a:sym typeface="Symbol" panose="05050102010706020507" pitchFamily="18" charset="2"/>
            </a:endParaRPr>
          </a:p>
          <a:p>
            <a:pPr lvl="1"/>
            <a:endParaRPr lang="en-GB" altLang="zh-CN" sz="1600" b="1">
              <a:ea typeface="SimSun" panose="02010600030101010101" pitchFamily="2" charset="-122"/>
              <a:sym typeface="Symbol" panose="05050102010706020507" pitchFamily="18" charset="2"/>
            </a:endParaRPr>
          </a:p>
          <a:p>
            <a:pPr lvl="1">
              <a:buFont typeface="Arial" panose="020B0604020202020204" pitchFamily="34" charset="0"/>
              <a:buNone/>
            </a:pPr>
            <a:endParaRPr lang="en-GB" altLang="zh-CN" sz="1600" b="1">
              <a:ea typeface="SimSun" panose="02010600030101010101" pitchFamily="2" charset="-122"/>
              <a:sym typeface="Symbol" panose="05050102010706020507" pitchFamily="18" charset="2"/>
            </a:endParaRPr>
          </a:p>
        </p:txBody>
      </p:sp>
      <p:graphicFrame>
        <p:nvGraphicFramePr>
          <p:cNvPr id="813060" name="Object 4"/>
          <p:cNvGraphicFramePr>
            <a:graphicFrameLocks noGrp="1" noChangeAspect="1"/>
          </p:cNvGraphicFramePr>
          <p:nvPr>
            <p:ph sz="half" idx="2"/>
          </p:nvPr>
        </p:nvGraphicFramePr>
        <p:xfrm>
          <a:off x="1138238" y="3851275"/>
          <a:ext cx="6713537" cy="1270000"/>
        </p:xfrm>
        <a:graphic>
          <a:graphicData uri="http://schemas.openxmlformats.org/presentationml/2006/ole">
            <mc:AlternateContent xmlns:mc="http://schemas.openxmlformats.org/markup-compatibility/2006">
              <mc:Choice xmlns:v="urn:schemas-microsoft-com:vml" Requires="v">
                <p:oleObj spid="_x0000_s836669" name="Visio" r:id="rId4" imgW="5134737" imgH="1136142" progId="Visio.Drawing.11">
                  <p:embed/>
                </p:oleObj>
              </mc:Choice>
              <mc:Fallback>
                <p:oleObj name="Visio" r:id="rId4" imgW="5134737" imgH="1136142" progId="Visio.Drawing.11">
                  <p:embed/>
                  <p:pic>
                    <p:nvPicPr>
                      <p:cNvPr id="81306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38238" y="3851275"/>
                        <a:ext cx="6713537" cy="1270000"/>
                      </a:xfrm>
                      <a:prstGeom prst="rect">
                        <a:avLst/>
                      </a:prstGeom>
                    </p:spPr>
                  </p:pic>
                </p:oleObj>
              </mc:Fallback>
            </mc:AlternateContent>
          </a:graphicData>
        </a:graphic>
      </p:graphicFrame>
      <p:sp>
        <p:nvSpPr>
          <p:cNvPr id="813061" name="Text Box 5"/>
          <p:cNvSpPr txBox="1">
            <a:spLocks noChangeArrowheads="1"/>
          </p:cNvSpPr>
          <p:nvPr/>
        </p:nvSpPr>
        <p:spPr bwMode="auto">
          <a:xfrm>
            <a:off x="1331913" y="5408613"/>
            <a:ext cx="7488237"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GB" altLang="zh-CN" sz="1400">
                <a:solidFill>
                  <a:schemeClr val="tx1"/>
                </a:solidFill>
                <a:ea typeface="SimSun" panose="02010600030101010101" pitchFamily="2" charset="-122"/>
              </a:rPr>
              <a:t>The output of the AND gate is HIGH only if CTS I2/I1&gt;2 of CT1 is high and I2/I1 ratio in all the other current inputs  is below the standing unbalance of the system.</a:t>
            </a:r>
          </a:p>
        </p:txBody>
      </p:sp>
    </p:spTree>
    <p:extLst>
      <p:ext uri="{BB962C8B-B14F-4D97-AF65-F5344CB8AC3E}">
        <p14:creationId xmlns:p14="http://schemas.microsoft.com/office/powerpoint/2010/main" val="251447654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5106" name="Rectangle 2"/>
          <p:cNvSpPr>
            <a:spLocks noGrp="1" noChangeArrowheads="1"/>
          </p:cNvSpPr>
          <p:nvPr>
            <p:ph type="title"/>
          </p:nvPr>
        </p:nvSpPr>
        <p:spPr>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0800" rIns="0" bIns="10800" numCol="1" anchor="ctr" anchorCtr="0" compatLnSpc="1">
            <a:prstTxWarp prst="textNoShape">
              <a:avLst/>
            </a:prstTxWarp>
          </a:bodyPr>
          <a:lstStyle/>
          <a:p>
            <a:r>
              <a:rPr lang="en-GB" altLang="zh-CN" sz="3200" dirty="0">
                <a:ea typeface="SimSun" panose="02010600030101010101" pitchFamily="2" charset="-122"/>
              </a:rPr>
              <a:t>P64x Differential CTS (2)</a:t>
            </a:r>
          </a:p>
        </p:txBody>
      </p:sp>
      <p:sp>
        <p:nvSpPr>
          <p:cNvPr id="815107" name="Rectangle 3"/>
          <p:cNvSpPr>
            <a:spLocks noGrp="1" noChangeArrowheads="1"/>
          </p:cNvSpPr>
          <p:nvPr>
            <p:ph type="body" sz="half" idx="1"/>
          </p:nvPr>
        </p:nvSpPr>
        <p:spPr>
          <a:xfrm>
            <a:off x="900113" y="1147763"/>
            <a:ext cx="7218362" cy="2244725"/>
          </a:xfrm>
          <a:noFill/>
          <a:ln/>
          <a:extLst>
            <a:ext uri="{91240B29-F687-4F45-9708-019B960494DF}">
              <a14:hiddenLine xmlns:a14="http://schemas.microsoft.com/office/drawing/2010/main" w="9525">
                <a:solidFill>
                  <a:schemeClr val="tx1"/>
                </a:solidFill>
                <a:miter lim="800000"/>
                <a:headEnd/>
                <a:tailEnd/>
              </a14:hiddenLine>
            </a:ext>
          </a:extLst>
        </p:spPr>
        <p:txBody>
          <a:bodyPr/>
          <a:lstStyle/>
          <a:p>
            <a:r>
              <a:rPr lang="en-GB" altLang="zh-CN" sz="1600" b="1" dirty="0">
                <a:ea typeface="SimSun" panose="02010600030101010101" pitchFamily="2" charset="-122"/>
                <a:sym typeface="Symbol" panose="05050102010706020507" pitchFamily="18" charset="2"/>
              </a:rPr>
              <a:t>If I2/I1 ratio is high </a:t>
            </a:r>
            <a:r>
              <a:rPr lang="en-GB" altLang="zh-CN" sz="1600" b="1" u="sng" dirty="0">
                <a:ea typeface="SimSun" panose="02010600030101010101" pitchFamily="2" charset="-122"/>
                <a:sym typeface="Symbol" panose="05050102010706020507" pitchFamily="18" charset="2"/>
              </a:rPr>
              <a:t>at one end</a:t>
            </a:r>
            <a:r>
              <a:rPr lang="en-GB" altLang="zh-CN" sz="1600" b="1" dirty="0">
                <a:ea typeface="SimSun" panose="02010600030101010101" pitchFamily="2" charset="-122"/>
                <a:sym typeface="Symbol" panose="05050102010706020507" pitchFamily="18" charset="2"/>
              </a:rPr>
              <a:t> only, the output from the AND gate </a:t>
            </a:r>
            <a:r>
              <a:rPr lang="en-GB" altLang="zh-CN" sz="1600" b="1" dirty="0">
                <a:solidFill>
                  <a:srgbClr val="0033CC"/>
                </a:solidFill>
                <a:ea typeface="SimSun" panose="02010600030101010101" pitchFamily="2" charset="-122"/>
                <a:sym typeface="Symbol" panose="05050102010706020507" pitchFamily="18" charset="2"/>
              </a:rPr>
              <a:t>A</a:t>
            </a:r>
            <a:r>
              <a:rPr lang="en-GB" altLang="zh-CN" sz="1600" b="1" dirty="0">
                <a:ea typeface="SimSun" panose="02010600030101010101" pitchFamily="2" charset="-122"/>
                <a:sym typeface="Symbol" panose="05050102010706020507" pitchFamily="18" charset="2"/>
              </a:rPr>
              <a:t> highlighted in red is asserted.  </a:t>
            </a:r>
          </a:p>
          <a:p>
            <a:r>
              <a:rPr lang="en-GB" altLang="zh-CN" sz="1600" b="1" dirty="0">
                <a:ea typeface="SimSun" panose="02010600030101010101" pitchFamily="2" charset="-122"/>
                <a:sym typeface="Symbol" panose="05050102010706020507" pitchFamily="18" charset="2"/>
              </a:rPr>
              <a:t>The relay uses I1 to distinguish between a CT problem and a single end fed fault condition:</a:t>
            </a:r>
          </a:p>
          <a:p>
            <a:pPr lvl="1"/>
            <a:r>
              <a:rPr lang="en-GB" altLang="zh-CN" sz="1400" dirty="0">
                <a:solidFill>
                  <a:srgbClr val="CC3300"/>
                </a:solidFill>
                <a:ea typeface="SimSun" panose="02010600030101010101" pitchFamily="2" charset="-122"/>
                <a:sym typeface="Symbol" panose="05050102010706020507" pitchFamily="18" charset="2"/>
              </a:rPr>
              <a:t>If I1 is detected at more than one end, it must be a CT problem and CTS is allowed to operate</a:t>
            </a:r>
          </a:p>
          <a:p>
            <a:pPr lvl="1"/>
            <a:r>
              <a:rPr lang="en-GB" altLang="zh-CN" sz="1400" dirty="0">
                <a:solidFill>
                  <a:srgbClr val="339933"/>
                </a:solidFill>
                <a:ea typeface="SimSun" panose="02010600030101010101" pitchFamily="2" charset="-122"/>
                <a:sym typeface="Symbol" panose="05050102010706020507" pitchFamily="18" charset="2"/>
              </a:rPr>
              <a:t>If I1 is detected at only one end, it is either inrush condition or single end fed internal fault.  Therefore, the CTS operation is blocked</a:t>
            </a:r>
          </a:p>
          <a:p>
            <a:endParaRPr lang="en-GB" altLang="zh-CN" sz="1400" dirty="0">
              <a:ea typeface="SimSun" panose="02010600030101010101" pitchFamily="2" charset="-122"/>
            </a:endParaRPr>
          </a:p>
        </p:txBody>
      </p:sp>
      <p:graphicFrame>
        <p:nvGraphicFramePr>
          <p:cNvPr id="815111" name="Object 7"/>
          <p:cNvGraphicFramePr>
            <a:graphicFrameLocks noGrp="1" noChangeAspect="1"/>
          </p:cNvGraphicFramePr>
          <p:nvPr>
            <p:ph sz="half" idx="2"/>
          </p:nvPr>
        </p:nvGraphicFramePr>
        <p:xfrm>
          <a:off x="1403350" y="3348038"/>
          <a:ext cx="6732588" cy="3789362"/>
        </p:xfrm>
        <a:graphic>
          <a:graphicData uri="http://schemas.openxmlformats.org/presentationml/2006/ole">
            <mc:AlternateContent xmlns:mc="http://schemas.openxmlformats.org/markup-compatibility/2006">
              <mc:Choice xmlns:v="urn:schemas-microsoft-com:vml" Requires="v">
                <p:oleObj spid="_x0000_s837693" name="Visio" r:id="rId4" imgW="8475345" imgH="4224147" progId="Visio.Drawing.11">
                  <p:embed/>
                </p:oleObj>
              </mc:Choice>
              <mc:Fallback>
                <p:oleObj name="Visio" r:id="rId4" imgW="8475345" imgH="4224147" progId="Visio.Drawing.11">
                  <p:embed/>
                  <p:pic>
                    <p:nvPicPr>
                      <p:cNvPr id="815111"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03350" y="3348038"/>
                        <a:ext cx="6732588" cy="3789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solidFill>
                              <a:schemeClr val="tx2"/>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289892443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8562" name="Rectangle 2"/>
          <p:cNvSpPr>
            <a:spLocks noGrp="1" noChangeArrowheads="1"/>
          </p:cNvSpPr>
          <p:nvPr>
            <p:ph type="title"/>
          </p:nvPr>
        </p:nvSpPr>
        <p:spPr>
          <a:xfrm>
            <a:off x="831850" y="82550"/>
            <a:ext cx="7881938" cy="914400"/>
          </a:xfrm>
          <a:noFill/>
          <a:ln/>
          <a:extLst>
            <a:ext uri="{91240B29-F687-4F45-9708-019B960494DF}">
              <a14:hiddenLine xmlns:a14="http://schemas.microsoft.com/office/drawing/2010/main" w="9525" cap="flat" cmpd="sng">
                <a:solidFill>
                  <a:schemeClr val="tx1"/>
                </a:solidFill>
                <a:prstDash val="solid"/>
                <a:miter lim="800000"/>
                <a:headEnd/>
                <a:tailEnd/>
              </a14:hiddenLine>
            </a:ext>
            <a:ext uri="{AF507438-7753-43E0-B8FC-AC1667EBCBE1}">
              <a14:hiddenEffects xmlns:a14="http://schemas.microsoft.com/office/drawing/2010/main">
                <a:effectLst>
                  <a:outerShdw dist="17961" dir="2700000" algn="ctr" rotWithShape="0">
                    <a:schemeClr val="folHlink"/>
                  </a:outerShdw>
                </a:effectLst>
              </a14:hiddenEffects>
            </a:ext>
          </a:extLst>
        </p:spPr>
        <p:txBody>
          <a:bodyPr lIns="91440" tIns="45720" rIns="91440" bIns="45720" anchor="t"/>
          <a:lstStyle/>
          <a:p>
            <a:r>
              <a:rPr lang="en-GB" altLang="zh-CN" sz="3200" dirty="0">
                <a:ea typeface="SimSun" panose="02010600030101010101" pitchFamily="2" charset="-122"/>
              </a:rPr>
              <a:t>Differential CTS - Principles (3)</a:t>
            </a:r>
          </a:p>
        </p:txBody>
      </p:sp>
      <p:sp>
        <p:nvSpPr>
          <p:cNvPr id="578564" name="Rectangle 4"/>
          <p:cNvSpPr>
            <a:spLocks noChangeArrowheads="1"/>
          </p:cNvSpPr>
          <p:nvPr/>
        </p:nvSpPr>
        <p:spPr bwMode="auto">
          <a:xfrm>
            <a:off x="900113" y="765175"/>
            <a:ext cx="2927350" cy="325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lnSpc>
                <a:spcPct val="85000"/>
              </a:lnSpc>
              <a:spcBef>
                <a:spcPct val="40000"/>
              </a:spcBef>
              <a:buClr>
                <a:schemeClr val="accent2"/>
              </a:buClr>
              <a:buSzPct val="130000"/>
            </a:pPr>
            <a:r>
              <a:rPr lang="en-GB" altLang="zh-CN" b="1">
                <a:solidFill>
                  <a:schemeClr val="tx1"/>
                </a:solidFill>
                <a:ea typeface="SimSun" panose="02010600030101010101" pitchFamily="2" charset="-122"/>
              </a:rPr>
              <a:t>Simplified Logic Diagram</a:t>
            </a:r>
          </a:p>
        </p:txBody>
      </p:sp>
      <p:sp>
        <p:nvSpPr>
          <p:cNvPr id="578656" name="Rectangle 96"/>
          <p:cNvSpPr>
            <a:spLocks noChangeArrowheads="1"/>
          </p:cNvSpPr>
          <p:nvPr/>
        </p:nvSpPr>
        <p:spPr bwMode="auto">
          <a:xfrm>
            <a:off x="0" y="9810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578658" name="Rectangle 98"/>
          <p:cNvSpPr>
            <a:spLocks noChangeArrowheads="1"/>
          </p:cNvSpPr>
          <p:nvPr/>
        </p:nvSpPr>
        <p:spPr bwMode="auto">
          <a:xfrm>
            <a:off x="0" y="10191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aphicFrame>
        <p:nvGraphicFramePr>
          <p:cNvPr id="578657" name="Object 97"/>
          <p:cNvGraphicFramePr>
            <a:graphicFrameLocks noChangeAspect="1"/>
          </p:cNvGraphicFramePr>
          <p:nvPr/>
        </p:nvGraphicFramePr>
        <p:xfrm>
          <a:off x="107950" y="1270000"/>
          <a:ext cx="6192838" cy="5472113"/>
        </p:xfrm>
        <a:graphic>
          <a:graphicData uri="http://schemas.openxmlformats.org/presentationml/2006/ole">
            <mc:AlternateContent xmlns:mc="http://schemas.openxmlformats.org/markup-compatibility/2006">
              <mc:Choice xmlns:v="urn:schemas-microsoft-com:vml" Requires="v">
                <p:oleObj spid="_x0000_s838717" name="Visio" r:id="rId4" imgW="9654540" imgH="8480679" progId="Visio.Drawing.11">
                  <p:embed/>
                </p:oleObj>
              </mc:Choice>
              <mc:Fallback>
                <p:oleObj name="Visio" r:id="rId4" imgW="9654540" imgH="8480679" progId="Visio.Drawing.11">
                  <p:embed/>
                  <p:pic>
                    <p:nvPicPr>
                      <p:cNvPr id="578657" name="Object 9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7950" y="1270000"/>
                        <a:ext cx="6192838" cy="54721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78659" name="Text Box 99"/>
          <p:cNvSpPr txBox="1">
            <a:spLocks noChangeArrowheads="1"/>
          </p:cNvSpPr>
          <p:nvPr/>
        </p:nvSpPr>
        <p:spPr bwMode="auto">
          <a:xfrm>
            <a:off x="6400800" y="1820863"/>
            <a:ext cx="2527300" cy="2292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GB" altLang="zh-CN" sz="1600" b="1">
                <a:solidFill>
                  <a:schemeClr val="tx1"/>
                </a:solidFill>
                <a:ea typeface="SimSun" panose="02010600030101010101" pitchFamily="2" charset="-122"/>
              </a:rPr>
              <a:t>Typical settings:</a:t>
            </a:r>
          </a:p>
          <a:p>
            <a:pPr eaLnBrk="0" hangingPunct="0"/>
            <a:endParaRPr lang="en-GB" altLang="zh-CN" sz="1600" b="1">
              <a:solidFill>
                <a:schemeClr val="tx1"/>
              </a:solidFill>
              <a:ea typeface="SimSun" panose="02010600030101010101" pitchFamily="2" charset="-122"/>
            </a:endParaRPr>
          </a:p>
          <a:p>
            <a:pPr eaLnBrk="0" hangingPunct="0">
              <a:buClr>
                <a:schemeClr val="tx2"/>
              </a:buClr>
              <a:buFont typeface="Arial" panose="020B0604020202020204" pitchFamily="34" charset="0"/>
              <a:buChar char="►"/>
            </a:pPr>
            <a:r>
              <a:rPr lang="en-GB" altLang="zh-CN" sz="1600" b="1">
                <a:solidFill>
                  <a:schemeClr val="tx1"/>
                </a:solidFill>
                <a:ea typeface="SimSun" panose="02010600030101010101" pitchFamily="2" charset="-122"/>
              </a:rPr>
              <a:t>CTS I2/I1&gt;2</a:t>
            </a:r>
            <a:r>
              <a:rPr lang="en-US" altLang="en-US" sz="1600" b="1">
                <a:solidFill>
                  <a:schemeClr val="tx1"/>
                </a:solidFill>
              </a:rPr>
              <a:t>  = 40%</a:t>
            </a:r>
          </a:p>
          <a:p>
            <a:pPr eaLnBrk="0" hangingPunct="0">
              <a:buClr>
                <a:schemeClr val="tx2"/>
              </a:buClr>
              <a:buFont typeface="Arial" panose="020B0604020202020204" pitchFamily="34" charset="0"/>
              <a:buChar char="►"/>
            </a:pPr>
            <a:endParaRPr lang="en-US" altLang="en-US" sz="1600" b="1">
              <a:solidFill>
                <a:schemeClr val="tx1"/>
              </a:solidFill>
            </a:endParaRPr>
          </a:p>
          <a:p>
            <a:pPr eaLnBrk="0" hangingPunct="0">
              <a:buClr>
                <a:schemeClr val="tx2"/>
              </a:buClr>
              <a:buFont typeface="Arial" panose="020B0604020202020204" pitchFamily="34" charset="0"/>
              <a:buChar char="►"/>
            </a:pPr>
            <a:r>
              <a:rPr lang="en-GB" altLang="zh-CN" sz="1600" b="1">
                <a:solidFill>
                  <a:schemeClr val="tx1"/>
                </a:solidFill>
                <a:ea typeface="SimSun" panose="02010600030101010101" pitchFamily="2" charset="-122"/>
              </a:rPr>
              <a:t>CTS I2/I1&gt;1 = 20%</a:t>
            </a:r>
          </a:p>
          <a:p>
            <a:pPr eaLnBrk="0" hangingPunct="0">
              <a:buClr>
                <a:schemeClr val="tx2"/>
              </a:buClr>
              <a:buFont typeface="Arial" panose="020B0604020202020204" pitchFamily="34" charset="0"/>
              <a:buChar char="►"/>
            </a:pPr>
            <a:endParaRPr lang="en-GB" altLang="zh-CN" sz="1600" b="1">
              <a:solidFill>
                <a:schemeClr val="tx1"/>
              </a:solidFill>
              <a:ea typeface="SimSun" panose="02010600030101010101" pitchFamily="2" charset="-122"/>
            </a:endParaRPr>
          </a:p>
          <a:p>
            <a:pPr eaLnBrk="0" hangingPunct="0">
              <a:buClr>
                <a:schemeClr val="tx2"/>
              </a:buClr>
              <a:buFont typeface="Arial" panose="020B0604020202020204" pitchFamily="34" charset="0"/>
              <a:buChar char="►"/>
            </a:pPr>
            <a:r>
              <a:rPr lang="en-GB" altLang="zh-CN" sz="1600" b="1">
                <a:solidFill>
                  <a:schemeClr val="tx1"/>
                </a:solidFill>
                <a:ea typeface="SimSun" panose="02010600030101010101" pitchFamily="2" charset="-122"/>
              </a:rPr>
              <a:t>CTS I1 = 10%</a:t>
            </a:r>
            <a:r>
              <a:rPr lang="en-US" altLang="en-US" sz="1600" b="1">
                <a:solidFill>
                  <a:schemeClr val="tx1"/>
                </a:solidFill>
              </a:rPr>
              <a:t> </a:t>
            </a:r>
          </a:p>
          <a:p>
            <a:pPr eaLnBrk="0" hangingPunct="0">
              <a:buClr>
                <a:schemeClr val="tx2"/>
              </a:buClr>
              <a:buFont typeface="Arial" panose="020B0604020202020204" pitchFamily="34" charset="0"/>
              <a:buChar char="►"/>
            </a:pPr>
            <a:endParaRPr lang="en-US" altLang="en-US" sz="1600" b="1">
              <a:solidFill>
                <a:schemeClr val="tx1"/>
              </a:solidFill>
            </a:endParaRPr>
          </a:p>
          <a:p>
            <a:pPr eaLnBrk="0" hangingPunct="0">
              <a:buClr>
                <a:schemeClr val="tx2"/>
              </a:buClr>
              <a:buFont typeface="Arial" panose="020B0604020202020204" pitchFamily="34" charset="0"/>
              <a:buChar char="►"/>
            </a:pPr>
            <a:r>
              <a:rPr lang="en-US" altLang="en-US" sz="1600" b="1">
                <a:solidFill>
                  <a:schemeClr val="tx1"/>
                </a:solidFill>
              </a:rPr>
              <a:t>CTS time delay = 1sec</a:t>
            </a:r>
            <a:endParaRPr lang="en-GB" altLang="zh-CN" sz="1600" b="1">
              <a:solidFill>
                <a:schemeClr val="tx1"/>
              </a:solidFill>
              <a:ea typeface="SimSun" panose="02010600030101010101" pitchFamily="2" charset="-122"/>
            </a:endParaRPr>
          </a:p>
        </p:txBody>
      </p:sp>
    </p:spTree>
    <p:extLst>
      <p:ext uri="{BB962C8B-B14F-4D97-AF65-F5344CB8AC3E}">
        <p14:creationId xmlns:p14="http://schemas.microsoft.com/office/powerpoint/2010/main" val="294188915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0610" name="Text Box 2"/>
          <p:cNvSpPr txBox="1">
            <a:spLocks noChangeArrowheads="1"/>
          </p:cNvSpPr>
          <p:nvPr/>
        </p:nvSpPr>
        <p:spPr bwMode="auto">
          <a:xfrm>
            <a:off x="755650" y="5280025"/>
            <a:ext cx="7743825" cy="1281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tabLst>
                <a:tab pos="2198688" algn="l"/>
              </a:tabLst>
              <a:defRPr sz="2400">
                <a:solidFill>
                  <a:schemeClr val="tx1"/>
                </a:solidFill>
                <a:latin typeface="Times New Roman" panose="02020603050405020304" pitchFamily="18" charset="0"/>
              </a:defRPr>
            </a:lvl1pPr>
            <a:lvl2pPr marL="574675" eaLnBrk="0" hangingPunct="0">
              <a:tabLst>
                <a:tab pos="2198688" algn="l"/>
              </a:tabLst>
              <a:defRPr sz="2400">
                <a:solidFill>
                  <a:schemeClr val="tx1"/>
                </a:solidFill>
                <a:latin typeface="Times New Roman" panose="02020603050405020304" pitchFamily="18" charset="0"/>
              </a:defRPr>
            </a:lvl2pPr>
            <a:lvl3pPr eaLnBrk="0" hangingPunct="0">
              <a:tabLst>
                <a:tab pos="2198688" algn="l"/>
              </a:tabLst>
              <a:defRPr sz="2400">
                <a:solidFill>
                  <a:schemeClr val="tx1"/>
                </a:solidFill>
                <a:latin typeface="Times New Roman" panose="02020603050405020304" pitchFamily="18" charset="0"/>
              </a:defRPr>
            </a:lvl3pPr>
            <a:lvl4pPr eaLnBrk="0" hangingPunct="0">
              <a:tabLst>
                <a:tab pos="2198688" algn="l"/>
              </a:tabLst>
              <a:defRPr sz="2400">
                <a:solidFill>
                  <a:schemeClr val="tx1"/>
                </a:solidFill>
                <a:latin typeface="Times New Roman" panose="02020603050405020304" pitchFamily="18" charset="0"/>
              </a:defRPr>
            </a:lvl4pPr>
            <a:lvl5pPr eaLnBrk="0" hangingPunct="0">
              <a:tabLst>
                <a:tab pos="2198688" algn="l"/>
              </a:tabLst>
              <a:defRPr sz="2400">
                <a:solidFill>
                  <a:schemeClr val="tx1"/>
                </a:solidFill>
                <a:latin typeface="Times New Roman" panose="02020603050405020304" pitchFamily="18" charset="0"/>
              </a:defRPr>
            </a:lvl5pPr>
            <a:lvl6pPr eaLnBrk="0" fontAlgn="base" hangingPunct="0">
              <a:spcBef>
                <a:spcPct val="0"/>
              </a:spcBef>
              <a:spcAft>
                <a:spcPct val="0"/>
              </a:spcAft>
              <a:tabLst>
                <a:tab pos="2198688" algn="l"/>
              </a:tabLst>
              <a:defRPr sz="2400">
                <a:solidFill>
                  <a:schemeClr val="tx1"/>
                </a:solidFill>
                <a:latin typeface="Times New Roman" panose="02020603050405020304" pitchFamily="18" charset="0"/>
              </a:defRPr>
            </a:lvl6pPr>
            <a:lvl7pPr eaLnBrk="0" fontAlgn="base" hangingPunct="0">
              <a:spcBef>
                <a:spcPct val="0"/>
              </a:spcBef>
              <a:spcAft>
                <a:spcPct val="0"/>
              </a:spcAft>
              <a:tabLst>
                <a:tab pos="2198688" algn="l"/>
              </a:tabLst>
              <a:defRPr sz="2400">
                <a:solidFill>
                  <a:schemeClr val="tx1"/>
                </a:solidFill>
                <a:latin typeface="Times New Roman" panose="02020603050405020304" pitchFamily="18" charset="0"/>
              </a:defRPr>
            </a:lvl7pPr>
            <a:lvl8pPr eaLnBrk="0" fontAlgn="base" hangingPunct="0">
              <a:spcBef>
                <a:spcPct val="0"/>
              </a:spcBef>
              <a:spcAft>
                <a:spcPct val="0"/>
              </a:spcAft>
              <a:tabLst>
                <a:tab pos="2198688" algn="l"/>
              </a:tabLst>
              <a:defRPr sz="2400">
                <a:solidFill>
                  <a:schemeClr val="tx1"/>
                </a:solidFill>
                <a:latin typeface="Times New Roman" panose="02020603050405020304" pitchFamily="18" charset="0"/>
              </a:defRPr>
            </a:lvl8pPr>
            <a:lvl9pPr eaLnBrk="0" fontAlgn="base" hangingPunct="0">
              <a:spcBef>
                <a:spcPct val="0"/>
              </a:spcBef>
              <a:spcAft>
                <a:spcPct val="0"/>
              </a:spcAft>
              <a:tabLst>
                <a:tab pos="2198688" algn="l"/>
              </a:tabLst>
              <a:defRPr sz="2400">
                <a:solidFill>
                  <a:schemeClr val="tx1"/>
                </a:solidFill>
                <a:latin typeface="Times New Roman" panose="02020603050405020304" pitchFamily="18" charset="0"/>
              </a:defRPr>
            </a:lvl9pPr>
          </a:lstStyle>
          <a:p>
            <a:pPr>
              <a:lnSpc>
                <a:spcPct val="85000"/>
              </a:lnSpc>
              <a:spcBef>
                <a:spcPct val="40000"/>
              </a:spcBef>
              <a:buClr>
                <a:schemeClr val="accent2"/>
              </a:buClr>
              <a:buSzPct val="130000"/>
            </a:pPr>
            <a:r>
              <a:rPr lang="en-GB" altLang="zh-CN" sz="1800" b="1" u="sng">
                <a:latin typeface="Arial" panose="020B0604020202020204" pitchFamily="34" charset="0"/>
                <a:ea typeface="SimSun" panose="02010600030101010101" pitchFamily="2" charset="-122"/>
              </a:rPr>
              <a:t>CTS impact on 87T depends on setting:</a:t>
            </a:r>
          </a:p>
          <a:p>
            <a:pPr>
              <a:lnSpc>
                <a:spcPct val="85000"/>
              </a:lnSpc>
              <a:spcBef>
                <a:spcPct val="40000"/>
              </a:spcBef>
              <a:buClr>
                <a:schemeClr val="accent2"/>
              </a:buClr>
              <a:buSzPct val="130000"/>
            </a:pPr>
            <a:r>
              <a:rPr lang="en-GB" altLang="zh-CN" sz="1800" b="1">
                <a:latin typeface="Arial" panose="020B0604020202020204" pitchFamily="34" charset="0"/>
                <a:ea typeface="SimSun" panose="02010600030101010101" pitchFamily="2" charset="-122"/>
              </a:rPr>
              <a:t>   </a:t>
            </a:r>
            <a:r>
              <a:rPr lang="en-GB" altLang="zh-CN" sz="1600" b="1">
                <a:latin typeface="Arial" panose="020B0604020202020204" pitchFamily="34" charset="0"/>
                <a:ea typeface="SimSun" panose="02010600030101010101" pitchFamily="2" charset="-122"/>
              </a:rPr>
              <a:t>Alarm Mode: 	Indication only</a:t>
            </a:r>
          </a:p>
          <a:p>
            <a:pPr>
              <a:lnSpc>
                <a:spcPct val="85000"/>
              </a:lnSpc>
              <a:spcBef>
                <a:spcPct val="40000"/>
              </a:spcBef>
              <a:buClr>
                <a:schemeClr val="accent2"/>
              </a:buClr>
              <a:buSzPct val="130000"/>
            </a:pPr>
            <a:r>
              <a:rPr lang="en-GB" altLang="zh-CN" sz="1600" b="1">
                <a:latin typeface="Arial" panose="020B0604020202020204" pitchFamily="34" charset="0"/>
                <a:ea typeface="SimSun" panose="02010600030101010101" pitchFamily="2" charset="-122"/>
              </a:rPr>
              <a:t>   Restrain Mode: 	</a:t>
            </a:r>
            <a:r>
              <a:rPr lang="en-GB" altLang="zh-CN" sz="1600" b="1">
                <a:solidFill>
                  <a:schemeClr val="tx2"/>
                </a:solidFill>
                <a:latin typeface="Arial" panose="020B0604020202020204" pitchFamily="34" charset="0"/>
                <a:ea typeface="SimSun" panose="02010600030101010101" pitchFamily="2" charset="-122"/>
              </a:rPr>
              <a:t>Is-CTS</a:t>
            </a:r>
            <a:r>
              <a:rPr lang="en-GB" altLang="zh-CN" sz="1600" b="1">
                <a:latin typeface="Arial" panose="020B0604020202020204" pitchFamily="34" charset="0"/>
                <a:ea typeface="SimSun" panose="02010600030101010101" pitchFamily="2" charset="-122"/>
              </a:rPr>
              <a:t>  	de-sensitise to avoid a trip on max. load</a:t>
            </a:r>
          </a:p>
          <a:p>
            <a:pPr>
              <a:lnSpc>
                <a:spcPct val="85000"/>
              </a:lnSpc>
              <a:spcBef>
                <a:spcPct val="40000"/>
              </a:spcBef>
              <a:buClr>
                <a:schemeClr val="accent2"/>
              </a:buClr>
              <a:buSzPct val="130000"/>
            </a:pPr>
            <a:r>
              <a:rPr lang="en-GB" altLang="zh-CN" sz="1600" b="1">
                <a:latin typeface="Arial" panose="020B0604020202020204" pitchFamily="34" charset="0"/>
                <a:ea typeface="SimSun" panose="02010600030101010101" pitchFamily="2" charset="-122"/>
              </a:rPr>
              <a:t>   </a:t>
            </a:r>
          </a:p>
        </p:txBody>
      </p:sp>
      <p:sp>
        <p:nvSpPr>
          <p:cNvPr id="580611" name="Rectangle 3"/>
          <p:cNvSpPr>
            <a:spLocks noGrp="1" noChangeArrowheads="1"/>
          </p:cNvSpPr>
          <p:nvPr>
            <p:ph type="title"/>
          </p:nvPr>
        </p:nvSpPr>
        <p:spPr>
          <a:xfrm>
            <a:off x="1152525" y="84138"/>
            <a:ext cx="7688263" cy="53655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0800" rIns="0" bIns="10800" numCol="1" anchor="ctr" anchorCtr="0" compatLnSpc="1">
            <a:prstTxWarp prst="textNoShape">
              <a:avLst/>
            </a:prstTxWarp>
          </a:bodyPr>
          <a:lstStyle/>
          <a:p>
            <a:r>
              <a:rPr lang="de-DE" altLang="en-US" sz="3200" dirty="0">
                <a:ea typeface="SimSun" panose="02010600030101010101" pitchFamily="2" charset="-122"/>
              </a:rPr>
              <a:t>Patented CT Supervision (3)</a:t>
            </a:r>
            <a:endParaRPr lang="en-GB" altLang="zh-CN" sz="3200" dirty="0">
              <a:ea typeface="SimSun" panose="02010600030101010101" pitchFamily="2" charset="-122"/>
            </a:endParaRPr>
          </a:p>
        </p:txBody>
      </p:sp>
      <p:sp>
        <p:nvSpPr>
          <p:cNvPr id="580612" name="Text Box 4"/>
          <p:cNvSpPr txBox="1">
            <a:spLocks noChangeArrowheads="1"/>
          </p:cNvSpPr>
          <p:nvPr/>
        </p:nvSpPr>
        <p:spPr bwMode="auto">
          <a:xfrm>
            <a:off x="887413" y="692150"/>
            <a:ext cx="8077200" cy="427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eaLnBrk="0" hangingPunct="0">
              <a:spcBef>
                <a:spcPct val="50000"/>
              </a:spcBef>
            </a:pPr>
            <a:r>
              <a:rPr lang="en-GB" altLang="zh-CN" sz="2200" b="1" i="1">
                <a:solidFill>
                  <a:schemeClr val="tx1"/>
                </a:solidFill>
                <a:ea typeface="SimSun" panose="02010600030101010101" pitchFamily="2" charset="-122"/>
              </a:rPr>
              <a:t>Option: Indication or Restrain</a:t>
            </a:r>
          </a:p>
        </p:txBody>
      </p:sp>
      <p:sp>
        <p:nvSpPr>
          <p:cNvPr id="580616" name="Rectangle 8"/>
          <p:cNvSpPr>
            <a:spLocks noChangeArrowheads="1"/>
          </p:cNvSpPr>
          <p:nvPr/>
        </p:nvSpPr>
        <p:spPr bwMode="auto">
          <a:xfrm>
            <a:off x="0" y="26336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aphicFrame>
        <p:nvGraphicFramePr>
          <p:cNvPr id="580615" name="Object 7"/>
          <p:cNvGraphicFramePr>
            <a:graphicFrameLocks noChangeAspect="1"/>
          </p:cNvGraphicFramePr>
          <p:nvPr/>
        </p:nvGraphicFramePr>
        <p:xfrm>
          <a:off x="792163" y="836613"/>
          <a:ext cx="7129462" cy="4537075"/>
        </p:xfrm>
        <a:graphic>
          <a:graphicData uri="http://schemas.openxmlformats.org/presentationml/2006/ole">
            <mc:AlternateContent xmlns:mc="http://schemas.openxmlformats.org/markup-compatibility/2006">
              <mc:Choice xmlns:v="urn:schemas-microsoft-com:vml" Requires="v">
                <p:oleObj spid="_x0000_s839741" name="Visio" r:id="rId4" imgW="11934063" imgH="12116943" progId="Visio.Drawing.11">
                  <p:embed/>
                </p:oleObj>
              </mc:Choice>
              <mc:Fallback>
                <p:oleObj name="Visio" r:id="rId4" imgW="11934063" imgH="12116943" progId="Visio.Drawing.11">
                  <p:embed/>
                  <p:pic>
                    <p:nvPicPr>
                      <p:cNvPr id="580615" name="Object 7"/>
                      <p:cNvPicPr>
                        <a:picLocks noChangeAspect="1" noChangeArrowheads="1"/>
                      </p:cNvPicPr>
                      <p:nvPr/>
                    </p:nvPicPr>
                    <p:blipFill>
                      <a:blip r:embed="rId5">
                        <a:extLst>
                          <a:ext uri="{28A0092B-C50C-407E-A947-70E740481C1C}">
                            <a14:useLocalDpi xmlns:a14="http://schemas.microsoft.com/office/drawing/2010/main" val="0"/>
                          </a:ext>
                        </a:extLst>
                      </a:blip>
                      <a:srcRect l="28174" t="38527" r="32869" b="32877"/>
                      <a:stretch>
                        <a:fillRect/>
                      </a:stretch>
                    </p:blipFill>
                    <p:spPr bwMode="auto">
                      <a:xfrm>
                        <a:off x="792163" y="836613"/>
                        <a:ext cx="7129462" cy="4537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42811360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63906" name="Picture 2" descr="logo AREVA blanc copie - copie"/>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575" y="47625"/>
            <a:ext cx="685800" cy="412750"/>
          </a:xfrm>
          <a:prstGeom prst="rect">
            <a:avLst/>
          </a:prstGeom>
          <a:noFill/>
          <a:extLst>
            <a:ext uri="{909E8E84-426E-40DD-AFC4-6F175D3DCCD1}">
              <a14:hiddenFill xmlns:a14="http://schemas.microsoft.com/office/drawing/2010/main">
                <a:solidFill>
                  <a:srgbClr val="FFFFFF"/>
                </a:solidFill>
              </a14:hiddenFill>
            </a:ext>
          </a:extLst>
        </p:spPr>
      </p:pic>
      <p:sp>
        <p:nvSpPr>
          <p:cNvPr id="763907" name="Rectangle 3"/>
          <p:cNvSpPr>
            <a:spLocks noGrp="1" noChangeArrowheads="1"/>
          </p:cNvSpPr>
          <p:nvPr>
            <p:ph type="title"/>
          </p:nvPr>
        </p:nvSpPr>
        <p:spPr>
          <a:xfrm>
            <a:off x="685800" y="2743200"/>
            <a:ext cx="7772400" cy="838200"/>
          </a:xfrm>
        </p:spPr>
        <p:txBody>
          <a:bodyPr/>
          <a:lstStyle/>
          <a:p>
            <a:r>
              <a:rPr lang="en-GB" altLang="en-US" sz="3300"/>
              <a:t>Typical Schemes</a:t>
            </a:r>
          </a:p>
        </p:txBody>
      </p:sp>
    </p:spTree>
    <p:extLst>
      <p:ext uri="{BB962C8B-B14F-4D97-AF65-F5344CB8AC3E}">
        <p14:creationId xmlns:p14="http://schemas.microsoft.com/office/powerpoint/2010/main" val="243741537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5954" name="Rectangle 2"/>
          <p:cNvSpPr>
            <a:spLocks noGrp="1" noChangeArrowheads="1"/>
          </p:cNvSpPr>
          <p:nvPr>
            <p:ph type="title"/>
          </p:nvPr>
        </p:nvSpPr>
        <p:spPr/>
        <p:txBody>
          <a:bodyPr/>
          <a:lstStyle/>
          <a:p>
            <a:r>
              <a:rPr lang="fr-FR" altLang="en-US"/>
              <a:t>Up to 1MVA</a:t>
            </a:r>
          </a:p>
        </p:txBody>
      </p:sp>
      <p:grpSp>
        <p:nvGrpSpPr>
          <p:cNvPr id="766079" name="Group 127"/>
          <p:cNvGrpSpPr>
            <a:grpSpLocks/>
          </p:cNvGrpSpPr>
          <p:nvPr/>
        </p:nvGrpSpPr>
        <p:grpSpPr bwMode="auto">
          <a:xfrm>
            <a:off x="1868488" y="833438"/>
            <a:ext cx="5468937" cy="5516563"/>
            <a:chOff x="1177" y="525"/>
            <a:chExt cx="3445" cy="3475"/>
          </a:xfrm>
        </p:grpSpPr>
        <p:sp>
          <p:nvSpPr>
            <p:cNvPr id="765959" name="Rectangle 7"/>
            <p:cNvSpPr>
              <a:spLocks noChangeArrowheads="1"/>
            </p:cNvSpPr>
            <p:nvPr/>
          </p:nvSpPr>
          <p:spPr bwMode="auto">
            <a:xfrm>
              <a:off x="4128" y="1000"/>
              <a:ext cx="155" cy="1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lnSpc>
                  <a:spcPct val="100000"/>
                </a:lnSpc>
                <a:spcBef>
                  <a:spcPct val="0"/>
                </a:spcBef>
                <a:buClrTx/>
                <a:buSzTx/>
                <a:buFontTx/>
                <a:buNone/>
              </a:pPr>
              <a:r>
                <a:rPr lang="en-US" altLang="en-US" sz="1400" b="0" i="0">
                  <a:latin typeface="FuturaA Md BT" pitchFamily="34" charset="0"/>
                </a:rPr>
                <a:t>51</a:t>
              </a:r>
            </a:p>
          </p:txBody>
        </p:sp>
        <p:sp>
          <p:nvSpPr>
            <p:cNvPr id="765960" name="Line 8"/>
            <p:cNvSpPr>
              <a:spLocks noChangeShapeType="1"/>
            </p:cNvSpPr>
            <p:nvPr/>
          </p:nvSpPr>
          <p:spPr bwMode="auto">
            <a:xfrm flipV="1">
              <a:off x="1225" y="2518"/>
              <a:ext cx="1646" cy="4"/>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nvGrpSpPr>
            <p:cNvPr id="765961" name="Group 9"/>
            <p:cNvGrpSpPr>
              <a:grpSpLocks/>
            </p:cNvGrpSpPr>
            <p:nvPr/>
          </p:nvGrpSpPr>
          <p:grpSpPr bwMode="auto">
            <a:xfrm>
              <a:off x="1177" y="2438"/>
              <a:ext cx="45" cy="172"/>
              <a:chOff x="35" y="0"/>
              <a:chExt cx="19965" cy="20000"/>
            </a:xfrm>
          </p:grpSpPr>
          <p:sp>
            <p:nvSpPr>
              <p:cNvPr id="765962" name="Line 10"/>
              <p:cNvSpPr>
                <a:spLocks noChangeShapeType="1"/>
              </p:cNvSpPr>
              <p:nvPr/>
            </p:nvSpPr>
            <p:spPr bwMode="auto">
              <a:xfrm>
                <a:off x="19835" y="0"/>
                <a:ext cx="165" cy="20000"/>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5963" name="Line 11"/>
              <p:cNvSpPr>
                <a:spLocks noChangeShapeType="1"/>
              </p:cNvSpPr>
              <p:nvPr/>
            </p:nvSpPr>
            <p:spPr bwMode="auto">
              <a:xfrm>
                <a:off x="35" y="7739"/>
                <a:ext cx="165" cy="5044"/>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5964" name="Line 12"/>
              <p:cNvSpPr>
                <a:spLocks noChangeShapeType="1"/>
              </p:cNvSpPr>
              <p:nvPr/>
            </p:nvSpPr>
            <p:spPr bwMode="auto">
              <a:xfrm>
                <a:off x="9935" y="2130"/>
                <a:ext cx="165" cy="15261"/>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765965" name="Oval 13"/>
            <p:cNvSpPr>
              <a:spLocks noChangeArrowheads="1"/>
            </p:cNvSpPr>
            <p:nvPr/>
          </p:nvSpPr>
          <p:spPr bwMode="auto">
            <a:xfrm>
              <a:off x="2675" y="2296"/>
              <a:ext cx="375" cy="376"/>
            </a:xfrm>
            <a:prstGeom prst="ellipse">
              <a:avLst/>
            </a:pr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5966" name="Oval 14"/>
            <p:cNvSpPr>
              <a:spLocks noChangeArrowheads="1"/>
            </p:cNvSpPr>
            <p:nvPr/>
          </p:nvSpPr>
          <p:spPr bwMode="auto">
            <a:xfrm>
              <a:off x="2671" y="1961"/>
              <a:ext cx="375" cy="377"/>
            </a:xfrm>
            <a:prstGeom prst="ellipse">
              <a:avLst/>
            </a:pr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5967" name="Rectangle 15"/>
            <p:cNvSpPr>
              <a:spLocks noChangeArrowheads="1"/>
            </p:cNvSpPr>
            <p:nvPr/>
          </p:nvSpPr>
          <p:spPr bwMode="auto">
            <a:xfrm>
              <a:off x="3258" y="525"/>
              <a:ext cx="466" cy="1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lnSpc>
                  <a:spcPct val="100000"/>
                </a:lnSpc>
                <a:spcBef>
                  <a:spcPct val="0"/>
                </a:spcBef>
                <a:buClrTx/>
                <a:buSzTx/>
                <a:buFontTx/>
                <a:buNone/>
              </a:pPr>
              <a:r>
                <a:rPr lang="en-US" altLang="en-US" sz="2000" b="0" i="0">
                  <a:latin typeface="FuturaA Md BT" pitchFamily="34" charset="0"/>
                </a:rPr>
                <a:t>3.3kV</a:t>
              </a:r>
            </a:p>
          </p:txBody>
        </p:sp>
        <p:sp>
          <p:nvSpPr>
            <p:cNvPr id="765968" name="Rectangle 16"/>
            <p:cNvSpPr>
              <a:spLocks noChangeArrowheads="1"/>
            </p:cNvSpPr>
            <p:nvPr/>
          </p:nvSpPr>
          <p:spPr bwMode="auto">
            <a:xfrm>
              <a:off x="2075" y="1027"/>
              <a:ext cx="474" cy="22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lnSpc>
                  <a:spcPct val="100000"/>
                </a:lnSpc>
                <a:spcBef>
                  <a:spcPct val="0"/>
                </a:spcBef>
                <a:buClrTx/>
                <a:buSzTx/>
                <a:buFontTx/>
                <a:buNone/>
              </a:pPr>
              <a:r>
                <a:rPr lang="en-US" altLang="en-US" sz="2000" b="0" i="0">
                  <a:latin typeface="FuturaA Md BT" pitchFamily="34" charset="0"/>
                </a:rPr>
                <a:t>200/5</a:t>
              </a:r>
            </a:p>
          </p:txBody>
        </p:sp>
        <p:sp>
          <p:nvSpPr>
            <p:cNvPr id="765970" name="Rectangle 18"/>
            <p:cNvSpPr>
              <a:spLocks noChangeArrowheads="1"/>
            </p:cNvSpPr>
            <p:nvPr/>
          </p:nvSpPr>
          <p:spPr bwMode="auto">
            <a:xfrm>
              <a:off x="3692" y="1046"/>
              <a:ext cx="187" cy="1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lnSpc>
                  <a:spcPct val="100000"/>
                </a:lnSpc>
                <a:spcBef>
                  <a:spcPct val="0"/>
                </a:spcBef>
                <a:buClrTx/>
                <a:buSzTx/>
                <a:buFontTx/>
                <a:buNone/>
              </a:pPr>
              <a:r>
                <a:rPr lang="en-US" altLang="en-US" sz="1600" b="0" i="0">
                  <a:latin typeface="FuturaA Md BT" pitchFamily="34" charset="0"/>
                </a:rPr>
                <a:t>50</a:t>
              </a:r>
              <a:endParaRPr lang="en-US" altLang="en-US" sz="2000" b="0" i="0">
                <a:latin typeface="FuturaA Md BT" pitchFamily="34" charset="0"/>
              </a:endParaRPr>
            </a:p>
          </p:txBody>
        </p:sp>
        <p:sp>
          <p:nvSpPr>
            <p:cNvPr id="765971" name="Rectangle 19"/>
            <p:cNvSpPr>
              <a:spLocks noChangeArrowheads="1"/>
            </p:cNvSpPr>
            <p:nvPr/>
          </p:nvSpPr>
          <p:spPr bwMode="auto">
            <a:xfrm>
              <a:off x="3376" y="1043"/>
              <a:ext cx="190" cy="1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lnSpc>
                  <a:spcPct val="100000"/>
                </a:lnSpc>
                <a:spcBef>
                  <a:spcPct val="0"/>
                </a:spcBef>
                <a:buClrTx/>
                <a:buSzTx/>
                <a:buFontTx/>
                <a:buNone/>
              </a:pPr>
              <a:r>
                <a:rPr lang="en-US" altLang="en-US" sz="1600" b="0" i="0">
                  <a:latin typeface="FuturaA Md BT" pitchFamily="34" charset="0"/>
                </a:rPr>
                <a:t>51</a:t>
              </a:r>
              <a:endParaRPr lang="en-US" altLang="en-US" sz="2000" b="0" i="0">
                <a:latin typeface="FuturaA Md BT" pitchFamily="34" charset="0"/>
              </a:endParaRPr>
            </a:p>
          </p:txBody>
        </p:sp>
        <p:sp>
          <p:nvSpPr>
            <p:cNvPr id="765972" name="Rectangle 20"/>
            <p:cNvSpPr>
              <a:spLocks noChangeArrowheads="1"/>
            </p:cNvSpPr>
            <p:nvPr/>
          </p:nvSpPr>
          <p:spPr bwMode="auto">
            <a:xfrm>
              <a:off x="3120" y="2108"/>
              <a:ext cx="1035" cy="37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lnSpc>
                  <a:spcPct val="100000"/>
                </a:lnSpc>
                <a:spcBef>
                  <a:spcPct val="0"/>
                </a:spcBef>
                <a:buClrTx/>
                <a:buSzTx/>
                <a:buFontTx/>
                <a:buNone/>
              </a:pPr>
              <a:r>
                <a:rPr lang="en-US" altLang="en-US" sz="2000" b="0" i="0">
                  <a:latin typeface="FuturaA Md BT" pitchFamily="34" charset="0"/>
                </a:rPr>
                <a:t>1MVA</a:t>
              </a:r>
            </a:p>
            <a:p>
              <a:pPr algn="l">
                <a:lnSpc>
                  <a:spcPct val="100000"/>
                </a:lnSpc>
                <a:spcBef>
                  <a:spcPct val="0"/>
                </a:spcBef>
                <a:buClrTx/>
                <a:buSzTx/>
                <a:buFontTx/>
                <a:buNone/>
              </a:pPr>
              <a:r>
                <a:rPr lang="en-US" altLang="en-US" sz="2000" b="0" i="0">
                  <a:latin typeface="FuturaA Md BT" pitchFamily="34" charset="0"/>
                </a:rPr>
                <a:t>3.3/0.44kV</a:t>
              </a:r>
            </a:p>
          </p:txBody>
        </p:sp>
        <p:sp>
          <p:nvSpPr>
            <p:cNvPr id="765973" name="Rectangle 21"/>
            <p:cNvSpPr>
              <a:spLocks noChangeArrowheads="1"/>
            </p:cNvSpPr>
            <p:nvPr/>
          </p:nvSpPr>
          <p:spPr bwMode="auto">
            <a:xfrm>
              <a:off x="1489" y="2209"/>
              <a:ext cx="580" cy="20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lnSpc>
                  <a:spcPct val="100000"/>
                </a:lnSpc>
                <a:spcBef>
                  <a:spcPct val="0"/>
                </a:spcBef>
                <a:buClrTx/>
                <a:buSzTx/>
                <a:buFontTx/>
                <a:buNone/>
              </a:pPr>
              <a:r>
                <a:rPr lang="en-US" altLang="en-US" sz="2000" b="0" i="0">
                  <a:latin typeface="FuturaA Md BT" pitchFamily="34" charset="0"/>
                </a:rPr>
                <a:t>1500/5</a:t>
              </a:r>
            </a:p>
          </p:txBody>
        </p:sp>
        <p:sp>
          <p:nvSpPr>
            <p:cNvPr id="765974" name="Rectangle 22"/>
            <p:cNvSpPr>
              <a:spLocks noChangeArrowheads="1"/>
            </p:cNvSpPr>
            <p:nvPr/>
          </p:nvSpPr>
          <p:spPr bwMode="auto">
            <a:xfrm>
              <a:off x="3171" y="3349"/>
              <a:ext cx="601" cy="1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lnSpc>
                  <a:spcPct val="100000"/>
                </a:lnSpc>
                <a:spcBef>
                  <a:spcPct val="0"/>
                </a:spcBef>
                <a:buClrTx/>
                <a:buSzTx/>
                <a:buFontTx/>
                <a:buNone/>
              </a:pPr>
              <a:r>
                <a:rPr lang="en-US" altLang="en-US" sz="2000" b="0" i="0">
                  <a:latin typeface="FuturaA Md BT" pitchFamily="34" charset="0"/>
                </a:rPr>
                <a:t>1500/5</a:t>
              </a:r>
            </a:p>
          </p:txBody>
        </p:sp>
        <p:sp>
          <p:nvSpPr>
            <p:cNvPr id="765975" name="Rectangle 23"/>
            <p:cNvSpPr>
              <a:spLocks noChangeArrowheads="1"/>
            </p:cNvSpPr>
            <p:nvPr/>
          </p:nvSpPr>
          <p:spPr bwMode="auto">
            <a:xfrm>
              <a:off x="1606" y="3370"/>
              <a:ext cx="166" cy="1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lnSpc>
                  <a:spcPct val="100000"/>
                </a:lnSpc>
                <a:spcBef>
                  <a:spcPct val="0"/>
                </a:spcBef>
                <a:buClrTx/>
                <a:buSzTx/>
                <a:buFontTx/>
                <a:buNone/>
              </a:pPr>
              <a:r>
                <a:rPr lang="en-US" altLang="en-US" sz="1400" b="0" i="0">
                  <a:latin typeface="FuturaA Md BT" pitchFamily="34" charset="0"/>
                </a:rPr>
                <a:t>64</a:t>
              </a:r>
            </a:p>
          </p:txBody>
        </p:sp>
        <p:sp>
          <p:nvSpPr>
            <p:cNvPr id="765976" name="Line 24"/>
            <p:cNvSpPr>
              <a:spLocks noChangeShapeType="1"/>
            </p:cNvSpPr>
            <p:nvPr/>
          </p:nvSpPr>
          <p:spPr bwMode="auto">
            <a:xfrm>
              <a:off x="2432" y="674"/>
              <a:ext cx="805" cy="0"/>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5977" name="Line 25"/>
            <p:cNvSpPr>
              <a:spLocks noChangeShapeType="1"/>
            </p:cNvSpPr>
            <p:nvPr/>
          </p:nvSpPr>
          <p:spPr bwMode="auto">
            <a:xfrm>
              <a:off x="2862" y="674"/>
              <a:ext cx="0" cy="1287"/>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5978" name="Line 26"/>
            <p:cNvSpPr>
              <a:spLocks noChangeShapeType="1"/>
            </p:cNvSpPr>
            <p:nvPr/>
          </p:nvSpPr>
          <p:spPr bwMode="auto">
            <a:xfrm>
              <a:off x="2432" y="4000"/>
              <a:ext cx="805" cy="0"/>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5979" name="Line 27"/>
            <p:cNvSpPr>
              <a:spLocks noChangeShapeType="1"/>
            </p:cNvSpPr>
            <p:nvPr/>
          </p:nvSpPr>
          <p:spPr bwMode="auto">
            <a:xfrm flipV="1">
              <a:off x="2862" y="2676"/>
              <a:ext cx="0" cy="1314"/>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5980" name="Line 28"/>
            <p:cNvSpPr>
              <a:spLocks noChangeShapeType="1"/>
            </p:cNvSpPr>
            <p:nvPr/>
          </p:nvSpPr>
          <p:spPr bwMode="auto">
            <a:xfrm>
              <a:off x="2808" y="727"/>
              <a:ext cx="108" cy="108"/>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5981" name="Line 29"/>
            <p:cNvSpPr>
              <a:spLocks noChangeShapeType="1"/>
            </p:cNvSpPr>
            <p:nvPr/>
          </p:nvSpPr>
          <p:spPr bwMode="auto">
            <a:xfrm flipH="1">
              <a:off x="2808" y="727"/>
              <a:ext cx="108" cy="108"/>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5982" name="Oval 30"/>
            <p:cNvSpPr>
              <a:spLocks noChangeArrowheads="1"/>
            </p:cNvSpPr>
            <p:nvPr/>
          </p:nvSpPr>
          <p:spPr bwMode="auto">
            <a:xfrm>
              <a:off x="3346" y="1018"/>
              <a:ext cx="215" cy="215"/>
            </a:xfrm>
            <a:prstGeom prst="ellipse">
              <a:avLst/>
            </a:pr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5983" name="Oval 31"/>
            <p:cNvSpPr>
              <a:spLocks noChangeArrowheads="1"/>
            </p:cNvSpPr>
            <p:nvPr/>
          </p:nvSpPr>
          <p:spPr bwMode="auto">
            <a:xfrm>
              <a:off x="3668" y="1016"/>
              <a:ext cx="215" cy="215"/>
            </a:xfrm>
            <a:prstGeom prst="ellipse">
              <a:avLst/>
            </a:pr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5984" name="Line 32"/>
            <p:cNvSpPr>
              <a:spLocks noChangeShapeType="1"/>
            </p:cNvSpPr>
            <p:nvPr/>
          </p:nvSpPr>
          <p:spPr bwMode="auto">
            <a:xfrm>
              <a:off x="2808" y="3839"/>
              <a:ext cx="108" cy="108"/>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5985" name="Line 33"/>
            <p:cNvSpPr>
              <a:spLocks noChangeShapeType="1"/>
            </p:cNvSpPr>
            <p:nvPr/>
          </p:nvSpPr>
          <p:spPr bwMode="auto">
            <a:xfrm flipH="1">
              <a:off x="2808" y="3839"/>
              <a:ext cx="108" cy="108"/>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5986" name="Line 34"/>
            <p:cNvSpPr>
              <a:spLocks noChangeShapeType="1"/>
            </p:cNvSpPr>
            <p:nvPr/>
          </p:nvSpPr>
          <p:spPr bwMode="auto">
            <a:xfrm flipV="1">
              <a:off x="1923" y="2613"/>
              <a:ext cx="0" cy="824"/>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5987" name="Line 35"/>
            <p:cNvSpPr>
              <a:spLocks noChangeShapeType="1"/>
            </p:cNvSpPr>
            <p:nvPr/>
          </p:nvSpPr>
          <p:spPr bwMode="auto">
            <a:xfrm flipH="1">
              <a:off x="3165" y="1127"/>
              <a:ext cx="178" cy="0"/>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5988" name="Oval 36"/>
            <p:cNvSpPr>
              <a:spLocks noChangeArrowheads="1"/>
            </p:cNvSpPr>
            <p:nvPr/>
          </p:nvSpPr>
          <p:spPr bwMode="auto">
            <a:xfrm>
              <a:off x="1569" y="3336"/>
              <a:ext cx="215" cy="215"/>
            </a:xfrm>
            <a:prstGeom prst="ellipse">
              <a:avLst/>
            </a:pr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5989" name="Line 37"/>
            <p:cNvSpPr>
              <a:spLocks noChangeShapeType="1"/>
            </p:cNvSpPr>
            <p:nvPr/>
          </p:nvSpPr>
          <p:spPr bwMode="auto">
            <a:xfrm>
              <a:off x="1813" y="3438"/>
              <a:ext cx="90" cy="0"/>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5990" name="Line 38"/>
            <p:cNvSpPr>
              <a:spLocks noChangeShapeType="1"/>
            </p:cNvSpPr>
            <p:nvPr/>
          </p:nvSpPr>
          <p:spPr bwMode="auto">
            <a:xfrm flipH="1">
              <a:off x="3566" y="1127"/>
              <a:ext cx="96" cy="0"/>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5991" name="Oval 39"/>
            <p:cNvSpPr>
              <a:spLocks noChangeArrowheads="1"/>
            </p:cNvSpPr>
            <p:nvPr/>
          </p:nvSpPr>
          <p:spPr bwMode="auto">
            <a:xfrm>
              <a:off x="1491" y="2716"/>
              <a:ext cx="215" cy="215"/>
            </a:xfrm>
            <a:prstGeom prst="ellipse">
              <a:avLst/>
            </a:pr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5992" name="Line 40"/>
            <p:cNvSpPr>
              <a:spLocks noChangeShapeType="1"/>
            </p:cNvSpPr>
            <p:nvPr/>
          </p:nvSpPr>
          <p:spPr bwMode="auto">
            <a:xfrm flipV="1">
              <a:off x="1604" y="2604"/>
              <a:ext cx="0" cy="101"/>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5993" name="Line 41"/>
            <p:cNvSpPr>
              <a:spLocks noChangeShapeType="1"/>
            </p:cNvSpPr>
            <p:nvPr/>
          </p:nvSpPr>
          <p:spPr bwMode="auto">
            <a:xfrm flipH="1">
              <a:off x="3883" y="1260"/>
              <a:ext cx="100" cy="0"/>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5994" name="Oval 42"/>
            <p:cNvSpPr>
              <a:spLocks noChangeArrowheads="1"/>
            </p:cNvSpPr>
            <p:nvPr/>
          </p:nvSpPr>
          <p:spPr bwMode="auto">
            <a:xfrm>
              <a:off x="4086" y="1007"/>
              <a:ext cx="215" cy="215"/>
            </a:xfrm>
            <a:prstGeom prst="ellipse">
              <a:avLst/>
            </a:pr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5995" name="Oval 43"/>
            <p:cNvSpPr>
              <a:spLocks noChangeArrowheads="1"/>
            </p:cNvSpPr>
            <p:nvPr/>
          </p:nvSpPr>
          <p:spPr bwMode="auto">
            <a:xfrm>
              <a:off x="4408" y="1007"/>
              <a:ext cx="214" cy="215"/>
            </a:xfrm>
            <a:prstGeom prst="ellipse">
              <a:avLst/>
            </a:prstGeom>
            <a:noFill/>
            <a:ln w="254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5996" name="Line 44"/>
            <p:cNvSpPr>
              <a:spLocks noChangeShapeType="1"/>
            </p:cNvSpPr>
            <p:nvPr/>
          </p:nvSpPr>
          <p:spPr bwMode="auto">
            <a:xfrm flipH="1">
              <a:off x="4303" y="1116"/>
              <a:ext cx="95" cy="0"/>
            </a:xfrm>
            <a:prstGeom prst="line">
              <a:avLst/>
            </a:prstGeom>
            <a:noFill/>
            <a:ln w="254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5997" name="Line 45"/>
            <p:cNvSpPr>
              <a:spLocks noChangeShapeType="1"/>
            </p:cNvSpPr>
            <p:nvPr/>
          </p:nvSpPr>
          <p:spPr bwMode="auto">
            <a:xfrm>
              <a:off x="3983" y="964"/>
              <a:ext cx="0" cy="306"/>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5998" name="Line 46"/>
            <p:cNvSpPr>
              <a:spLocks noChangeShapeType="1"/>
            </p:cNvSpPr>
            <p:nvPr/>
          </p:nvSpPr>
          <p:spPr bwMode="auto">
            <a:xfrm flipH="1">
              <a:off x="3887" y="1123"/>
              <a:ext cx="192" cy="0"/>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5999" name="Line 47"/>
            <p:cNvSpPr>
              <a:spLocks noChangeShapeType="1"/>
            </p:cNvSpPr>
            <p:nvPr/>
          </p:nvSpPr>
          <p:spPr bwMode="auto">
            <a:xfrm flipH="1">
              <a:off x="3882" y="971"/>
              <a:ext cx="100" cy="0"/>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6000" name="Freeform 48"/>
            <p:cNvSpPr>
              <a:spLocks/>
            </p:cNvSpPr>
            <p:nvPr/>
          </p:nvSpPr>
          <p:spPr bwMode="auto">
            <a:xfrm>
              <a:off x="2784" y="2020"/>
              <a:ext cx="225" cy="256"/>
            </a:xfrm>
            <a:custGeom>
              <a:avLst/>
              <a:gdLst>
                <a:gd name="T0" fmla="*/ 0 w 20000"/>
                <a:gd name="T1" fmla="*/ 0 h 20000"/>
                <a:gd name="T2" fmla="*/ 0 w 20000"/>
                <a:gd name="T3" fmla="*/ 19971 h 20000"/>
                <a:gd name="T4" fmla="*/ 19967 w 20000"/>
                <a:gd name="T5" fmla="*/ 9869 h 20000"/>
                <a:gd name="T6" fmla="*/ 0 w 20000"/>
                <a:gd name="T7" fmla="*/ 0 h 20000"/>
              </a:gdLst>
              <a:ahLst/>
              <a:cxnLst>
                <a:cxn ang="0">
                  <a:pos x="T0" y="T1"/>
                </a:cxn>
                <a:cxn ang="0">
                  <a:pos x="T2" y="T3"/>
                </a:cxn>
                <a:cxn ang="0">
                  <a:pos x="T4" y="T5"/>
                </a:cxn>
                <a:cxn ang="0">
                  <a:pos x="T6" y="T7"/>
                </a:cxn>
              </a:cxnLst>
              <a:rect l="0" t="0" r="r" b="b"/>
              <a:pathLst>
                <a:path w="20000" h="20000">
                  <a:moveTo>
                    <a:pt x="0" y="0"/>
                  </a:moveTo>
                  <a:lnTo>
                    <a:pt x="0" y="19971"/>
                  </a:lnTo>
                  <a:lnTo>
                    <a:pt x="19967" y="9869"/>
                  </a:lnTo>
                  <a:lnTo>
                    <a:pt x="0" y="0"/>
                  </a:lnTo>
                  <a:close/>
                </a:path>
              </a:pathLst>
            </a:custGeom>
            <a:noFill/>
            <a:ln w="28575" cap="flat" cmpd="sng">
              <a:solidFill>
                <a:schemeClr val="tx1"/>
              </a:solidFill>
              <a:prstDash val="solid"/>
              <a:round/>
              <a:headEnd type="none" w="med" len="lg"/>
              <a:tailEnd type="none" w="med"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nvGrpSpPr>
            <p:cNvPr id="766001" name="Group 49"/>
            <p:cNvGrpSpPr>
              <a:grpSpLocks/>
            </p:cNvGrpSpPr>
            <p:nvPr/>
          </p:nvGrpSpPr>
          <p:grpSpPr bwMode="auto">
            <a:xfrm>
              <a:off x="2744" y="2373"/>
              <a:ext cx="250" cy="221"/>
              <a:chOff x="-50" y="0"/>
              <a:chExt cx="20100" cy="20000"/>
            </a:xfrm>
          </p:grpSpPr>
          <p:sp>
            <p:nvSpPr>
              <p:cNvPr id="766002" name="Line 50"/>
              <p:cNvSpPr>
                <a:spLocks noChangeShapeType="1"/>
              </p:cNvSpPr>
              <p:nvPr/>
            </p:nvSpPr>
            <p:spPr bwMode="auto">
              <a:xfrm flipV="1">
                <a:off x="10060" y="0"/>
                <a:ext cx="30" cy="13322"/>
              </a:xfrm>
              <a:prstGeom prst="line">
                <a:avLst/>
              </a:prstGeom>
              <a:noFill/>
              <a:ln w="28575">
                <a:solidFill>
                  <a:schemeClr val="tx1"/>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6003" name="Line 51"/>
              <p:cNvSpPr>
                <a:spLocks noChangeShapeType="1"/>
              </p:cNvSpPr>
              <p:nvPr/>
            </p:nvSpPr>
            <p:spPr bwMode="auto">
              <a:xfrm>
                <a:off x="10060" y="13356"/>
                <a:ext cx="9990" cy="6509"/>
              </a:xfrm>
              <a:prstGeom prst="line">
                <a:avLst/>
              </a:prstGeom>
              <a:noFill/>
              <a:ln w="28575">
                <a:solidFill>
                  <a:schemeClr val="tx1"/>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6004" name="Line 52"/>
              <p:cNvSpPr>
                <a:spLocks noChangeShapeType="1"/>
              </p:cNvSpPr>
              <p:nvPr/>
            </p:nvSpPr>
            <p:spPr bwMode="auto">
              <a:xfrm flipH="1">
                <a:off x="-50" y="13491"/>
                <a:ext cx="9990" cy="6509"/>
              </a:xfrm>
              <a:prstGeom prst="line">
                <a:avLst/>
              </a:prstGeom>
              <a:noFill/>
              <a:ln w="28575">
                <a:solidFill>
                  <a:schemeClr val="tx1"/>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766007" name="Group 55"/>
            <p:cNvGrpSpPr>
              <a:grpSpLocks/>
            </p:cNvGrpSpPr>
            <p:nvPr/>
          </p:nvGrpSpPr>
          <p:grpSpPr bwMode="auto">
            <a:xfrm>
              <a:off x="2579" y="999"/>
              <a:ext cx="565" cy="263"/>
              <a:chOff x="2811" y="1571"/>
              <a:chExt cx="565" cy="263"/>
            </a:xfrm>
          </p:grpSpPr>
          <p:grpSp>
            <p:nvGrpSpPr>
              <p:cNvPr id="766008" name="Group 56"/>
              <p:cNvGrpSpPr>
                <a:grpSpLocks/>
              </p:cNvGrpSpPr>
              <p:nvPr/>
            </p:nvGrpSpPr>
            <p:grpSpPr bwMode="auto">
              <a:xfrm>
                <a:off x="2811" y="1571"/>
                <a:ext cx="127" cy="263"/>
                <a:chOff x="1872" y="761"/>
                <a:chExt cx="581" cy="1201"/>
              </a:xfrm>
            </p:grpSpPr>
            <p:sp>
              <p:nvSpPr>
                <p:cNvPr id="766009" name="Arc 57"/>
                <p:cNvSpPr>
                  <a:spLocks/>
                </p:cNvSpPr>
                <p:nvPr/>
              </p:nvSpPr>
              <p:spPr bwMode="auto">
                <a:xfrm flipH="1" flipV="1">
                  <a:off x="1872" y="1058"/>
                  <a:ext cx="364" cy="30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6010" name="Arc 58"/>
                <p:cNvSpPr>
                  <a:spLocks/>
                </p:cNvSpPr>
                <p:nvPr/>
              </p:nvSpPr>
              <p:spPr bwMode="auto">
                <a:xfrm flipH="1">
                  <a:off x="1872" y="761"/>
                  <a:ext cx="364" cy="298"/>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6011" name="Freeform 59"/>
                <p:cNvSpPr>
                  <a:spLocks/>
                </p:cNvSpPr>
                <p:nvPr/>
              </p:nvSpPr>
              <p:spPr bwMode="auto">
                <a:xfrm>
                  <a:off x="2200" y="764"/>
                  <a:ext cx="247" cy="2"/>
                </a:xfrm>
                <a:custGeom>
                  <a:avLst/>
                  <a:gdLst>
                    <a:gd name="T0" fmla="*/ 19860 w 20000"/>
                    <a:gd name="T1" fmla="*/ 0 h 20000"/>
                    <a:gd name="T2" fmla="*/ 0 w 20000"/>
                    <a:gd name="T3" fmla="*/ 0 h 20000"/>
                  </a:gdLst>
                  <a:ahLst/>
                  <a:cxnLst>
                    <a:cxn ang="0">
                      <a:pos x="T0" y="T1"/>
                    </a:cxn>
                    <a:cxn ang="0">
                      <a:pos x="T2" y="T3"/>
                    </a:cxn>
                  </a:cxnLst>
                  <a:rect l="0" t="0" r="r" b="b"/>
                  <a:pathLst>
                    <a:path w="20000" h="20000">
                      <a:moveTo>
                        <a:pt x="19860" y="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6012" name="Freeform 60"/>
                <p:cNvSpPr>
                  <a:spLocks/>
                </p:cNvSpPr>
                <p:nvPr/>
              </p:nvSpPr>
              <p:spPr bwMode="auto">
                <a:xfrm>
                  <a:off x="2196" y="1361"/>
                  <a:ext cx="257" cy="2"/>
                </a:xfrm>
                <a:custGeom>
                  <a:avLst/>
                  <a:gdLst>
                    <a:gd name="T0" fmla="*/ 19866 w 20000"/>
                    <a:gd name="T1" fmla="*/ 0 h 20000"/>
                    <a:gd name="T2" fmla="*/ 0 w 20000"/>
                    <a:gd name="T3" fmla="*/ 0 h 20000"/>
                  </a:gdLst>
                  <a:ahLst/>
                  <a:cxnLst>
                    <a:cxn ang="0">
                      <a:pos x="T0" y="T1"/>
                    </a:cxn>
                    <a:cxn ang="0">
                      <a:pos x="T2" y="T3"/>
                    </a:cxn>
                  </a:cxnLst>
                  <a:rect l="0" t="0" r="r" b="b"/>
                  <a:pathLst>
                    <a:path w="20000" h="20000">
                      <a:moveTo>
                        <a:pt x="19866" y="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6013" name="Arc 61"/>
                <p:cNvSpPr>
                  <a:spLocks/>
                </p:cNvSpPr>
                <p:nvPr/>
              </p:nvSpPr>
              <p:spPr bwMode="auto">
                <a:xfrm flipH="1" flipV="1">
                  <a:off x="1872" y="1656"/>
                  <a:ext cx="364" cy="303"/>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6014" name="Arc 62"/>
                <p:cNvSpPr>
                  <a:spLocks/>
                </p:cNvSpPr>
                <p:nvPr/>
              </p:nvSpPr>
              <p:spPr bwMode="auto">
                <a:xfrm flipH="1">
                  <a:off x="1872" y="1362"/>
                  <a:ext cx="364" cy="29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6015" name="Freeform 63"/>
                <p:cNvSpPr>
                  <a:spLocks/>
                </p:cNvSpPr>
                <p:nvPr/>
              </p:nvSpPr>
              <p:spPr bwMode="auto">
                <a:xfrm>
                  <a:off x="2196" y="1960"/>
                  <a:ext cx="257" cy="2"/>
                </a:xfrm>
                <a:custGeom>
                  <a:avLst/>
                  <a:gdLst>
                    <a:gd name="T0" fmla="*/ 19866 w 20000"/>
                    <a:gd name="T1" fmla="*/ 0 h 20000"/>
                    <a:gd name="T2" fmla="*/ 0 w 20000"/>
                    <a:gd name="T3" fmla="*/ 0 h 20000"/>
                  </a:gdLst>
                  <a:ahLst/>
                  <a:cxnLst>
                    <a:cxn ang="0">
                      <a:pos x="T0" y="T1"/>
                    </a:cxn>
                    <a:cxn ang="0">
                      <a:pos x="T2" y="T3"/>
                    </a:cxn>
                  </a:cxnLst>
                  <a:rect l="0" t="0" r="r" b="b"/>
                  <a:pathLst>
                    <a:path w="20000" h="20000">
                      <a:moveTo>
                        <a:pt x="19866" y="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766016" name="Group 64"/>
              <p:cNvGrpSpPr>
                <a:grpSpLocks/>
              </p:cNvGrpSpPr>
              <p:nvPr/>
            </p:nvGrpSpPr>
            <p:grpSpPr bwMode="auto">
              <a:xfrm>
                <a:off x="3021" y="1571"/>
                <a:ext cx="127" cy="263"/>
                <a:chOff x="1872" y="761"/>
                <a:chExt cx="581" cy="1201"/>
              </a:xfrm>
            </p:grpSpPr>
            <p:sp>
              <p:nvSpPr>
                <p:cNvPr id="766017" name="Arc 65"/>
                <p:cNvSpPr>
                  <a:spLocks/>
                </p:cNvSpPr>
                <p:nvPr/>
              </p:nvSpPr>
              <p:spPr bwMode="auto">
                <a:xfrm flipH="1" flipV="1">
                  <a:off x="1872" y="1058"/>
                  <a:ext cx="364" cy="30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6018" name="Arc 66"/>
                <p:cNvSpPr>
                  <a:spLocks/>
                </p:cNvSpPr>
                <p:nvPr/>
              </p:nvSpPr>
              <p:spPr bwMode="auto">
                <a:xfrm flipH="1">
                  <a:off x="1872" y="761"/>
                  <a:ext cx="364" cy="298"/>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6019" name="Freeform 67"/>
                <p:cNvSpPr>
                  <a:spLocks/>
                </p:cNvSpPr>
                <p:nvPr/>
              </p:nvSpPr>
              <p:spPr bwMode="auto">
                <a:xfrm>
                  <a:off x="2200" y="764"/>
                  <a:ext cx="247" cy="2"/>
                </a:xfrm>
                <a:custGeom>
                  <a:avLst/>
                  <a:gdLst>
                    <a:gd name="T0" fmla="*/ 19860 w 20000"/>
                    <a:gd name="T1" fmla="*/ 0 h 20000"/>
                    <a:gd name="T2" fmla="*/ 0 w 20000"/>
                    <a:gd name="T3" fmla="*/ 0 h 20000"/>
                  </a:gdLst>
                  <a:ahLst/>
                  <a:cxnLst>
                    <a:cxn ang="0">
                      <a:pos x="T0" y="T1"/>
                    </a:cxn>
                    <a:cxn ang="0">
                      <a:pos x="T2" y="T3"/>
                    </a:cxn>
                  </a:cxnLst>
                  <a:rect l="0" t="0" r="r" b="b"/>
                  <a:pathLst>
                    <a:path w="20000" h="20000">
                      <a:moveTo>
                        <a:pt x="19860" y="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6020" name="Freeform 68"/>
                <p:cNvSpPr>
                  <a:spLocks/>
                </p:cNvSpPr>
                <p:nvPr/>
              </p:nvSpPr>
              <p:spPr bwMode="auto">
                <a:xfrm>
                  <a:off x="2196" y="1361"/>
                  <a:ext cx="257" cy="2"/>
                </a:xfrm>
                <a:custGeom>
                  <a:avLst/>
                  <a:gdLst>
                    <a:gd name="T0" fmla="*/ 19866 w 20000"/>
                    <a:gd name="T1" fmla="*/ 0 h 20000"/>
                    <a:gd name="T2" fmla="*/ 0 w 20000"/>
                    <a:gd name="T3" fmla="*/ 0 h 20000"/>
                  </a:gdLst>
                  <a:ahLst/>
                  <a:cxnLst>
                    <a:cxn ang="0">
                      <a:pos x="T0" y="T1"/>
                    </a:cxn>
                    <a:cxn ang="0">
                      <a:pos x="T2" y="T3"/>
                    </a:cxn>
                  </a:cxnLst>
                  <a:rect l="0" t="0" r="r" b="b"/>
                  <a:pathLst>
                    <a:path w="20000" h="20000">
                      <a:moveTo>
                        <a:pt x="19866" y="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6021" name="Arc 69"/>
                <p:cNvSpPr>
                  <a:spLocks/>
                </p:cNvSpPr>
                <p:nvPr/>
              </p:nvSpPr>
              <p:spPr bwMode="auto">
                <a:xfrm flipH="1" flipV="1">
                  <a:off x="1872" y="1656"/>
                  <a:ext cx="364" cy="303"/>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6022" name="Arc 70"/>
                <p:cNvSpPr>
                  <a:spLocks/>
                </p:cNvSpPr>
                <p:nvPr/>
              </p:nvSpPr>
              <p:spPr bwMode="auto">
                <a:xfrm flipH="1">
                  <a:off x="1872" y="1362"/>
                  <a:ext cx="364" cy="29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6023" name="Freeform 71"/>
                <p:cNvSpPr>
                  <a:spLocks/>
                </p:cNvSpPr>
                <p:nvPr/>
              </p:nvSpPr>
              <p:spPr bwMode="auto">
                <a:xfrm>
                  <a:off x="2196" y="1960"/>
                  <a:ext cx="257" cy="2"/>
                </a:xfrm>
                <a:custGeom>
                  <a:avLst/>
                  <a:gdLst>
                    <a:gd name="T0" fmla="*/ 19866 w 20000"/>
                    <a:gd name="T1" fmla="*/ 0 h 20000"/>
                    <a:gd name="T2" fmla="*/ 0 w 20000"/>
                    <a:gd name="T3" fmla="*/ 0 h 20000"/>
                  </a:gdLst>
                  <a:ahLst/>
                  <a:cxnLst>
                    <a:cxn ang="0">
                      <a:pos x="T0" y="T1"/>
                    </a:cxn>
                    <a:cxn ang="0">
                      <a:pos x="T2" y="T3"/>
                    </a:cxn>
                  </a:cxnLst>
                  <a:rect l="0" t="0" r="r" b="b"/>
                  <a:pathLst>
                    <a:path w="20000" h="20000">
                      <a:moveTo>
                        <a:pt x="19866" y="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766024" name="Group 72"/>
              <p:cNvGrpSpPr>
                <a:grpSpLocks/>
              </p:cNvGrpSpPr>
              <p:nvPr/>
            </p:nvGrpSpPr>
            <p:grpSpPr bwMode="auto">
              <a:xfrm>
                <a:off x="3249" y="1571"/>
                <a:ext cx="127" cy="263"/>
                <a:chOff x="1872" y="761"/>
                <a:chExt cx="581" cy="1201"/>
              </a:xfrm>
            </p:grpSpPr>
            <p:sp>
              <p:nvSpPr>
                <p:cNvPr id="766025" name="Arc 73"/>
                <p:cNvSpPr>
                  <a:spLocks/>
                </p:cNvSpPr>
                <p:nvPr/>
              </p:nvSpPr>
              <p:spPr bwMode="auto">
                <a:xfrm flipH="1" flipV="1">
                  <a:off x="1872" y="1058"/>
                  <a:ext cx="364" cy="30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6026" name="Arc 74"/>
                <p:cNvSpPr>
                  <a:spLocks/>
                </p:cNvSpPr>
                <p:nvPr/>
              </p:nvSpPr>
              <p:spPr bwMode="auto">
                <a:xfrm flipH="1">
                  <a:off x="1872" y="761"/>
                  <a:ext cx="364" cy="298"/>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6027" name="Freeform 75"/>
                <p:cNvSpPr>
                  <a:spLocks/>
                </p:cNvSpPr>
                <p:nvPr/>
              </p:nvSpPr>
              <p:spPr bwMode="auto">
                <a:xfrm>
                  <a:off x="2200" y="764"/>
                  <a:ext cx="247" cy="2"/>
                </a:xfrm>
                <a:custGeom>
                  <a:avLst/>
                  <a:gdLst>
                    <a:gd name="T0" fmla="*/ 19860 w 20000"/>
                    <a:gd name="T1" fmla="*/ 0 h 20000"/>
                    <a:gd name="T2" fmla="*/ 0 w 20000"/>
                    <a:gd name="T3" fmla="*/ 0 h 20000"/>
                  </a:gdLst>
                  <a:ahLst/>
                  <a:cxnLst>
                    <a:cxn ang="0">
                      <a:pos x="T0" y="T1"/>
                    </a:cxn>
                    <a:cxn ang="0">
                      <a:pos x="T2" y="T3"/>
                    </a:cxn>
                  </a:cxnLst>
                  <a:rect l="0" t="0" r="r" b="b"/>
                  <a:pathLst>
                    <a:path w="20000" h="20000">
                      <a:moveTo>
                        <a:pt x="19860" y="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6028" name="Freeform 76"/>
                <p:cNvSpPr>
                  <a:spLocks/>
                </p:cNvSpPr>
                <p:nvPr/>
              </p:nvSpPr>
              <p:spPr bwMode="auto">
                <a:xfrm>
                  <a:off x="2196" y="1361"/>
                  <a:ext cx="257" cy="2"/>
                </a:xfrm>
                <a:custGeom>
                  <a:avLst/>
                  <a:gdLst>
                    <a:gd name="T0" fmla="*/ 19866 w 20000"/>
                    <a:gd name="T1" fmla="*/ 0 h 20000"/>
                    <a:gd name="T2" fmla="*/ 0 w 20000"/>
                    <a:gd name="T3" fmla="*/ 0 h 20000"/>
                  </a:gdLst>
                  <a:ahLst/>
                  <a:cxnLst>
                    <a:cxn ang="0">
                      <a:pos x="T0" y="T1"/>
                    </a:cxn>
                    <a:cxn ang="0">
                      <a:pos x="T2" y="T3"/>
                    </a:cxn>
                  </a:cxnLst>
                  <a:rect l="0" t="0" r="r" b="b"/>
                  <a:pathLst>
                    <a:path w="20000" h="20000">
                      <a:moveTo>
                        <a:pt x="19866" y="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6029" name="Arc 77"/>
                <p:cNvSpPr>
                  <a:spLocks/>
                </p:cNvSpPr>
                <p:nvPr/>
              </p:nvSpPr>
              <p:spPr bwMode="auto">
                <a:xfrm flipH="1" flipV="1">
                  <a:off x="1872" y="1656"/>
                  <a:ext cx="364" cy="303"/>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6030" name="Arc 78"/>
                <p:cNvSpPr>
                  <a:spLocks/>
                </p:cNvSpPr>
                <p:nvPr/>
              </p:nvSpPr>
              <p:spPr bwMode="auto">
                <a:xfrm flipH="1">
                  <a:off x="1872" y="1362"/>
                  <a:ext cx="364" cy="29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6031" name="Freeform 79"/>
                <p:cNvSpPr>
                  <a:spLocks/>
                </p:cNvSpPr>
                <p:nvPr/>
              </p:nvSpPr>
              <p:spPr bwMode="auto">
                <a:xfrm>
                  <a:off x="2196" y="1960"/>
                  <a:ext cx="257" cy="2"/>
                </a:xfrm>
                <a:custGeom>
                  <a:avLst/>
                  <a:gdLst>
                    <a:gd name="T0" fmla="*/ 19866 w 20000"/>
                    <a:gd name="T1" fmla="*/ 0 h 20000"/>
                    <a:gd name="T2" fmla="*/ 0 w 20000"/>
                    <a:gd name="T3" fmla="*/ 0 h 20000"/>
                  </a:gdLst>
                  <a:ahLst/>
                  <a:cxnLst>
                    <a:cxn ang="0">
                      <a:pos x="T0" y="T1"/>
                    </a:cxn>
                    <a:cxn ang="0">
                      <a:pos x="T2" y="T3"/>
                    </a:cxn>
                  </a:cxnLst>
                  <a:rect l="0" t="0" r="r" b="b"/>
                  <a:pathLst>
                    <a:path w="20000" h="20000">
                      <a:moveTo>
                        <a:pt x="19866" y="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sp>
          <p:nvSpPr>
            <p:cNvPr id="766032" name="Rectangle 80"/>
            <p:cNvSpPr>
              <a:spLocks noChangeArrowheads="1"/>
            </p:cNvSpPr>
            <p:nvPr/>
          </p:nvSpPr>
          <p:spPr bwMode="auto">
            <a:xfrm>
              <a:off x="4125" y="1093"/>
              <a:ext cx="146" cy="1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nSpc>
                  <a:spcPct val="100000"/>
                </a:lnSpc>
                <a:spcBef>
                  <a:spcPct val="0"/>
                </a:spcBef>
                <a:buClrTx/>
                <a:buSzTx/>
                <a:buFontTx/>
                <a:buNone/>
              </a:pPr>
              <a:r>
                <a:rPr lang="en-US" altLang="en-US" sz="1400" b="0" i="0">
                  <a:latin typeface="FuturaA Md BT" pitchFamily="34" charset="0"/>
                </a:rPr>
                <a:t>N</a:t>
              </a:r>
            </a:p>
          </p:txBody>
        </p:sp>
        <p:sp>
          <p:nvSpPr>
            <p:cNvPr id="766033" name="Rectangle 81"/>
            <p:cNvSpPr>
              <a:spLocks noChangeArrowheads="1"/>
            </p:cNvSpPr>
            <p:nvPr/>
          </p:nvSpPr>
          <p:spPr bwMode="auto">
            <a:xfrm>
              <a:off x="4446" y="1000"/>
              <a:ext cx="158" cy="1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lnSpc>
                  <a:spcPct val="100000"/>
                </a:lnSpc>
                <a:spcBef>
                  <a:spcPct val="0"/>
                </a:spcBef>
                <a:buClrTx/>
                <a:buSzTx/>
                <a:buFontTx/>
                <a:buNone/>
              </a:pPr>
              <a:r>
                <a:rPr lang="en-US" altLang="en-US" sz="1400" b="0" i="0">
                  <a:latin typeface="FuturaA Md BT" pitchFamily="34" charset="0"/>
                </a:rPr>
                <a:t>50</a:t>
              </a:r>
            </a:p>
          </p:txBody>
        </p:sp>
        <p:sp>
          <p:nvSpPr>
            <p:cNvPr id="766034" name="Rectangle 82"/>
            <p:cNvSpPr>
              <a:spLocks noChangeArrowheads="1"/>
            </p:cNvSpPr>
            <p:nvPr/>
          </p:nvSpPr>
          <p:spPr bwMode="auto">
            <a:xfrm>
              <a:off x="4443" y="1093"/>
              <a:ext cx="146" cy="1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nSpc>
                  <a:spcPct val="100000"/>
                </a:lnSpc>
                <a:spcBef>
                  <a:spcPct val="0"/>
                </a:spcBef>
                <a:buClrTx/>
                <a:buSzTx/>
                <a:buFontTx/>
                <a:buNone/>
              </a:pPr>
              <a:r>
                <a:rPr lang="en-US" altLang="en-US" sz="1400" b="0" i="0">
                  <a:latin typeface="FuturaA Md BT" pitchFamily="34" charset="0"/>
                </a:rPr>
                <a:t>N</a:t>
              </a:r>
            </a:p>
          </p:txBody>
        </p:sp>
        <p:grpSp>
          <p:nvGrpSpPr>
            <p:cNvPr id="766035" name="Group 83"/>
            <p:cNvGrpSpPr>
              <a:grpSpLocks/>
            </p:cNvGrpSpPr>
            <p:nvPr/>
          </p:nvGrpSpPr>
          <p:grpSpPr bwMode="auto">
            <a:xfrm rot="5400000">
              <a:off x="1541" y="2382"/>
              <a:ext cx="127" cy="263"/>
              <a:chOff x="1872" y="761"/>
              <a:chExt cx="581" cy="1201"/>
            </a:xfrm>
          </p:grpSpPr>
          <p:sp>
            <p:nvSpPr>
              <p:cNvPr id="766036" name="Arc 84"/>
              <p:cNvSpPr>
                <a:spLocks/>
              </p:cNvSpPr>
              <p:nvPr/>
            </p:nvSpPr>
            <p:spPr bwMode="auto">
              <a:xfrm flipH="1" flipV="1">
                <a:off x="1872" y="1058"/>
                <a:ext cx="364" cy="30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6037" name="Arc 85"/>
              <p:cNvSpPr>
                <a:spLocks/>
              </p:cNvSpPr>
              <p:nvPr/>
            </p:nvSpPr>
            <p:spPr bwMode="auto">
              <a:xfrm flipH="1">
                <a:off x="1872" y="761"/>
                <a:ext cx="364" cy="298"/>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6038" name="Freeform 86"/>
              <p:cNvSpPr>
                <a:spLocks/>
              </p:cNvSpPr>
              <p:nvPr/>
            </p:nvSpPr>
            <p:spPr bwMode="auto">
              <a:xfrm>
                <a:off x="2200" y="764"/>
                <a:ext cx="247" cy="2"/>
              </a:xfrm>
              <a:custGeom>
                <a:avLst/>
                <a:gdLst>
                  <a:gd name="T0" fmla="*/ 19860 w 20000"/>
                  <a:gd name="T1" fmla="*/ 0 h 20000"/>
                  <a:gd name="T2" fmla="*/ 0 w 20000"/>
                  <a:gd name="T3" fmla="*/ 0 h 20000"/>
                </a:gdLst>
                <a:ahLst/>
                <a:cxnLst>
                  <a:cxn ang="0">
                    <a:pos x="T0" y="T1"/>
                  </a:cxn>
                  <a:cxn ang="0">
                    <a:pos x="T2" y="T3"/>
                  </a:cxn>
                </a:cxnLst>
                <a:rect l="0" t="0" r="r" b="b"/>
                <a:pathLst>
                  <a:path w="20000" h="20000">
                    <a:moveTo>
                      <a:pt x="19860" y="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6039" name="Freeform 87"/>
              <p:cNvSpPr>
                <a:spLocks/>
              </p:cNvSpPr>
              <p:nvPr/>
            </p:nvSpPr>
            <p:spPr bwMode="auto">
              <a:xfrm>
                <a:off x="2196" y="1361"/>
                <a:ext cx="257" cy="2"/>
              </a:xfrm>
              <a:custGeom>
                <a:avLst/>
                <a:gdLst>
                  <a:gd name="T0" fmla="*/ 19866 w 20000"/>
                  <a:gd name="T1" fmla="*/ 0 h 20000"/>
                  <a:gd name="T2" fmla="*/ 0 w 20000"/>
                  <a:gd name="T3" fmla="*/ 0 h 20000"/>
                </a:gdLst>
                <a:ahLst/>
                <a:cxnLst>
                  <a:cxn ang="0">
                    <a:pos x="T0" y="T1"/>
                  </a:cxn>
                  <a:cxn ang="0">
                    <a:pos x="T2" y="T3"/>
                  </a:cxn>
                </a:cxnLst>
                <a:rect l="0" t="0" r="r" b="b"/>
                <a:pathLst>
                  <a:path w="20000" h="20000">
                    <a:moveTo>
                      <a:pt x="19866" y="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6040" name="Arc 88"/>
              <p:cNvSpPr>
                <a:spLocks/>
              </p:cNvSpPr>
              <p:nvPr/>
            </p:nvSpPr>
            <p:spPr bwMode="auto">
              <a:xfrm flipH="1" flipV="1">
                <a:off x="1872" y="1656"/>
                <a:ext cx="364" cy="303"/>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6041" name="Arc 89"/>
              <p:cNvSpPr>
                <a:spLocks/>
              </p:cNvSpPr>
              <p:nvPr/>
            </p:nvSpPr>
            <p:spPr bwMode="auto">
              <a:xfrm flipH="1">
                <a:off x="1872" y="1362"/>
                <a:ext cx="364" cy="29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6042" name="Freeform 90"/>
              <p:cNvSpPr>
                <a:spLocks/>
              </p:cNvSpPr>
              <p:nvPr/>
            </p:nvSpPr>
            <p:spPr bwMode="auto">
              <a:xfrm>
                <a:off x="2196" y="1960"/>
                <a:ext cx="257" cy="2"/>
              </a:xfrm>
              <a:custGeom>
                <a:avLst/>
                <a:gdLst>
                  <a:gd name="T0" fmla="*/ 19866 w 20000"/>
                  <a:gd name="T1" fmla="*/ 0 h 20000"/>
                  <a:gd name="T2" fmla="*/ 0 w 20000"/>
                  <a:gd name="T3" fmla="*/ 0 h 20000"/>
                </a:gdLst>
                <a:ahLst/>
                <a:cxnLst>
                  <a:cxn ang="0">
                    <a:pos x="T0" y="T1"/>
                  </a:cxn>
                  <a:cxn ang="0">
                    <a:pos x="T2" y="T3"/>
                  </a:cxn>
                </a:cxnLst>
                <a:rect l="0" t="0" r="r" b="b"/>
                <a:pathLst>
                  <a:path w="20000" h="20000">
                    <a:moveTo>
                      <a:pt x="19866" y="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766043" name="Group 91"/>
            <p:cNvGrpSpPr>
              <a:grpSpLocks/>
            </p:cNvGrpSpPr>
            <p:nvPr/>
          </p:nvGrpSpPr>
          <p:grpSpPr bwMode="auto">
            <a:xfrm rot="5400000">
              <a:off x="1862" y="2388"/>
              <a:ext cx="127" cy="263"/>
              <a:chOff x="1872" y="761"/>
              <a:chExt cx="581" cy="1201"/>
            </a:xfrm>
          </p:grpSpPr>
          <p:sp>
            <p:nvSpPr>
              <p:cNvPr id="766044" name="Arc 92"/>
              <p:cNvSpPr>
                <a:spLocks/>
              </p:cNvSpPr>
              <p:nvPr/>
            </p:nvSpPr>
            <p:spPr bwMode="auto">
              <a:xfrm flipH="1" flipV="1">
                <a:off x="1872" y="1058"/>
                <a:ext cx="364" cy="30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6045" name="Arc 93"/>
              <p:cNvSpPr>
                <a:spLocks/>
              </p:cNvSpPr>
              <p:nvPr/>
            </p:nvSpPr>
            <p:spPr bwMode="auto">
              <a:xfrm flipH="1">
                <a:off x="1872" y="761"/>
                <a:ext cx="364" cy="298"/>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6046" name="Freeform 94"/>
              <p:cNvSpPr>
                <a:spLocks/>
              </p:cNvSpPr>
              <p:nvPr/>
            </p:nvSpPr>
            <p:spPr bwMode="auto">
              <a:xfrm>
                <a:off x="2200" y="764"/>
                <a:ext cx="247" cy="2"/>
              </a:xfrm>
              <a:custGeom>
                <a:avLst/>
                <a:gdLst>
                  <a:gd name="T0" fmla="*/ 19860 w 20000"/>
                  <a:gd name="T1" fmla="*/ 0 h 20000"/>
                  <a:gd name="T2" fmla="*/ 0 w 20000"/>
                  <a:gd name="T3" fmla="*/ 0 h 20000"/>
                </a:gdLst>
                <a:ahLst/>
                <a:cxnLst>
                  <a:cxn ang="0">
                    <a:pos x="T0" y="T1"/>
                  </a:cxn>
                  <a:cxn ang="0">
                    <a:pos x="T2" y="T3"/>
                  </a:cxn>
                </a:cxnLst>
                <a:rect l="0" t="0" r="r" b="b"/>
                <a:pathLst>
                  <a:path w="20000" h="20000">
                    <a:moveTo>
                      <a:pt x="19860" y="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6047" name="Freeform 95"/>
              <p:cNvSpPr>
                <a:spLocks/>
              </p:cNvSpPr>
              <p:nvPr/>
            </p:nvSpPr>
            <p:spPr bwMode="auto">
              <a:xfrm>
                <a:off x="2196" y="1361"/>
                <a:ext cx="257" cy="2"/>
              </a:xfrm>
              <a:custGeom>
                <a:avLst/>
                <a:gdLst>
                  <a:gd name="T0" fmla="*/ 19866 w 20000"/>
                  <a:gd name="T1" fmla="*/ 0 h 20000"/>
                  <a:gd name="T2" fmla="*/ 0 w 20000"/>
                  <a:gd name="T3" fmla="*/ 0 h 20000"/>
                </a:gdLst>
                <a:ahLst/>
                <a:cxnLst>
                  <a:cxn ang="0">
                    <a:pos x="T0" y="T1"/>
                  </a:cxn>
                  <a:cxn ang="0">
                    <a:pos x="T2" y="T3"/>
                  </a:cxn>
                </a:cxnLst>
                <a:rect l="0" t="0" r="r" b="b"/>
                <a:pathLst>
                  <a:path w="20000" h="20000">
                    <a:moveTo>
                      <a:pt x="19866" y="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6048" name="Arc 96"/>
              <p:cNvSpPr>
                <a:spLocks/>
              </p:cNvSpPr>
              <p:nvPr/>
            </p:nvSpPr>
            <p:spPr bwMode="auto">
              <a:xfrm flipH="1" flipV="1">
                <a:off x="1872" y="1656"/>
                <a:ext cx="364" cy="303"/>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6049" name="Arc 97"/>
              <p:cNvSpPr>
                <a:spLocks/>
              </p:cNvSpPr>
              <p:nvPr/>
            </p:nvSpPr>
            <p:spPr bwMode="auto">
              <a:xfrm flipH="1">
                <a:off x="1872" y="1362"/>
                <a:ext cx="364" cy="29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6050" name="Freeform 98"/>
              <p:cNvSpPr>
                <a:spLocks/>
              </p:cNvSpPr>
              <p:nvPr/>
            </p:nvSpPr>
            <p:spPr bwMode="auto">
              <a:xfrm>
                <a:off x="2196" y="1960"/>
                <a:ext cx="257" cy="2"/>
              </a:xfrm>
              <a:custGeom>
                <a:avLst/>
                <a:gdLst>
                  <a:gd name="T0" fmla="*/ 19866 w 20000"/>
                  <a:gd name="T1" fmla="*/ 0 h 20000"/>
                  <a:gd name="T2" fmla="*/ 0 w 20000"/>
                  <a:gd name="T3" fmla="*/ 0 h 20000"/>
                </a:gdLst>
                <a:ahLst/>
                <a:cxnLst>
                  <a:cxn ang="0">
                    <a:pos x="T0" y="T1"/>
                  </a:cxn>
                  <a:cxn ang="0">
                    <a:pos x="T2" y="T3"/>
                  </a:cxn>
                </a:cxnLst>
                <a:rect l="0" t="0" r="r" b="b"/>
                <a:pathLst>
                  <a:path w="20000" h="20000">
                    <a:moveTo>
                      <a:pt x="19866" y="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766051" name="Rectangle 99"/>
            <p:cNvSpPr>
              <a:spLocks noChangeArrowheads="1"/>
            </p:cNvSpPr>
            <p:nvPr/>
          </p:nvSpPr>
          <p:spPr bwMode="auto">
            <a:xfrm>
              <a:off x="1530" y="2704"/>
              <a:ext cx="164" cy="1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lnSpc>
                  <a:spcPct val="100000"/>
                </a:lnSpc>
                <a:spcBef>
                  <a:spcPct val="0"/>
                </a:spcBef>
                <a:buClrTx/>
                <a:buSzTx/>
                <a:buFontTx/>
                <a:buNone/>
              </a:pPr>
              <a:r>
                <a:rPr lang="en-US" altLang="en-US" sz="1400" b="0" i="0">
                  <a:latin typeface="FuturaA Md BT" pitchFamily="34" charset="0"/>
                </a:rPr>
                <a:t>51</a:t>
              </a:r>
            </a:p>
          </p:txBody>
        </p:sp>
        <p:sp>
          <p:nvSpPr>
            <p:cNvPr id="766052" name="Rectangle 100"/>
            <p:cNvSpPr>
              <a:spLocks noChangeArrowheads="1"/>
            </p:cNvSpPr>
            <p:nvPr/>
          </p:nvSpPr>
          <p:spPr bwMode="auto">
            <a:xfrm>
              <a:off x="1527" y="2797"/>
              <a:ext cx="146" cy="1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nSpc>
                  <a:spcPct val="100000"/>
                </a:lnSpc>
                <a:spcBef>
                  <a:spcPct val="0"/>
                </a:spcBef>
                <a:buClrTx/>
                <a:buSzTx/>
                <a:buFontTx/>
                <a:buNone/>
              </a:pPr>
              <a:r>
                <a:rPr lang="en-US" altLang="en-US" sz="1400" b="0" i="0">
                  <a:latin typeface="FuturaA Md BT" pitchFamily="34" charset="0"/>
                </a:rPr>
                <a:t>N</a:t>
              </a:r>
            </a:p>
          </p:txBody>
        </p:sp>
        <p:sp>
          <p:nvSpPr>
            <p:cNvPr id="766053" name="Line 101"/>
            <p:cNvSpPr>
              <a:spLocks noChangeShapeType="1"/>
            </p:cNvSpPr>
            <p:nvPr/>
          </p:nvSpPr>
          <p:spPr bwMode="auto">
            <a:xfrm>
              <a:off x="1921" y="3438"/>
              <a:ext cx="663" cy="0"/>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nvGrpSpPr>
            <p:cNvPr id="766054" name="Group 102"/>
            <p:cNvGrpSpPr>
              <a:grpSpLocks/>
            </p:cNvGrpSpPr>
            <p:nvPr/>
          </p:nvGrpSpPr>
          <p:grpSpPr bwMode="auto">
            <a:xfrm>
              <a:off x="2585" y="3312"/>
              <a:ext cx="565" cy="263"/>
              <a:chOff x="2811" y="1571"/>
              <a:chExt cx="565" cy="263"/>
            </a:xfrm>
          </p:grpSpPr>
          <p:grpSp>
            <p:nvGrpSpPr>
              <p:cNvPr id="766055" name="Group 103"/>
              <p:cNvGrpSpPr>
                <a:grpSpLocks/>
              </p:cNvGrpSpPr>
              <p:nvPr/>
            </p:nvGrpSpPr>
            <p:grpSpPr bwMode="auto">
              <a:xfrm>
                <a:off x="2811" y="1571"/>
                <a:ext cx="127" cy="263"/>
                <a:chOff x="1872" y="761"/>
                <a:chExt cx="581" cy="1201"/>
              </a:xfrm>
            </p:grpSpPr>
            <p:sp>
              <p:nvSpPr>
                <p:cNvPr id="766056" name="Arc 104"/>
                <p:cNvSpPr>
                  <a:spLocks/>
                </p:cNvSpPr>
                <p:nvPr/>
              </p:nvSpPr>
              <p:spPr bwMode="auto">
                <a:xfrm flipH="1" flipV="1">
                  <a:off x="1872" y="1058"/>
                  <a:ext cx="364" cy="30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6057" name="Arc 105"/>
                <p:cNvSpPr>
                  <a:spLocks/>
                </p:cNvSpPr>
                <p:nvPr/>
              </p:nvSpPr>
              <p:spPr bwMode="auto">
                <a:xfrm flipH="1">
                  <a:off x="1872" y="761"/>
                  <a:ext cx="364" cy="298"/>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6058" name="Freeform 106"/>
                <p:cNvSpPr>
                  <a:spLocks/>
                </p:cNvSpPr>
                <p:nvPr/>
              </p:nvSpPr>
              <p:spPr bwMode="auto">
                <a:xfrm>
                  <a:off x="2200" y="764"/>
                  <a:ext cx="247" cy="2"/>
                </a:xfrm>
                <a:custGeom>
                  <a:avLst/>
                  <a:gdLst>
                    <a:gd name="T0" fmla="*/ 19860 w 20000"/>
                    <a:gd name="T1" fmla="*/ 0 h 20000"/>
                    <a:gd name="T2" fmla="*/ 0 w 20000"/>
                    <a:gd name="T3" fmla="*/ 0 h 20000"/>
                  </a:gdLst>
                  <a:ahLst/>
                  <a:cxnLst>
                    <a:cxn ang="0">
                      <a:pos x="T0" y="T1"/>
                    </a:cxn>
                    <a:cxn ang="0">
                      <a:pos x="T2" y="T3"/>
                    </a:cxn>
                  </a:cxnLst>
                  <a:rect l="0" t="0" r="r" b="b"/>
                  <a:pathLst>
                    <a:path w="20000" h="20000">
                      <a:moveTo>
                        <a:pt x="19860" y="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6059" name="Freeform 107"/>
                <p:cNvSpPr>
                  <a:spLocks/>
                </p:cNvSpPr>
                <p:nvPr/>
              </p:nvSpPr>
              <p:spPr bwMode="auto">
                <a:xfrm>
                  <a:off x="2196" y="1361"/>
                  <a:ext cx="257" cy="2"/>
                </a:xfrm>
                <a:custGeom>
                  <a:avLst/>
                  <a:gdLst>
                    <a:gd name="T0" fmla="*/ 19866 w 20000"/>
                    <a:gd name="T1" fmla="*/ 0 h 20000"/>
                    <a:gd name="T2" fmla="*/ 0 w 20000"/>
                    <a:gd name="T3" fmla="*/ 0 h 20000"/>
                  </a:gdLst>
                  <a:ahLst/>
                  <a:cxnLst>
                    <a:cxn ang="0">
                      <a:pos x="T0" y="T1"/>
                    </a:cxn>
                    <a:cxn ang="0">
                      <a:pos x="T2" y="T3"/>
                    </a:cxn>
                  </a:cxnLst>
                  <a:rect l="0" t="0" r="r" b="b"/>
                  <a:pathLst>
                    <a:path w="20000" h="20000">
                      <a:moveTo>
                        <a:pt x="19866" y="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6060" name="Arc 108"/>
                <p:cNvSpPr>
                  <a:spLocks/>
                </p:cNvSpPr>
                <p:nvPr/>
              </p:nvSpPr>
              <p:spPr bwMode="auto">
                <a:xfrm flipH="1" flipV="1">
                  <a:off x="1872" y="1656"/>
                  <a:ext cx="364" cy="303"/>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6061" name="Arc 109"/>
                <p:cNvSpPr>
                  <a:spLocks/>
                </p:cNvSpPr>
                <p:nvPr/>
              </p:nvSpPr>
              <p:spPr bwMode="auto">
                <a:xfrm flipH="1">
                  <a:off x="1872" y="1362"/>
                  <a:ext cx="364" cy="29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6062" name="Freeform 110"/>
                <p:cNvSpPr>
                  <a:spLocks/>
                </p:cNvSpPr>
                <p:nvPr/>
              </p:nvSpPr>
              <p:spPr bwMode="auto">
                <a:xfrm>
                  <a:off x="2196" y="1960"/>
                  <a:ext cx="257" cy="2"/>
                </a:xfrm>
                <a:custGeom>
                  <a:avLst/>
                  <a:gdLst>
                    <a:gd name="T0" fmla="*/ 19866 w 20000"/>
                    <a:gd name="T1" fmla="*/ 0 h 20000"/>
                    <a:gd name="T2" fmla="*/ 0 w 20000"/>
                    <a:gd name="T3" fmla="*/ 0 h 20000"/>
                  </a:gdLst>
                  <a:ahLst/>
                  <a:cxnLst>
                    <a:cxn ang="0">
                      <a:pos x="T0" y="T1"/>
                    </a:cxn>
                    <a:cxn ang="0">
                      <a:pos x="T2" y="T3"/>
                    </a:cxn>
                  </a:cxnLst>
                  <a:rect l="0" t="0" r="r" b="b"/>
                  <a:pathLst>
                    <a:path w="20000" h="20000">
                      <a:moveTo>
                        <a:pt x="19866" y="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766063" name="Group 111"/>
              <p:cNvGrpSpPr>
                <a:grpSpLocks/>
              </p:cNvGrpSpPr>
              <p:nvPr/>
            </p:nvGrpSpPr>
            <p:grpSpPr bwMode="auto">
              <a:xfrm>
                <a:off x="3021" y="1571"/>
                <a:ext cx="127" cy="263"/>
                <a:chOff x="1872" y="761"/>
                <a:chExt cx="581" cy="1201"/>
              </a:xfrm>
            </p:grpSpPr>
            <p:sp>
              <p:nvSpPr>
                <p:cNvPr id="766064" name="Arc 112"/>
                <p:cNvSpPr>
                  <a:spLocks/>
                </p:cNvSpPr>
                <p:nvPr/>
              </p:nvSpPr>
              <p:spPr bwMode="auto">
                <a:xfrm flipH="1" flipV="1">
                  <a:off x="1872" y="1058"/>
                  <a:ext cx="364" cy="30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6065" name="Arc 113"/>
                <p:cNvSpPr>
                  <a:spLocks/>
                </p:cNvSpPr>
                <p:nvPr/>
              </p:nvSpPr>
              <p:spPr bwMode="auto">
                <a:xfrm flipH="1">
                  <a:off x="1872" y="761"/>
                  <a:ext cx="364" cy="298"/>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6066" name="Freeform 114"/>
                <p:cNvSpPr>
                  <a:spLocks/>
                </p:cNvSpPr>
                <p:nvPr/>
              </p:nvSpPr>
              <p:spPr bwMode="auto">
                <a:xfrm>
                  <a:off x="2200" y="764"/>
                  <a:ext cx="247" cy="2"/>
                </a:xfrm>
                <a:custGeom>
                  <a:avLst/>
                  <a:gdLst>
                    <a:gd name="T0" fmla="*/ 19860 w 20000"/>
                    <a:gd name="T1" fmla="*/ 0 h 20000"/>
                    <a:gd name="T2" fmla="*/ 0 w 20000"/>
                    <a:gd name="T3" fmla="*/ 0 h 20000"/>
                  </a:gdLst>
                  <a:ahLst/>
                  <a:cxnLst>
                    <a:cxn ang="0">
                      <a:pos x="T0" y="T1"/>
                    </a:cxn>
                    <a:cxn ang="0">
                      <a:pos x="T2" y="T3"/>
                    </a:cxn>
                  </a:cxnLst>
                  <a:rect l="0" t="0" r="r" b="b"/>
                  <a:pathLst>
                    <a:path w="20000" h="20000">
                      <a:moveTo>
                        <a:pt x="19860" y="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6067" name="Freeform 115"/>
                <p:cNvSpPr>
                  <a:spLocks/>
                </p:cNvSpPr>
                <p:nvPr/>
              </p:nvSpPr>
              <p:spPr bwMode="auto">
                <a:xfrm>
                  <a:off x="2196" y="1361"/>
                  <a:ext cx="257" cy="2"/>
                </a:xfrm>
                <a:custGeom>
                  <a:avLst/>
                  <a:gdLst>
                    <a:gd name="T0" fmla="*/ 19866 w 20000"/>
                    <a:gd name="T1" fmla="*/ 0 h 20000"/>
                    <a:gd name="T2" fmla="*/ 0 w 20000"/>
                    <a:gd name="T3" fmla="*/ 0 h 20000"/>
                  </a:gdLst>
                  <a:ahLst/>
                  <a:cxnLst>
                    <a:cxn ang="0">
                      <a:pos x="T0" y="T1"/>
                    </a:cxn>
                    <a:cxn ang="0">
                      <a:pos x="T2" y="T3"/>
                    </a:cxn>
                  </a:cxnLst>
                  <a:rect l="0" t="0" r="r" b="b"/>
                  <a:pathLst>
                    <a:path w="20000" h="20000">
                      <a:moveTo>
                        <a:pt x="19866" y="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6068" name="Arc 116"/>
                <p:cNvSpPr>
                  <a:spLocks/>
                </p:cNvSpPr>
                <p:nvPr/>
              </p:nvSpPr>
              <p:spPr bwMode="auto">
                <a:xfrm flipH="1" flipV="1">
                  <a:off x="1872" y="1656"/>
                  <a:ext cx="364" cy="303"/>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6069" name="Arc 117"/>
                <p:cNvSpPr>
                  <a:spLocks/>
                </p:cNvSpPr>
                <p:nvPr/>
              </p:nvSpPr>
              <p:spPr bwMode="auto">
                <a:xfrm flipH="1">
                  <a:off x="1872" y="1362"/>
                  <a:ext cx="364" cy="29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6070" name="Freeform 118"/>
                <p:cNvSpPr>
                  <a:spLocks/>
                </p:cNvSpPr>
                <p:nvPr/>
              </p:nvSpPr>
              <p:spPr bwMode="auto">
                <a:xfrm>
                  <a:off x="2196" y="1960"/>
                  <a:ext cx="257" cy="2"/>
                </a:xfrm>
                <a:custGeom>
                  <a:avLst/>
                  <a:gdLst>
                    <a:gd name="T0" fmla="*/ 19866 w 20000"/>
                    <a:gd name="T1" fmla="*/ 0 h 20000"/>
                    <a:gd name="T2" fmla="*/ 0 w 20000"/>
                    <a:gd name="T3" fmla="*/ 0 h 20000"/>
                  </a:gdLst>
                  <a:ahLst/>
                  <a:cxnLst>
                    <a:cxn ang="0">
                      <a:pos x="T0" y="T1"/>
                    </a:cxn>
                    <a:cxn ang="0">
                      <a:pos x="T2" y="T3"/>
                    </a:cxn>
                  </a:cxnLst>
                  <a:rect l="0" t="0" r="r" b="b"/>
                  <a:pathLst>
                    <a:path w="20000" h="20000">
                      <a:moveTo>
                        <a:pt x="19866" y="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766071" name="Group 119"/>
              <p:cNvGrpSpPr>
                <a:grpSpLocks/>
              </p:cNvGrpSpPr>
              <p:nvPr/>
            </p:nvGrpSpPr>
            <p:grpSpPr bwMode="auto">
              <a:xfrm>
                <a:off x="3249" y="1571"/>
                <a:ext cx="127" cy="263"/>
                <a:chOff x="1872" y="761"/>
                <a:chExt cx="581" cy="1201"/>
              </a:xfrm>
            </p:grpSpPr>
            <p:sp>
              <p:nvSpPr>
                <p:cNvPr id="766072" name="Arc 120"/>
                <p:cNvSpPr>
                  <a:spLocks/>
                </p:cNvSpPr>
                <p:nvPr/>
              </p:nvSpPr>
              <p:spPr bwMode="auto">
                <a:xfrm flipH="1" flipV="1">
                  <a:off x="1872" y="1058"/>
                  <a:ext cx="364" cy="30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6073" name="Arc 121"/>
                <p:cNvSpPr>
                  <a:spLocks/>
                </p:cNvSpPr>
                <p:nvPr/>
              </p:nvSpPr>
              <p:spPr bwMode="auto">
                <a:xfrm flipH="1">
                  <a:off x="1872" y="761"/>
                  <a:ext cx="364" cy="298"/>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6074" name="Freeform 122"/>
                <p:cNvSpPr>
                  <a:spLocks/>
                </p:cNvSpPr>
                <p:nvPr/>
              </p:nvSpPr>
              <p:spPr bwMode="auto">
                <a:xfrm>
                  <a:off x="2200" y="764"/>
                  <a:ext cx="247" cy="2"/>
                </a:xfrm>
                <a:custGeom>
                  <a:avLst/>
                  <a:gdLst>
                    <a:gd name="T0" fmla="*/ 19860 w 20000"/>
                    <a:gd name="T1" fmla="*/ 0 h 20000"/>
                    <a:gd name="T2" fmla="*/ 0 w 20000"/>
                    <a:gd name="T3" fmla="*/ 0 h 20000"/>
                  </a:gdLst>
                  <a:ahLst/>
                  <a:cxnLst>
                    <a:cxn ang="0">
                      <a:pos x="T0" y="T1"/>
                    </a:cxn>
                    <a:cxn ang="0">
                      <a:pos x="T2" y="T3"/>
                    </a:cxn>
                  </a:cxnLst>
                  <a:rect l="0" t="0" r="r" b="b"/>
                  <a:pathLst>
                    <a:path w="20000" h="20000">
                      <a:moveTo>
                        <a:pt x="19860" y="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6075" name="Freeform 123"/>
                <p:cNvSpPr>
                  <a:spLocks/>
                </p:cNvSpPr>
                <p:nvPr/>
              </p:nvSpPr>
              <p:spPr bwMode="auto">
                <a:xfrm>
                  <a:off x="2196" y="1361"/>
                  <a:ext cx="257" cy="2"/>
                </a:xfrm>
                <a:custGeom>
                  <a:avLst/>
                  <a:gdLst>
                    <a:gd name="T0" fmla="*/ 19866 w 20000"/>
                    <a:gd name="T1" fmla="*/ 0 h 20000"/>
                    <a:gd name="T2" fmla="*/ 0 w 20000"/>
                    <a:gd name="T3" fmla="*/ 0 h 20000"/>
                  </a:gdLst>
                  <a:ahLst/>
                  <a:cxnLst>
                    <a:cxn ang="0">
                      <a:pos x="T0" y="T1"/>
                    </a:cxn>
                    <a:cxn ang="0">
                      <a:pos x="T2" y="T3"/>
                    </a:cxn>
                  </a:cxnLst>
                  <a:rect l="0" t="0" r="r" b="b"/>
                  <a:pathLst>
                    <a:path w="20000" h="20000">
                      <a:moveTo>
                        <a:pt x="19866" y="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6076" name="Arc 124"/>
                <p:cNvSpPr>
                  <a:spLocks/>
                </p:cNvSpPr>
                <p:nvPr/>
              </p:nvSpPr>
              <p:spPr bwMode="auto">
                <a:xfrm flipH="1" flipV="1">
                  <a:off x="1872" y="1656"/>
                  <a:ext cx="364" cy="303"/>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6077" name="Arc 125"/>
                <p:cNvSpPr>
                  <a:spLocks/>
                </p:cNvSpPr>
                <p:nvPr/>
              </p:nvSpPr>
              <p:spPr bwMode="auto">
                <a:xfrm flipH="1">
                  <a:off x="1872" y="1362"/>
                  <a:ext cx="364" cy="29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6078" name="Freeform 126"/>
                <p:cNvSpPr>
                  <a:spLocks/>
                </p:cNvSpPr>
                <p:nvPr/>
              </p:nvSpPr>
              <p:spPr bwMode="auto">
                <a:xfrm>
                  <a:off x="2196" y="1960"/>
                  <a:ext cx="257" cy="2"/>
                </a:xfrm>
                <a:custGeom>
                  <a:avLst/>
                  <a:gdLst>
                    <a:gd name="T0" fmla="*/ 19866 w 20000"/>
                    <a:gd name="T1" fmla="*/ 0 h 20000"/>
                    <a:gd name="T2" fmla="*/ 0 w 20000"/>
                    <a:gd name="T3" fmla="*/ 0 h 20000"/>
                  </a:gdLst>
                  <a:ahLst/>
                  <a:cxnLst>
                    <a:cxn ang="0">
                      <a:pos x="T0" y="T1"/>
                    </a:cxn>
                    <a:cxn ang="0">
                      <a:pos x="T2" y="T3"/>
                    </a:cxn>
                  </a:cxnLst>
                  <a:rect l="0" t="0" r="r" b="b"/>
                  <a:pathLst>
                    <a:path w="20000" h="20000">
                      <a:moveTo>
                        <a:pt x="19866" y="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grpSp>
    </p:spTree>
    <p:extLst>
      <p:ext uri="{BB962C8B-B14F-4D97-AF65-F5344CB8AC3E}">
        <p14:creationId xmlns:p14="http://schemas.microsoft.com/office/powerpoint/2010/main" val="238266532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02" name="Rectangle 2"/>
          <p:cNvSpPr>
            <a:spLocks noGrp="1" noChangeArrowheads="1"/>
          </p:cNvSpPr>
          <p:nvPr>
            <p:ph type="title"/>
          </p:nvPr>
        </p:nvSpPr>
        <p:spPr/>
        <p:txBody>
          <a:bodyPr/>
          <a:lstStyle/>
          <a:p>
            <a:r>
              <a:rPr lang="fr-FR" altLang="en-US"/>
              <a:t>1 - 5MVA</a:t>
            </a:r>
          </a:p>
        </p:txBody>
      </p:sp>
      <p:grpSp>
        <p:nvGrpSpPr>
          <p:cNvPr id="768145" name="Group 145"/>
          <p:cNvGrpSpPr>
            <a:grpSpLocks/>
          </p:cNvGrpSpPr>
          <p:nvPr/>
        </p:nvGrpSpPr>
        <p:grpSpPr bwMode="auto">
          <a:xfrm>
            <a:off x="1839913" y="833438"/>
            <a:ext cx="5256213" cy="5516562"/>
            <a:chOff x="1159" y="525"/>
            <a:chExt cx="3311" cy="3475"/>
          </a:xfrm>
        </p:grpSpPr>
        <p:sp>
          <p:nvSpPr>
            <p:cNvPr id="768007" name="Line 7"/>
            <p:cNvSpPr>
              <a:spLocks noChangeShapeType="1"/>
            </p:cNvSpPr>
            <p:nvPr/>
          </p:nvSpPr>
          <p:spPr bwMode="auto">
            <a:xfrm>
              <a:off x="1216" y="2520"/>
              <a:ext cx="1970" cy="1"/>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8008" name="Line 8"/>
            <p:cNvSpPr>
              <a:spLocks noChangeShapeType="1"/>
            </p:cNvSpPr>
            <p:nvPr/>
          </p:nvSpPr>
          <p:spPr bwMode="auto">
            <a:xfrm>
              <a:off x="1213" y="2438"/>
              <a:ext cx="0" cy="172"/>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8009" name="Line 9"/>
            <p:cNvSpPr>
              <a:spLocks noChangeShapeType="1"/>
            </p:cNvSpPr>
            <p:nvPr/>
          </p:nvSpPr>
          <p:spPr bwMode="auto">
            <a:xfrm>
              <a:off x="1159" y="2505"/>
              <a:ext cx="0" cy="43"/>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8010" name="Line 10"/>
            <p:cNvSpPr>
              <a:spLocks noChangeShapeType="1"/>
            </p:cNvSpPr>
            <p:nvPr/>
          </p:nvSpPr>
          <p:spPr bwMode="auto">
            <a:xfrm flipH="1">
              <a:off x="1185" y="2459"/>
              <a:ext cx="2" cy="132"/>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8011" name="Oval 11"/>
            <p:cNvSpPr>
              <a:spLocks noChangeArrowheads="1"/>
            </p:cNvSpPr>
            <p:nvPr/>
          </p:nvSpPr>
          <p:spPr bwMode="auto">
            <a:xfrm>
              <a:off x="2990" y="2296"/>
              <a:ext cx="375" cy="376"/>
            </a:xfrm>
            <a:prstGeom prst="ellipse">
              <a:avLst/>
            </a:pr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8012" name="Oval 12"/>
            <p:cNvSpPr>
              <a:spLocks noChangeArrowheads="1"/>
            </p:cNvSpPr>
            <p:nvPr/>
          </p:nvSpPr>
          <p:spPr bwMode="auto">
            <a:xfrm>
              <a:off x="2986" y="1961"/>
              <a:ext cx="375" cy="377"/>
            </a:xfrm>
            <a:prstGeom prst="ellipse">
              <a:avLst/>
            </a:pr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8013" name="Rectangle 13"/>
            <p:cNvSpPr>
              <a:spLocks noChangeArrowheads="1"/>
            </p:cNvSpPr>
            <p:nvPr/>
          </p:nvSpPr>
          <p:spPr bwMode="auto">
            <a:xfrm>
              <a:off x="3573" y="525"/>
              <a:ext cx="466" cy="1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lnSpc>
                  <a:spcPct val="100000"/>
                </a:lnSpc>
                <a:spcBef>
                  <a:spcPct val="0"/>
                </a:spcBef>
                <a:buClrTx/>
                <a:buSzTx/>
                <a:buFontTx/>
                <a:buNone/>
              </a:pPr>
              <a:r>
                <a:rPr lang="en-US" altLang="en-US" sz="2000" b="0" i="0">
                  <a:latin typeface="FuturaA Md BT" pitchFamily="34" charset="0"/>
                </a:rPr>
                <a:t>11kV</a:t>
              </a:r>
            </a:p>
          </p:txBody>
        </p:sp>
        <p:sp>
          <p:nvSpPr>
            <p:cNvPr id="768015" name="Rectangle 15"/>
            <p:cNvSpPr>
              <a:spLocks noChangeArrowheads="1"/>
            </p:cNvSpPr>
            <p:nvPr/>
          </p:nvSpPr>
          <p:spPr bwMode="auto">
            <a:xfrm>
              <a:off x="4007" y="1046"/>
              <a:ext cx="187" cy="1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lnSpc>
                  <a:spcPct val="100000"/>
                </a:lnSpc>
                <a:spcBef>
                  <a:spcPct val="0"/>
                </a:spcBef>
                <a:buClrTx/>
                <a:buSzTx/>
                <a:buFontTx/>
                <a:buNone/>
              </a:pPr>
              <a:r>
                <a:rPr lang="en-US" altLang="en-US" sz="1600" b="0" i="0">
                  <a:latin typeface="FuturaA Md BT" pitchFamily="34" charset="0"/>
                </a:rPr>
                <a:t>50</a:t>
              </a:r>
              <a:endParaRPr lang="en-US" altLang="en-US" sz="2000" b="0" i="0">
                <a:latin typeface="FuturaA Md BT" pitchFamily="34" charset="0"/>
              </a:endParaRPr>
            </a:p>
          </p:txBody>
        </p:sp>
        <p:sp>
          <p:nvSpPr>
            <p:cNvPr id="768016" name="Rectangle 16"/>
            <p:cNvSpPr>
              <a:spLocks noChangeArrowheads="1"/>
            </p:cNvSpPr>
            <p:nvPr/>
          </p:nvSpPr>
          <p:spPr bwMode="auto">
            <a:xfrm>
              <a:off x="3691" y="1043"/>
              <a:ext cx="190" cy="1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lnSpc>
                  <a:spcPct val="100000"/>
                </a:lnSpc>
                <a:spcBef>
                  <a:spcPct val="0"/>
                </a:spcBef>
                <a:buClrTx/>
                <a:buSzTx/>
                <a:buFontTx/>
                <a:buNone/>
              </a:pPr>
              <a:r>
                <a:rPr lang="en-US" altLang="en-US" sz="1600" b="0" i="0">
                  <a:latin typeface="FuturaA Md BT" pitchFamily="34" charset="0"/>
                </a:rPr>
                <a:t>51</a:t>
              </a:r>
              <a:endParaRPr lang="en-US" altLang="en-US" sz="2000" b="0" i="0">
                <a:latin typeface="FuturaA Md BT" pitchFamily="34" charset="0"/>
              </a:endParaRPr>
            </a:p>
          </p:txBody>
        </p:sp>
        <p:sp>
          <p:nvSpPr>
            <p:cNvPr id="768017" name="Rectangle 17"/>
            <p:cNvSpPr>
              <a:spLocks noChangeArrowheads="1"/>
            </p:cNvSpPr>
            <p:nvPr/>
          </p:nvSpPr>
          <p:spPr bwMode="auto">
            <a:xfrm>
              <a:off x="3435" y="2108"/>
              <a:ext cx="1035" cy="37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lnSpc>
                  <a:spcPct val="100000"/>
                </a:lnSpc>
                <a:spcBef>
                  <a:spcPct val="0"/>
                </a:spcBef>
                <a:buClrTx/>
                <a:buSzTx/>
                <a:buFontTx/>
                <a:buNone/>
              </a:pPr>
              <a:r>
                <a:rPr lang="en-US" altLang="en-US" sz="2000" b="0" i="0">
                  <a:latin typeface="FuturaA Md BT" pitchFamily="34" charset="0"/>
                </a:rPr>
                <a:t>5MVA</a:t>
              </a:r>
            </a:p>
            <a:p>
              <a:pPr algn="l">
                <a:lnSpc>
                  <a:spcPct val="100000"/>
                </a:lnSpc>
                <a:spcBef>
                  <a:spcPct val="0"/>
                </a:spcBef>
                <a:buClrTx/>
                <a:buSzTx/>
                <a:buFontTx/>
                <a:buNone/>
              </a:pPr>
              <a:r>
                <a:rPr lang="en-US" altLang="en-US" sz="2000" b="0" i="0">
                  <a:latin typeface="FuturaA Md BT" pitchFamily="34" charset="0"/>
                </a:rPr>
                <a:t>11/3.3kV</a:t>
              </a:r>
            </a:p>
          </p:txBody>
        </p:sp>
        <p:sp>
          <p:nvSpPr>
            <p:cNvPr id="768018" name="Rectangle 18"/>
            <p:cNvSpPr>
              <a:spLocks noChangeArrowheads="1"/>
            </p:cNvSpPr>
            <p:nvPr/>
          </p:nvSpPr>
          <p:spPr bwMode="auto">
            <a:xfrm>
              <a:off x="1780" y="2209"/>
              <a:ext cx="577" cy="20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lnSpc>
                  <a:spcPct val="100000"/>
                </a:lnSpc>
                <a:spcBef>
                  <a:spcPct val="0"/>
                </a:spcBef>
                <a:buClrTx/>
                <a:buSzTx/>
                <a:buFontTx/>
                <a:buNone/>
              </a:pPr>
              <a:r>
                <a:rPr lang="en-US" altLang="en-US" sz="2000" b="0" i="0">
                  <a:latin typeface="FuturaA Md BT" pitchFamily="34" charset="0"/>
                </a:rPr>
                <a:t>1000/5</a:t>
              </a:r>
            </a:p>
          </p:txBody>
        </p:sp>
        <p:sp>
          <p:nvSpPr>
            <p:cNvPr id="768019" name="Rectangle 19"/>
            <p:cNvSpPr>
              <a:spLocks noChangeArrowheads="1"/>
            </p:cNvSpPr>
            <p:nvPr/>
          </p:nvSpPr>
          <p:spPr bwMode="auto">
            <a:xfrm>
              <a:off x="3486" y="3349"/>
              <a:ext cx="601" cy="1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lnSpc>
                  <a:spcPct val="100000"/>
                </a:lnSpc>
                <a:spcBef>
                  <a:spcPct val="0"/>
                </a:spcBef>
                <a:buClrTx/>
                <a:buSzTx/>
                <a:buFontTx/>
                <a:buNone/>
              </a:pPr>
              <a:r>
                <a:rPr lang="en-US" altLang="en-US" sz="2000" b="0" i="0">
                  <a:latin typeface="FuturaA Md BT" pitchFamily="34" charset="0"/>
                </a:rPr>
                <a:t>1000/5</a:t>
              </a:r>
            </a:p>
          </p:txBody>
        </p:sp>
        <p:sp>
          <p:nvSpPr>
            <p:cNvPr id="768020" name="Rectangle 20"/>
            <p:cNvSpPr>
              <a:spLocks noChangeArrowheads="1"/>
            </p:cNvSpPr>
            <p:nvPr/>
          </p:nvSpPr>
          <p:spPr bwMode="auto">
            <a:xfrm>
              <a:off x="1921" y="3370"/>
              <a:ext cx="172" cy="1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lnSpc>
                  <a:spcPct val="100000"/>
                </a:lnSpc>
                <a:spcBef>
                  <a:spcPct val="0"/>
                </a:spcBef>
                <a:buClrTx/>
                <a:buSzTx/>
                <a:buFontTx/>
                <a:buNone/>
              </a:pPr>
              <a:r>
                <a:rPr lang="en-US" altLang="en-US" sz="1400" b="0" i="0">
                  <a:latin typeface="FuturaA Md BT" pitchFamily="34" charset="0"/>
                </a:rPr>
                <a:t>64</a:t>
              </a:r>
            </a:p>
          </p:txBody>
        </p:sp>
        <p:sp>
          <p:nvSpPr>
            <p:cNvPr id="768021" name="Line 21"/>
            <p:cNvSpPr>
              <a:spLocks noChangeShapeType="1"/>
            </p:cNvSpPr>
            <p:nvPr/>
          </p:nvSpPr>
          <p:spPr bwMode="auto">
            <a:xfrm>
              <a:off x="2747" y="674"/>
              <a:ext cx="805" cy="0"/>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8022" name="Line 22"/>
            <p:cNvSpPr>
              <a:spLocks noChangeShapeType="1"/>
            </p:cNvSpPr>
            <p:nvPr/>
          </p:nvSpPr>
          <p:spPr bwMode="auto">
            <a:xfrm>
              <a:off x="3177" y="674"/>
              <a:ext cx="0" cy="1287"/>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8023" name="Line 23"/>
            <p:cNvSpPr>
              <a:spLocks noChangeShapeType="1"/>
            </p:cNvSpPr>
            <p:nvPr/>
          </p:nvSpPr>
          <p:spPr bwMode="auto">
            <a:xfrm>
              <a:off x="2747" y="4000"/>
              <a:ext cx="805" cy="0"/>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8024" name="Line 24"/>
            <p:cNvSpPr>
              <a:spLocks noChangeShapeType="1"/>
            </p:cNvSpPr>
            <p:nvPr/>
          </p:nvSpPr>
          <p:spPr bwMode="auto">
            <a:xfrm flipV="1">
              <a:off x="3177" y="2676"/>
              <a:ext cx="0" cy="1314"/>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8025" name="Line 25"/>
            <p:cNvSpPr>
              <a:spLocks noChangeShapeType="1"/>
            </p:cNvSpPr>
            <p:nvPr/>
          </p:nvSpPr>
          <p:spPr bwMode="auto">
            <a:xfrm>
              <a:off x="3123" y="727"/>
              <a:ext cx="108" cy="108"/>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8026" name="Line 26"/>
            <p:cNvSpPr>
              <a:spLocks noChangeShapeType="1"/>
            </p:cNvSpPr>
            <p:nvPr/>
          </p:nvSpPr>
          <p:spPr bwMode="auto">
            <a:xfrm flipH="1">
              <a:off x="3123" y="727"/>
              <a:ext cx="108" cy="108"/>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8027" name="Oval 27"/>
            <p:cNvSpPr>
              <a:spLocks noChangeArrowheads="1"/>
            </p:cNvSpPr>
            <p:nvPr/>
          </p:nvSpPr>
          <p:spPr bwMode="auto">
            <a:xfrm>
              <a:off x="3661" y="1018"/>
              <a:ext cx="215" cy="215"/>
            </a:xfrm>
            <a:prstGeom prst="ellipse">
              <a:avLst/>
            </a:pr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8028" name="Oval 28"/>
            <p:cNvSpPr>
              <a:spLocks noChangeArrowheads="1"/>
            </p:cNvSpPr>
            <p:nvPr/>
          </p:nvSpPr>
          <p:spPr bwMode="auto">
            <a:xfrm>
              <a:off x="3983" y="1016"/>
              <a:ext cx="215" cy="215"/>
            </a:xfrm>
            <a:prstGeom prst="ellipse">
              <a:avLst/>
            </a:pr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8029" name="Line 29"/>
            <p:cNvSpPr>
              <a:spLocks noChangeShapeType="1"/>
            </p:cNvSpPr>
            <p:nvPr/>
          </p:nvSpPr>
          <p:spPr bwMode="auto">
            <a:xfrm>
              <a:off x="3123" y="3839"/>
              <a:ext cx="108" cy="108"/>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8030" name="Line 30"/>
            <p:cNvSpPr>
              <a:spLocks noChangeShapeType="1"/>
            </p:cNvSpPr>
            <p:nvPr/>
          </p:nvSpPr>
          <p:spPr bwMode="auto">
            <a:xfrm flipH="1">
              <a:off x="3123" y="3839"/>
              <a:ext cx="108" cy="108"/>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8031" name="Line 31"/>
            <p:cNvSpPr>
              <a:spLocks noChangeShapeType="1"/>
            </p:cNvSpPr>
            <p:nvPr/>
          </p:nvSpPr>
          <p:spPr bwMode="auto">
            <a:xfrm flipV="1">
              <a:off x="2238" y="2613"/>
              <a:ext cx="0" cy="824"/>
            </a:xfrm>
            <a:prstGeom prst="line">
              <a:avLst/>
            </a:prstGeom>
            <a:noFill/>
            <a:ln w="28575">
              <a:solidFill>
                <a:schemeClr val="tx1"/>
              </a:solidFill>
              <a:prstDash val="dash"/>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8032" name="Line 32"/>
            <p:cNvSpPr>
              <a:spLocks noChangeShapeType="1"/>
            </p:cNvSpPr>
            <p:nvPr/>
          </p:nvSpPr>
          <p:spPr bwMode="auto">
            <a:xfrm flipH="1">
              <a:off x="3480" y="1127"/>
              <a:ext cx="178" cy="0"/>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8033" name="Oval 33"/>
            <p:cNvSpPr>
              <a:spLocks noChangeArrowheads="1"/>
            </p:cNvSpPr>
            <p:nvPr/>
          </p:nvSpPr>
          <p:spPr bwMode="auto">
            <a:xfrm>
              <a:off x="1884" y="3336"/>
              <a:ext cx="215" cy="215"/>
            </a:xfrm>
            <a:prstGeom prst="ellipse">
              <a:avLst/>
            </a:pr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8034" name="Line 34"/>
            <p:cNvSpPr>
              <a:spLocks noChangeShapeType="1"/>
            </p:cNvSpPr>
            <p:nvPr/>
          </p:nvSpPr>
          <p:spPr bwMode="auto">
            <a:xfrm>
              <a:off x="2128" y="3438"/>
              <a:ext cx="75" cy="0"/>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8035" name="Line 35"/>
            <p:cNvSpPr>
              <a:spLocks noChangeShapeType="1"/>
            </p:cNvSpPr>
            <p:nvPr/>
          </p:nvSpPr>
          <p:spPr bwMode="auto">
            <a:xfrm flipH="1">
              <a:off x="3881" y="1127"/>
              <a:ext cx="96" cy="0"/>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8036" name="Oval 36"/>
            <p:cNvSpPr>
              <a:spLocks noChangeArrowheads="1"/>
            </p:cNvSpPr>
            <p:nvPr/>
          </p:nvSpPr>
          <p:spPr bwMode="auto">
            <a:xfrm>
              <a:off x="1806" y="2716"/>
              <a:ext cx="215" cy="215"/>
            </a:xfrm>
            <a:prstGeom prst="ellipse">
              <a:avLst/>
            </a:pr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8037" name="Line 37"/>
            <p:cNvSpPr>
              <a:spLocks noChangeShapeType="1"/>
            </p:cNvSpPr>
            <p:nvPr/>
          </p:nvSpPr>
          <p:spPr bwMode="auto">
            <a:xfrm flipV="1">
              <a:off x="1919" y="2604"/>
              <a:ext cx="0" cy="101"/>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8038" name="Freeform 38"/>
            <p:cNvSpPr>
              <a:spLocks/>
            </p:cNvSpPr>
            <p:nvPr/>
          </p:nvSpPr>
          <p:spPr bwMode="auto">
            <a:xfrm>
              <a:off x="3099" y="2020"/>
              <a:ext cx="225" cy="256"/>
            </a:xfrm>
            <a:custGeom>
              <a:avLst/>
              <a:gdLst>
                <a:gd name="T0" fmla="*/ 0 w 20000"/>
                <a:gd name="T1" fmla="*/ 0 h 20000"/>
                <a:gd name="T2" fmla="*/ 0 w 20000"/>
                <a:gd name="T3" fmla="*/ 19971 h 20000"/>
                <a:gd name="T4" fmla="*/ 19967 w 20000"/>
                <a:gd name="T5" fmla="*/ 9869 h 20000"/>
                <a:gd name="T6" fmla="*/ 0 w 20000"/>
                <a:gd name="T7" fmla="*/ 0 h 20000"/>
              </a:gdLst>
              <a:ahLst/>
              <a:cxnLst>
                <a:cxn ang="0">
                  <a:pos x="T0" y="T1"/>
                </a:cxn>
                <a:cxn ang="0">
                  <a:pos x="T2" y="T3"/>
                </a:cxn>
                <a:cxn ang="0">
                  <a:pos x="T4" y="T5"/>
                </a:cxn>
                <a:cxn ang="0">
                  <a:pos x="T6" y="T7"/>
                </a:cxn>
              </a:cxnLst>
              <a:rect l="0" t="0" r="r" b="b"/>
              <a:pathLst>
                <a:path w="20000" h="20000">
                  <a:moveTo>
                    <a:pt x="0" y="0"/>
                  </a:moveTo>
                  <a:lnTo>
                    <a:pt x="0" y="19971"/>
                  </a:lnTo>
                  <a:lnTo>
                    <a:pt x="19967" y="9869"/>
                  </a:lnTo>
                  <a:lnTo>
                    <a:pt x="0" y="0"/>
                  </a:lnTo>
                  <a:close/>
                </a:path>
              </a:pathLst>
            </a:custGeom>
            <a:noFill/>
            <a:ln w="28575" cap="flat" cmpd="sng">
              <a:solidFill>
                <a:schemeClr val="tx1"/>
              </a:solidFill>
              <a:prstDash val="solid"/>
              <a:round/>
              <a:headEnd type="none" w="med" len="lg"/>
              <a:tailEnd type="none" w="med"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nvGrpSpPr>
            <p:cNvPr id="768039" name="Group 39"/>
            <p:cNvGrpSpPr>
              <a:grpSpLocks/>
            </p:cNvGrpSpPr>
            <p:nvPr/>
          </p:nvGrpSpPr>
          <p:grpSpPr bwMode="auto">
            <a:xfrm>
              <a:off x="3059" y="2373"/>
              <a:ext cx="250" cy="221"/>
              <a:chOff x="-50" y="0"/>
              <a:chExt cx="20100" cy="20000"/>
            </a:xfrm>
          </p:grpSpPr>
          <p:sp>
            <p:nvSpPr>
              <p:cNvPr id="768040" name="Line 40"/>
              <p:cNvSpPr>
                <a:spLocks noChangeShapeType="1"/>
              </p:cNvSpPr>
              <p:nvPr/>
            </p:nvSpPr>
            <p:spPr bwMode="auto">
              <a:xfrm flipV="1">
                <a:off x="10060" y="0"/>
                <a:ext cx="30" cy="13322"/>
              </a:xfrm>
              <a:prstGeom prst="line">
                <a:avLst/>
              </a:prstGeom>
              <a:noFill/>
              <a:ln w="28575">
                <a:solidFill>
                  <a:schemeClr val="tx1"/>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8041" name="Line 41"/>
              <p:cNvSpPr>
                <a:spLocks noChangeShapeType="1"/>
              </p:cNvSpPr>
              <p:nvPr/>
            </p:nvSpPr>
            <p:spPr bwMode="auto">
              <a:xfrm>
                <a:off x="10060" y="13356"/>
                <a:ext cx="9990" cy="6509"/>
              </a:xfrm>
              <a:prstGeom prst="line">
                <a:avLst/>
              </a:prstGeom>
              <a:noFill/>
              <a:ln w="28575">
                <a:solidFill>
                  <a:schemeClr val="tx1"/>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8042" name="Line 42"/>
              <p:cNvSpPr>
                <a:spLocks noChangeShapeType="1"/>
              </p:cNvSpPr>
              <p:nvPr/>
            </p:nvSpPr>
            <p:spPr bwMode="auto">
              <a:xfrm flipH="1">
                <a:off x="-50" y="13491"/>
                <a:ext cx="9990" cy="6509"/>
              </a:xfrm>
              <a:prstGeom prst="line">
                <a:avLst/>
              </a:prstGeom>
              <a:noFill/>
              <a:ln w="28575">
                <a:solidFill>
                  <a:schemeClr val="tx1"/>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768045" name="Group 45"/>
            <p:cNvGrpSpPr>
              <a:grpSpLocks/>
            </p:cNvGrpSpPr>
            <p:nvPr/>
          </p:nvGrpSpPr>
          <p:grpSpPr bwMode="auto">
            <a:xfrm>
              <a:off x="2894" y="999"/>
              <a:ext cx="565" cy="263"/>
              <a:chOff x="2811" y="1571"/>
              <a:chExt cx="565" cy="263"/>
            </a:xfrm>
          </p:grpSpPr>
          <p:grpSp>
            <p:nvGrpSpPr>
              <p:cNvPr id="768046" name="Group 46"/>
              <p:cNvGrpSpPr>
                <a:grpSpLocks/>
              </p:cNvGrpSpPr>
              <p:nvPr/>
            </p:nvGrpSpPr>
            <p:grpSpPr bwMode="auto">
              <a:xfrm>
                <a:off x="2811" y="1571"/>
                <a:ext cx="127" cy="263"/>
                <a:chOff x="1872" y="761"/>
                <a:chExt cx="581" cy="1201"/>
              </a:xfrm>
            </p:grpSpPr>
            <p:sp>
              <p:nvSpPr>
                <p:cNvPr id="768047" name="Arc 47"/>
                <p:cNvSpPr>
                  <a:spLocks/>
                </p:cNvSpPr>
                <p:nvPr/>
              </p:nvSpPr>
              <p:spPr bwMode="auto">
                <a:xfrm flipH="1" flipV="1">
                  <a:off x="1872" y="1058"/>
                  <a:ext cx="364" cy="30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8048" name="Arc 48"/>
                <p:cNvSpPr>
                  <a:spLocks/>
                </p:cNvSpPr>
                <p:nvPr/>
              </p:nvSpPr>
              <p:spPr bwMode="auto">
                <a:xfrm flipH="1">
                  <a:off x="1872" y="761"/>
                  <a:ext cx="364" cy="298"/>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8049" name="Freeform 49"/>
                <p:cNvSpPr>
                  <a:spLocks/>
                </p:cNvSpPr>
                <p:nvPr/>
              </p:nvSpPr>
              <p:spPr bwMode="auto">
                <a:xfrm>
                  <a:off x="2200" y="764"/>
                  <a:ext cx="247" cy="2"/>
                </a:xfrm>
                <a:custGeom>
                  <a:avLst/>
                  <a:gdLst>
                    <a:gd name="T0" fmla="*/ 19860 w 20000"/>
                    <a:gd name="T1" fmla="*/ 0 h 20000"/>
                    <a:gd name="T2" fmla="*/ 0 w 20000"/>
                    <a:gd name="T3" fmla="*/ 0 h 20000"/>
                  </a:gdLst>
                  <a:ahLst/>
                  <a:cxnLst>
                    <a:cxn ang="0">
                      <a:pos x="T0" y="T1"/>
                    </a:cxn>
                    <a:cxn ang="0">
                      <a:pos x="T2" y="T3"/>
                    </a:cxn>
                  </a:cxnLst>
                  <a:rect l="0" t="0" r="r" b="b"/>
                  <a:pathLst>
                    <a:path w="20000" h="20000">
                      <a:moveTo>
                        <a:pt x="19860" y="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8050" name="Freeform 50"/>
                <p:cNvSpPr>
                  <a:spLocks/>
                </p:cNvSpPr>
                <p:nvPr/>
              </p:nvSpPr>
              <p:spPr bwMode="auto">
                <a:xfrm>
                  <a:off x="2196" y="1361"/>
                  <a:ext cx="257" cy="2"/>
                </a:xfrm>
                <a:custGeom>
                  <a:avLst/>
                  <a:gdLst>
                    <a:gd name="T0" fmla="*/ 19866 w 20000"/>
                    <a:gd name="T1" fmla="*/ 0 h 20000"/>
                    <a:gd name="T2" fmla="*/ 0 w 20000"/>
                    <a:gd name="T3" fmla="*/ 0 h 20000"/>
                  </a:gdLst>
                  <a:ahLst/>
                  <a:cxnLst>
                    <a:cxn ang="0">
                      <a:pos x="T0" y="T1"/>
                    </a:cxn>
                    <a:cxn ang="0">
                      <a:pos x="T2" y="T3"/>
                    </a:cxn>
                  </a:cxnLst>
                  <a:rect l="0" t="0" r="r" b="b"/>
                  <a:pathLst>
                    <a:path w="20000" h="20000">
                      <a:moveTo>
                        <a:pt x="19866" y="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8051" name="Arc 51"/>
                <p:cNvSpPr>
                  <a:spLocks/>
                </p:cNvSpPr>
                <p:nvPr/>
              </p:nvSpPr>
              <p:spPr bwMode="auto">
                <a:xfrm flipH="1" flipV="1">
                  <a:off x="1872" y="1656"/>
                  <a:ext cx="364" cy="303"/>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8052" name="Arc 52"/>
                <p:cNvSpPr>
                  <a:spLocks/>
                </p:cNvSpPr>
                <p:nvPr/>
              </p:nvSpPr>
              <p:spPr bwMode="auto">
                <a:xfrm flipH="1">
                  <a:off x="1872" y="1362"/>
                  <a:ext cx="364" cy="29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8053" name="Freeform 53"/>
                <p:cNvSpPr>
                  <a:spLocks/>
                </p:cNvSpPr>
                <p:nvPr/>
              </p:nvSpPr>
              <p:spPr bwMode="auto">
                <a:xfrm>
                  <a:off x="2196" y="1960"/>
                  <a:ext cx="257" cy="2"/>
                </a:xfrm>
                <a:custGeom>
                  <a:avLst/>
                  <a:gdLst>
                    <a:gd name="T0" fmla="*/ 19866 w 20000"/>
                    <a:gd name="T1" fmla="*/ 0 h 20000"/>
                    <a:gd name="T2" fmla="*/ 0 w 20000"/>
                    <a:gd name="T3" fmla="*/ 0 h 20000"/>
                  </a:gdLst>
                  <a:ahLst/>
                  <a:cxnLst>
                    <a:cxn ang="0">
                      <a:pos x="T0" y="T1"/>
                    </a:cxn>
                    <a:cxn ang="0">
                      <a:pos x="T2" y="T3"/>
                    </a:cxn>
                  </a:cxnLst>
                  <a:rect l="0" t="0" r="r" b="b"/>
                  <a:pathLst>
                    <a:path w="20000" h="20000">
                      <a:moveTo>
                        <a:pt x="19866" y="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768054" name="Group 54"/>
              <p:cNvGrpSpPr>
                <a:grpSpLocks/>
              </p:cNvGrpSpPr>
              <p:nvPr/>
            </p:nvGrpSpPr>
            <p:grpSpPr bwMode="auto">
              <a:xfrm>
                <a:off x="3021" y="1571"/>
                <a:ext cx="127" cy="263"/>
                <a:chOff x="1872" y="761"/>
                <a:chExt cx="581" cy="1201"/>
              </a:xfrm>
            </p:grpSpPr>
            <p:sp>
              <p:nvSpPr>
                <p:cNvPr id="768055" name="Arc 55"/>
                <p:cNvSpPr>
                  <a:spLocks/>
                </p:cNvSpPr>
                <p:nvPr/>
              </p:nvSpPr>
              <p:spPr bwMode="auto">
                <a:xfrm flipH="1" flipV="1">
                  <a:off x="1872" y="1058"/>
                  <a:ext cx="364" cy="30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8056" name="Arc 56"/>
                <p:cNvSpPr>
                  <a:spLocks/>
                </p:cNvSpPr>
                <p:nvPr/>
              </p:nvSpPr>
              <p:spPr bwMode="auto">
                <a:xfrm flipH="1">
                  <a:off x="1872" y="761"/>
                  <a:ext cx="364" cy="298"/>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8057" name="Freeform 57"/>
                <p:cNvSpPr>
                  <a:spLocks/>
                </p:cNvSpPr>
                <p:nvPr/>
              </p:nvSpPr>
              <p:spPr bwMode="auto">
                <a:xfrm>
                  <a:off x="2200" y="764"/>
                  <a:ext cx="247" cy="2"/>
                </a:xfrm>
                <a:custGeom>
                  <a:avLst/>
                  <a:gdLst>
                    <a:gd name="T0" fmla="*/ 19860 w 20000"/>
                    <a:gd name="T1" fmla="*/ 0 h 20000"/>
                    <a:gd name="T2" fmla="*/ 0 w 20000"/>
                    <a:gd name="T3" fmla="*/ 0 h 20000"/>
                  </a:gdLst>
                  <a:ahLst/>
                  <a:cxnLst>
                    <a:cxn ang="0">
                      <a:pos x="T0" y="T1"/>
                    </a:cxn>
                    <a:cxn ang="0">
                      <a:pos x="T2" y="T3"/>
                    </a:cxn>
                  </a:cxnLst>
                  <a:rect l="0" t="0" r="r" b="b"/>
                  <a:pathLst>
                    <a:path w="20000" h="20000">
                      <a:moveTo>
                        <a:pt x="19860" y="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8058" name="Freeform 58"/>
                <p:cNvSpPr>
                  <a:spLocks/>
                </p:cNvSpPr>
                <p:nvPr/>
              </p:nvSpPr>
              <p:spPr bwMode="auto">
                <a:xfrm>
                  <a:off x="2196" y="1361"/>
                  <a:ext cx="257" cy="2"/>
                </a:xfrm>
                <a:custGeom>
                  <a:avLst/>
                  <a:gdLst>
                    <a:gd name="T0" fmla="*/ 19866 w 20000"/>
                    <a:gd name="T1" fmla="*/ 0 h 20000"/>
                    <a:gd name="T2" fmla="*/ 0 w 20000"/>
                    <a:gd name="T3" fmla="*/ 0 h 20000"/>
                  </a:gdLst>
                  <a:ahLst/>
                  <a:cxnLst>
                    <a:cxn ang="0">
                      <a:pos x="T0" y="T1"/>
                    </a:cxn>
                    <a:cxn ang="0">
                      <a:pos x="T2" y="T3"/>
                    </a:cxn>
                  </a:cxnLst>
                  <a:rect l="0" t="0" r="r" b="b"/>
                  <a:pathLst>
                    <a:path w="20000" h="20000">
                      <a:moveTo>
                        <a:pt x="19866" y="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8059" name="Arc 59"/>
                <p:cNvSpPr>
                  <a:spLocks/>
                </p:cNvSpPr>
                <p:nvPr/>
              </p:nvSpPr>
              <p:spPr bwMode="auto">
                <a:xfrm flipH="1" flipV="1">
                  <a:off x="1872" y="1656"/>
                  <a:ext cx="364" cy="303"/>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8060" name="Arc 60"/>
                <p:cNvSpPr>
                  <a:spLocks/>
                </p:cNvSpPr>
                <p:nvPr/>
              </p:nvSpPr>
              <p:spPr bwMode="auto">
                <a:xfrm flipH="1">
                  <a:off x="1872" y="1362"/>
                  <a:ext cx="364" cy="29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8061" name="Freeform 61"/>
                <p:cNvSpPr>
                  <a:spLocks/>
                </p:cNvSpPr>
                <p:nvPr/>
              </p:nvSpPr>
              <p:spPr bwMode="auto">
                <a:xfrm>
                  <a:off x="2196" y="1960"/>
                  <a:ext cx="257" cy="2"/>
                </a:xfrm>
                <a:custGeom>
                  <a:avLst/>
                  <a:gdLst>
                    <a:gd name="T0" fmla="*/ 19866 w 20000"/>
                    <a:gd name="T1" fmla="*/ 0 h 20000"/>
                    <a:gd name="T2" fmla="*/ 0 w 20000"/>
                    <a:gd name="T3" fmla="*/ 0 h 20000"/>
                  </a:gdLst>
                  <a:ahLst/>
                  <a:cxnLst>
                    <a:cxn ang="0">
                      <a:pos x="T0" y="T1"/>
                    </a:cxn>
                    <a:cxn ang="0">
                      <a:pos x="T2" y="T3"/>
                    </a:cxn>
                  </a:cxnLst>
                  <a:rect l="0" t="0" r="r" b="b"/>
                  <a:pathLst>
                    <a:path w="20000" h="20000">
                      <a:moveTo>
                        <a:pt x="19866" y="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768062" name="Group 62"/>
              <p:cNvGrpSpPr>
                <a:grpSpLocks/>
              </p:cNvGrpSpPr>
              <p:nvPr/>
            </p:nvGrpSpPr>
            <p:grpSpPr bwMode="auto">
              <a:xfrm>
                <a:off x="3249" y="1571"/>
                <a:ext cx="127" cy="263"/>
                <a:chOff x="1872" y="761"/>
                <a:chExt cx="581" cy="1201"/>
              </a:xfrm>
            </p:grpSpPr>
            <p:sp>
              <p:nvSpPr>
                <p:cNvPr id="768063" name="Arc 63"/>
                <p:cNvSpPr>
                  <a:spLocks/>
                </p:cNvSpPr>
                <p:nvPr/>
              </p:nvSpPr>
              <p:spPr bwMode="auto">
                <a:xfrm flipH="1" flipV="1">
                  <a:off x="1872" y="1058"/>
                  <a:ext cx="364" cy="30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8064" name="Arc 64"/>
                <p:cNvSpPr>
                  <a:spLocks/>
                </p:cNvSpPr>
                <p:nvPr/>
              </p:nvSpPr>
              <p:spPr bwMode="auto">
                <a:xfrm flipH="1">
                  <a:off x="1872" y="761"/>
                  <a:ext cx="364" cy="298"/>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8065" name="Freeform 65"/>
                <p:cNvSpPr>
                  <a:spLocks/>
                </p:cNvSpPr>
                <p:nvPr/>
              </p:nvSpPr>
              <p:spPr bwMode="auto">
                <a:xfrm>
                  <a:off x="2200" y="764"/>
                  <a:ext cx="247" cy="2"/>
                </a:xfrm>
                <a:custGeom>
                  <a:avLst/>
                  <a:gdLst>
                    <a:gd name="T0" fmla="*/ 19860 w 20000"/>
                    <a:gd name="T1" fmla="*/ 0 h 20000"/>
                    <a:gd name="T2" fmla="*/ 0 w 20000"/>
                    <a:gd name="T3" fmla="*/ 0 h 20000"/>
                  </a:gdLst>
                  <a:ahLst/>
                  <a:cxnLst>
                    <a:cxn ang="0">
                      <a:pos x="T0" y="T1"/>
                    </a:cxn>
                    <a:cxn ang="0">
                      <a:pos x="T2" y="T3"/>
                    </a:cxn>
                  </a:cxnLst>
                  <a:rect l="0" t="0" r="r" b="b"/>
                  <a:pathLst>
                    <a:path w="20000" h="20000">
                      <a:moveTo>
                        <a:pt x="19860" y="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8066" name="Freeform 66"/>
                <p:cNvSpPr>
                  <a:spLocks/>
                </p:cNvSpPr>
                <p:nvPr/>
              </p:nvSpPr>
              <p:spPr bwMode="auto">
                <a:xfrm>
                  <a:off x="2196" y="1361"/>
                  <a:ext cx="257" cy="2"/>
                </a:xfrm>
                <a:custGeom>
                  <a:avLst/>
                  <a:gdLst>
                    <a:gd name="T0" fmla="*/ 19866 w 20000"/>
                    <a:gd name="T1" fmla="*/ 0 h 20000"/>
                    <a:gd name="T2" fmla="*/ 0 w 20000"/>
                    <a:gd name="T3" fmla="*/ 0 h 20000"/>
                  </a:gdLst>
                  <a:ahLst/>
                  <a:cxnLst>
                    <a:cxn ang="0">
                      <a:pos x="T0" y="T1"/>
                    </a:cxn>
                    <a:cxn ang="0">
                      <a:pos x="T2" y="T3"/>
                    </a:cxn>
                  </a:cxnLst>
                  <a:rect l="0" t="0" r="r" b="b"/>
                  <a:pathLst>
                    <a:path w="20000" h="20000">
                      <a:moveTo>
                        <a:pt x="19866" y="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8067" name="Arc 67"/>
                <p:cNvSpPr>
                  <a:spLocks/>
                </p:cNvSpPr>
                <p:nvPr/>
              </p:nvSpPr>
              <p:spPr bwMode="auto">
                <a:xfrm flipH="1" flipV="1">
                  <a:off x="1872" y="1656"/>
                  <a:ext cx="364" cy="303"/>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8068" name="Arc 68"/>
                <p:cNvSpPr>
                  <a:spLocks/>
                </p:cNvSpPr>
                <p:nvPr/>
              </p:nvSpPr>
              <p:spPr bwMode="auto">
                <a:xfrm flipH="1">
                  <a:off x="1872" y="1362"/>
                  <a:ext cx="364" cy="29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8069" name="Freeform 69"/>
                <p:cNvSpPr>
                  <a:spLocks/>
                </p:cNvSpPr>
                <p:nvPr/>
              </p:nvSpPr>
              <p:spPr bwMode="auto">
                <a:xfrm>
                  <a:off x="2196" y="1960"/>
                  <a:ext cx="257" cy="2"/>
                </a:xfrm>
                <a:custGeom>
                  <a:avLst/>
                  <a:gdLst>
                    <a:gd name="T0" fmla="*/ 19866 w 20000"/>
                    <a:gd name="T1" fmla="*/ 0 h 20000"/>
                    <a:gd name="T2" fmla="*/ 0 w 20000"/>
                    <a:gd name="T3" fmla="*/ 0 h 20000"/>
                  </a:gdLst>
                  <a:ahLst/>
                  <a:cxnLst>
                    <a:cxn ang="0">
                      <a:pos x="T0" y="T1"/>
                    </a:cxn>
                    <a:cxn ang="0">
                      <a:pos x="T2" y="T3"/>
                    </a:cxn>
                  </a:cxnLst>
                  <a:rect l="0" t="0" r="r" b="b"/>
                  <a:pathLst>
                    <a:path w="20000" h="20000">
                      <a:moveTo>
                        <a:pt x="19866" y="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grpSp>
          <p:nvGrpSpPr>
            <p:cNvPr id="768070" name="Group 70"/>
            <p:cNvGrpSpPr>
              <a:grpSpLocks/>
            </p:cNvGrpSpPr>
            <p:nvPr/>
          </p:nvGrpSpPr>
          <p:grpSpPr bwMode="auto">
            <a:xfrm rot="5400000">
              <a:off x="1856" y="2382"/>
              <a:ext cx="127" cy="263"/>
              <a:chOff x="1872" y="761"/>
              <a:chExt cx="581" cy="1201"/>
            </a:xfrm>
          </p:grpSpPr>
          <p:sp>
            <p:nvSpPr>
              <p:cNvPr id="768071" name="Arc 71"/>
              <p:cNvSpPr>
                <a:spLocks/>
              </p:cNvSpPr>
              <p:nvPr/>
            </p:nvSpPr>
            <p:spPr bwMode="auto">
              <a:xfrm flipH="1" flipV="1">
                <a:off x="1872" y="1058"/>
                <a:ext cx="364" cy="30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8072" name="Arc 72"/>
              <p:cNvSpPr>
                <a:spLocks/>
              </p:cNvSpPr>
              <p:nvPr/>
            </p:nvSpPr>
            <p:spPr bwMode="auto">
              <a:xfrm flipH="1">
                <a:off x="1872" y="761"/>
                <a:ext cx="364" cy="298"/>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8073" name="Freeform 73"/>
              <p:cNvSpPr>
                <a:spLocks/>
              </p:cNvSpPr>
              <p:nvPr/>
            </p:nvSpPr>
            <p:spPr bwMode="auto">
              <a:xfrm>
                <a:off x="2200" y="764"/>
                <a:ext cx="247" cy="2"/>
              </a:xfrm>
              <a:custGeom>
                <a:avLst/>
                <a:gdLst>
                  <a:gd name="T0" fmla="*/ 19860 w 20000"/>
                  <a:gd name="T1" fmla="*/ 0 h 20000"/>
                  <a:gd name="T2" fmla="*/ 0 w 20000"/>
                  <a:gd name="T3" fmla="*/ 0 h 20000"/>
                </a:gdLst>
                <a:ahLst/>
                <a:cxnLst>
                  <a:cxn ang="0">
                    <a:pos x="T0" y="T1"/>
                  </a:cxn>
                  <a:cxn ang="0">
                    <a:pos x="T2" y="T3"/>
                  </a:cxn>
                </a:cxnLst>
                <a:rect l="0" t="0" r="r" b="b"/>
                <a:pathLst>
                  <a:path w="20000" h="20000">
                    <a:moveTo>
                      <a:pt x="19860" y="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8074" name="Freeform 74"/>
              <p:cNvSpPr>
                <a:spLocks/>
              </p:cNvSpPr>
              <p:nvPr/>
            </p:nvSpPr>
            <p:spPr bwMode="auto">
              <a:xfrm>
                <a:off x="2196" y="1361"/>
                <a:ext cx="257" cy="2"/>
              </a:xfrm>
              <a:custGeom>
                <a:avLst/>
                <a:gdLst>
                  <a:gd name="T0" fmla="*/ 19866 w 20000"/>
                  <a:gd name="T1" fmla="*/ 0 h 20000"/>
                  <a:gd name="T2" fmla="*/ 0 w 20000"/>
                  <a:gd name="T3" fmla="*/ 0 h 20000"/>
                </a:gdLst>
                <a:ahLst/>
                <a:cxnLst>
                  <a:cxn ang="0">
                    <a:pos x="T0" y="T1"/>
                  </a:cxn>
                  <a:cxn ang="0">
                    <a:pos x="T2" y="T3"/>
                  </a:cxn>
                </a:cxnLst>
                <a:rect l="0" t="0" r="r" b="b"/>
                <a:pathLst>
                  <a:path w="20000" h="20000">
                    <a:moveTo>
                      <a:pt x="19866" y="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8075" name="Arc 75"/>
              <p:cNvSpPr>
                <a:spLocks/>
              </p:cNvSpPr>
              <p:nvPr/>
            </p:nvSpPr>
            <p:spPr bwMode="auto">
              <a:xfrm flipH="1" flipV="1">
                <a:off x="1872" y="1656"/>
                <a:ext cx="364" cy="303"/>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8076" name="Arc 76"/>
              <p:cNvSpPr>
                <a:spLocks/>
              </p:cNvSpPr>
              <p:nvPr/>
            </p:nvSpPr>
            <p:spPr bwMode="auto">
              <a:xfrm flipH="1">
                <a:off x="1872" y="1362"/>
                <a:ext cx="364" cy="29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8077" name="Freeform 77"/>
              <p:cNvSpPr>
                <a:spLocks/>
              </p:cNvSpPr>
              <p:nvPr/>
            </p:nvSpPr>
            <p:spPr bwMode="auto">
              <a:xfrm>
                <a:off x="2196" y="1960"/>
                <a:ext cx="257" cy="2"/>
              </a:xfrm>
              <a:custGeom>
                <a:avLst/>
                <a:gdLst>
                  <a:gd name="T0" fmla="*/ 19866 w 20000"/>
                  <a:gd name="T1" fmla="*/ 0 h 20000"/>
                  <a:gd name="T2" fmla="*/ 0 w 20000"/>
                  <a:gd name="T3" fmla="*/ 0 h 20000"/>
                </a:gdLst>
                <a:ahLst/>
                <a:cxnLst>
                  <a:cxn ang="0">
                    <a:pos x="T0" y="T1"/>
                  </a:cxn>
                  <a:cxn ang="0">
                    <a:pos x="T2" y="T3"/>
                  </a:cxn>
                </a:cxnLst>
                <a:rect l="0" t="0" r="r" b="b"/>
                <a:pathLst>
                  <a:path w="20000" h="20000">
                    <a:moveTo>
                      <a:pt x="19866" y="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768078" name="Group 78"/>
            <p:cNvGrpSpPr>
              <a:grpSpLocks/>
            </p:cNvGrpSpPr>
            <p:nvPr/>
          </p:nvGrpSpPr>
          <p:grpSpPr bwMode="auto">
            <a:xfrm rot="5400000">
              <a:off x="2177" y="2388"/>
              <a:ext cx="127" cy="263"/>
              <a:chOff x="1872" y="761"/>
              <a:chExt cx="581" cy="1201"/>
            </a:xfrm>
          </p:grpSpPr>
          <p:sp>
            <p:nvSpPr>
              <p:cNvPr id="768079" name="Arc 79"/>
              <p:cNvSpPr>
                <a:spLocks/>
              </p:cNvSpPr>
              <p:nvPr/>
            </p:nvSpPr>
            <p:spPr bwMode="auto">
              <a:xfrm flipH="1" flipV="1">
                <a:off x="1872" y="1058"/>
                <a:ext cx="364" cy="30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8080" name="Arc 80"/>
              <p:cNvSpPr>
                <a:spLocks/>
              </p:cNvSpPr>
              <p:nvPr/>
            </p:nvSpPr>
            <p:spPr bwMode="auto">
              <a:xfrm flipH="1">
                <a:off x="1872" y="761"/>
                <a:ext cx="364" cy="298"/>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8081" name="Freeform 81"/>
              <p:cNvSpPr>
                <a:spLocks/>
              </p:cNvSpPr>
              <p:nvPr/>
            </p:nvSpPr>
            <p:spPr bwMode="auto">
              <a:xfrm>
                <a:off x="2200" y="764"/>
                <a:ext cx="247" cy="2"/>
              </a:xfrm>
              <a:custGeom>
                <a:avLst/>
                <a:gdLst>
                  <a:gd name="T0" fmla="*/ 19860 w 20000"/>
                  <a:gd name="T1" fmla="*/ 0 h 20000"/>
                  <a:gd name="T2" fmla="*/ 0 w 20000"/>
                  <a:gd name="T3" fmla="*/ 0 h 20000"/>
                </a:gdLst>
                <a:ahLst/>
                <a:cxnLst>
                  <a:cxn ang="0">
                    <a:pos x="T0" y="T1"/>
                  </a:cxn>
                  <a:cxn ang="0">
                    <a:pos x="T2" y="T3"/>
                  </a:cxn>
                </a:cxnLst>
                <a:rect l="0" t="0" r="r" b="b"/>
                <a:pathLst>
                  <a:path w="20000" h="20000">
                    <a:moveTo>
                      <a:pt x="19860" y="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8082" name="Freeform 82"/>
              <p:cNvSpPr>
                <a:spLocks/>
              </p:cNvSpPr>
              <p:nvPr/>
            </p:nvSpPr>
            <p:spPr bwMode="auto">
              <a:xfrm>
                <a:off x="2196" y="1361"/>
                <a:ext cx="257" cy="2"/>
              </a:xfrm>
              <a:custGeom>
                <a:avLst/>
                <a:gdLst>
                  <a:gd name="T0" fmla="*/ 19866 w 20000"/>
                  <a:gd name="T1" fmla="*/ 0 h 20000"/>
                  <a:gd name="T2" fmla="*/ 0 w 20000"/>
                  <a:gd name="T3" fmla="*/ 0 h 20000"/>
                </a:gdLst>
                <a:ahLst/>
                <a:cxnLst>
                  <a:cxn ang="0">
                    <a:pos x="T0" y="T1"/>
                  </a:cxn>
                  <a:cxn ang="0">
                    <a:pos x="T2" y="T3"/>
                  </a:cxn>
                </a:cxnLst>
                <a:rect l="0" t="0" r="r" b="b"/>
                <a:pathLst>
                  <a:path w="20000" h="20000">
                    <a:moveTo>
                      <a:pt x="19866" y="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8083" name="Arc 83"/>
              <p:cNvSpPr>
                <a:spLocks/>
              </p:cNvSpPr>
              <p:nvPr/>
            </p:nvSpPr>
            <p:spPr bwMode="auto">
              <a:xfrm flipH="1" flipV="1">
                <a:off x="1872" y="1656"/>
                <a:ext cx="364" cy="303"/>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8084" name="Arc 84"/>
              <p:cNvSpPr>
                <a:spLocks/>
              </p:cNvSpPr>
              <p:nvPr/>
            </p:nvSpPr>
            <p:spPr bwMode="auto">
              <a:xfrm flipH="1">
                <a:off x="1872" y="1362"/>
                <a:ext cx="364" cy="29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8085" name="Freeform 85"/>
              <p:cNvSpPr>
                <a:spLocks/>
              </p:cNvSpPr>
              <p:nvPr/>
            </p:nvSpPr>
            <p:spPr bwMode="auto">
              <a:xfrm>
                <a:off x="2196" y="1960"/>
                <a:ext cx="257" cy="2"/>
              </a:xfrm>
              <a:custGeom>
                <a:avLst/>
                <a:gdLst>
                  <a:gd name="T0" fmla="*/ 19866 w 20000"/>
                  <a:gd name="T1" fmla="*/ 0 h 20000"/>
                  <a:gd name="T2" fmla="*/ 0 w 20000"/>
                  <a:gd name="T3" fmla="*/ 0 h 20000"/>
                </a:gdLst>
                <a:ahLst/>
                <a:cxnLst>
                  <a:cxn ang="0">
                    <a:pos x="T0" y="T1"/>
                  </a:cxn>
                  <a:cxn ang="0">
                    <a:pos x="T2" y="T3"/>
                  </a:cxn>
                </a:cxnLst>
                <a:rect l="0" t="0" r="r" b="b"/>
                <a:pathLst>
                  <a:path w="20000" h="20000">
                    <a:moveTo>
                      <a:pt x="19866" y="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768086" name="Rectangle 86"/>
            <p:cNvSpPr>
              <a:spLocks noChangeArrowheads="1"/>
            </p:cNvSpPr>
            <p:nvPr/>
          </p:nvSpPr>
          <p:spPr bwMode="auto">
            <a:xfrm>
              <a:off x="1845" y="2704"/>
              <a:ext cx="170" cy="1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lnSpc>
                  <a:spcPct val="100000"/>
                </a:lnSpc>
                <a:spcBef>
                  <a:spcPct val="0"/>
                </a:spcBef>
                <a:buClrTx/>
                <a:buSzTx/>
                <a:buFontTx/>
                <a:buNone/>
              </a:pPr>
              <a:r>
                <a:rPr lang="en-US" altLang="en-US" sz="1400" b="0" i="0">
                  <a:latin typeface="FuturaA Md BT" pitchFamily="34" charset="0"/>
                </a:rPr>
                <a:t>51</a:t>
              </a:r>
            </a:p>
          </p:txBody>
        </p:sp>
        <p:sp>
          <p:nvSpPr>
            <p:cNvPr id="768087" name="Rectangle 87"/>
            <p:cNvSpPr>
              <a:spLocks noChangeArrowheads="1"/>
            </p:cNvSpPr>
            <p:nvPr/>
          </p:nvSpPr>
          <p:spPr bwMode="auto">
            <a:xfrm>
              <a:off x="1842" y="2797"/>
              <a:ext cx="146" cy="1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nSpc>
                  <a:spcPct val="100000"/>
                </a:lnSpc>
                <a:spcBef>
                  <a:spcPct val="0"/>
                </a:spcBef>
                <a:buClrTx/>
                <a:buSzTx/>
                <a:buFontTx/>
                <a:buNone/>
              </a:pPr>
              <a:r>
                <a:rPr lang="en-US" altLang="en-US" sz="1400" b="0" i="0">
                  <a:latin typeface="FuturaA Md BT" pitchFamily="34" charset="0"/>
                </a:rPr>
                <a:t>N</a:t>
              </a:r>
            </a:p>
          </p:txBody>
        </p:sp>
        <p:sp>
          <p:nvSpPr>
            <p:cNvPr id="768088" name="Line 88"/>
            <p:cNvSpPr>
              <a:spLocks noChangeShapeType="1"/>
            </p:cNvSpPr>
            <p:nvPr/>
          </p:nvSpPr>
          <p:spPr bwMode="auto">
            <a:xfrm>
              <a:off x="2236" y="3438"/>
              <a:ext cx="663" cy="0"/>
            </a:xfrm>
            <a:prstGeom prst="line">
              <a:avLst/>
            </a:prstGeom>
            <a:noFill/>
            <a:ln w="28575">
              <a:solidFill>
                <a:schemeClr val="tx1"/>
              </a:solidFill>
              <a:prstDash val="dash"/>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nvGrpSpPr>
            <p:cNvPr id="768089" name="Group 89"/>
            <p:cNvGrpSpPr>
              <a:grpSpLocks/>
            </p:cNvGrpSpPr>
            <p:nvPr/>
          </p:nvGrpSpPr>
          <p:grpSpPr bwMode="auto">
            <a:xfrm>
              <a:off x="2900" y="3312"/>
              <a:ext cx="565" cy="263"/>
              <a:chOff x="2811" y="1571"/>
              <a:chExt cx="565" cy="263"/>
            </a:xfrm>
          </p:grpSpPr>
          <p:grpSp>
            <p:nvGrpSpPr>
              <p:cNvPr id="768090" name="Group 90"/>
              <p:cNvGrpSpPr>
                <a:grpSpLocks/>
              </p:cNvGrpSpPr>
              <p:nvPr/>
            </p:nvGrpSpPr>
            <p:grpSpPr bwMode="auto">
              <a:xfrm>
                <a:off x="2811" y="1571"/>
                <a:ext cx="127" cy="263"/>
                <a:chOff x="1872" y="761"/>
                <a:chExt cx="581" cy="1201"/>
              </a:xfrm>
            </p:grpSpPr>
            <p:sp>
              <p:nvSpPr>
                <p:cNvPr id="768091" name="Arc 91"/>
                <p:cNvSpPr>
                  <a:spLocks/>
                </p:cNvSpPr>
                <p:nvPr/>
              </p:nvSpPr>
              <p:spPr bwMode="auto">
                <a:xfrm flipH="1" flipV="1">
                  <a:off x="1872" y="1058"/>
                  <a:ext cx="364" cy="30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8092" name="Arc 92"/>
                <p:cNvSpPr>
                  <a:spLocks/>
                </p:cNvSpPr>
                <p:nvPr/>
              </p:nvSpPr>
              <p:spPr bwMode="auto">
                <a:xfrm flipH="1">
                  <a:off x="1872" y="761"/>
                  <a:ext cx="364" cy="298"/>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8093" name="Freeform 93"/>
                <p:cNvSpPr>
                  <a:spLocks/>
                </p:cNvSpPr>
                <p:nvPr/>
              </p:nvSpPr>
              <p:spPr bwMode="auto">
                <a:xfrm>
                  <a:off x="2200" y="764"/>
                  <a:ext cx="247" cy="2"/>
                </a:xfrm>
                <a:custGeom>
                  <a:avLst/>
                  <a:gdLst>
                    <a:gd name="T0" fmla="*/ 19860 w 20000"/>
                    <a:gd name="T1" fmla="*/ 0 h 20000"/>
                    <a:gd name="T2" fmla="*/ 0 w 20000"/>
                    <a:gd name="T3" fmla="*/ 0 h 20000"/>
                  </a:gdLst>
                  <a:ahLst/>
                  <a:cxnLst>
                    <a:cxn ang="0">
                      <a:pos x="T0" y="T1"/>
                    </a:cxn>
                    <a:cxn ang="0">
                      <a:pos x="T2" y="T3"/>
                    </a:cxn>
                  </a:cxnLst>
                  <a:rect l="0" t="0" r="r" b="b"/>
                  <a:pathLst>
                    <a:path w="20000" h="20000">
                      <a:moveTo>
                        <a:pt x="19860" y="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8094" name="Freeform 94"/>
                <p:cNvSpPr>
                  <a:spLocks/>
                </p:cNvSpPr>
                <p:nvPr/>
              </p:nvSpPr>
              <p:spPr bwMode="auto">
                <a:xfrm>
                  <a:off x="2196" y="1361"/>
                  <a:ext cx="257" cy="2"/>
                </a:xfrm>
                <a:custGeom>
                  <a:avLst/>
                  <a:gdLst>
                    <a:gd name="T0" fmla="*/ 19866 w 20000"/>
                    <a:gd name="T1" fmla="*/ 0 h 20000"/>
                    <a:gd name="T2" fmla="*/ 0 w 20000"/>
                    <a:gd name="T3" fmla="*/ 0 h 20000"/>
                  </a:gdLst>
                  <a:ahLst/>
                  <a:cxnLst>
                    <a:cxn ang="0">
                      <a:pos x="T0" y="T1"/>
                    </a:cxn>
                    <a:cxn ang="0">
                      <a:pos x="T2" y="T3"/>
                    </a:cxn>
                  </a:cxnLst>
                  <a:rect l="0" t="0" r="r" b="b"/>
                  <a:pathLst>
                    <a:path w="20000" h="20000">
                      <a:moveTo>
                        <a:pt x="19866" y="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8095" name="Arc 95"/>
                <p:cNvSpPr>
                  <a:spLocks/>
                </p:cNvSpPr>
                <p:nvPr/>
              </p:nvSpPr>
              <p:spPr bwMode="auto">
                <a:xfrm flipH="1" flipV="1">
                  <a:off x="1872" y="1656"/>
                  <a:ext cx="364" cy="303"/>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8096" name="Arc 96"/>
                <p:cNvSpPr>
                  <a:spLocks/>
                </p:cNvSpPr>
                <p:nvPr/>
              </p:nvSpPr>
              <p:spPr bwMode="auto">
                <a:xfrm flipH="1">
                  <a:off x="1872" y="1362"/>
                  <a:ext cx="364" cy="29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8097" name="Freeform 97"/>
                <p:cNvSpPr>
                  <a:spLocks/>
                </p:cNvSpPr>
                <p:nvPr/>
              </p:nvSpPr>
              <p:spPr bwMode="auto">
                <a:xfrm>
                  <a:off x="2196" y="1960"/>
                  <a:ext cx="257" cy="2"/>
                </a:xfrm>
                <a:custGeom>
                  <a:avLst/>
                  <a:gdLst>
                    <a:gd name="T0" fmla="*/ 19866 w 20000"/>
                    <a:gd name="T1" fmla="*/ 0 h 20000"/>
                    <a:gd name="T2" fmla="*/ 0 w 20000"/>
                    <a:gd name="T3" fmla="*/ 0 h 20000"/>
                  </a:gdLst>
                  <a:ahLst/>
                  <a:cxnLst>
                    <a:cxn ang="0">
                      <a:pos x="T0" y="T1"/>
                    </a:cxn>
                    <a:cxn ang="0">
                      <a:pos x="T2" y="T3"/>
                    </a:cxn>
                  </a:cxnLst>
                  <a:rect l="0" t="0" r="r" b="b"/>
                  <a:pathLst>
                    <a:path w="20000" h="20000">
                      <a:moveTo>
                        <a:pt x="19866" y="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768098" name="Group 98"/>
              <p:cNvGrpSpPr>
                <a:grpSpLocks/>
              </p:cNvGrpSpPr>
              <p:nvPr/>
            </p:nvGrpSpPr>
            <p:grpSpPr bwMode="auto">
              <a:xfrm>
                <a:off x="3021" y="1571"/>
                <a:ext cx="127" cy="263"/>
                <a:chOff x="1872" y="761"/>
                <a:chExt cx="581" cy="1201"/>
              </a:xfrm>
            </p:grpSpPr>
            <p:sp>
              <p:nvSpPr>
                <p:cNvPr id="768099" name="Arc 99"/>
                <p:cNvSpPr>
                  <a:spLocks/>
                </p:cNvSpPr>
                <p:nvPr/>
              </p:nvSpPr>
              <p:spPr bwMode="auto">
                <a:xfrm flipH="1" flipV="1">
                  <a:off x="1872" y="1058"/>
                  <a:ext cx="364" cy="30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8100" name="Arc 100"/>
                <p:cNvSpPr>
                  <a:spLocks/>
                </p:cNvSpPr>
                <p:nvPr/>
              </p:nvSpPr>
              <p:spPr bwMode="auto">
                <a:xfrm flipH="1">
                  <a:off x="1872" y="761"/>
                  <a:ext cx="364" cy="298"/>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8101" name="Freeform 101"/>
                <p:cNvSpPr>
                  <a:spLocks/>
                </p:cNvSpPr>
                <p:nvPr/>
              </p:nvSpPr>
              <p:spPr bwMode="auto">
                <a:xfrm>
                  <a:off x="2200" y="764"/>
                  <a:ext cx="247" cy="2"/>
                </a:xfrm>
                <a:custGeom>
                  <a:avLst/>
                  <a:gdLst>
                    <a:gd name="T0" fmla="*/ 19860 w 20000"/>
                    <a:gd name="T1" fmla="*/ 0 h 20000"/>
                    <a:gd name="T2" fmla="*/ 0 w 20000"/>
                    <a:gd name="T3" fmla="*/ 0 h 20000"/>
                  </a:gdLst>
                  <a:ahLst/>
                  <a:cxnLst>
                    <a:cxn ang="0">
                      <a:pos x="T0" y="T1"/>
                    </a:cxn>
                    <a:cxn ang="0">
                      <a:pos x="T2" y="T3"/>
                    </a:cxn>
                  </a:cxnLst>
                  <a:rect l="0" t="0" r="r" b="b"/>
                  <a:pathLst>
                    <a:path w="20000" h="20000">
                      <a:moveTo>
                        <a:pt x="19860" y="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8102" name="Freeform 102"/>
                <p:cNvSpPr>
                  <a:spLocks/>
                </p:cNvSpPr>
                <p:nvPr/>
              </p:nvSpPr>
              <p:spPr bwMode="auto">
                <a:xfrm>
                  <a:off x="2196" y="1361"/>
                  <a:ext cx="257" cy="2"/>
                </a:xfrm>
                <a:custGeom>
                  <a:avLst/>
                  <a:gdLst>
                    <a:gd name="T0" fmla="*/ 19866 w 20000"/>
                    <a:gd name="T1" fmla="*/ 0 h 20000"/>
                    <a:gd name="T2" fmla="*/ 0 w 20000"/>
                    <a:gd name="T3" fmla="*/ 0 h 20000"/>
                  </a:gdLst>
                  <a:ahLst/>
                  <a:cxnLst>
                    <a:cxn ang="0">
                      <a:pos x="T0" y="T1"/>
                    </a:cxn>
                    <a:cxn ang="0">
                      <a:pos x="T2" y="T3"/>
                    </a:cxn>
                  </a:cxnLst>
                  <a:rect l="0" t="0" r="r" b="b"/>
                  <a:pathLst>
                    <a:path w="20000" h="20000">
                      <a:moveTo>
                        <a:pt x="19866" y="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8103" name="Arc 103"/>
                <p:cNvSpPr>
                  <a:spLocks/>
                </p:cNvSpPr>
                <p:nvPr/>
              </p:nvSpPr>
              <p:spPr bwMode="auto">
                <a:xfrm flipH="1" flipV="1">
                  <a:off x="1872" y="1656"/>
                  <a:ext cx="364" cy="303"/>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8104" name="Arc 104"/>
                <p:cNvSpPr>
                  <a:spLocks/>
                </p:cNvSpPr>
                <p:nvPr/>
              </p:nvSpPr>
              <p:spPr bwMode="auto">
                <a:xfrm flipH="1">
                  <a:off x="1872" y="1362"/>
                  <a:ext cx="364" cy="29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8105" name="Freeform 105"/>
                <p:cNvSpPr>
                  <a:spLocks/>
                </p:cNvSpPr>
                <p:nvPr/>
              </p:nvSpPr>
              <p:spPr bwMode="auto">
                <a:xfrm>
                  <a:off x="2196" y="1960"/>
                  <a:ext cx="257" cy="2"/>
                </a:xfrm>
                <a:custGeom>
                  <a:avLst/>
                  <a:gdLst>
                    <a:gd name="T0" fmla="*/ 19866 w 20000"/>
                    <a:gd name="T1" fmla="*/ 0 h 20000"/>
                    <a:gd name="T2" fmla="*/ 0 w 20000"/>
                    <a:gd name="T3" fmla="*/ 0 h 20000"/>
                  </a:gdLst>
                  <a:ahLst/>
                  <a:cxnLst>
                    <a:cxn ang="0">
                      <a:pos x="T0" y="T1"/>
                    </a:cxn>
                    <a:cxn ang="0">
                      <a:pos x="T2" y="T3"/>
                    </a:cxn>
                  </a:cxnLst>
                  <a:rect l="0" t="0" r="r" b="b"/>
                  <a:pathLst>
                    <a:path w="20000" h="20000">
                      <a:moveTo>
                        <a:pt x="19866" y="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768106" name="Group 106"/>
              <p:cNvGrpSpPr>
                <a:grpSpLocks/>
              </p:cNvGrpSpPr>
              <p:nvPr/>
            </p:nvGrpSpPr>
            <p:grpSpPr bwMode="auto">
              <a:xfrm>
                <a:off x="3249" y="1571"/>
                <a:ext cx="127" cy="263"/>
                <a:chOff x="1872" y="761"/>
                <a:chExt cx="581" cy="1201"/>
              </a:xfrm>
            </p:grpSpPr>
            <p:sp>
              <p:nvSpPr>
                <p:cNvPr id="768107" name="Arc 107"/>
                <p:cNvSpPr>
                  <a:spLocks/>
                </p:cNvSpPr>
                <p:nvPr/>
              </p:nvSpPr>
              <p:spPr bwMode="auto">
                <a:xfrm flipH="1" flipV="1">
                  <a:off x="1872" y="1058"/>
                  <a:ext cx="364" cy="30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8108" name="Arc 108"/>
                <p:cNvSpPr>
                  <a:spLocks/>
                </p:cNvSpPr>
                <p:nvPr/>
              </p:nvSpPr>
              <p:spPr bwMode="auto">
                <a:xfrm flipH="1">
                  <a:off x="1872" y="761"/>
                  <a:ext cx="364" cy="298"/>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8109" name="Freeform 109"/>
                <p:cNvSpPr>
                  <a:spLocks/>
                </p:cNvSpPr>
                <p:nvPr/>
              </p:nvSpPr>
              <p:spPr bwMode="auto">
                <a:xfrm>
                  <a:off x="2200" y="764"/>
                  <a:ext cx="247" cy="2"/>
                </a:xfrm>
                <a:custGeom>
                  <a:avLst/>
                  <a:gdLst>
                    <a:gd name="T0" fmla="*/ 19860 w 20000"/>
                    <a:gd name="T1" fmla="*/ 0 h 20000"/>
                    <a:gd name="T2" fmla="*/ 0 w 20000"/>
                    <a:gd name="T3" fmla="*/ 0 h 20000"/>
                  </a:gdLst>
                  <a:ahLst/>
                  <a:cxnLst>
                    <a:cxn ang="0">
                      <a:pos x="T0" y="T1"/>
                    </a:cxn>
                    <a:cxn ang="0">
                      <a:pos x="T2" y="T3"/>
                    </a:cxn>
                  </a:cxnLst>
                  <a:rect l="0" t="0" r="r" b="b"/>
                  <a:pathLst>
                    <a:path w="20000" h="20000">
                      <a:moveTo>
                        <a:pt x="19860" y="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8110" name="Freeform 110"/>
                <p:cNvSpPr>
                  <a:spLocks/>
                </p:cNvSpPr>
                <p:nvPr/>
              </p:nvSpPr>
              <p:spPr bwMode="auto">
                <a:xfrm>
                  <a:off x="2196" y="1361"/>
                  <a:ext cx="257" cy="2"/>
                </a:xfrm>
                <a:custGeom>
                  <a:avLst/>
                  <a:gdLst>
                    <a:gd name="T0" fmla="*/ 19866 w 20000"/>
                    <a:gd name="T1" fmla="*/ 0 h 20000"/>
                    <a:gd name="T2" fmla="*/ 0 w 20000"/>
                    <a:gd name="T3" fmla="*/ 0 h 20000"/>
                  </a:gdLst>
                  <a:ahLst/>
                  <a:cxnLst>
                    <a:cxn ang="0">
                      <a:pos x="T0" y="T1"/>
                    </a:cxn>
                    <a:cxn ang="0">
                      <a:pos x="T2" y="T3"/>
                    </a:cxn>
                  </a:cxnLst>
                  <a:rect l="0" t="0" r="r" b="b"/>
                  <a:pathLst>
                    <a:path w="20000" h="20000">
                      <a:moveTo>
                        <a:pt x="19866" y="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8111" name="Arc 111"/>
                <p:cNvSpPr>
                  <a:spLocks/>
                </p:cNvSpPr>
                <p:nvPr/>
              </p:nvSpPr>
              <p:spPr bwMode="auto">
                <a:xfrm flipH="1" flipV="1">
                  <a:off x="1872" y="1656"/>
                  <a:ext cx="364" cy="303"/>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8112" name="Arc 112"/>
                <p:cNvSpPr>
                  <a:spLocks/>
                </p:cNvSpPr>
                <p:nvPr/>
              </p:nvSpPr>
              <p:spPr bwMode="auto">
                <a:xfrm flipH="1">
                  <a:off x="1872" y="1362"/>
                  <a:ext cx="364" cy="29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8113" name="Freeform 113"/>
                <p:cNvSpPr>
                  <a:spLocks/>
                </p:cNvSpPr>
                <p:nvPr/>
              </p:nvSpPr>
              <p:spPr bwMode="auto">
                <a:xfrm>
                  <a:off x="2196" y="1960"/>
                  <a:ext cx="257" cy="2"/>
                </a:xfrm>
                <a:custGeom>
                  <a:avLst/>
                  <a:gdLst>
                    <a:gd name="T0" fmla="*/ 19866 w 20000"/>
                    <a:gd name="T1" fmla="*/ 0 h 20000"/>
                    <a:gd name="T2" fmla="*/ 0 w 20000"/>
                    <a:gd name="T3" fmla="*/ 0 h 20000"/>
                  </a:gdLst>
                  <a:ahLst/>
                  <a:cxnLst>
                    <a:cxn ang="0">
                      <a:pos x="T0" y="T1"/>
                    </a:cxn>
                    <a:cxn ang="0">
                      <a:pos x="T2" y="T3"/>
                    </a:cxn>
                  </a:cxnLst>
                  <a:rect l="0" t="0" r="r" b="b"/>
                  <a:pathLst>
                    <a:path w="20000" h="20000">
                      <a:moveTo>
                        <a:pt x="19866" y="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sp>
          <p:nvSpPr>
            <p:cNvPr id="768115" name="Rectangle 115"/>
            <p:cNvSpPr>
              <a:spLocks noChangeArrowheads="1"/>
            </p:cNvSpPr>
            <p:nvPr/>
          </p:nvSpPr>
          <p:spPr bwMode="auto">
            <a:xfrm>
              <a:off x="3697" y="1406"/>
              <a:ext cx="190" cy="1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lnSpc>
                  <a:spcPct val="100000"/>
                </a:lnSpc>
                <a:spcBef>
                  <a:spcPct val="0"/>
                </a:spcBef>
                <a:buClrTx/>
                <a:buSzTx/>
                <a:buFontTx/>
                <a:buNone/>
              </a:pPr>
              <a:r>
                <a:rPr lang="en-US" altLang="en-US" sz="1600" b="0" i="0">
                  <a:latin typeface="FuturaA Md BT" pitchFamily="34" charset="0"/>
                </a:rPr>
                <a:t>64</a:t>
              </a:r>
              <a:endParaRPr lang="en-US" altLang="en-US" sz="2000" b="0" i="0">
                <a:latin typeface="FuturaA Md BT" pitchFamily="34" charset="0"/>
              </a:endParaRPr>
            </a:p>
          </p:txBody>
        </p:sp>
        <p:sp>
          <p:nvSpPr>
            <p:cNvPr id="768116" name="Oval 116"/>
            <p:cNvSpPr>
              <a:spLocks noChangeArrowheads="1"/>
            </p:cNvSpPr>
            <p:nvPr/>
          </p:nvSpPr>
          <p:spPr bwMode="auto">
            <a:xfrm>
              <a:off x="3667" y="1381"/>
              <a:ext cx="215" cy="215"/>
            </a:xfrm>
            <a:prstGeom prst="ellipse">
              <a:avLst/>
            </a:pr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8117" name="Line 117"/>
            <p:cNvSpPr>
              <a:spLocks noChangeShapeType="1"/>
            </p:cNvSpPr>
            <p:nvPr/>
          </p:nvSpPr>
          <p:spPr bwMode="auto">
            <a:xfrm flipH="1">
              <a:off x="3486" y="1490"/>
              <a:ext cx="178" cy="0"/>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nvGrpSpPr>
            <p:cNvPr id="768118" name="Group 118"/>
            <p:cNvGrpSpPr>
              <a:grpSpLocks/>
            </p:cNvGrpSpPr>
            <p:nvPr/>
          </p:nvGrpSpPr>
          <p:grpSpPr bwMode="auto">
            <a:xfrm>
              <a:off x="2900" y="1362"/>
              <a:ext cx="565" cy="263"/>
              <a:chOff x="2811" y="1571"/>
              <a:chExt cx="565" cy="263"/>
            </a:xfrm>
          </p:grpSpPr>
          <p:grpSp>
            <p:nvGrpSpPr>
              <p:cNvPr id="768119" name="Group 119"/>
              <p:cNvGrpSpPr>
                <a:grpSpLocks/>
              </p:cNvGrpSpPr>
              <p:nvPr/>
            </p:nvGrpSpPr>
            <p:grpSpPr bwMode="auto">
              <a:xfrm>
                <a:off x="2811" y="1571"/>
                <a:ext cx="127" cy="263"/>
                <a:chOff x="1872" y="761"/>
                <a:chExt cx="581" cy="1201"/>
              </a:xfrm>
            </p:grpSpPr>
            <p:sp>
              <p:nvSpPr>
                <p:cNvPr id="768120" name="Arc 120"/>
                <p:cNvSpPr>
                  <a:spLocks/>
                </p:cNvSpPr>
                <p:nvPr/>
              </p:nvSpPr>
              <p:spPr bwMode="auto">
                <a:xfrm flipH="1" flipV="1">
                  <a:off x="1872" y="1058"/>
                  <a:ext cx="364" cy="30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8121" name="Arc 121"/>
                <p:cNvSpPr>
                  <a:spLocks/>
                </p:cNvSpPr>
                <p:nvPr/>
              </p:nvSpPr>
              <p:spPr bwMode="auto">
                <a:xfrm flipH="1">
                  <a:off x="1872" y="761"/>
                  <a:ext cx="364" cy="298"/>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8122" name="Freeform 122"/>
                <p:cNvSpPr>
                  <a:spLocks/>
                </p:cNvSpPr>
                <p:nvPr/>
              </p:nvSpPr>
              <p:spPr bwMode="auto">
                <a:xfrm>
                  <a:off x="2200" y="764"/>
                  <a:ext cx="247" cy="2"/>
                </a:xfrm>
                <a:custGeom>
                  <a:avLst/>
                  <a:gdLst>
                    <a:gd name="T0" fmla="*/ 19860 w 20000"/>
                    <a:gd name="T1" fmla="*/ 0 h 20000"/>
                    <a:gd name="T2" fmla="*/ 0 w 20000"/>
                    <a:gd name="T3" fmla="*/ 0 h 20000"/>
                  </a:gdLst>
                  <a:ahLst/>
                  <a:cxnLst>
                    <a:cxn ang="0">
                      <a:pos x="T0" y="T1"/>
                    </a:cxn>
                    <a:cxn ang="0">
                      <a:pos x="T2" y="T3"/>
                    </a:cxn>
                  </a:cxnLst>
                  <a:rect l="0" t="0" r="r" b="b"/>
                  <a:pathLst>
                    <a:path w="20000" h="20000">
                      <a:moveTo>
                        <a:pt x="19860" y="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8123" name="Freeform 123"/>
                <p:cNvSpPr>
                  <a:spLocks/>
                </p:cNvSpPr>
                <p:nvPr/>
              </p:nvSpPr>
              <p:spPr bwMode="auto">
                <a:xfrm>
                  <a:off x="2196" y="1361"/>
                  <a:ext cx="257" cy="2"/>
                </a:xfrm>
                <a:custGeom>
                  <a:avLst/>
                  <a:gdLst>
                    <a:gd name="T0" fmla="*/ 19866 w 20000"/>
                    <a:gd name="T1" fmla="*/ 0 h 20000"/>
                    <a:gd name="T2" fmla="*/ 0 w 20000"/>
                    <a:gd name="T3" fmla="*/ 0 h 20000"/>
                  </a:gdLst>
                  <a:ahLst/>
                  <a:cxnLst>
                    <a:cxn ang="0">
                      <a:pos x="T0" y="T1"/>
                    </a:cxn>
                    <a:cxn ang="0">
                      <a:pos x="T2" y="T3"/>
                    </a:cxn>
                  </a:cxnLst>
                  <a:rect l="0" t="0" r="r" b="b"/>
                  <a:pathLst>
                    <a:path w="20000" h="20000">
                      <a:moveTo>
                        <a:pt x="19866" y="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8124" name="Arc 124"/>
                <p:cNvSpPr>
                  <a:spLocks/>
                </p:cNvSpPr>
                <p:nvPr/>
              </p:nvSpPr>
              <p:spPr bwMode="auto">
                <a:xfrm flipH="1" flipV="1">
                  <a:off x="1872" y="1656"/>
                  <a:ext cx="364" cy="303"/>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8125" name="Arc 125"/>
                <p:cNvSpPr>
                  <a:spLocks/>
                </p:cNvSpPr>
                <p:nvPr/>
              </p:nvSpPr>
              <p:spPr bwMode="auto">
                <a:xfrm flipH="1">
                  <a:off x="1872" y="1362"/>
                  <a:ext cx="364" cy="29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8126" name="Freeform 126"/>
                <p:cNvSpPr>
                  <a:spLocks/>
                </p:cNvSpPr>
                <p:nvPr/>
              </p:nvSpPr>
              <p:spPr bwMode="auto">
                <a:xfrm>
                  <a:off x="2196" y="1960"/>
                  <a:ext cx="257" cy="2"/>
                </a:xfrm>
                <a:custGeom>
                  <a:avLst/>
                  <a:gdLst>
                    <a:gd name="T0" fmla="*/ 19866 w 20000"/>
                    <a:gd name="T1" fmla="*/ 0 h 20000"/>
                    <a:gd name="T2" fmla="*/ 0 w 20000"/>
                    <a:gd name="T3" fmla="*/ 0 h 20000"/>
                  </a:gdLst>
                  <a:ahLst/>
                  <a:cxnLst>
                    <a:cxn ang="0">
                      <a:pos x="T0" y="T1"/>
                    </a:cxn>
                    <a:cxn ang="0">
                      <a:pos x="T2" y="T3"/>
                    </a:cxn>
                  </a:cxnLst>
                  <a:rect l="0" t="0" r="r" b="b"/>
                  <a:pathLst>
                    <a:path w="20000" h="20000">
                      <a:moveTo>
                        <a:pt x="19866" y="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768127" name="Group 127"/>
              <p:cNvGrpSpPr>
                <a:grpSpLocks/>
              </p:cNvGrpSpPr>
              <p:nvPr/>
            </p:nvGrpSpPr>
            <p:grpSpPr bwMode="auto">
              <a:xfrm>
                <a:off x="3021" y="1571"/>
                <a:ext cx="127" cy="263"/>
                <a:chOff x="1872" y="761"/>
                <a:chExt cx="581" cy="1201"/>
              </a:xfrm>
            </p:grpSpPr>
            <p:sp>
              <p:nvSpPr>
                <p:cNvPr id="768128" name="Arc 128"/>
                <p:cNvSpPr>
                  <a:spLocks/>
                </p:cNvSpPr>
                <p:nvPr/>
              </p:nvSpPr>
              <p:spPr bwMode="auto">
                <a:xfrm flipH="1" flipV="1">
                  <a:off x="1872" y="1058"/>
                  <a:ext cx="364" cy="30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8129" name="Arc 129"/>
                <p:cNvSpPr>
                  <a:spLocks/>
                </p:cNvSpPr>
                <p:nvPr/>
              </p:nvSpPr>
              <p:spPr bwMode="auto">
                <a:xfrm flipH="1">
                  <a:off x="1872" y="761"/>
                  <a:ext cx="364" cy="298"/>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8130" name="Freeform 130"/>
                <p:cNvSpPr>
                  <a:spLocks/>
                </p:cNvSpPr>
                <p:nvPr/>
              </p:nvSpPr>
              <p:spPr bwMode="auto">
                <a:xfrm>
                  <a:off x="2200" y="764"/>
                  <a:ext cx="247" cy="2"/>
                </a:xfrm>
                <a:custGeom>
                  <a:avLst/>
                  <a:gdLst>
                    <a:gd name="T0" fmla="*/ 19860 w 20000"/>
                    <a:gd name="T1" fmla="*/ 0 h 20000"/>
                    <a:gd name="T2" fmla="*/ 0 w 20000"/>
                    <a:gd name="T3" fmla="*/ 0 h 20000"/>
                  </a:gdLst>
                  <a:ahLst/>
                  <a:cxnLst>
                    <a:cxn ang="0">
                      <a:pos x="T0" y="T1"/>
                    </a:cxn>
                    <a:cxn ang="0">
                      <a:pos x="T2" y="T3"/>
                    </a:cxn>
                  </a:cxnLst>
                  <a:rect l="0" t="0" r="r" b="b"/>
                  <a:pathLst>
                    <a:path w="20000" h="20000">
                      <a:moveTo>
                        <a:pt x="19860" y="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8131" name="Freeform 131"/>
                <p:cNvSpPr>
                  <a:spLocks/>
                </p:cNvSpPr>
                <p:nvPr/>
              </p:nvSpPr>
              <p:spPr bwMode="auto">
                <a:xfrm>
                  <a:off x="2196" y="1361"/>
                  <a:ext cx="257" cy="2"/>
                </a:xfrm>
                <a:custGeom>
                  <a:avLst/>
                  <a:gdLst>
                    <a:gd name="T0" fmla="*/ 19866 w 20000"/>
                    <a:gd name="T1" fmla="*/ 0 h 20000"/>
                    <a:gd name="T2" fmla="*/ 0 w 20000"/>
                    <a:gd name="T3" fmla="*/ 0 h 20000"/>
                  </a:gdLst>
                  <a:ahLst/>
                  <a:cxnLst>
                    <a:cxn ang="0">
                      <a:pos x="T0" y="T1"/>
                    </a:cxn>
                    <a:cxn ang="0">
                      <a:pos x="T2" y="T3"/>
                    </a:cxn>
                  </a:cxnLst>
                  <a:rect l="0" t="0" r="r" b="b"/>
                  <a:pathLst>
                    <a:path w="20000" h="20000">
                      <a:moveTo>
                        <a:pt x="19866" y="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8132" name="Arc 132"/>
                <p:cNvSpPr>
                  <a:spLocks/>
                </p:cNvSpPr>
                <p:nvPr/>
              </p:nvSpPr>
              <p:spPr bwMode="auto">
                <a:xfrm flipH="1" flipV="1">
                  <a:off x="1872" y="1656"/>
                  <a:ext cx="364" cy="303"/>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8133" name="Arc 133"/>
                <p:cNvSpPr>
                  <a:spLocks/>
                </p:cNvSpPr>
                <p:nvPr/>
              </p:nvSpPr>
              <p:spPr bwMode="auto">
                <a:xfrm flipH="1">
                  <a:off x="1872" y="1362"/>
                  <a:ext cx="364" cy="29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8134" name="Freeform 134"/>
                <p:cNvSpPr>
                  <a:spLocks/>
                </p:cNvSpPr>
                <p:nvPr/>
              </p:nvSpPr>
              <p:spPr bwMode="auto">
                <a:xfrm>
                  <a:off x="2196" y="1960"/>
                  <a:ext cx="257" cy="2"/>
                </a:xfrm>
                <a:custGeom>
                  <a:avLst/>
                  <a:gdLst>
                    <a:gd name="T0" fmla="*/ 19866 w 20000"/>
                    <a:gd name="T1" fmla="*/ 0 h 20000"/>
                    <a:gd name="T2" fmla="*/ 0 w 20000"/>
                    <a:gd name="T3" fmla="*/ 0 h 20000"/>
                  </a:gdLst>
                  <a:ahLst/>
                  <a:cxnLst>
                    <a:cxn ang="0">
                      <a:pos x="T0" y="T1"/>
                    </a:cxn>
                    <a:cxn ang="0">
                      <a:pos x="T2" y="T3"/>
                    </a:cxn>
                  </a:cxnLst>
                  <a:rect l="0" t="0" r="r" b="b"/>
                  <a:pathLst>
                    <a:path w="20000" h="20000">
                      <a:moveTo>
                        <a:pt x="19866" y="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768135" name="Group 135"/>
              <p:cNvGrpSpPr>
                <a:grpSpLocks/>
              </p:cNvGrpSpPr>
              <p:nvPr/>
            </p:nvGrpSpPr>
            <p:grpSpPr bwMode="auto">
              <a:xfrm>
                <a:off x="3249" y="1571"/>
                <a:ext cx="127" cy="263"/>
                <a:chOff x="1872" y="761"/>
                <a:chExt cx="581" cy="1201"/>
              </a:xfrm>
            </p:grpSpPr>
            <p:sp>
              <p:nvSpPr>
                <p:cNvPr id="768136" name="Arc 136"/>
                <p:cNvSpPr>
                  <a:spLocks/>
                </p:cNvSpPr>
                <p:nvPr/>
              </p:nvSpPr>
              <p:spPr bwMode="auto">
                <a:xfrm flipH="1" flipV="1">
                  <a:off x="1872" y="1058"/>
                  <a:ext cx="364" cy="30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8137" name="Arc 137"/>
                <p:cNvSpPr>
                  <a:spLocks/>
                </p:cNvSpPr>
                <p:nvPr/>
              </p:nvSpPr>
              <p:spPr bwMode="auto">
                <a:xfrm flipH="1">
                  <a:off x="1872" y="761"/>
                  <a:ext cx="364" cy="298"/>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8138" name="Freeform 138"/>
                <p:cNvSpPr>
                  <a:spLocks/>
                </p:cNvSpPr>
                <p:nvPr/>
              </p:nvSpPr>
              <p:spPr bwMode="auto">
                <a:xfrm>
                  <a:off x="2200" y="764"/>
                  <a:ext cx="247" cy="2"/>
                </a:xfrm>
                <a:custGeom>
                  <a:avLst/>
                  <a:gdLst>
                    <a:gd name="T0" fmla="*/ 19860 w 20000"/>
                    <a:gd name="T1" fmla="*/ 0 h 20000"/>
                    <a:gd name="T2" fmla="*/ 0 w 20000"/>
                    <a:gd name="T3" fmla="*/ 0 h 20000"/>
                  </a:gdLst>
                  <a:ahLst/>
                  <a:cxnLst>
                    <a:cxn ang="0">
                      <a:pos x="T0" y="T1"/>
                    </a:cxn>
                    <a:cxn ang="0">
                      <a:pos x="T2" y="T3"/>
                    </a:cxn>
                  </a:cxnLst>
                  <a:rect l="0" t="0" r="r" b="b"/>
                  <a:pathLst>
                    <a:path w="20000" h="20000">
                      <a:moveTo>
                        <a:pt x="19860" y="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8139" name="Freeform 139"/>
                <p:cNvSpPr>
                  <a:spLocks/>
                </p:cNvSpPr>
                <p:nvPr/>
              </p:nvSpPr>
              <p:spPr bwMode="auto">
                <a:xfrm>
                  <a:off x="2196" y="1361"/>
                  <a:ext cx="257" cy="2"/>
                </a:xfrm>
                <a:custGeom>
                  <a:avLst/>
                  <a:gdLst>
                    <a:gd name="T0" fmla="*/ 19866 w 20000"/>
                    <a:gd name="T1" fmla="*/ 0 h 20000"/>
                    <a:gd name="T2" fmla="*/ 0 w 20000"/>
                    <a:gd name="T3" fmla="*/ 0 h 20000"/>
                  </a:gdLst>
                  <a:ahLst/>
                  <a:cxnLst>
                    <a:cxn ang="0">
                      <a:pos x="T0" y="T1"/>
                    </a:cxn>
                    <a:cxn ang="0">
                      <a:pos x="T2" y="T3"/>
                    </a:cxn>
                  </a:cxnLst>
                  <a:rect l="0" t="0" r="r" b="b"/>
                  <a:pathLst>
                    <a:path w="20000" h="20000">
                      <a:moveTo>
                        <a:pt x="19866" y="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8140" name="Arc 140"/>
                <p:cNvSpPr>
                  <a:spLocks/>
                </p:cNvSpPr>
                <p:nvPr/>
              </p:nvSpPr>
              <p:spPr bwMode="auto">
                <a:xfrm flipH="1" flipV="1">
                  <a:off x="1872" y="1656"/>
                  <a:ext cx="364" cy="303"/>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8141" name="Arc 141"/>
                <p:cNvSpPr>
                  <a:spLocks/>
                </p:cNvSpPr>
                <p:nvPr/>
              </p:nvSpPr>
              <p:spPr bwMode="auto">
                <a:xfrm flipH="1">
                  <a:off x="1872" y="1362"/>
                  <a:ext cx="364" cy="29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68142" name="Freeform 142"/>
                <p:cNvSpPr>
                  <a:spLocks/>
                </p:cNvSpPr>
                <p:nvPr/>
              </p:nvSpPr>
              <p:spPr bwMode="auto">
                <a:xfrm>
                  <a:off x="2196" y="1960"/>
                  <a:ext cx="257" cy="2"/>
                </a:xfrm>
                <a:custGeom>
                  <a:avLst/>
                  <a:gdLst>
                    <a:gd name="T0" fmla="*/ 19866 w 20000"/>
                    <a:gd name="T1" fmla="*/ 0 h 20000"/>
                    <a:gd name="T2" fmla="*/ 0 w 20000"/>
                    <a:gd name="T3" fmla="*/ 0 h 20000"/>
                  </a:gdLst>
                  <a:ahLst/>
                  <a:cxnLst>
                    <a:cxn ang="0">
                      <a:pos x="T0" y="T1"/>
                    </a:cxn>
                    <a:cxn ang="0">
                      <a:pos x="T2" y="T3"/>
                    </a:cxn>
                  </a:cxnLst>
                  <a:rect l="0" t="0" r="r" b="b"/>
                  <a:pathLst>
                    <a:path w="20000" h="20000">
                      <a:moveTo>
                        <a:pt x="19866" y="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sp>
          <p:nvSpPr>
            <p:cNvPr id="768143" name="Rectangle 143"/>
            <p:cNvSpPr>
              <a:spLocks noChangeArrowheads="1"/>
            </p:cNvSpPr>
            <p:nvPr/>
          </p:nvSpPr>
          <p:spPr bwMode="auto">
            <a:xfrm>
              <a:off x="1340" y="2467"/>
              <a:ext cx="345" cy="114"/>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68144" name="Rectangle 144"/>
            <p:cNvSpPr>
              <a:spLocks noChangeArrowheads="1"/>
            </p:cNvSpPr>
            <p:nvPr/>
          </p:nvSpPr>
          <p:spPr bwMode="auto">
            <a:xfrm>
              <a:off x="3592" y="3844"/>
              <a:ext cx="512" cy="1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lnSpc>
                  <a:spcPct val="100000"/>
                </a:lnSpc>
                <a:spcBef>
                  <a:spcPct val="0"/>
                </a:spcBef>
                <a:buClrTx/>
                <a:buSzTx/>
                <a:buFontTx/>
                <a:buNone/>
              </a:pPr>
              <a:r>
                <a:rPr lang="en-US" altLang="en-US" sz="2000" b="0" i="0">
                  <a:latin typeface="FuturaA Md BT" pitchFamily="34" charset="0"/>
                </a:rPr>
                <a:t>3.3kV</a:t>
              </a:r>
            </a:p>
          </p:txBody>
        </p:sp>
      </p:grpSp>
    </p:spTree>
    <p:extLst>
      <p:ext uri="{BB962C8B-B14F-4D97-AF65-F5344CB8AC3E}">
        <p14:creationId xmlns:p14="http://schemas.microsoft.com/office/powerpoint/2010/main" val="247746392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0050" name="Rectangle 2"/>
          <p:cNvSpPr>
            <a:spLocks noGrp="1" noChangeArrowheads="1"/>
          </p:cNvSpPr>
          <p:nvPr>
            <p:ph type="title"/>
          </p:nvPr>
        </p:nvSpPr>
        <p:spPr/>
        <p:txBody>
          <a:bodyPr/>
          <a:lstStyle/>
          <a:p>
            <a:r>
              <a:rPr lang="fr-FR" altLang="en-US"/>
              <a:t>Above 5MVA</a:t>
            </a:r>
          </a:p>
        </p:txBody>
      </p:sp>
      <p:grpSp>
        <p:nvGrpSpPr>
          <p:cNvPr id="770200" name="Group 152"/>
          <p:cNvGrpSpPr>
            <a:grpSpLocks/>
          </p:cNvGrpSpPr>
          <p:nvPr/>
        </p:nvGrpSpPr>
        <p:grpSpPr bwMode="auto">
          <a:xfrm>
            <a:off x="2620963" y="1014412"/>
            <a:ext cx="4960937" cy="5114925"/>
            <a:chOff x="1651" y="639"/>
            <a:chExt cx="3125" cy="3222"/>
          </a:xfrm>
        </p:grpSpPr>
        <p:sp>
          <p:nvSpPr>
            <p:cNvPr id="770055" name="Oval 7"/>
            <p:cNvSpPr>
              <a:spLocks noChangeArrowheads="1"/>
            </p:cNvSpPr>
            <p:nvPr/>
          </p:nvSpPr>
          <p:spPr bwMode="auto">
            <a:xfrm>
              <a:off x="2266" y="2296"/>
              <a:ext cx="346" cy="347"/>
            </a:xfrm>
            <a:prstGeom prst="ellipse">
              <a:avLst/>
            </a:pr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nvGrpSpPr>
            <p:cNvPr id="770056" name="Group 8"/>
            <p:cNvGrpSpPr>
              <a:grpSpLocks/>
            </p:cNvGrpSpPr>
            <p:nvPr/>
          </p:nvGrpSpPr>
          <p:grpSpPr bwMode="auto">
            <a:xfrm>
              <a:off x="2389" y="1445"/>
              <a:ext cx="115" cy="243"/>
              <a:chOff x="0" y="0"/>
              <a:chExt cx="20000" cy="19999"/>
            </a:xfrm>
          </p:grpSpPr>
          <p:sp>
            <p:nvSpPr>
              <p:cNvPr id="770057" name="Arc 9"/>
              <p:cNvSpPr>
                <a:spLocks/>
              </p:cNvSpPr>
              <p:nvPr/>
            </p:nvSpPr>
            <p:spPr bwMode="auto">
              <a:xfrm flipH="1" flipV="1">
                <a:off x="0" y="5099"/>
                <a:ext cx="12522" cy="4929"/>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70058" name="Arc 10"/>
              <p:cNvSpPr>
                <a:spLocks/>
              </p:cNvSpPr>
              <p:nvPr/>
            </p:nvSpPr>
            <p:spPr bwMode="auto">
              <a:xfrm flipH="1">
                <a:off x="0" y="0"/>
                <a:ext cx="12522" cy="487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70059" name="Freeform 11"/>
              <p:cNvSpPr>
                <a:spLocks/>
              </p:cNvSpPr>
              <p:nvPr/>
            </p:nvSpPr>
            <p:spPr bwMode="auto">
              <a:xfrm>
                <a:off x="11394" y="0"/>
                <a:ext cx="8487" cy="28"/>
              </a:xfrm>
              <a:custGeom>
                <a:avLst/>
                <a:gdLst>
                  <a:gd name="T0" fmla="*/ 19860 w 20000"/>
                  <a:gd name="T1" fmla="*/ 0 h 20000"/>
                  <a:gd name="T2" fmla="*/ 0 w 20000"/>
                  <a:gd name="T3" fmla="*/ 0 h 20000"/>
                </a:gdLst>
                <a:ahLst/>
                <a:cxnLst>
                  <a:cxn ang="0">
                    <a:pos x="T0" y="T1"/>
                  </a:cxn>
                  <a:cxn ang="0">
                    <a:pos x="T2" y="T3"/>
                  </a:cxn>
                </a:cxnLst>
                <a:rect l="0" t="0" r="r" b="b"/>
                <a:pathLst>
                  <a:path w="20000" h="20000">
                    <a:moveTo>
                      <a:pt x="19860" y="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70060" name="Freeform 12"/>
              <p:cNvSpPr>
                <a:spLocks/>
              </p:cNvSpPr>
              <p:nvPr/>
            </p:nvSpPr>
            <p:spPr bwMode="auto">
              <a:xfrm>
                <a:off x="11157" y="9971"/>
                <a:ext cx="8843" cy="29"/>
              </a:xfrm>
              <a:custGeom>
                <a:avLst/>
                <a:gdLst>
                  <a:gd name="T0" fmla="*/ 19866 w 20000"/>
                  <a:gd name="T1" fmla="*/ 0 h 20000"/>
                  <a:gd name="T2" fmla="*/ 0 w 20000"/>
                  <a:gd name="T3" fmla="*/ 0 h 20000"/>
                </a:gdLst>
                <a:ahLst/>
                <a:cxnLst>
                  <a:cxn ang="0">
                    <a:pos x="T0" y="T1"/>
                  </a:cxn>
                  <a:cxn ang="0">
                    <a:pos x="T2" y="T3"/>
                  </a:cxn>
                </a:cxnLst>
                <a:rect l="0" t="0" r="r" b="b"/>
                <a:pathLst>
                  <a:path w="20000" h="20000">
                    <a:moveTo>
                      <a:pt x="19866" y="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70061" name="Arc 13"/>
              <p:cNvSpPr>
                <a:spLocks/>
              </p:cNvSpPr>
              <p:nvPr/>
            </p:nvSpPr>
            <p:spPr bwMode="auto">
              <a:xfrm flipH="1" flipV="1">
                <a:off x="0" y="15042"/>
                <a:ext cx="12522" cy="495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70062" name="Arc 14"/>
              <p:cNvSpPr>
                <a:spLocks/>
              </p:cNvSpPr>
              <p:nvPr/>
            </p:nvSpPr>
            <p:spPr bwMode="auto">
              <a:xfrm flipH="1">
                <a:off x="0" y="10028"/>
                <a:ext cx="12522" cy="487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70063" name="Freeform 15"/>
              <p:cNvSpPr>
                <a:spLocks/>
              </p:cNvSpPr>
              <p:nvPr/>
            </p:nvSpPr>
            <p:spPr bwMode="auto">
              <a:xfrm>
                <a:off x="11157" y="19914"/>
                <a:ext cx="8843" cy="28"/>
              </a:xfrm>
              <a:custGeom>
                <a:avLst/>
                <a:gdLst>
                  <a:gd name="T0" fmla="*/ 19866 w 20000"/>
                  <a:gd name="T1" fmla="*/ 0 h 20000"/>
                  <a:gd name="T2" fmla="*/ 0 w 20000"/>
                  <a:gd name="T3" fmla="*/ 0 h 20000"/>
                </a:gdLst>
                <a:ahLst/>
                <a:cxnLst>
                  <a:cxn ang="0">
                    <a:pos x="T0" y="T1"/>
                  </a:cxn>
                  <a:cxn ang="0">
                    <a:pos x="T2" y="T3"/>
                  </a:cxn>
                </a:cxnLst>
                <a:rect l="0" t="0" r="r" b="b"/>
                <a:pathLst>
                  <a:path w="20000" h="20000">
                    <a:moveTo>
                      <a:pt x="19866" y="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770064" name="Oval 16"/>
            <p:cNvSpPr>
              <a:spLocks noChangeArrowheads="1"/>
            </p:cNvSpPr>
            <p:nvPr/>
          </p:nvSpPr>
          <p:spPr bwMode="auto">
            <a:xfrm>
              <a:off x="2263" y="1989"/>
              <a:ext cx="346" cy="345"/>
            </a:xfrm>
            <a:prstGeom prst="ellipse">
              <a:avLst/>
            </a:pr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70065" name="Line 17"/>
            <p:cNvSpPr>
              <a:spLocks noChangeShapeType="1"/>
            </p:cNvSpPr>
            <p:nvPr/>
          </p:nvSpPr>
          <p:spPr bwMode="auto">
            <a:xfrm>
              <a:off x="4170" y="2420"/>
              <a:ext cx="0" cy="157"/>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70066" name="Line 18"/>
            <p:cNvSpPr>
              <a:spLocks noChangeShapeType="1"/>
            </p:cNvSpPr>
            <p:nvPr/>
          </p:nvSpPr>
          <p:spPr bwMode="auto">
            <a:xfrm>
              <a:off x="4227" y="2481"/>
              <a:ext cx="0" cy="39"/>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70067" name="Rectangle 19"/>
            <p:cNvSpPr>
              <a:spLocks noChangeArrowheads="1"/>
            </p:cNvSpPr>
            <p:nvPr/>
          </p:nvSpPr>
          <p:spPr bwMode="auto">
            <a:xfrm>
              <a:off x="2271" y="639"/>
              <a:ext cx="366" cy="15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lnSpc>
                  <a:spcPct val="100000"/>
                </a:lnSpc>
                <a:spcBef>
                  <a:spcPct val="0"/>
                </a:spcBef>
                <a:buClrTx/>
                <a:buSzTx/>
                <a:buFontTx/>
                <a:buNone/>
              </a:pPr>
              <a:r>
                <a:rPr lang="en-GB" altLang="en-US" sz="1600" b="0" i="0">
                  <a:latin typeface="FuturaA Md BT" pitchFamily="34" charset="0"/>
                </a:rPr>
                <a:t>33KV</a:t>
              </a:r>
            </a:p>
          </p:txBody>
        </p:sp>
        <p:sp>
          <p:nvSpPr>
            <p:cNvPr id="770069" name="Rectangle 21"/>
            <p:cNvSpPr>
              <a:spLocks noChangeArrowheads="1"/>
            </p:cNvSpPr>
            <p:nvPr/>
          </p:nvSpPr>
          <p:spPr bwMode="auto">
            <a:xfrm>
              <a:off x="3197" y="1121"/>
              <a:ext cx="176" cy="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lnSpc>
                  <a:spcPct val="100000"/>
                </a:lnSpc>
                <a:spcBef>
                  <a:spcPct val="0"/>
                </a:spcBef>
                <a:buClrTx/>
                <a:buSzTx/>
                <a:buFontTx/>
                <a:buNone/>
              </a:pPr>
              <a:r>
                <a:rPr lang="en-GB" altLang="en-US" sz="1600" b="0" i="0">
                  <a:latin typeface="FuturaA Md BT" pitchFamily="34" charset="0"/>
                </a:rPr>
                <a:t>50</a:t>
              </a:r>
            </a:p>
          </p:txBody>
        </p:sp>
        <p:sp>
          <p:nvSpPr>
            <p:cNvPr id="770070" name="Rectangle 22"/>
            <p:cNvSpPr>
              <a:spLocks noChangeArrowheads="1"/>
            </p:cNvSpPr>
            <p:nvPr/>
          </p:nvSpPr>
          <p:spPr bwMode="auto">
            <a:xfrm>
              <a:off x="2904" y="1115"/>
              <a:ext cx="184" cy="1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lnSpc>
                  <a:spcPct val="100000"/>
                </a:lnSpc>
                <a:spcBef>
                  <a:spcPct val="0"/>
                </a:spcBef>
                <a:buClrTx/>
                <a:buSzTx/>
                <a:buFontTx/>
                <a:buNone/>
              </a:pPr>
              <a:r>
                <a:rPr lang="en-GB" altLang="en-US" sz="1600" b="0" i="0">
                  <a:latin typeface="FuturaA Md BT" pitchFamily="34" charset="0"/>
                </a:rPr>
                <a:t>51</a:t>
              </a:r>
            </a:p>
          </p:txBody>
        </p:sp>
        <p:sp>
          <p:nvSpPr>
            <p:cNvPr id="770071" name="Rectangle 23"/>
            <p:cNvSpPr>
              <a:spLocks noChangeArrowheads="1"/>
            </p:cNvSpPr>
            <p:nvPr/>
          </p:nvSpPr>
          <p:spPr bwMode="auto">
            <a:xfrm>
              <a:off x="1777" y="1316"/>
              <a:ext cx="407" cy="17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lnSpc>
                  <a:spcPct val="100000"/>
                </a:lnSpc>
                <a:spcBef>
                  <a:spcPct val="0"/>
                </a:spcBef>
                <a:buClrTx/>
                <a:buSzTx/>
                <a:buFontTx/>
                <a:buNone/>
              </a:pPr>
              <a:r>
                <a:rPr lang="en-GB" altLang="en-US" sz="1600" b="0" i="0">
                  <a:latin typeface="FuturaA Md BT" pitchFamily="34" charset="0"/>
                </a:rPr>
                <a:t>200/5</a:t>
              </a:r>
            </a:p>
          </p:txBody>
        </p:sp>
        <p:sp>
          <p:nvSpPr>
            <p:cNvPr id="770072" name="Rectangle 24"/>
            <p:cNvSpPr>
              <a:spLocks noChangeArrowheads="1"/>
            </p:cNvSpPr>
            <p:nvPr/>
          </p:nvSpPr>
          <p:spPr bwMode="auto">
            <a:xfrm>
              <a:off x="3276" y="1844"/>
              <a:ext cx="597" cy="1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nSpc>
                  <a:spcPct val="80000"/>
                </a:lnSpc>
                <a:spcBef>
                  <a:spcPct val="0"/>
                </a:spcBef>
                <a:buClrTx/>
                <a:buSzTx/>
                <a:buFontTx/>
                <a:buNone/>
              </a:pPr>
              <a:r>
                <a:rPr lang="en-GB" altLang="en-US" sz="1600" b="0" i="0">
                  <a:latin typeface="FuturaA Md BT" pitchFamily="34" charset="0"/>
                </a:rPr>
                <a:t>P120</a:t>
              </a:r>
            </a:p>
          </p:txBody>
        </p:sp>
        <p:sp>
          <p:nvSpPr>
            <p:cNvPr id="770073" name="Rectangle 25"/>
            <p:cNvSpPr>
              <a:spLocks noChangeArrowheads="1"/>
            </p:cNvSpPr>
            <p:nvPr/>
          </p:nvSpPr>
          <p:spPr bwMode="auto">
            <a:xfrm>
              <a:off x="1651" y="1971"/>
              <a:ext cx="572" cy="36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lnSpc>
                  <a:spcPct val="100000"/>
                </a:lnSpc>
                <a:spcBef>
                  <a:spcPct val="0"/>
                </a:spcBef>
                <a:buClrTx/>
                <a:buSzTx/>
                <a:buFontTx/>
                <a:buNone/>
              </a:pPr>
              <a:r>
                <a:rPr lang="en-GB" altLang="en-US" sz="1600" b="0" i="0">
                  <a:latin typeface="FuturaA Md BT" pitchFamily="34" charset="0"/>
                </a:rPr>
                <a:t>10MVA</a:t>
              </a:r>
            </a:p>
            <a:p>
              <a:pPr algn="l">
                <a:lnSpc>
                  <a:spcPct val="100000"/>
                </a:lnSpc>
                <a:spcBef>
                  <a:spcPct val="0"/>
                </a:spcBef>
                <a:buClrTx/>
                <a:buSzTx/>
                <a:buFontTx/>
                <a:buNone/>
              </a:pPr>
              <a:r>
                <a:rPr lang="en-GB" altLang="en-US" sz="1600" b="0" i="0">
                  <a:latin typeface="FuturaA Md BT" pitchFamily="34" charset="0"/>
                </a:rPr>
                <a:t>33/11KV</a:t>
              </a:r>
            </a:p>
          </p:txBody>
        </p:sp>
        <p:sp>
          <p:nvSpPr>
            <p:cNvPr id="770074" name="Rectangle 26"/>
            <p:cNvSpPr>
              <a:spLocks noChangeArrowheads="1"/>
            </p:cNvSpPr>
            <p:nvPr/>
          </p:nvSpPr>
          <p:spPr bwMode="auto">
            <a:xfrm>
              <a:off x="3518" y="2090"/>
              <a:ext cx="198" cy="14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lnSpc>
                  <a:spcPct val="100000"/>
                </a:lnSpc>
                <a:spcBef>
                  <a:spcPct val="0"/>
                </a:spcBef>
                <a:buClrTx/>
                <a:buSzTx/>
                <a:buFontTx/>
                <a:buNone/>
              </a:pPr>
              <a:r>
                <a:rPr lang="en-GB" altLang="en-US" sz="1300" b="0" i="0">
                  <a:latin typeface="FuturaA Md BT" pitchFamily="34" charset="0"/>
                </a:rPr>
                <a:t>51</a:t>
              </a:r>
            </a:p>
          </p:txBody>
        </p:sp>
        <p:sp>
          <p:nvSpPr>
            <p:cNvPr id="770075" name="Rectangle 27"/>
            <p:cNvSpPr>
              <a:spLocks noChangeArrowheads="1"/>
            </p:cNvSpPr>
            <p:nvPr/>
          </p:nvSpPr>
          <p:spPr bwMode="auto">
            <a:xfrm>
              <a:off x="3541" y="2180"/>
              <a:ext cx="108" cy="12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nSpc>
                  <a:spcPct val="100000"/>
                </a:lnSpc>
                <a:spcBef>
                  <a:spcPct val="0"/>
                </a:spcBef>
                <a:buClrTx/>
                <a:buSzTx/>
                <a:buFontTx/>
                <a:buNone/>
              </a:pPr>
              <a:r>
                <a:rPr lang="en-GB" altLang="en-US" sz="1300" b="0" i="0">
                  <a:latin typeface="FuturaA Md BT" pitchFamily="34" charset="0"/>
                </a:rPr>
                <a:t>N</a:t>
              </a:r>
              <a:endParaRPr lang="en-GB" altLang="en-US" sz="1400" b="0" i="0">
                <a:latin typeface="FuturaA Md BT" pitchFamily="34" charset="0"/>
              </a:endParaRPr>
            </a:p>
          </p:txBody>
        </p:sp>
        <p:sp>
          <p:nvSpPr>
            <p:cNvPr id="770076" name="Rectangle 28"/>
            <p:cNvSpPr>
              <a:spLocks noChangeArrowheads="1"/>
            </p:cNvSpPr>
            <p:nvPr/>
          </p:nvSpPr>
          <p:spPr bwMode="auto">
            <a:xfrm>
              <a:off x="4582" y="2212"/>
              <a:ext cx="194" cy="16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lnSpc>
                  <a:spcPct val="100000"/>
                </a:lnSpc>
                <a:spcBef>
                  <a:spcPct val="0"/>
                </a:spcBef>
                <a:buClrTx/>
                <a:buSzTx/>
                <a:buFontTx/>
                <a:buNone/>
              </a:pPr>
              <a:r>
                <a:rPr lang="en-GB" altLang="en-US" sz="1600" b="0" i="0">
                  <a:latin typeface="FuturaA Md BT" pitchFamily="34" charset="0"/>
                </a:rPr>
                <a:t>87</a:t>
              </a:r>
            </a:p>
          </p:txBody>
        </p:sp>
        <p:sp>
          <p:nvSpPr>
            <p:cNvPr id="770077" name="Rectangle 29"/>
            <p:cNvSpPr>
              <a:spLocks noChangeArrowheads="1"/>
            </p:cNvSpPr>
            <p:nvPr/>
          </p:nvSpPr>
          <p:spPr bwMode="auto">
            <a:xfrm>
              <a:off x="3076" y="2291"/>
              <a:ext cx="410" cy="1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lnSpc>
                  <a:spcPct val="100000"/>
                </a:lnSpc>
                <a:spcBef>
                  <a:spcPct val="0"/>
                </a:spcBef>
                <a:buClrTx/>
                <a:buSzTx/>
                <a:buFontTx/>
                <a:buNone/>
              </a:pPr>
              <a:r>
                <a:rPr lang="en-GB" altLang="en-US" sz="1600" b="0" i="0">
                  <a:latin typeface="FuturaA Md BT" pitchFamily="34" charset="0"/>
                </a:rPr>
                <a:t>600/5</a:t>
              </a:r>
            </a:p>
          </p:txBody>
        </p:sp>
        <p:sp>
          <p:nvSpPr>
            <p:cNvPr id="770080" name="Rectangle 32"/>
            <p:cNvSpPr>
              <a:spLocks noChangeArrowheads="1"/>
            </p:cNvSpPr>
            <p:nvPr/>
          </p:nvSpPr>
          <p:spPr bwMode="auto">
            <a:xfrm>
              <a:off x="3517" y="2752"/>
              <a:ext cx="182" cy="1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lnSpc>
                  <a:spcPct val="100000"/>
                </a:lnSpc>
                <a:spcBef>
                  <a:spcPct val="0"/>
                </a:spcBef>
                <a:buClrTx/>
                <a:buSzTx/>
                <a:buFontTx/>
                <a:buNone/>
              </a:pPr>
              <a:r>
                <a:rPr lang="en-GB" altLang="en-US" sz="1600" b="0" i="0">
                  <a:latin typeface="FuturaA Md BT" pitchFamily="34" charset="0"/>
                </a:rPr>
                <a:t>64</a:t>
              </a:r>
            </a:p>
          </p:txBody>
        </p:sp>
        <p:sp>
          <p:nvSpPr>
            <p:cNvPr id="770081" name="Rectangle 33"/>
            <p:cNvSpPr>
              <a:spLocks noChangeArrowheads="1"/>
            </p:cNvSpPr>
            <p:nvPr/>
          </p:nvSpPr>
          <p:spPr bwMode="auto">
            <a:xfrm>
              <a:off x="1787" y="3254"/>
              <a:ext cx="403" cy="17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lnSpc>
                  <a:spcPct val="100000"/>
                </a:lnSpc>
                <a:spcBef>
                  <a:spcPct val="0"/>
                </a:spcBef>
                <a:buClrTx/>
                <a:buSzTx/>
                <a:buFontTx/>
                <a:buNone/>
              </a:pPr>
              <a:r>
                <a:rPr lang="en-GB" altLang="en-US" sz="1600" b="0" i="0">
                  <a:latin typeface="FuturaA Md BT" pitchFamily="34" charset="0"/>
                </a:rPr>
                <a:t>600/5</a:t>
              </a:r>
            </a:p>
          </p:txBody>
        </p:sp>
        <p:sp>
          <p:nvSpPr>
            <p:cNvPr id="770082" name="Rectangle 34"/>
            <p:cNvSpPr>
              <a:spLocks noChangeArrowheads="1"/>
            </p:cNvSpPr>
            <p:nvPr/>
          </p:nvSpPr>
          <p:spPr bwMode="auto">
            <a:xfrm>
              <a:off x="3523" y="3440"/>
              <a:ext cx="344" cy="1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lnSpc>
                  <a:spcPct val="100000"/>
                </a:lnSpc>
                <a:spcBef>
                  <a:spcPct val="0"/>
                </a:spcBef>
                <a:buClrTx/>
                <a:buSzTx/>
                <a:buFontTx/>
                <a:buNone/>
              </a:pPr>
              <a:r>
                <a:rPr lang="en-GB" altLang="en-US" sz="1600" b="0" i="0">
                  <a:latin typeface="FuturaA Md BT" pitchFamily="34" charset="0"/>
                </a:rPr>
                <a:t>5/5A</a:t>
              </a:r>
            </a:p>
          </p:txBody>
        </p:sp>
        <p:sp>
          <p:nvSpPr>
            <p:cNvPr id="770083" name="Line 35"/>
            <p:cNvSpPr>
              <a:spLocks noChangeShapeType="1"/>
            </p:cNvSpPr>
            <p:nvPr/>
          </p:nvSpPr>
          <p:spPr bwMode="auto">
            <a:xfrm>
              <a:off x="2043" y="804"/>
              <a:ext cx="741" cy="0"/>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70084" name="Line 36"/>
            <p:cNvSpPr>
              <a:spLocks noChangeShapeType="1"/>
            </p:cNvSpPr>
            <p:nvPr/>
          </p:nvSpPr>
          <p:spPr bwMode="auto">
            <a:xfrm>
              <a:off x="2438" y="804"/>
              <a:ext cx="0" cy="1185"/>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70085" name="Line 37"/>
            <p:cNvSpPr>
              <a:spLocks noChangeShapeType="1"/>
            </p:cNvSpPr>
            <p:nvPr/>
          </p:nvSpPr>
          <p:spPr bwMode="auto">
            <a:xfrm flipV="1">
              <a:off x="2438" y="2642"/>
              <a:ext cx="0" cy="1219"/>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nvGrpSpPr>
            <p:cNvPr id="770086" name="Group 38"/>
            <p:cNvGrpSpPr>
              <a:grpSpLocks/>
            </p:cNvGrpSpPr>
            <p:nvPr/>
          </p:nvGrpSpPr>
          <p:grpSpPr bwMode="auto">
            <a:xfrm>
              <a:off x="2586" y="1445"/>
              <a:ext cx="116" cy="243"/>
              <a:chOff x="0" y="0"/>
              <a:chExt cx="20000" cy="19999"/>
            </a:xfrm>
          </p:grpSpPr>
          <p:sp>
            <p:nvSpPr>
              <p:cNvPr id="770087" name="Arc 39"/>
              <p:cNvSpPr>
                <a:spLocks/>
              </p:cNvSpPr>
              <p:nvPr/>
            </p:nvSpPr>
            <p:spPr bwMode="auto">
              <a:xfrm flipH="1" flipV="1">
                <a:off x="0" y="5099"/>
                <a:ext cx="12522" cy="4929"/>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70088" name="Arc 40"/>
              <p:cNvSpPr>
                <a:spLocks/>
              </p:cNvSpPr>
              <p:nvPr/>
            </p:nvSpPr>
            <p:spPr bwMode="auto">
              <a:xfrm flipH="1">
                <a:off x="0" y="0"/>
                <a:ext cx="12522" cy="487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70089" name="Freeform 41"/>
              <p:cNvSpPr>
                <a:spLocks/>
              </p:cNvSpPr>
              <p:nvPr/>
            </p:nvSpPr>
            <p:spPr bwMode="auto">
              <a:xfrm>
                <a:off x="11394" y="0"/>
                <a:ext cx="8487" cy="28"/>
              </a:xfrm>
              <a:custGeom>
                <a:avLst/>
                <a:gdLst>
                  <a:gd name="T0" fmla="*/ 19860 w 20000"/>
                  <a:gd name="T1" fmla="*/ 0 h 20000"/>
                  <a:gd name="T2" fmla="*/ 0 w 20000"/>
                  <a:gd name="T3" fmla="*/ 0 h 20000"/>
                </a:gdLst>
                <a:ahLst/>
                <a:cxnLst>
                  <a:cxn ang="0">
                    <a:pos x="T0" y="T1"/>
                  </a:cxn>
                  <a:cxn ang="0">
                    <a:pos x="T2" y="T3"/>
                  </a:cxn>
                </a:cxnLst>
                <a:rect l="0" t="0" r="r" b="b"/>
                <a:pathLst>
                  <a:path w="20000" h="20000">
                    <a:moveTo>
                      <a:pt x="19860" y="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70090" name="Freeform 42"/>
              <p:cNvSpPr>
                <a:spLocks/>
              </p:cNvSpPr>
              <p:nvPr/>
            </p:nvSpPr>
            <p:spPr bwMode="auto">
              <a:xfrm>
                <a:off x="11157" y="9971"/>
                <a:ext cx="8843" cy="29"/>
              </a:xfrm>
              <a:custGeom>
                <a:avLst/>
                <a:gdLst>
                  <a:gd name="T0" fmla="*/ 19866 w 20000"/>
                  <a:gd name="T1" fmla="*/ 0 h 20000"/>
                  <a:gd name="T2" fmla="*/ 0 w 20000"/>
                  <a:gd name="T3" fmla="*/ 0 h 20000"/>
                </a:gdLst>
                <a:ahLst/>
                <a:cxnLst>
                  <a:cxn ang="0">
                    <a:pos x="T0" y="T1"/>
                  </a:cxn>
                  <a:cxn ang="0">
                    <a:pos x="T2" y="T3"/>
                  </a:cxn>
                </a:cxnLst>
                <a:rect l="0" t="0" r="r" b="b"/>
                <a:pathLst>
                  <a:path w="20000" h="20000">
                    <a:moveTo>
                      <a:pt x="19866" y="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70091" name="Arc 43"/>
              <p:cNvSpPr>
                <a:spLocks/>
              </p:cNvSpPr>
              <p:nvPr/>
            </p:nvSpPr>
            <p:spPr bwMode="auto">
              <a:xfrm flipH="1" flipV="1">
                <a:off x="0" y="15042"/>
                <a:ext cx="12522" cy="495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70092" name="Arc 44"/>
              <p:cNvSpPr>
                <a:spLocks/>
              </p:cNvSpPr>
              <p:nvPr/>
            </p:nvSpPr>
            <p:spPr bwMode="auto">
              <a:xfrm flipH="1">
                <a:off x="0" y="10028"/>
                <a:ext cx="12522" cy="487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70093" name="Freeform 45"/>
              <p:cNvSpPr>
                <a:spLocks/>
              </p:cNvSpPr>
              <p:nvPr/>
            </p:nvSpPr>
            <p:spPr bwMode="auto">
              <a:xfrm>
                <a:off x="11157" y="19914"/>
                <a:ext cx="8843" cy="28"/>
              </a:xfrm>
              <a:custGeom>
                <a:avLst/>
                <a:gdLst>
                  <a:gd name="T0" fmla="*/ 19866 w 20000"/>
                  <a:gd name="T1" fmla="*/ 0 h 20000"/>
                  <a:gd name="T2" fmla="*/ 0 w 20000"/>
                  <a:gd name="T3" fmla="*/ 0 h 20000"/>
                </a:gdLst>
                <a:ahLst/>
                <a:cxnLst>
                  <a:cxn ang="0">
                    <a:pos x="T0" y="T1"/>
                  </a:cxn>
                  <a:cxn ang="0">
                    <a:pos x="T2" y="T3"/>
                  </a:cxn>
                </a:cxnLst>
                <a:rect l="0" t="0" r="r" b="b"/>
                <a:pathLst>
                  <a:path w="20000" h="20000">
                    <a:moveTo>
                      <a:pt x="19866" y="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770094" name="Group 46"/>
            <p:cNvGrpSpPr>
              <a:grpSpLocks/>
            </p:cNvGrpSpPr>
            <p:nvPr/>
          </p:nvGrpSpPr>
          <p:grpSpPr bwMode="auto">
            <a:xfrm>
              <a:off x="2191" y="1445"/>
              <a:ext cx="116" cy="243"/>
              <a:chOff x="0" y="0"/>
              <a:chExt cx="20000" cy="19999"/>
            </a:xfrm>
          </p:grpSpPr>
          <p:sp>
            <p:nvSpPr>
              <p:cNvPr id="770095" name="Arc 47"/>
              <p:cNvSpPr>
                <a:spLocks/>
              </p:cNvSpPr>
              <p:nvPr/>
            </p:nvSpPr>
            <p:spPr bwMode="auto">
              <a:xfrm flipH="1" flipV="1">
                <a:off x="0" y="5099"/>
                <a:ext cx="12522" cy="4929"/>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70096" name="Arc 48"/>
              <p:cNvSpPr>
                <a:spLocks/>
              </p:cNvSpPr>
              <p:nvPr/>
            </p:nvSpPr>
            <p:spPr bwMode="auto">
              <a:xfrm flipH="1">
                <a:off x="0" y="0"/>
                <a:ext cx="12522" cy="487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70097" name="Freeform 49"/>
              <p:cNvSpPr>
                <a:spLocks/>
              </p:cNvSpPr>
              <p:nvPr/>
            </p:nvSpPr>
            <p:spPr bwMode="auto">
              <a:xfrm>
                <a:off x="11394" y="0"/>
                <a:ext cx="8487" cy="28"/>
              </a:xfrm>
              <a:custGeom>
                <a:avLst/>
                <a:gdLst>
                  <a:gd name="T0" fmla="*/ 19860 w 20000"/>
                  <a:gd name="T1" fmla="*/ 0 h 20000"/>
                  <a:gd name="T2" fmla="*/ 0 w 20000"/>
                  <a:gd name="T3" fmla="*/ 0 h 20000"/>
                </a:gdLst>
                <a:ahLst/>
                <a:cxnLst>
                  <a:cxn ang="0">
                    <a:pos x="T0" y="T1"/>
                  </a:cxn>
                  <a:cxn ang="0">
                    <a:pos x="T2" y="T3"/>
                  </a:cxn>
                </a:cxnLst>
                <a:rect l="0" t="0" r="r" b="b"/>
                <a:pathLst>
                  <a:path w="20000" h="20000">
                    <a:moveTo>
                      <a:pt x="19860" y="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70098" name="Freeform 50"/>
              <p:cNvSpPr>
                <a:spLocks/>
              </p:cNvSpPr>
              <p:nvPr/>
            </p:nvSpPr>
            <p:spPr bwMode="auto">
              <a:xfrm>
                <a:off x="11157" y="9971"/>
                <a:ext cx="8843" cy="29"/>
              </a:xfrm>
              <a:custGeom>
                <a:avLst/>
                <a:gdLst>
                  <a:gd name="T0" fmla="*/ 19866 w 20000"/>
                  <a:gd name="T1" fmla="*/ 0 h 20000"/>
                  <a:gd name="T2" fmla="*/ 0 w 20000"/>
                  <a:gd name="T3" fmla="*/ 0 h 20000"/>
                </a:gdLst>
                <a:ahLst/>
                <a:cxnLst>
                  <a:cxn ang="0">
                    <a:pos x="T0" y="T1"/>
                  </a:cxn>
                  <a:cxn ang="0">
                    <a:pos x="T2" y="T3"/>
                  </a:cxn>
                </a:cxnLst>
                <a:rect l="0" t="0" r="r" b="b"/>
                <a:pathLst>
                  <a:path w="20000" h="20000">
                    <a:moveTo>
                      <a:pt x="19866" y="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70099" name="Arc 51"/>
              <p:cNvSpPr>
                <a:spLocks/>
              </p:cNvSpPr>
              <p:nvPr/>
            </p:nvSpPr>
            <p:spPr bwMode="auto">
              <a:xfrm flipH="1" flipV="1">
                <a:off x="0" y="15042"/>
                <a:ext cx="12522" cy="495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70100" name="Arc 52"/>
              <p:cNvSpPr>
                <a:spLocks/>
              </p:cNvSpPr>
              <p:nvPr/>
            </p:nvSpPr>
            <p:spPr bwMode="auto">
              <a:xfrm flipH="1">
                <a:off x="0" y="10028"/>
                <a:ext cx="12522" cy="487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70101" name="Freeform 53"/>
              <p:cNvSpPr>
                <a:spLocks/>
              </p:cNvSpPr>
              <p:nvPr/>
            </p:nvSpPr>
            <p:spPr bwMode="auto">
              <a:xfrm>
                <a:off x="11157" y="19914"/>
                <a:ext cx="8843" cy="28"/>
              </a:xfrm>
              <a:custGeom>
                <a:avLst/>
                <a:gdLst>
                  <a:gd name="T0" fmla="*/ 19866 w 20000"/>
                  <a:gd name="T1" fmla="*/ 0 h 20000"/>
                  <a:gd name="T2" fmla="*/ 0 w 20000"/>
                  <a:gd name="T3" fmla="*/ 0 h 20000"/>
                </a:gdLst>
                <a:ahLst/>
                <a:cxnLst>
                  <a:cxn ang="0">
                    <a:pos x="T0" y="T1"/>
                  </a:cxn>
                  <a:cxn ang="0">
                    <a:pos x="T2" y="T3"/>
                  </a:cxn>
                </a:cxnLst>
                <a:rect l="0" t="0" r="r" b="b"/>
                <a:pathLst>
                  <a:path w="20000" h="20000">
                    <a:moveTo>
                      <a:pt x="19866" y="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770102" name="Group 54"/>
            <p:cNvGrpSpPr>
              <a:grpSpLocks/>
            </p:cNvGrpSpPr>
            <p:nvPr/>
          </p:nvGrpSpPr>
          <p:grpSpPr bwMode="auto">
            <a:xfrm>
              <a:off x="2191" y="853"/>
              <a:ext cx="511" cy="489"/>
              <a:chOff x="1" y="3"/>
              <a:chExt cx="19998" cy="19996"/>
            </a:xfrm>
          </p:grpSpPr>
          <p:grpSp>
            <p:nvGrpSpPr>
              <p:cNvPr id="770103" name="Group 55"/>
              <p:cNvGrpSpPr>
                <a:grpSpLocks/>
              </p:cNvGrpSpPr>
              <p:nvPr/>
            </p:nvGrpSpPr>
            <p:grpSpPr bwMode="auto">
              <a:xfrm>
                <a:off x="7737" y="10099"/>
                <a:ext cx="4526" cy="9900"/>
                <a:chOff x="0" y="2"/>
                <a:chExt cx="19999" cy="19995"/>
              </a:xfrm>
            </p:grpSpPr>
            <p:sp>
              <p:nvSpPr>
                <p:cNvPr id="770104" name="Arc 56"/>
                <p:cNvSpPr>
                  <a:spLocks/>
                </p:cNvSpPr>
                <p:nvPr/>
              </p:nvSpPr>
              <p:spPr bwMode="auto">
                <a:xfrm flipH="1" flipV="1">
                  <a:off x="0" y="5100"/>
                  <a:ext cx="12523" cy="4928"/>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70105" name="Arc 57"/>
                <p:cNvSpPr>
                  <a:spLocks/>
                </p:cNvSpPr>
                <p:nvPr/>
              </p:nvSpPr>
              <p:spPr bwMode="auto">
                <a:xfrm flipH="1">
                  <a:off x="0" y="2"/>
                  <a:ext cx="12523" cy="487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70106" name="Freeform 58"/>
                <p:cNvSpPr>
                  <a:spLocks/>
                </p:cNvSpPr>
                <p:nvPr/>
              </p:nvSpPr>
              <p:spPr bwMode="auto">
                <a:xfrm>
                  <a:off x="11396" y="2"/>
                  <a:ext cx="8484" cy="28"/>
                </a:xfrm>
                <a:custGeom>
                  <a:avLst/>
                  <a:gdLst>
                    <a:gd name="T0" fmla="*/ 19860 w 20000"/>
                    <a:gd name="T1" fmla="*/ 0 h 20000"/>
                    <a:gd name="T2" fmla="*/ 0 w 20000"/>
                    <a:gd name="T3" fmla="*/ 0 h 20000"/>
                  </a:gdLst>
                  <a:ahLst/>
                  <a:cxnLst>
                    <a:cxn ang="0">
                      <a:pos x="T0" y="T1"/>
                    </a:cxn>
                    <a:cxn ang="0">
                      <a:pos x="T2" y="T3"/>
                    </a:cxn>
                  </a:cxnLst>
                  <a:rect l="0" t="0" r="r" b="b"/>
                  <a:pathLst>
                    <a:path w="20000" h="20000">
                      <a:moveTo>
                        <a:pt x="19860" y="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70107" name="Freeform 59"/>
                <p:cNvSpPr>
                  <a:spLocks/>
                </p:cNvSpPr>
                <p:nvPr/>
              </p:nvSpPr>
              <p:spPr bwMode="auto">
                <a:xfrm>
                  <a:off x="11157" y="9971"/>
                  <a:ext cx="8842" cy="29"/>
                </a:xfrm>
                <a:custGeom>
                  <a:avLst/>
                  <a:gdLst>
                    <a:gd name="T0" fmla="*/ 19866 w 20000"/>
                    <a:gd name="T1" fmla="*/ 0 h 20000"/>
                    <a:gd name="T2" fmla="*/ 0 w 20000"/>
                    <a:gd name="T3" fmla="*/ 0 h 20000"/>
                  </a:gdLst>
                  <a:ahLst/>
                  <a:cxnLst>
                    <a:cxn ang="0">
                      <a:pos x="T0" y="T1"/>
                    </a:cxn>
                    <a:cxn ang="0">
                      <a:pos x="T2" y="T3"/>
                    </a:cxn>
                  </a:cxnLst>
                  <a:rect l="0" t="0" r="r" b="b"/>
                  <a:pathLst>
                    <a:path w="20000" h="20000">
                      <a:moveTo>
                        <a:pt x="19866" y="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70108" name="Arc 60"/>
                <p:cNvSpPr>
                  <a:spLocks/>
                </p:cNvSpPr>
                <p:nvPr/>
              </p:nvSpPr>
              <p:spPr bwMode="auto">
                <a:xfrm flipH="1" flipV="1">
                  <a:off x="0" y="15041"/>
                  <a:ext cx="12523" cy="495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70109" name="Arc 61"/>
                <p:cNvSpPr>
                  <a:spLocks/>
                </p:cNvSpPr>
                <p:nvPr/>
              </p:nvSpPr>
              <p:spPr bwMode="auto">
                <a:xfrm flipH="1">
                  <a:off x="0" y="10028"/>
                  <a:ext cx="12523" cy="487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70110" name="Freeform 62"/>
                <p:cNvSpPr>
                  <a:spLocks/>
                </p:cNvSpPr>
                <p:nvPr/>
              </p:nvSpPr>
              <p:spPr bwMode="auto">
                <a:xfrm>
                  <a:off x="11157" y="19912"/>
                  <a:ext cx="8842" cy="28"/>
                </a:xfrm>
                <a:custGeom>
                  <a:avLst/>
                  <a:gdLst>
                    <a:gd name="T0" fmla="*/ 19866 w 20000"/>
                    <a:gd name="T1" fmla="*/ 0 h 20000"/>
                    <a:gd name="T2" fmla="*/ 0 w 20000"/>
                    <a:gd name="T3" fmla="*/ 0 h 20000"/>
                  </a:gdLst>
                  <a:ahLst/>
                  <a:cxnLst>
                    <a:cxn ang="0">
                      <a:pos x="T0" y="T1"/>
                    </a:cxn>
                    <a:cxn ang="0">
                      <a:pos x="T2" y="T3"/>
                    </a:cxn>
                  </a:cxnLst>
                  <a:rect l="0" t="0" r="r" b="b"/>
                  <a:pathLst>
                    <a:path w="20000" h="20000">
                      <a:moveTo>
                        <a:pt x="19866" y="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770111" name="Line 63"/>
              <p:cNvSpPr>
                <a:spLocks noChangeShapeType="1"/>
              </p:cNvSpPr>
              <p:nvPr/>
            </p:nvSpPr>
            <p:spPr bwMode="auto">
              <a:xfrm>
                <a:off x="7737" y="3"/>
                <a:ext cx="3881" cy="4052"/>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70112" name="Line 64"/>
              <p:cNvSpPr>
                <a:spLocks noChangeShapeType="1"/>
              </p:cNvSpPr>
              <p:nvPr/>
            </p:nvSpPr>
            <p:spPr bwMode="auto">
              <a:xfrm flipH="1">
                <a:off x="7737" y="3"/>
                <a:ext cx="3881" cy="4052"/>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nvGrpSpPr>
              <p:cNvPr id="770113" name="Group 65"/>
              <p:cNvGrpSpPr>
                <a:grpSpLocks/>
              </p:cNvGrpSpPr>
              <p:nvPr/>
            </p:nvGrpSpPr>
            <p:grpSpPr bwMode="auto">
              <a:xfrm>
                <a:off x="15473" y="10099"/>
                <a:ext cx="4526" cy="9900"/>
                <a:chOff x="0" y="0"/>
                <a:chExt cx="19999" cy="19999"/>
              </a:xfrm>
            </p:grpSpPr>
            <p:sp>
              <p:nvSpPr>
                <p:cNvPr id="770114" name="Arc 66"/>
                <p:cNvSpPr>
                  <a:spLocks/>
                </p:cNvSpPr>
                <p:nvPr/>
              </p:nvSpPr>
              <p:spPr bwMode="auto">
                <a:xfrm flipH="1" flipV="1">
                  <a:off x="0" y="5099"/>
                  <a:ext cx="12523" cy="4929"/>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70115" name="Arc 67"/>
                <p:cNvSpPr>
                  <a:spLocks/>
                </p:cNvSpPr>
                <p:nvPr/>
              </p:nvSpPr>
              <p:spPr bwMode="auto">
                <a:xfrm flipH="1">
                  <a:off x="0" y="0"/>
                  <a:ext cx="12523" cy="4873"/>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70116" name="Freeform 68"/>
                <p:cNvSpPr>
                  <a:spLocks/>
                </p:cNvSpPr>
                <p:nvPr/>
              </p:nvSpPr>
              <p:spPr bwMode="auto">
                <a:xfrm>
                  <a:off x="11396" y="0"/>
                  <a:ext cx="8484" cy="28"/>
                </a:xfrm>
                <a:custGeom>
                  <a:avLst/>
                  <a:gdLst>
                    <a:gd name="T0" fmla="*/ 19860 w 20000"/>
                    <a:gd name="T1" fmla="*/ 0 h 20000"/>
                    <a:gd name="T2" fmla="*/ 0 w 20000"/>
                    <a:gd name="T3" fmla="*/ 0 h 20000"/>
                  </a:gdLst>
                  <a:ahLst/>
                  <a:cxnLst>
                    <a:cxn ang="0">
                      <a:pos x="T0" y="T1"/>
                    </a:cxn>
                    <a:cxn ang="0">
                      <a:pos x="T2" y="T3"/>
                    </a:cxn>
                  </a:cxnLst>
                  <a:rect l="0" t="0" r="r" b="b"/>
                  <a:pathLst>
                    <a:path w="20000" h="20000">
                      <a:moveTo>
                        <a:pt x="19860" y="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70117" name="Freeform 69"/>
                <p:cNvSpPr>
                  <a:spLocks/>
                </p:cNvSpPr>
                <p:nvPr/>
              </p:nvSpPr>
              <p:spPr bwMode="auto">
                <a:xfrm>
                  <a:off x="11157" y="9971"/>
                  <a:ext cx="8842" cy="29"/>
                </a:xfrm>
                <a:custGeom>
                  <a:avLst/>
                  <a:gdLst>
                    <a:gd name="T0" fmla="*/ 19866 w 20000"/>
                    <a:gd name="T1" fmla="*/ 0 h 20000"/>
                    <a:gd name="T2" fmla="*/ 0 w 20000"/>
                    <a:gd name="T3" fmla="*/ 0 h 20000"/>
                  </a:gdLst>
                  <a:ahLst/>
                  <a:cxnLst>
                    <a:cxn ang="0">
                      <a:pos x="T0" y="T1"/>
                    </a:cxn>
                    <a:cxn ang="0">
                      <a:pos x="T2" y="T3"/>
                    </a:cxn>
                  </a:cxnLst>
                  <a:rect l="0" t="0" r="r" b="b"/>
                  <a:pathLst>
                    <a:path w="20000" h="20000">
                      <a:moveTo>
                        <a:pt x="19866" y="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70118" name="Arc 70"/>
                <p:cNvSpPr>
                  <a:spLocks/>
                </p:cNvSpPr>
                <p:nvPr/>
              </p:nvSpPr>
              <p:spPr bwMode="auto">
                <a:xfrm flipH="1" flipV="1">
                  <a:off x="0" y="15042"/>
                  <a:ext cx="12523" cy="495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70119" name="Arc 71"/>
                <p:cNvSpPr>
                  <a:spLocks/>
                </p:cNvSpPr>
                <p:nvPr/>
              </p:nvSpPr>
              <p:spPr bwMode="auto">
                <a:xfrm flipH="1">
                  <a:off x="0" y="10028"/>
                  <a:ext cx="12523" cy="487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70120" name="Freeform 72"/>
                <p:cNvSpPr>
                  <a:spLocks/>
                </p:cNvSpPr>
                <p:nvPr/>
              </p:nvSpPr>
              <p:spPr bwMode="auto">
                <a:xfrm>
                  <a:off x="11157" y="19914"/>
                  <a:ext cx="8842" cy="28"/>
                </a:xfrm>
                <a:custGeom>
                  <a:avLst/>
                  <a:gdLst>
                    <a:gd name="T0" fmla="*/ 19866 w 20000"/>
                    <a:gd name="T1" fmla="*/ 0 h 20000"/>
                    <a:gd name="T2" fmla="*/ 0 w 20000"/>
                    <a:gd name="T3" fmla="*/ 0 h 20000"/>
                  </a:gdLst>
                  <a:ahLst/>
                  <a:cxnLst>
                    <a:cxn ang="0">
                      <a:pos x="T0" y="T1"/>
                    </a:cxn>
                    <a:cxn ang="0">
                      <a:pos x="T2" y="T3"/>
                    </a:cxn>
                  </a:cxnLst>
                  <a:rect l="0" t="0" r="r" b="b"/>
                  <a:pathLst>
                    <a:path w="20000" h="20000">
                      <a:moveTo>
                        <a:pt x="19866" y="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770121" name="Group 73"/>
              <p:cNvGrpSpPr>
                <a:grpSpLocks/>
              </p:cNvGrpSpPr>
              <p:nvPr/>
            </p:nvGrpSpPr>
            <p:grpSpPr bwMode="auto">
              <a:xfrm>
                <a:off x="1" y="10099"/>
                <a:ext cx="4526" cy="9900"/>
                <a:chOff x="0" y="0"/>
                <a:chExt cx="19999" cy="19999"/>
              </a:xfrm>
            </p:grpSpPr>
            <p:sp>
              <p:nvSpPr>
                <p:cNvPr id="770122" name="Arc 74"/>
                <p:cNvSpPr>
                  <a:spLocks/>
                </p:cNvSpPr>
                <p:nvPr/>
              </p:nvSpPr>
              <p:spPr bwMode="auto">
                <a:xfrm flipH="1" flipV="1">
                  <a:off x="0" y="5099"/>
                  <a:ext cx="12523" cy="4929"/>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70123" name="Arc 75"/>
                <p:cNvSpPr>
                  <a:spLocks/>
                </p:cNvSpPr>
                <p:nvPr/>
              </p:nvSpPr>
              <p:spPr bwMode="auto">
                <a:xfrm flipH="1">
                  <a:off x="0" y="0"/>
                  <a:ext cx="12523" cy="4873"/>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70124" name="Freeform 76"/>
                <p:cNvSpPr>
                  <a:spLocks/>
                </p:cNvSpPr>
                <p:nvPr/>
              </p:nvSpPr>
              <p:spPr bwMode="auto">
                <a:xfrm>
                  <a:off x="11396" y="0"/>
                  <a:ext cx="8484" cy="28"/>
                </a:xfrm>
                <a:custGeom>
                  <a:avLst/>
                  <a:gdLst>
                    <a:gd name="T0" fmla="*/ 19860 w 20000"/>
                    <a:gd name="T1" fmla="*/ 0 h 20000"/>
                    <a:gd name="T2" fmla="*/ 0 w 20000"/>
                    <a:gd name="T3" fmla="*/ 0 h 20000"/>
                  </a:gdLst>
                  <a:ahLst/>
                  <a:cxnLst>
                    <a:cxn ang="0">
                      <a:pos x="T0" y="T1"/>
                    </a:cxn>
                    <a:cxn ang="0">
                      <a:pos x="T2" y="T3"/>
                    </a:cxn>
                  </a:cxnLst>
                  <a:rect l="0" t="0" r="r" b="b"/>
                  <a:pathLst>
                    <a:path w="20000" h="20000">
                      <a:moveTo>
                        <a:pt x="19860" y="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70125" name="Freeform 77"/>
                <p:cNvSpPr>
                  <a:spLocks/>
                </p:cNvSpPr>
                <p:nvPr/>
              </p:nvSpPr>
              <p:spPr bwMode="auto">
                <a:xfrm>
                  <a:off x="11157" y="9971"/>
                  <a:ext cx="8842" cy="29"/>
                </a:xfrm>
                <a:custGeom>
                  <a:avLst/>
                  <a:gdLst>
                    <a:gd name="T0" fmla="*/ 19866 w 20000"/>
                    <a:gd name="T1" fmla="*/ 0 h 20000"/>
                    <a:gd name="T2" fmla="*/ 0 w 20000"/>
                    <a:gd name="T3" fmla="*/ 0 h 20000"/>
                  </a:gdLst>
                  <a:ahLst/>
                  <a:cxnLst>
                    <a:cxn ang="0">
                      <a:pos x="T0" y="T1"/>
                    </a:cxn>
                    <a:cxn ang="0">
                      <a:pos x="T2" y="T3"/>
                    </a:cxn>
                  </a:cxnLst>
                  <a:rect l="0" t="0" r="r" b="b"/>
                  <a:pathLst>
                    <a:path w="20000" h="20000">
                      <a:moveTo>
                        <a:pt x="19866" y="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70126" name="Arc 78"/>
                <p:cNvSpPr>
                  <a:spLocks/>
                </p:cNvSpPr>
                <p:nvPr/>
              </p:nvSpPr>
              <p:spPr bwMode="auto">
                <a:xfrm flipH="1" flipV="1">
                  <a:off x="0" y="15042"/>
                  <a:ext cx="12523" cy="495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70127" name="Arc 79"/>
                <p:cNvSpPr>
                  <a:spLocks/>
                </p:cNvSpPr>
                <p:nvPr/>
              </p:nvSpPr>
              <p:spPr bwMode="auto">
                <a:xfrm flipH="1">
                  <a:off x="0" y="10028"/>
                  <a:ext cx="12523" cy="487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70128" name="Freeform 80"/>
                <p:cNvSpPr>
                  <a:spLocks/>
                </p:cNvSpPr>
                <p:nvPr/>
              </p:nvSpPr>
              <p:spPr bwMode="auto">
                <a:xfrm>
                  <a:off x="11157" y="19914"/>
                  <a:ext cx="8842" cy="28"/>
                </a:xfrm>
                <a:custGeom>
                  <a:avLst/>
                  <a:gdLst>
                    <a:gd name="T0" fmla="*/ 19866 w 20000"/>
                    <a:gd name="T1" fmla="*/ 0 h 20000"/>
                    <a:gd name="T2" fmla="*/ 0 w 20000"/>
                    <a:gd name="T3" fmla="*/ 0 h 20000"/>
                  </a:gdLst>
                  <a:ahLst/>
                  <a:cxnLst>
                    <a:cxn ang="0">
                      <a:pos x="T0" y="T1"/>
                    </a:cxn>
                    <a:cxn ang="0">
                      <a:pos x="T2" y="T3"/>
                    </a:cxn>
                  </a:cxnLst>
                  <a:rect l="0" t="0" r="r" b="b"/>
                  <a:pathLst>
                    <a:path w="20000" h="20000">
                      <a:moveTo>
                        <a:pt x="19866" y="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sp>
          <p:nvSpPr>
            <p:cNvPr id="770129" name="Oval 81"/>
            <p:cNvSpPr>
              <a:spLocks noChangeArrowheads="1"/>
            </p:cNvSpPr>
            <p:nvPr/>
          </p:nvSpPr>
          <p:spPr bwMode="auto">
            <a:xfrm>
              <a:off x="2883" y="1100"/>
              <a:ext cx="197" cy="198"/>
            </a:xfrm>
            <a:prstGeom prst="ellipse">
              <a:avLst/>
            </a:pr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70130" name="Oval 82"/>
            <p:cNvSpPr>
              <a:spLocks noChangeArrowheads="1"/>
            </p:cNvSpPr>
            <p:nvPr/>
          </p:nvSpPr>
          <p:spPr bwMode="auto">
            <a:xfrm>
              <a:off x="3179" y="1100"/>
              <a:ext cx="198" cy="198"/>
            </a:xfrm>
            <a:prstGeom prst="ellipse">
              <a:avLst/>
            </a:pr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nvGrpSpPr>
            <p:cNvPr id="770131" name="Group 83"/>
            <p:cNvGrpSpPr>
              <a:grpSpLocks/>
            </p:cNvGrpSpPr>
            <p:nvPr/>
          </p:nvGrpSpPr>
          <p:grpSpPr bwMode="auto">
            <a:xfrm>
              <a:off x="2389" y="3224"/>
              <a:ext cx="115" cy="242"/>
              <a:chOff x="0" y="0"/>
              <a:chExt cx="20000" cy="19999"/>
            </a:xfrm>
          </p:grpSpPr>
          <p:sp>
            <p:nvSpPr>
              <p:cNvPr id="770132" name="Arc 84"/>
              <p:cNvSpPr>
                <a:spLocks/>
              </p:cNvSpPr>
              <p:nvPr/>
            </p:nvSpPr>
            <p:spPr bwMode="auto">
              <a:xfrm flipH="1" flipV="1">
                <a:off x="0" y="5099"/>
                <a:ext cx="12522" cy="4929"/>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70133" name="Arc 85"/>
              <p:cNvSpPr>
                <a:spLocks/>
              </p:cNvSpPr>
              <p:nvPr/>
            </p:nvSpPr>
            <p:spPr bwMode="auto">
              <a:xfrm flipH="1">
                <a:off x="0" y="0"/>
                <a:ext cx="12522" cy="487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70134" name="Freeform 86"/>
              <p:cNvSpPr>
                <a:spLocks/>
              </p:cNvSpPr>
              <p:nvPr/>
            </p:nvSpPr>
            <p:spPr bwMode="auto">
              <a:xfrm>
                <a:off x="11394" y="0"/>
                <a:ext cx="8487" cy="28"/>
              </a:xfrm>
              <a:custGeom>
                <a:avLst/>
                <a:gdLst>
                  <a:gd name="T0" fmla="*/ 19860 w 20000"/>
                  <a:gd name="T1" fmla="*/ 0 h 20000"/>
                  <a:gd name="T2" fmla="*/ 0 w 20000"/>
                  <a:gd name="T3" fmla="*/ 0 h 20000"/>
                </a:gdLst>
                <a:ahLst/>
                <a:cxnLst>
                  <a:cxn ang="0">
                    <a:pos x="T0" y="T1"/>
                  </a:cxn>
                  <a:cxn ang="0">
                    <a:pos x="T2" y="T3"/>
                  </a:cxn>
                </a:cxnLst>
                <a:rect l="0" t="0" r="r" b="b"/>
                <a:pathLst>
                  <a:path w="20000" h="20000">
                    <a:moveTo>
                      <a:pt x="19860" y="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70135" name="Freeform 87"/>
              <p:cNvSpPr>
                <a:spLocks/>
              </p:cNvSpPr>
              <p:nvPr/>
            </p:nvSpPr>
            <p:spPr bwMode="auto">
              <a:xfrm>
                <a:off x="11157" y="9971"/>
                <a:ext cx="8843" cy="29"/>
              </a:xfrm>
              <a:custGeom>
                <a:avLst/>
                <a:gdLst>
                  <a:gd name="T0" fmla="*/ 19866 w 20000"/>
                  <a:gd name="T1" fmla="*/ 0 h 20000"/>
                  <a:gd name="T2" fmla="*/ 0 w 20000"/>
                  <a:gd name="T3" fmla="*/ 0 h 20000"/>
                </a:gdLst>
                <a:ahLst/>
                <a:cxnLst>
                  <a:cxn ang="0">
                    <a:pos x="T0" y="T1"/>
                  </a:cxn>
                  <a:cxn ang="0">
                    <a:pos x="T2" y="T3"/>
                  </a:cxn>
                </a:cxnLst>
                <a:rect l="0" t="0" r="r" b="b"/>
                <a:pathLst>
                  <a:path w="20000" h="20000">
                    <a:moveTo>
                      <a:pt x="19866" y="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70136" name="Arc 88"/>
              <p:cNvSpPr>
                <a:spLocks/>
              </p:cNvSpPr>
              <p:nvPr/>
            </p:nvSpPr>
            <p:spPr bwMode="auto">
              <a:xfrm flipH="1" flipV="1">
                <a:off x="0" y="15042"/>
                <a:ext cx="12522" cy="495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70137" name="Arc 89"/>
              <p:cNvSpPr>
                <a:spLocks/>
              </p:cNvSpPr>
              <p:nvPr/>
            </p:nvSpPr>
            <p:spPr bwMode="auto">
              <a:xfrm flipH="1">
                <a:off x="0" y="10028"/>
                <a:ext cx="12522" cy="487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70138" name="Freeform 90"/>
              <p:cNvSpPr>
                <a:spLocks/>
              </p:cNvSpPr>
              <p:nvPr/>
            </p:nvSpPr>
            <p:spPr bwMode="auto">
              <a:xfrm>
                <a:off x="11157" y="19914"/>
                <a:ext cx="8843" cy="28"/>
              </a:xfrm>
              <a:custGeom>
                <a:avLst/>
                <a:gdLst>
                  <a:gd name="T0" fmla="*/ 19866 w 20000"/>
                  <a:gd name="T1" fmla="*/ 0 h 20000"/>
                  <a:gd name="T2" fmla="*/ 0 w 20000"/>
                  <a:gd name="T3" fmla="*/ 0 h 20000"/>
                </a:gdLst>
                <a:ahLst/>
                <a:cxnLst>
                  <a:cxn ang="0">
                    <a:pos x="T0" y="T1"/>
                  </a:cxn>
                  <a:cxn ang="0">
                    <a:pos x="T2" y="T3"/>
                  </a:cxn>
                </a:cxnLst>
                <a:rect l="0" t="0" r="r" b="b"/>
                <a:pathLst>
                  <a:path w="20000" h="20000">
                    <a:moveTo>
                      <a:pt x="19866" y="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770139" name="Line 91"/>
            <p:cNvSpPr>
              <a:spLocks noChangeShapeType="1"/>
            </p:cNvSpPr>
            <p:nvPr/>
          </p:nvSpPr>
          <p:spPr bwMode="auto">
            <a:xfrm>
              <a:off x="2389" y="3718"/>
              <a:ext cx="98" cy="99"/>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70140" name="Line 92"/>
            <p:cNvSpPr>
              <a:spLocks noChangeShapeType="1"/>
            </p:cNvSpPr>
            <p:nvPr/>
          </p:nvSpPr>
          <p:spPr bwMode="auto">
            <a:xfrm flipH="1">
              <a:off x="2389" y="3718"/>
              <a:ext cx="98" cy="99"/>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nvGrpSpPr>
            <p:cNvPr id="770141" name="Group 93"/>
            <p:cNvGrpSpPr>
              <a:grpSpLocks/>
            </p:cNvGrpSpPr>
            <p:nvPr/>
          </p:nvGrpSpPr>
          <p:grpSpPr bwMode="auto">
            <a:xfrm>
              <a:off x="2586" y="3224"/>
              <a:ext cx="116" cy="242"/>
              <a:chOff x="0" y="0"/>
              <a:chExt cx="20000" cy="19999"/>
            </a:xfrm>
          </p:grpSpPr>
          <p:sp>
            <p:nvSpPr>
              <p:cNvPr id="770142" name="Arc 94"/>
              <p:cNvSpPr>
                <a:spLocks/>
              </p:cNvSpPr>
              <p:nvPr/>
            </p:nvSpPr>
            <p:spPr bwMode="auto">
              <a:xfrm flipH="1" flipV="1">
                <a:off x="0" y="5099"/>
                <a:ext cx="12522" cy="4929"/>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70143" name="Arc 95"/>
              <p:cNvSpPr>
                <a:spLocks/>
              </p:cNvSpPr>
              <p:nvPr/>
            </p:nvSpPr>
            <p:spPr bwMode="auto">
              <a:xfrm flipH="1">
                <a:off x="0" y="0"/>
                <a:ext cx="12522" cy="487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70144" name="Freeform 96"/>
              <p:cNvSpPr>
                <a:spLocks/>
              </p:cNvSpPr>
              <p:nvPr/>
            </p:nvSpPr>
            <p:spPr bwMode="auto">
              <a:xfrm>
                <a:off x="11394" y="0"/>
                <a:ext cx="8487" cy="28"/>
              </a:xfrm>
              <a:custGeom>
                <a:avLst/>
                <a:gdLst>
                  <a:gd name="T0" fmla="*/ 19860 w 20000"/>
                  <a:gd name="T1" fmla="*/ 0 h 20000"/>
                  <a:gd name="T2" fmla="*/ 0 w 20000"/>
                  <a:gd name="T3" fmla="*/ 0 h 20000"/>
                </a:gdLst>
                <a:ahLst/>
                <a:cxnLst>
                  <a:cxn ang="0">
                    <a:pos x="T0" y="T1"/>
                  </a:cxn>
                  <a:cxn ang="0">
                    <a:pos x="T2" y="T3"/>
                  </a:cxn>
                </a:cxnLst>
                <a:rect l="0" t="0" r="r" b="b"/>
                <a:pathLst>
                  <a:path w="20000" h="20000">
                    <a:moveTo>
                      <a:pt x="19860" y="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70145" name="Freeform 97"/>
              <p:cNvSpPr>
                <a:spLocks/>
              </p:cNvSpPr>
              <p:nvPr/>
            </p:nvSpPr>
            <p:spPr bwMode="auto">
              <a:xfrm>
                <a:off x="11157" y="9971"/>
                <a:ext cx="8843" cy="29"/>
              </a:xfrm>
              <a:custGeom>
                <a:avLst/>
                <a:gdLst>
                  <a:gd name="T0" fmla="*/ 19866 w 20000"/>
                  <a:gd name="T1" fmla="*/ 0 h 20000"/>
                  <a:gd name="T2" fmla="*/ 0 w 20000"/>
                  <a:gd name="T3" fmla="*/ 0 h 20000"/>
                </a:gdLst>
                <a:ahLst/>
                <a:cxnLst>
                  <a:cxn ang="0">
                    <a:pos x="T0" y="T1"/>
                  </a:cxn>
                  <a:cxn ang="0">
                    <a:pos x="T2" y="T3"/>
                  </a:cxn>
                </a:cxnLst>
                <a:rect l="0" t="0" r="r" b="b"/>
                <a:pathLst>
                  <a:path w="20000" h="20000">
                    <a:moveTo>
                      <a:pt x="19866" y="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70146" name="Arc 98"/>
              <p:cNvSpPr>
                <a:spLocks/>
              </p:cNvSpPr>
              <p:nvPr/>
            </p:nvSpPr>
            <p:spPr bwMode="auto">
              <a:xfrm flipH="1" flipV="1">
                <a:off x="0" y="15042"/>
                <a:ext cx="12522" cy="495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70147" name="Arc 99"/>
              <p:cNvSpPr>
                <a:spLocks/>
              </p:cNvSpPr>
              <p:nvPr/>
            </p:nvSpPr>
            <p:spPr bwMode="auto">
              <a:xfrm flipH="1">
                <a:off x="0" y="10028"/>
                <a:ext cx="12522" cy="487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70148" name="Freeform 100"/>
              <p:cNvSpPr>
                <a:spLocks/>
              </p:cNvSpPr>
              <p:nvPr/>
            </p:nvSpPr>
            <p:spPr bwMode="auto">
              <a:xfrm>
                <a:off x="11157" y="19914"/>
                <a:ext cx="8843" cy="28"/>
              </a:xfrm>
              <a:custGeom>
                <a:avLst/>
                <a:gdLst>
                  <a:gd name="T0" fmla="*/ 19866 w 20000"/>
                  <a:gd name="T1" fmla="*/ 0 h 20000"/>
                  <a:gd name="T2" fmla="*/ 0 w 20000"/>
                  <a:gd name="T3" fmla="*/ 0 h 20000"/>
                </a:gdLst>
                <a:ahLst/>
                <a:cxnLst>
                  <a:cxn ang="0">
                    <a:pos x="T0" y="T1"/>
                  </a:cxn>
                  <a:cxn ang="0">
                    <a:pos x="T2" y="T3"/>
                  </a:cxn>
                </a:cxnLst>
                <a:rect l="0" t="0" r="r" b="b"/>
                <a:pathLst>
                  <a:path w="20000" h="20000">
                    <a:moveTo>
                      <a:pt x="19866" y="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770149" name="Group 101"/>
            <p:cNvGrpSpPr>
              <a:grpSpLocks/>
            </p:cNvGrpSpPr>
            <p:nvPr/>
          </p:nvGrpSpPr>
          <p:grpSpPr bwMode="auto">
            <a:xfrm>
              <a:off x="2191" y="3224"/>
              <a:ext cx="116" cy="242"/>
              <a:chOff x="0" y="0"/>
              <a:chExt cx="20000" cy="19999"/>
            </a:xfrm>
          </p:grpSpPr>
          <p:sp>
            <p:nvSpPr>
              <p:cNvPr id="770150" name="Arc 102"/>
              <p:cNvSpPr>
                <a:spLocks/>
              </p:cNvSpPr>
              <p:nvPr/>
            </p:nvSpPr>
            <p:spPr bwMode="auto">
              <a:xfrm flipH="1" flipV="1">
                <a:off x="0" y="5099"/>
                <a:ext cx="12522" cy="4929"/>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70151" name="Arc 103"/>
              <p:cNvSpPr>
                <a:spLocks/>
              </p:cNvSpPr>
              <p:nvPr/>
            </p:nvSpPr>
            <p:spPr bwMode="auto">
              <a:xfrm flipH="1">
                <a:off x="0" y="0"/>
                <a:ext cx="12522" cy="487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70152" name="Freeform 104"/>
              <p:cNvSpPr>
                <a:spLocks/>
              </p:cNvSpPr>
              <p:nvPr/>
            </p:nvSpPr>
            <p:spPr bwMode="auto">
              <a:xfrm>
                <a:off x="11394" y="0"/>
                <a:ext cx="8487" cy="28"/>
              </a:xfrm>
              <a:custGeom>
                <a:avLst/>
                <a:gdLst>
                  <a:gd name="T0" fmla="*/ 19860 w 20000"/>
                  <a:gd name="T1" fmla="*/ 0 h 20000"/>
                  <a:gd name="T2" fmla="*/ 0 w 20000"/>
                  <a:gd name="T3" fmla="*/ 0 h 20000"/>
                </a:gdLst>
                <a:ahLst/>
                <a:cxnLst>
                  <a:cxn ang="0">
                    <a:pos x="T0" y="T1"/>
                  </a:cxn>
                  <a:cxn ang="0">
                    <a:pos x="T2" y="T3"/>
                  </a:cxn>
                </a:cxnLst>
                <a:rect l="0" t="0" r="r" b="b"/>
                <a:pathLst>
                  <a:path w="20000" h="20000">
                    <a:moveTo>
                      <a:pt x="19860" y="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70153" name="Freeform 105"/>
              <p:cNvSpPr>
                <a:spLocks/>
              </p:cNvSpPr>
              <p:nvPr/>
            </p:nvSpPr>
            <p:spPr bwMode="auto">
              <a:xfrm>
                <a:off x="11157" y="9971"/>
                <a:ext cx="8843" cy="29"/>
              </a:xfrm>
              <a:custGeom>
                <a:avLst/>
                <a:gdLst>
                  <a:gd name="T0" fmla="*/ 19866 w 20000"/>
                  <a:gd name="T1" fmla="*/ 0 h 20000"/>
                  <a:gd name="T2" fmla="*/ 0 w 20000"/>
                  <a:gd name="T3" fmla="*/ 0 h 20000"/>
                </a:gdLst>
                <a:ahLst/>
                <a:cxnLst>
                  <a:cxn ang="0">
                    <a:pos x="T0" y="T1"/>
                  </a:cxn>
                  <a:cxn ang="0">
                    <a:pos x="T2" y="T3"/>
                  </a:cxn>
                </a:cxnLst>
                <a:rect l="0" t="0" r="r" b="b"/>
                <a:pathLst>
                  <a:path w="20000" h="20000">
                    <a:moveTo>
                      <a:pt x="19866" y="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70154" name="Arc 106"/>
              <p:cNvSpPr>
                <a:spLocks/>
              </p:cNvSpPr>
              <p:nvPr/>
            </p:nvSpPr>
            <p:spPr bwMode="auto">
              <a:xfrm flipH="1" flipV="1">
                <a:off x="0" y="15042"/>
                <a:ext cx="12522" cy="495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70155" name="Arc 107"/>
              <p:cNvSpPr>
                <a:spLocks/>
              </p:cNvSpPr>
              <p:nvPr/>
            </p:nvSpPr>
            <p:spPr bwMode="auto">
              <a:xfrm flipH="1">
                <a:off x="0" y="10028"/>
                <a:ext cx="12522" cy="487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70156" name="Freeform 108"/>
              <p:cNvSpPr>
                <a:spLocks/>
              </p:cNvSpPr>
              <p:nvPr/>
            </p:nvSpPr>
            <p:spPr bwMode="auto">
              <a:xfrm>
                <a:off x="11157" y="19914"/>
                <a:ext cx="8843" cy="28"/>
              </a:xfrm>
              <a:custGeom>
                <a:avLst/>
                <a:gdLst>
                  <a:gd name="T0" fmla="*/ 19866 w 20000"/>
                  <a:gd name="T1" fmla="*/ 0 h 20000"/>
                  <a:gd name="T2" fmla="*/ 0 w 20000"/>
                  <a:gd name="T3" fmla="*/ 0 h 20000"/>
                </a:gdLst>
                <a:ahLst/>
                <a:cxnLst>
                  <a:cxn ang="0">
                    <a:pos x="T0" y="T1"/>
                  </a:cxn>
                  <a:cxn ang="0">
                    <a:pos x="T2" y="T3"/>
                  </a:cxn>
                </a:cxnLst>
                <a:rect l="0" t="0" r="r" b="b"/>
                <a:pathLst>
                  <a:path w="20000" h="20000">
                    <a:moveTo>
                      <a:pt x="19866" y="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770157" name="Line 109"/>
            <p:cNvSpPr>
              <a:spLocks noChangeShapeType="1"/>
            </p:cNvSpPr>
            <p:nvPr/>
          </p:nvSpPr>
          <p:spPr bwMode="auto">
            <a:xfrm flipH="1">
              <a:off x="2445" y="2496"/>
              <a:ext cx="1717" cy="2"/>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nvGrpSpPr>
            <p:cNvPr id="770158" name="Group 110"/>
            <p:cNvGrpSpPr>
              <a:grpSpLocks/>
            </p:cNvGrpSpPr>
            <p:nvPr/>
          </p:nvGrpSpPr>
          <p:grpSpPr bwMode="auto">
            <a:xfrm>
              <a:off x="3179" y="2451"/>
              <a:ext cx="242" cy="115"/>
              <a:chOff x="1" y="0"/>
              <a:chExt cx="19999" cy="20000"/>
            </a:xfrm>
          </p:grpSpPr>
          <p:sp>
            <p:nvSpPr>
              <p:cNvPr id="770159" name="Arc 111"/>
              <p:cNvSpPr>
                <a:spLocks/>
              </p:cNvSpPr>
              <p:nvPr/>
            </p:nvSpPr>
            <p:spPr bwMode="auto">
              <a:xfrm flipH="1">
                <a:off x="9972" y="0"/>
                <a:ext cx="4929" cy="1252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70160" name="Arc 112"/>
              <p:cNvSpPr>
                <a:spLocks/>
              </p:cNvSpPr>
              <p:nvPr/>
            </p:nvSpPr>
            <p:spPr bwMode="auto">
              <a:xfrm>
                <a:off x="15128" y="0"/>
                <a:ext cx="4872" cy="1252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70161" name="Freeform 113"/>
              <p:cNvSpPr>
                <a:spLocks/>
              </p:cNvSpPr>
              <p:nvPr/>
            </p:nvSpPr>
            <p:spPr bwMode="auto">
              <a:xfrm>
                <a:off x="19972" y="11394"/>
                <a:ext cx="28" cy="8487"/>
              </a:xfrm>
              <a:custGeom>
                <a:avLst/>
                <a:gdLst>
                  <a:gd name="T0" fmla="*/ 0 w 20000"/>
                  <a:gd name="T1" fmla="*/ 19860 h 20000"/>
                  <a:gd name="T2" fmla="*/ 0 w 20000"/>
                  <a:gd name="T3" fmla="*/ 0 h 20000"/>
                </a:gdLst>
                <a:ahLst/>
                <a:cxnLst>
                  <a:cxn ang="0">
                    <a:pos x="T0" y="T1"/>
                  </a:cxn>
                  <a:cxn ang="0">
                    <a:pos x="T2" y="T3"/>
                  </a:cxn>
                </a:cxnLst>
                <a:rect l="0" t="0" r="r" b="b"/>
                <a:pathLst>
                  <a:path w="20000" h="20000">
                    <a:moveTo>
                      <a:pt x="0" y="1986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70162" name="Freeform 114"/>
              <p:cNvSpPr>
                <a:spLocks/>
              </p:cNvSpPr>
              <p:nvPr/>
            </p:nvSpPr>
            <p:spPr bwMode="auto">
              <a:xfrm>
                <a:off x="10000" y="11157"/>
                <a:ext cx="29" cy="8843"/>
              </a:xfrm>
              <a:custGeom>
                <a:avLst/>
                <a:gdLst>
                  <a:gd name="T0" fmla="*/ 0 w 20000"/>
                  <a:gd name="T1" fmla="*/ 19866 h 20000"/>
                  <a:gd name="T2" fmla="*/ 0 w 20000"/>
                  <a:gd name="T3" fmla="*/ 0 h 20000"/>
                </a:gdLst>
                <a:ahLst/>
                <a:cxnLst>
                  <a:cxn ang="0">
                    <a:pos x="T0" y="T1"/>
                  </a:cxn>
                  <a:cxn ang="0">
                    <a:pos x="T2" y="T3"/>
                  </a:cxn>
                </a:cxnLst>
                <a:rect l="0" t="0" r="r" b="b"/>
                <a:pathLst>
                  <a:path w="20000" h="20000">
                    <a:moveTo>
                      <a:pt x="0" y="19866"/>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70163" name="Arc 115"/>
              <p:cNvSpPr>
                <a:spLocks/>
              </p:cNvSpPr>
              <p:nvPr/>
            </p:nvSpPr>
            <p:spPr bwMode="auto">
              <a:xfrm flipH="1">
                <a:off x="1" y="0"/>
                <a:ext cx="4957" cy="1252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70164" name="Arc 116"/>
              <p:cNvSpPr>
                <a:spLocks/>
              </p:cNvSpPr>
              <p:nvPr/>
            </p:nvSpPr>
            <p:spPr bwMode="auto">
              <a:xfrm>
                <a:off x="5100" y="0"/>
                <a:ext cx="4872" cy="1252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70165" name="Freeform 117"/>
              <p:cNvSpPr>
                <a:spLocks/>
              </p:cNvSpPr>
              <p:nvPr/>
            </p:nvSpPr>
            <p:spPr bwMode="auto">
              <a:xfrm>
                <a:off x="58" y="11157"/>
                <a:ext cx="28" cy="8843"/>
              </a:xfrm>
              <a:custGeom>
                <a:avLst/>
                <a:gdLst>
                  <a:gd name="T0" fmla="*/ 0 w 20000"/>
                  <a:gd name="T1" fmla="*/ 19866 h 20000"/>
                  <a:gd name="T2" fmla="*/ 0 w 20000"/>
                  <a:gd name="T3" fmla="*/ 0 h 20000"/>
                </a:gdLst>
                <a:ahLst/>
                <a:cxnLst>
                  <a:cxn ang="0">
                    <a:pos x="T0" y="T1"/>
                  </a:cxn>
                  <a:cxn ang="0">
                    <a:pos x="T2" y="T3"/>
                  </a:cxn>
                </a:cxnLst>
                <a:rect l="0" t="0" r="r" b="b"/>
                <a:pathLst>
                  <a:path w="20000" h="20000">
                    <a:moveTo>
                      <a:pt x="0" y="19866"/>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770166" name="Group 118"/>
            <p:cNvGrpSpPr>
              <a:grpSpLocks/>
            </p:cNvGrpSpPr>
            <p:nvPr/>
          </p:nvGrpSpPr>
          <p:grpSpPr bwMode="auto">
            <a:xfrm>
              <a:off x="3476" y="2451"/>
              <a:ext cx="242" cy="115"/>
              <a:chOff x="1" y="0"/>
              <a:chExt cx="19999" cy="20000"/>
            </a:xfrm>
          </p:grpSpPr>
          <p:sp>
            <p:nvSpPr>
              <p:cNvPr id="770167" name="Arc 119"/>
              <p:cNvSpPr>
                <a:spLocks/>
              </p:cNvSpPr>
              <p:nvPr/>
            </p:nvSpPr>
            <p:spPr bwMode="auto">
              <a:xfrm flipH="1">
                <a:off x="9972" y="0"/>
                <a:ext cx="4929" cy="1252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70168" name="Arc 120"/>
              <p:cNvSpPr>
                <a:spLocks/>
              </p:cNvSpPr>
              <p:nvPr/>
            </p:nvSpPr>
            <p:spPr bwMode="auto">
              <a:xfrm>
                <a:off x="15128" y="0"/>
                <a:ext cx="4872" cy="1252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70169" name="Freeform 121"/>
              <p:cNvSpPr>
                <a:spLocks/>
              </p:cNvSpPr>
              <p:nvPr/>
            </p:nvSpPr>
            <p:spPr bwMode="auto">
              <a:xfrm>
                <a:off x="19972" y="11394"/>
                <a:ext cx="28" cy="8487"/>
              </a:xfrm>
              <a:custGeom>
                <a:avLst/>
                <a:gdLst>
                  <a:gd name="T0" fmla="*/ 0 w 20000"/>
                  <a:gd name="T1" fmla="*/ 19860 h 20000"/>
                  <a:gd name="T2" fmla="*/ 0 w 20000"/>
                  <a:gd name="T3" fmla="*/ 0 h 20000"/>
                </a:gdLst>
                <a:ahLst/>
                <a:cxnLst>
                  <a:cxn ang="0">
                    <a:pos x="T0" y="T1"/>
                  </a:cxn>
                  <a:cxn ang="0">
                    <a:pos x="T2" y="T3"/>
                  </a:cxn>
                </a:cxnLst>
                <a:rect l="0" t="0" r="r" b="b"/>
                <a:pathLst>
                  <a:path w="20000" h="20000">
                    <a:moveTo>
                      <a:pt x="0" y="19860"/>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70170" name="Freeform 122"/>
              <p:cNvSpPr>
                <a:spLocks/>
              </p:cNvSpPr>
              <p:nvPr/>
            </p:nvSpPr>
            <p:spPr bwMode="auto">
              <a:xfrm>
                <a:off x="10000" y="11157"/>
                <a:ext cx="29" cy="8843"/>
              </a:xfrm>
              <a:custGeom>
                <a:avLst/>
                <a:gdLst>
                  <a:gd name="T0" fmla="*/ 0 w 20000"/>
                  <a:gd name="T1" fmla="*/ 19866 h 20000"/>
                  <a:gd name="T2" fmla="*/ 0 w 20000"/>
                  <a:gd name="T3" fmla="*/ 0 h 20000"/>
                </a:gdLst>
                <a:ahLst/>
                <a:cxnLst>
                  <a:cxn ang="0">
                    <a:pos x="T0" y="T1"/>
                  </a:cxn>
                  <a:cxn ang="0">
                    <a:pos x="T2" y="T3"/>
                  </a:cxn>
                </a:cxnLst>
                <a:rect l="0" t="0" r="r" b="b"/>
                <a:pathLst>
                  <a:path w="20000" h="20000">
                    <a:moveTo>
                      <a:pt x="0" y="19866"/>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70171" name="Arc 123"/>
              <p:cNvSpPr>
                <a:spLocks/>
              </p:cNvSpPr>
              <p:nvPr/>
            </p:nvSpPr>
            <p:spPr bwMode="auto">
              <a:xfrm flipH="1">
                <a:off x="1" y="0"/>
                <a:ext cx="4957" cy="1252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70172" name="Arc 124"/>
              <p:cNvSpPr>
                <a:spLocks/>
              </p:cNvSpPr>
              <p:nvPr/>
            </p:nvSpPr>
            <p:spPr bwMode="auto">
              <a:xfrm>
                <a:off x="5100" y="0"/>
                <a:ext cx="4872" cy="1252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70173" name="Freeform 125"/>
              <p:cNvSpPr>
                <a:spLocks/>
              </p:cNvSpPr>
              <p:nvPr/>
            </p:nvSpPr>
            <p:spPr bwMode="auto">
              <a:xfrm>
                <a:off x="58" y="11157"/>
                <a:ext cx="28" cy="8843"/>
              </a:xfrm>
              <a:custGeom>
                <a:avLst/>
                <a:gdLst>
                  <a:gd name="T0" fmla="*/ 0 w 20000"/>
                  <a:gd name="T1" fmla="*/ 19866 h 20000"/>
                  <a:gd name="T2" fmla="*/ 0 w 20000"/>
                  <a:gd name="T3" fmla="*/ 0 h 20000"/>
                </a:gdLst>
                <a:ahLst/>
                <a:cxnLst>
                  <a:cxn ang="0">
                    <a:pos x="T0" y="T1"/>
                  </a:cxn>
                  <a:cxn ang="0">
                    <a:pos x="T2" y="T3"/>
                  </a:cxn>
                </a:cxnLst>
                <a:rect l="0" t="0" r="r" b="b"/>
                <a:pathLst>
                  <a:path w="20000" h="20000">
                    <a:moveTo>
                      <a:pt x="0" y="19866"/>
                    </a:moveTo>
                    <a:lnTo>
                      <a:pt x="0"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770174" name="Rectangle 126"/>
            <p:cNvSpPr>
              <a:spLocks noChangeArrowheads="1"/>
            </p:cNvSpPr>
            <p:nvPr/>
          </p:nvSpPr>
          <p:spPr bwMode="auto">
            <a:xfrm>
              <a:off x="3772" y="2446"/>
              <a:ext cx="297" cy="99"/>
            </a:xfrm>
            <a:prstGeom prst="rect">
              <a:avLst/>
            </a:prstGeom>
            <a:solidFill>
              <a:srgbClr val="FFFFFF"/>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70175" name="Line 127"/>
            <p:cNvSpPr>
              <a:spLocks noChangeShapeType="1"/>
            </p:cNvSpPr>
            <p:nvPr/>
          </p:nvSpPr>
          <p:spPr bwMode="auto">
            <a:xfrm flipV="1">
              <a:off x="3302" y="2581"/>
              <a:ext cx="0" cy="506"/>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70176" name="Oval 128"/>
            <p:cNvSpPr>
              <a:spLocks noChangeArrowheads="1"/>
            </p:cNvSpPr>
            <p:nvPr/>
          </p:nvSpPr>
          <p:spPr bwMode="auto">
            <a:xfrm>
              <a:off x="3534" y="3267"/>
              <a:ext cx="149" cy="149"/>
            </a:xfrm>
            <a:prstGeom prst="ellipse">
              <a:avLst/>
            </a:pr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70177" name="Line 129"/>
            <p:cNvSpPr>
              <a:spLocks noChangeShapeType="1"/>
            </p:cNvSpPr>
            <p:nvPr/>
          </p:nvSpPr>
          <p:spPr bwMode="auto">
            <a:xfrm flipH="1">
              <a:off x="3808" y="3342"/>
              <a:ext cx="554" cy="0"/>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70178" name="Oval 130"/>
            <p:cNvSpPr>
              <a:spLocks noChangeArrowheads="1"/>
            </p:cNvSpPr>
            <p:nvPr/>
          </p:nvSpPr>
          <p:spPr bwMode="auto">
            <a:xfrm>
              <a:off x="3654" y="3267"/>
              <a:ext cx="148" cy="149"/>
            </a:xfrm>
            <a:prstGeom prst="ellipse">
              <a:avLst/>
            </a:pr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70179" name="Line 131"/>
            <p:cNvSpPr>
              <a:spLocks noChangeShapeType="1"/>
            </p:cNvSpPr>
            <p:nvPr/>
          </p:nvSpPr>
          <p:spPr bwMode="auto">
            <a:xfrm flipH="1">
              <a:off x="2724" y="3345"/>
              <a:ext cx="807" cy="0"/>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70180" name="Line 132"/>
            <p:cNvSpPr>
              <a:spLocks noChangeShapeType="1"/>
            </p:cNvSpPr>
            <p:nvPr/>
          </p:nvSpPr>
          <p:spPr bwMode="auto">
            <a:xfrm>
              <a:off x="3305" y="3079"/>
              <a:ext cx="233" cy="233"/>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70181" name="Line 133"/>
            <p:cNvSpPr>
              <a:spLocks noChangeShapeType="1"/>
            </p:cNvSpPr>
            <p:nvPr/>
          </p:nvSpPr>
          <p:spPr bwMode="auto">
            <a:xfrm flipV="1">
              <a:off x="4364" y="1565"/>
              <a:ext cx="1" cy="1774"/>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70182" name="Line 134"/>
            <p:cNvSpPr>
              <a:spLocks noChangeShapeType="1"/>
            </p:cNvSpPr>
            <p:nvPr/>
          </p:nvSpPr>
          <p:spPr bwMode="auto">
            <a:xfrm flipH="1">
              <a:off x="2720" y="1566"/>
              <a:ext cx="1641" cy="1"/>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70183" name="Oval 135"/>
            <p:cNvSpPr>
              <a:spLocks noChangeArrowheads="1"/>
            </p:cNvSpPr>
            <p:nvPr/>
          </p:nvSpPr>
          <p:spPr bwMode="auto">
            <a:xfrm>
              <a:off x="3489" y="2096"/>
              <a:ext cx="199" cy="198"/>
            </a:xfrm>
            <a:prstGeom prst="ellipse">
              <a:avLst/>
            </a:pr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70184" name="Oval 136"/>
            <p:cNvSpPr>
              <a:spLocks noChangeArrowheads="1"/>
            </p:cNvSpPr>
            <p:nvPr/>
          </p:nvSpPr>
          <p:spPr bwMode="auto">
            <a:xfrm>
              <a:off x="4563" y="2186"/>
              <a:ext cx="197" cy="199"/>
            </a:xfrm>
            <a:prstGeom prst="ellipse">
              <a:avLst/>
            </a:pr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70185" name="Line 137"/>
            <p:cNvSpPr>
              <a:spLocks noChangeShapeType="1"/>
            </p:cNvSpPr>
            <p:nvPr/>
          </p:nvSpPr>
          <p:spPr bwMode="auto">
            <a:xfrm flipH="1" flipV="1">
              <a:off x="4364" y="2286"/>
              <a:ext cx="196" cy="2"/>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70186" name="Oval 138"/>
            <p:cNvSpPr>
              <a:spLocks noChangeArrowheads="1"/>
            </p:cNvSpPr>
            <p:nvPr/>
          </p:nvSpPr>
          <p:spPr bwMode="auto">
            <a:xfrm>
              <a:off x="3507" y="2730"/>
              <a:ext cx="197" cy="198"/>
            </a:xfrm>
            <a:prstGeom prst="ellipse">
              <a:avLst/>
            </a:pr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70187" name="Line 139"/>
            <p:cNvSpPr>
              <a:spLocks noChangeShapeType="1"/>
            </p:cNvSpPr>
            <p:nvPr/>
          </p:nvSpPr>
          <p:spPr bwMode="auto">
            <a:xfrm flipH="1">
              <a:off x="3305" y="2828"/>
              <a:ext cx="199" cy="0"/>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70188" name="Line 140"/>
            <p:cNvSpPr>
              <a:spLocks noChangeShapeType="1"/>
            </p:cNvSpPr>
            <p:nvPr/>
          </p:nvSpPr>
          <p:spPr bwMode="auto">
            <a:xfrm>
              <a:off x="4204" y="2440"/>
              <a:ext cx="0" cy="120"/>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70189" name="Line 141"/>
            <p:cNvSpPr>
              <a:spLocks noChangeShapeType="1"/>
            </p:cNvSpPr>
            <p:nvPr/>
          </p:nvSpPr>
          <p:spPr bwMode="auto">
            <a:xfrm>
              <a:off x="3594" y="2298"/>
              <a:ext cx="0" cy="153"/>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70190" name="Freeform 142"/>
            <p:cNvSpPr>
              <a:spLocks/>
            </p:cNvSpPr>
            <p:nvPr/>
          </p:nvSpPr>
          <p:spPr bwMode="auto">
            <a:xfrm>
              <a:off x="2368" y="2044"/>
              <a:ext cx="208" cy="237"/>
            </a:xfrm>
            <a:custGeom>
              <a:avLst/>
              <a:gdLst>
                <a:gd name="T0" fmla="*/ 0 w 20000"/>
                <a:gd name="T1" fmla="*/ 0 h 20000"/>
                <a:gd name="T2" fmla="*/ 0 w 20000"/>
                <a:gd name="T3" fmla="*/ 19971 h 20000"/>
                <a:gd name="T4" fmla="*/ 19967 w 20000"/>
                <a:gd name="T5" fmla="*/ 9869 h 20000"/>
                <a:gd name="T6" fmla="*/ 0 w 20000"/>
                <a:gd name="T7" fmla="*/ 0 h 20000"/>
              </a:gdLst>
              <a:ahLst/>
              <a:cxnLst>
                <a:cxn ang="0">
                  <a:pos x="T0" y="T1"/>
                </a:cxn>
                <a:cxn ang="0">
                  <a:pos x="T2" y="T3"/>
                </a:cxn>
                <a:cxn ang="0">
                  <a:pos x="T4" y="T5"/>
                </a:cxn>
                <a:cxn ang="0">
                  <a:pos x="T6" y="T7"/>
                </a:cxn>
              </a:cxnLst>
              <a:rect l="0" t="0" r="r" b="b"/>
              <a:pathLst>
                <a:path w="20000" h="20000">
                  <a:moveTo>
                    <a:pt x="0" y="0"/>
                  </a:moveTo>
                  <a:lnTo>
                    <a:pt x="0" y="19971"/>
                  </a:lnTo>
                  <a:lnTo>
                    <a:pt x="19967" y="9869"/>
                  </a:lnTo>
                  <a:lnTo>
                    <a:pt x="0" y="0"/>
                  </a:lnTo>
                  <a:close/>
                </a:path>
              </a:pathLst>
            </a:custGeom>
            <a:noFill/>
            <a:ln w="28575" cap="flat" cmpd="sng">
              <a:solidFill>
                <a:schemeClr val="tx1"/>
              </a:solidFill>
              <a:prstDash val="solid"/>
              <a:round/>
              <a:headEnd type="none" w="med" len="lg"/>
              <a:tailEnd type="none" w="med"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nvGrpSpPr>
            <p:cNvPr id="770191" name="Group 143"/>
            <p:cNvGrpSpPr>
              <a:grpSpLocks/>
            </p:cNvGrpSpPr>
            <p:nvPr/>
          </p:nvGrpSpPr>
          <p:grpSpPr bwMode="auto">
            <a:xfrm>
              <a:off x="2330" y="2363"/>
              <a:ext cx="229" cy="203"/>
              <a:chOff x="-50" y="0"/>
              <a:chExt cx="20100" cy="20000"/>
            </a:xfrm>
          </p:grpSpPr>
          <p:sp>
            <p:nvSpPr>
              <p:cNvPr id="770192" name="Line 144"/>
              <p:cNvSpPr>
                <a:spLocks noChangeShapeType="1"/>
              </p:cNvSpPr>
              <p:nvPr/>
            </p:nvSpPr>
            <p:spPr bwMode="auto">
              <a:xfrm flipV="1">
                <a:off x="10060" y="0"/>
                <a:ext cx="30" cy="13322"/>
              </a:xfrm>
              <a:prstGeom prst="line">
                <a:avLst/>
              </a:prstGeom>
              <a:noFill/>
              <a:ln w="28575">
                <a:solidFill>
                  <a:schemeClr val="tx1"/>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70193" name="Line 145"/>
              <p:cNvSpPr>
                <a:spLocks noChangeShapeType="1"/>
              </p:cNvSpPr>
              <p:nvPr/>
            </p:nvSpPr>
            <p:spPr bwMode="auto">
              <a:xfrm>
                <a:off x="10060" y="13356"/>
                <a:ext cx="9990" cy="6509"/>
              </a:xfrm>
              <a:prstGeom prst="line">
                <a:avLst/>
              </a:prstGeom>
              <a:noFill/>
              <a:ln w="28575">
                <a:solidFill>
                  <a:schemeClr val="tx1"/>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70194" name="Line 146"/>
              <p:cNvSpPr>
                <a:spLocks noChangeShapeType="1"/>
              </p:cNvSpPr>
              <p:nvPr/>
            </p:nvSpPr>
            <p:spPr bwMode="auto">
              <a:xfrm flipH="1">
                <a:off x="-50" y="13491"/>
                <a:ext cx="9990" cy="6509"/>
              </a:xfrm>
              <a:prstGeom prst="line">
                <a:avLst/>
              </a:prstGeom>
              <a:noFill/>
              <a:ln w="28575">
                <a:solidFill>
                  <a:schemeClr val="tx1"/>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770195" name="Freeform 147"/>
            <p:cNvSpPr>
              <a:spLocks/>
            </p:cNvSpPr>
            <p:nvPr/>
          </p:nvSpPr>
          <p:spPr bwMode="auto">
            <a:xfrm>
              <a:off x="3698" y="3307"/>
              <a:ext cx="79" cy="69"/>
            </a:xfrm>
            <a:custGeom>
              <a:avLst/>
              <a:gdLst>
                <a:gd name="T0" fmla="*/ 19912 w 20000"/>
                <a:gd name="T1" fmla="*/ 19899 h 20000"/>
                <a:gd name="T2" fmla="*/ 0 w 20000"/>
                <a:gd name="T3" fmla="*/ 19899 h 20000"/>
                <a:gd name="T4" fmla="*/ 10044 w 20000"/>
                <a:gd name="T5" fmla="*/ 0 h 20000"/>
                <a:gd name="T6" fmla="*/ 19912 w 20000"/>
                <a:gd name="T7" fmla="*/ 19899 h 20000"/>
              </a:gdLst>
              <a:ahLst/>
              <a:cxnLst>
                <a:cxn ang="0">
                  <a:pos x="T0" y="T1"/>
                </a:cxn>
                <a:cxn ang="0">
                  <a:pos x="T2" y="T3"/>
                </a:cxn>
                <a:cxn ang="0">
                  <a:pos x="T4" y="T5"/>
                </a:cxn>
                <a:cxn ang="0">
                  <a:pos x="T6" y="T7"/>
                </a:cxn>
              </a:cxnLst>
              <a:rect l="0" t="0" r="r" b="b"/>
              <a:pathLst>
                <a:path w="20000" h="20000">
                  <a:moveTo>
                    <a:pt x="19912" y="19899"/>
                  </a:moveTo>
                  <a:lnTo>
                    <a:pt x="0" y="19899"/>
                  </a:lnTo>
                  <a:lnTo>
                    <a:pt x="10044" y="0"/>
                  </a:lnTo>
                  <a:lnTo>
                    <a:pt x="19912" y="19899"/>
                  </a:lnTo>
                  <a:close/>
                </a:path>
              </a:pathLst>
            </a:custGeom>
            <a:noFill/>
            <a:ln w="28575" cap="flat" cmpd="sng">
              <a:solidFill>
                <a:schemeClr val="tx1"/>
              </a:solidFill>
              <a:prstDash val="solid"/>
              <a:round/>
              <a:headEnd type="none" w="med" len="lg"/>
              <a:tailEnd type="none" w="med"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nvGrpSpPr>
            <p:cNvPr id="770196" name="Group 148"/>
            <p:cNvGrpSpPr>
              <a:grpSpLocks/>
            </p:cNvGrpSpPr>
            <p:nvPr/>
          </p:nvGrpSpPr>
          <p:grpSpPr bwMode="auto">
            <a:xfrm>
              <a:off x="3564" y="3300"/>
              <a:ext cx="78" cy="70"/>
              <a:chOff x="-5" y="0"/>
              <a:chExt cx="20010" cy="19999"/>
            </a:xfrm>
          </p:grpSpPr>
          <p:sp>
            <p:nvSpPr>
              <p:cNvPr id="770197" name="Line 149"/>
              <p:cNvSpPr>
                <a:spLocks noChangeShapeType="1"/>
              </p:cNvSpPr>
              <p:nvPr/>
            </p:nvSpPr>
            <p:spPr bwMode="auto">
              <a:xfrm flipV="1">
                <a:off x="10000" y="0"/>
                <a:ext cx="87" cy="13366"/>
              </a:xfrm>
              <a:prstGeom prst="line">
                <a:avLst/>
              </a:prstGeom>
              <a:noFill/>
              <a:ln w="28575">
                <a:solidFill>
                  <a:schemeClr val="tx1"/>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70198" name="Line 150"/>
              <p:cNvSpPr>
                <a:spLocks noChangeShapeType="1"/>
              </p:cNvSpPr>
              <p:nvPr/>
            </p:nvSpPr>
            <p:spPr bwMode="auto">
              <a:xfrm>
                <a:off x="10000" y="13267"/>
                <a:ext cx="10005" cy="6534"/>
              </a:xfrm>
              <a:prstGeom prst="line">
                <a:avLst/>
              </a:prstGeom>
              <a:noFill/>
              <a:ln w="28575">
                <a:solidFill>
                  <a:schemeClr val="tx1"/>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70199" name="Line 151"/>
              <p:cNvSpPr>
                <a:spLocks noChangeShapeType="1"/>
              </p:cNvSpPr>
              <p:nvPr/>
            </p:nvSpPr>
            <p:spPr bwMode="auto">
              <a:xfrm flipH="1">
                <a:off x="-5" y="13465"/>
                <a:ext cx="10005" cy="6534"/>
              </a:xfrm>
              <a:prstGeom prst="line">
                <a:avLst/>
              </a:prstGeom>
              <a:noFill/>
              <a:ln w="28575">
                <a:solidFill>
                  <a:schemeClr val="tx1"/>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spTree>
    <p:extLst>
      <p:ext uri="{BB962C8B-B14F-4D97-AF65-F5344CB8AC3E}">
        <p14:creationId xmlns:p14="http://schemas.microsoft.com/office/powerpoint/2010/main" val="18611101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6370" name="Rectangle 2"/>
          <p:cNvSpPr>
            <a:spLocks noGrp="1" noChangeArrowheads="1"/>
          </p:cNvSpPr>
          <p:nvPr>
            <p:ph type="title"/>
          </p:nvPr>
        </p:nvSpPr>
        <p:spPr>
          <a:noFill/>
          <a:ln/>
          <a:extLst>
            <a:ext uri="{91240B29-F687-4F45-9708-019B960494DF}">
              <a14:hiddenLine xmlns:a14="http://schemas.microsoft.com/office/drawing/2010/main" w="12700">
                <a:solidFill>
                  <a:schemeClr val="tx1"/>
                </a:solidFill>
                <a:miter lim="800000"/>
                <a:headEnd/>
                <a:tailEnd/>
              </a14:hiddenLine>
            </a:ext>
          </a:extLst>
        </p:spPr>
        <p:txBody>
          <a:bodyPr lIns="90488" tIns="44450" rIns="90488" bIns="44450"/>
          <a:lstStyle/>
          <a:p>
            <a:r>
              <a:rPr lang="en-GB" altLang="zh-CN" sz="2800">
                <a:ea typeface="SimSun" panose="02010600030101010101" pitchFamily="2" charset="-122"/>
              </a:rPr>
              <a:t>Conventional Two Winding Input Applications</a:t>
            </a:r>
            <a:br>
              <a:rPr lang="en-GB" altLang="zh-CN" sz="2800">
                <a:ea typeface="SimSun" panose="02010600030101010101" pitchFamily="2" charset="-122"/>
              </a:rPr>
            </a:br>
            <a:r>
              <a:rPr lang="en-GB" altLang="zh-CN" sz="2800">
                <a:ea typeface="SimSun" panose="02010600030101010101" pitchFamily="2" charset="-122"/>
              </a:rPr>
              <a:t>MiCOM P642/P632</a:t>
            </a:r>
          </a:p>
        </p:txBody>
      </p:sp>
      <p:sp>
        <p:nvSpPr>
          <p:cNvPr id="826371" name="Oval 3"/>
          <p:cNvSpPr>
            <a:spLocks noChangeArrowheads="1"/>
          </p:cNvSpPr>
          <p:nvPr/>
        </p:nvSpPr>
        <p:spPr bwMode="auto">
          <a:xfrm>
            <a:off x="4117975" y="2709863"/>
            <a:ext cx="663575" cy="741362"/>
          </a:xfrm>
          <a:prstGeom prst="ellipse">
            <a:avLst/>
          </a:prstGeom>
          <a:noFill/>
          <a:ln w="50800">
            <a:solidFill>
              <a:srgbClr val="114FFB"/>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6372" name="Oval 4"/>
          <p:cNvSpPr>
            <a:spLocks noChangeArrowheads="1"/>
          </p:cNvSpPr>
          <p:nvPr/>
        </p:nvSpPr>
        <p:spPr bwMode="auto">
          <a:xfrm>
            <a:off x="4640263" y="2709863"/>
            <a:ext cx="660400" cy="741362"/>
          </a:xfrm>
          <a:prstGeom prst="ellipse">
            <a:avLst/>
          </a:prstGeom>
          <a:noFill/>
          <a:ln w="50800">
            <a:solidFill>
              <a:srgbClr val="114FFB"/>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6373" name="AutoShape 5"/>
          <p:cNvSpPr>
            <a:spLocks noChangeArrowheads="1"/>
          </p:cNvSpPr>
          <p:nvPr/>
        </p:nvSpPr>
        <p:spPr bwMode="auto">
          <a:xfrm>
            <a:off x="4286250" y="2919413"/>
            <a:ext cx="276225" cy="265112"/>
          </a:xfrm>
          <a:prstGeom prst="triangle">
            <a:avLst>
              <a:gd name="adj" fmla="val 49995"/>
            </a:avLst>
          </a:prstGeom>
          <a:noFill/>
          <a:ln w="50800">
            <a:solidFill>
              <a:srgbClr val="114FFB"/>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6374" name="Line 6"/>
          <p:cNvSpPr>
            <a:spLocks noChangeShapeType="1"/>
          </p:cNvSpPr>
          <p:nvPr/>
        </p:nvSpPr>
        <p:spPr bwMode="auto">
          <a:xfrm flipH="1">
            <a:off x="1720850" y="3089275"/>
            <a:ext cx="1300163" cy="0"/>
          </a:xfrm>
          <a:prstGeom prst="line">
            <a:avLst/>
          </a:prstGeom>
          <a:noFill/>
          <a:ln w="508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6375" name="Line 7"/>
          <p:cNvSpPr>
            <a:spLocks noChangeShapeType="1"/>
          </p:cNvSpPr>
          <p:nvPr/>
        </p:nvSpPr>
        <p:spPr bwMode="auto">
          <a:xfrm flipH="1">
            <a:off x="6391275" y="3094038"/>
            <a:ext cx="1204913" cy="0"/>
          </a:xfrm>
          <a:prstGeom prst="line">
            <a:avLst/>
          </a:prstGeom>
          <a:noFill/>
          <a:ln w="508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6376" name="Line 8"/>
          <p:cNvSpPr>
            <a:spLocks noChangeShapeType="1"/>
          </p:cNvSpPr>
          <p:nvPr/>
        </p:nvSpPr>
        <p:spPr bwMode="auto">
          <a:xfrm flipH="1">
            <a:off x="5003800" y="3095625"/>
            <a:ext cx="9525" cy="1125538"/>
          </a:xfrm>
          <a:prstGeom prst="line">
            <a:avLst/>
          </a:prstGeom>
          <a:noFill/>
          <a:ln w="508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6377" name="Freeform 9"/>
          <p:cNvSpPr>
            <a:spLocks/>
          </p:cNvSpPr>
          <p:nvPr/>
        </p:nvSpPr>
        <p:spPr bwMode="auto">
          <a:xfrm>
            <a:off x="2357438" y="3300413"/>
            <a:ext cx="4776787" cy="2254250"/>
          </a:xfrm>
          <a:custGeom>
            <a:avLst/>
            <a:gdLst>
              <a:gd name="T0" fmla="*/ 0 w 3385"/>
              <a:gd name="T1" fmla="*/ 2 h 1420"/>
              <a:gd name="T2" fmla="*/ 0 w 3385"/>
              <a:gd name="T3" fmla="*/ 1419 h 1420"/>
              <a:gd name="T4" fmla="*/ 3384 w 3385"/>
              <a:gd name="T5" fmla="*/ 1419 h 1420"/>
              <a:gd name="T6" fmla="*/ 3384 w 3385"/>
              <a:gd name="T7" fmla="*/ 0 h 1420"/>
            </a:gdLst>
            <a:ahLst/>
            <a:cxnLst>
              <a:cxn ang="0">
                <a:pos x="T0" y="T1"/>
              </a:cxn>
              <a:cxn ang="0">
                <a:pos x="T2" y="T3"/>
              </a:cxn>
              <a:cxn ang="0">
                <a:pos x="T4" y="T5"/>
              </a:cxn>
              <a:cxn ang="0">
                <a:pos x="T6" y="T7"/>
              </a:cxn>
            </a:cxnLst>
            <a:rect l="0" t="0" r="r" b="b"/>
            <a:pathLst>
              <a:path w="3385" h="1420">
                <a:moveTo>
                  <a:pt x="0" y="2"/>
                </a:moveTo>
                <a:lnTo>
                  <a:pt x="0" y="1419"/>
                </a:lnTo>
                <a:lnTo>
                  <a:pt x="3384" y="1419"/>
                </a:lnTo>
                <a:lnTo>
                  <a:pt x="3384" y="0"/>
                </a:lnTo>
              </a:path>
            </a:pathLst>
          </a:custGeom>
          <a:noFill/>
          <a:ln w="50800" cap="rnd" cmpd="sng">
            <a:solidFill>
              <a:srgbClr val="114FFB"/>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6378" name="Rectangle 10"/>
          <p:cNvSpPr>
            <a:spLocks noChangeArrowheads="1"/>
          </p:cNvSpPr>
          <p:nvPr/>
        </p:nvSpPr>
        <p:spPr bwMode="auto">
          <a:xfrm>
            <a:off x="2128838" y="4530725"/>
            <a:ext cx="654050" cy="5000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6379" name="Line 11"/>
          <p:cNvSpPr>
            <a:spLocks noChangeShapeType="1"/>
          </p:cNvSpPr>
          <p:nvPr/>
        </p:nvSpPr>
        <p:spPr bwMode="auto">
          <a:xfrm flipH="1">
            <a:off x="3227388" y="3089275"/>
            <a:ext cx="903287" cy="0"/>
          </a:xfrm>
          <a:prstGeom prst="line">
            <a:avLst/>
          </a:prstGeom>
          <a:noFill/>
          <a:ln w="508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6380" name="Line 12"/>
          <p:cNvSpPr>
            <a:spLocks noChangeShapeType="1"/>
          </p:cNvSpPr>
          <p:nvPr/>
        </p:nvSpPr>
        <p:spPr bwMode="auto">
          <a:xfrm flipH="1">
            <a:off x="5297488" y="3089275"/>
            <a:ext cx="895350" cy="0"/>
          </a:xfrm>
          <a:prstGeom prst="line">
            <a:avLst/>
          </a:prstGeom>
          <a:noFill/>
          <a:ln w="508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6381" name="Rectangle 13"/>
          <p:cNvSpPr>
            <a:spLocks noChangeArrowheads="1"/>
          </p:cNvSpPr>
          <p:nvPr/>
        </p:nvSpPr>
        <p:spPr bwMode="auto">
          <a:xfrm>
            <a:off x="4518025" y="4548188"/>
            <a:ext cx="990600" cy="3937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eaLnBrk="0" hangingPunct="0"/>
            <a:r>
              <a:rPr lang="en-GB" altLang="zh-CN" sz="2000" b="1">
                <a:solidFill>
                  <a:schemeClr val="accent1"/>
                </a:solidFill>
                <a:latin typeface="FuturaA Md BT" pitchFamily="34" charset="0"/>
                <a:ea typeface="SimSun" panose="02010600030101010101" pitchFamily="2" charset="-122"/>
              </a:rPr>
              <a:t>P642</a:t>
            </a:r>
          </a:p>
        </p:txBody>
      </p:sp>
      <p:grpSp>
        <p:nvGrpSpPr>
          <p:cNvPr id="826382" name="Group 14"/>
          <p:cNvGrpSpPr>
            <a:grpSpLocks/>
          </p:cNvGrpSpPr>
          <p:nvPr/>
        </p:nvGrpSpPr>
        <p:grpSpPr bwMode="auto">
          <a:xfrm>
            <a:off x="2127250" y="2952750"/>
            <a:ext cx="474663" cy="309563"/>
            <a:chOff x="2264" y="1144"/>
            <a:chExt cx="336" cy="195"/>
          </a:xfrm>
        </p:grpSpPr>
        <p:sp>
          <p:nvSpPr>
            <p:cNvPr id="826383" name="Arc 15"/>
            <p:cNvSpPr>
              <a:spLocks/>
            </p:cNvSpPr>
            <p:nvPr/>
          </p:nvSpPr>
          <p:spPr bwMode="auto">
            <a:xfrm>
              <a:off x="2432" y="1144"/>
              <a:ext cx="87" cy="101"/>
            </a:xfrm>
            <a:custGeom>
              <a:avLst/>
              <a:gdLst>
                <a:gd name="G0" fmla="+- 21600 0 0"/>
                <a:gd name="G1" fmla="+- 21598 0 0"/>
                <a:gd name="G2" fmla="+- 21600 0 0"/>
                <a:gd name="T0" fmla="*/ 0 w 21600"/>
                <a:gd name="T1" fmla="*/ 21598 h 21598"/>
                <a:gd name="T2" fmla="*/ 21338 w 21600"/>
                <a:gd name="T3" fmla="*/ 0 h 21598"/>
                <a:gd name="T4" fmla="*/ 21600 w 21600"/>
                <a:gd name="T5" fmla="*/ 21598 h 21598"/>
              </a:gdLst>
              <a:ahLst/>
              <a:cxnLst>
                <a:cxn ang="0">
                  <a:pos x="T0" y="T1"/>
                </a:cxn>
                <a:cxn ang="0">
                  <a:pos x="T2" y="T3"/>
                </a:cxn>
                <a:cxn ang="0">
                  <a:pos x="T4" y="T5"/>
                </a:cxn>
              </a:cxnLst>
              <a:rect l="0" t="0" r="r" b="b"/>
              <a:pathLst>
                <a:path w="21600" h="21598" fill="none" extrusionOk="0">
                  <a:moveTo>
                    <a:pt x="0" y="21598"/>
                  </a:moveTo>
                  <a:cubicBezTo>
                    <a:pt x="0" y="9770"/>
                    <a:pt x="9511" y="143"/>
                    <a:pt x="21337" y="-1"/>
                  </a:cubicBezTo>
                </a:path>
                <a:path w="21600" h="21598" stroke="0" extrusionOk="0">
                  <a:moveTo>
                    <a:pt x="0" y="21598"/>
                  </a:moveTo>
                  <a:cubicBezTo>
                    <a:pt x="0" y="9770"/>
                    <a:pt x="9511" y="143"/>
                    <a:pt x="21337" y="-1"/>
                  </a:cubicBezTo>
                  <a:lnTo>
                    <a:pt x="21600" y="21598"/>
                  </a:lnTo>
                  <a:close/>
                </a:path>
              </a:pathLst>
            </a:custGeom>
            <a:noFill/>
            <a:ln w="50800" cap="rnd">
              <a:solidFill>
                <a:srgbClr val="114FFB"/>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6384" name="Arc 16"/>
            <p:cNvSpPr>
              <a:spLocks/>
            </p:cNvSpPr>
            <p:nvPr/>
          </p:nvSpPr>
          <p:spPr bwMode="auto">
            <a:xfrm>
              <a:off x="2512" y="1144"/>
              <a:ext cx="88" cy="101"/>
            </a:xfrm>
            <a:custGeom>
              <a:avLst/>
              <a:gdLst>
                <a:gd name="G0" fmla="+- 262 0 0"/>
                <a:gd name="G1" fmla="+- 21600 0 0"/>
                <a:gd name="G2" fmla="+- 21600 0 0"/>
                <a:gd name="T0" fmla="*/ 0 w 21862"/>
                <a:gd name="T1" fmla="*/ 2 h 21600"/>
                <a:gd name="T2" fmla="*/ 21862 w 21862"/>
                <a:gd name="T3" fmla="*/ 21600 h 21600"/>
                <a:gd name="T4" fmla="*/ 262 w 21862"/>
                <a:gd name="T5" fmla="*/ 21600 h 21600"/>
              </a:gdLst>
              <a:ahLst/>
              <a:cxnLst>
                <a:cxn ang="0">
                  <a:pos x="T0" y="T1"/>
                </a:cxn>
                <a:cxn ang="0">
                  <a:pos x="T2" y="T3"/>
                </a:cxn>
                <a:cxn ang="0">
                  <a:pos x="T4" y="T5"/>
                </a:cxn>
              </a:cxnLst>
              <a:rect l="0" t="0" r="r" b="b"/>
              <a:pathLst>
                <a:path w="21862" h="21600" fill="none" extrusionOk="0">
                  <a:moveTo>
                    <a:pt x="-1" y="1"/>
                  </a:moveTo>
                  <a:cubicBezTo>
                    <a:pt x="87" y="0"/>
                    <a:pt x="174" y="0"/>
                    <a:pt x="262" y="0"/>
                  </a:cubicBezTo>
                  <a:cubicBezTo>
                    <a:pt x="12191" y="0"/>
                    <a:pt x="21862" y="9670"/>
                    <a:pt x="21862" y="21600"/>
                  </a:cubicBezTo>
                </a:path>
                <a:path w="21862" h="21600" stroke="0" extrusionOk="0">
                  <a:moveTo>
                    <a:pt x="-1" y="1"/>
                  </a:moveTo>
                  <a:cubicBezTo>
                    <a:pt x="87" y="0"/>
                    <a:pt x="174" y="0"/>
                    <a:pt x="262" y="0"/>
                  </a:cubicBezTo>
                  <a:cubicBezTo>
                    <a:pt x="12191" y="0"/>
                    <a:pt x="21862" y="9670"/>
                    <a:pt x="21862" y="21600"/>
                  </a:cubicBezTo>
                  <a:lnTo>
                    <a:pt x="262" y="21600"/>
                  </a:lnTo>
                  <a:close/>
                </a:path>
              </a:pathLst>
            </a:custGeom>
            <a:noFill/>
            <a:ln w="50800" cap="rnd">
              <a:solidFill>
                <a:srgbClr val="114FFB"/>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6385" name="Arc 17"/>
            <p:cNvSpPr>
              <a:spLocks/>
            </p:cNvSpPr>
            <p:nvPr/>
          </p:nvSpPr>
          <p:spPr bwMode="auto">
            <a:xfrm>
              <a:off x="2266" y="1144"/>
              <a:ext cx="87" cy="101"/>
            </a:xfrm>
            <a:custGeom>
              <a:avLst/>
              <a:gdLst>
                <a:gd name="G0" fmla="+- 21600 0 0"/>
                <a:gd name="G1" fmla="+- 21598 0 0"/>
                <a:gd name="G2" fmla="+- 21600 0 0"/>
                <a:gd name="T0" fmla="*/ 0 w 21600"/>
                <a:gd name="T1" fmla="*/ 21598 h 21598"/>
                <a:gd name="T2" fmla="*/ 21338 w 21600"/>
                <a:gd name="T3" fmla="*/ 0 h 21598"/>
                <a:gd name="T4" fmla="*/ 21600 w 21600"/>
                <a:gd name="T5" fmla="*/ 21598 h 21598"/>
              </a:gdLst>
              <a:ahLst/>
              <a:cxnLst>
                <a:cxn ang="0">
                  <a:pos x="T0" y="T1"/>
                </a:cxn>
                <a:cxn ang="0">
                  <a:pos x="T2" y="T3"/>
                </a:cxn>
                <a:cxn ang="0">
                  <a:pos x="T4" y="T5"/>
                </a:cxn>
              </a:cxnLst>
              <a:rect l="0" t="0" r="r" b="b"/>
              <a:pathLst>
                <a:path w="21600" h="21598" fill="none" extrusionOk="0">
                  <a:moveTo>
                    <a:pt x="0" y="21598"/>
                  </a:moveTo>
                  <a:cubicBezTo>
                    <a:pt x="0" y="9770"/>
                    <a:pt x="9511" y="143"/>
                    <a:pt x="21337" y="-1"/>
                  </a:cubicBezTo>
                </a:path>
                <a:path w="21600" h="21598" stroke="0" extrusionOk="0">
                  <a:moveTo>
                    <a:pt x="0" y="21598"/>
                  </a:moveTo>
                  <a:cubicBezTo>
                    <a:pt x="0" y="9770"/>
                    <a:pt x="9511" y="143"/>
                    <a:pt x="21337" y="-1"/>
                  </a:cubicBezTo>
                  <a:lnTo>
                    <a:pt x="21600" y="21598"/>
                  </a:lnTo>
                  <a:close/>
                </a:path>
              </a:pathLst>
            </a:custGeom>
            <a:noFill/>
            <a:ln w="50800" cap="rnd">
              <a:solidFill>
                <a:srgbClr val="114FFB"/>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6386" name="Arc 18"/>
            <p:cNvSpPr>
              <a:spLocks/>
            </p:cNvSpPr>
            <p:nvPr/>
          </p:nvSpPr>
          <p:spPr bwMode="auto">
            <a:xfrm>
              <a:off x="2346" y="1144"/>
              <a:ext cx="88" cy="101"/>
            </a:xfrm>
            <a:custGeom>
              <a:avLst/>
              <a:gdLst>
                <a:gd name="G0" fmla="+- 262 0 0"/>
                <a:gd name="G1" fmla="+- 21600 0 0"/>
                <a:gd name="G2" fmla="+- 21600 0 0"/>
                <a:gd name="T0" fmla="*/ 0 w 21862"/>
                <a:gd name="T1" fmla="*/ 2 h 21600"/>
                <a:gd name="T2" fmla="*/ 21862 w 21862"/>
                <a:gd name="T3" fmla="*/ 21600 h 21600"/>
                <a:gd name="T4" fmla="*/ 262 w 21862"/>
                <a:gd name="T5" fmla="*/ 21600 h 21600"/>
              </a:gdLst>
              <a:ahLst/>
              <a:cxnLst>
                <a:cxn ang="0">
                  <a:pos x="T0" y="T1"/>
                </a:cxn>
                <a:cxn ang="0">
                  <a:pos x="T2" y="T3"/>
                </a:cxn>
                <a:cxn ang="0">
                  <a:pos x="T4" y="T5"/>
                </a:cxn>
              </a:cxnLst>
              <a:rect l="0" t="0" r="r" b="b"/>
              <a:pathLst>
                <a:path w="21862" h="21600" fill="none" extrusionOk="0">
                  <a:moveTo>
                    <a:pt x="-1" y="1"/>
                  </a:moveTo>
                  <a:cubicBezTo>
                    <a:pt x="87" y="0"/>
                    <a:pt x="174" y="0"/>
                    <a:pt x="262" y="0"/>
                  </a:cubicBezTo>
                  <a:cubicBezTo>
                    <a:pt x="12191" y="0"/>
                    <a:pt x="21862" y="9670"/>
                    <a:pt x="21862" y="21600"/>
                  </a:cubicBezTo>
                </a:path>
                <a:path w="21862" h="21600" stroke="0" extrusionOk="0">
                  <a:moveTo>
                    <a:pt x="-1" y="1"/>
                  </a:moveTo>
                  <a:cubicBezTo>
                    <a:pt x="87" y="0"/>
                    <a:pt x="174" y="0"/>
                    <a:pt x="262" y="0"/>
                  </a:cubicBezTo>
                  <a:cubicBezTo>
                    <a:pt x="12191" y="0"/>
                    <a:pt x="21862" y="9670"/>
                    <a:pt x="21862" y="21600"/>
                  </a:cubicBezTo>
                  <a:lnTo>
                    <a:pt x="262" y="21600"/>
                  </a:lnTo>
                  <a:close/>
                </a:path>
              </a:pathLst>
            </a:custGeom>
            <a:noFill/>
            <a:ln w="50800" cap="rnd">
              <a:solidFill>
                <a:srgbClr val="114FFB"/>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6387" name="Line 19"/>
            <p:cNvSpPr>
              <a:spLocks noChangeShapeType="1"/>
            </p:cNvSpPr>
            <p:nvPr/>
          </p:nvSpPr>
          <p:spPr bwMode="auto">
            <a:xfrm>
              <a:off x="2264" y="1238"/>
              <a:ext cx="0" cy="98"/>
            </a:xfrm>
            <a:prstGeom prst="line">
              <a:avLst/>
            </a:prstGeom>
            <a:noFill/>
            <a:ln w="508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6388" name="Line 20"/>
            <p:cNvSpPr>
              <a:spLocks noChangeShapeType="1"/>
            </p:cNvSpPr>
            <p:nvPr/>
          </p:nvSpPr>
          <p:spPr bwMode="auto">
            <a:xfrm>
              <a:off x="2600" y="1244"/>
              <a:ext cx="0" cy="95"/>
            </a:xfrm>
            <a:prstGeom prst="line">
              <a:avLst/>
            </a:prstGeom>
            <a:noFill/>
            <a:ln w="508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6389" name="Line 21"/>
            <p:cNvSpPr>
              <a:spLocks noChangeShapeType="1"/>
            </p:cNvSpPr>
            <p:nvPr/>
          </p:nvSpPr>
          <p:spPr bwMode="auto">
            <a:xfrm>
              <a:off x="2433" y="1246"/>
              <a:ext cx="0" cy="29"/>
            </a:xfrm>
            <a:prstGeom prst="line">
              <a:avLst/>
            </a:prstGeom>
            <a:noFill/>
            <a:ln w="508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826390" name="Group 22"/>
          <p:cNvGrpSpPr>
            <a:grpSpLocks/>
          </p:cNvGrpSpPr>
          <p:nvPr/>
        </p:nvGrpSpPr>
        <p:grpSpPr bwMode="auto">
          <a:xfrm>
            <a:off x="3057525" y="3008313"/>
            <a:ext cx="139700" cy="157162"/>
            <a:chOff x="714" y="2950"/>
            <a:chExt cx="204" cy="204"/>
          </a:xfrm>
        </p:grpSpPr>
        <p:sp>
          <p:nvSpPr>
            <p:cNvPr id="826391" name="Line 23"/>
            <p:cNvSpPr>
              <a:spLocks noChangeShapeType="1"/>
            </p:cNvSpPr>
            <p:nvPr/>
          </p:nvSpPr>
          <p:spPr bwMode="auto">
            <a:xfrm>
              <a:off x="714" y="2950"/>
              <a:ext cx="204" cy="204"/>
            </a:xfrm>
            <a:prstGeom prst="line">
              <a:avLst/>
            </a:prstGeom>
            <a:noFill/>
            <a:ln w="254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826392" name="Line 24"/>
            <p:cNvSpPr>
              <a:spLocks noChangeShapeType="1"/>
            </p:cNvSpPr>
            <p:nvPr/>
          </p:nvSpPr>
          <p:spPr bwMode="auto">
            <a:xfrm flipH="1">
              <a:off x="714" y="2950"/>
              <a:ext cx="204" cy="204"/>
            </a:xfrm>
            <a:prstGeom prst="line">
              <a:avLst/>
            </a:prstGeom>
            <a:noFill/>
            <a:ln w="254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pSp>
      <p:grpSp>
        <p:nvGrpSpPr>
          <p:cNvPr id="826393" name="Group 25"/>
          <p:cNvGrpSpPr>
            <a:grpSpLocks/>
          </p:cNvGrpSpPr>
          <p:nvPr/>
        </p:nvGrpSpPr>
        <p:grpSpPr bwMode="auto">
          <a:xfrm>
            <a:off x="4805363" y="2855913"/>
            <a:ext cx="409575" cy="366712"/>
            <a:chOff x="1720" y="894"/>
            <a:chExt cx="290" cy="231"/>
          </a:xfrm>
        </p:grpSpPr>
        <p:sp>
          <p:nvSpPr>
            <p:cNvPr id="826394" name="Line 26"/>
            <p:cNvSpPr>
              <a:spLocks noChangeShapeType="1"/>
            </p:cNvSpPr>
            <p:nvPr/>
          </p:nvSpPr>
          <p:spPr bwMode="auto">
            <a:xfrm flipH="1">
              <a:off x="1720" y="1046"/>
              <a:ext cx="140" cy="76"/>
            </a:xfrm>
            <a:prstGeom prst="line">
              <a:avLst/>
            </a:prstGeom>
            <a:noFill/>
            <a:ln w="508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6395" name="Line 27"/>
            <p:cNvSpPr>
              <a:spLocks noChangeShapeType="1"/>
            </p:cNvSpPr>
            <p:nvPr/>
          </p:nvSpPr>
          <p:spPr bwMode="auto">
            <a:xfrm flipV="1">
              <a:off x="1862" y="894"/>
              <a:ext cx="0" cy="171"/>
            </a:xfrm>
            <a:prstGeom prst="line">
              <a:avLst/>
            </a:prstGeom>
            <a:noFill/>
            <a:ln w="508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6396" name="Line 28"/>
            <p:cNvSpPr>
              <a:spLocks noChangeShapeType="1"/>
            </p:cNvSpPr>
            <p:nvPr/>
          </p:nvSpPr>
          <p:spPr bwMode="auto">
            <a:xfrm>
              <a:off x="1870" y="1049"/>
              <a:ext cx="140" cy="76"/>
            </a:xfrm>
            <a:prstGeom prst="line">
              <a:avLst/>
            </a:prstGeom>
            <a:noFill/>
            <a:ln w="508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826397" name="Group 29"/>
          <p:cNvGrpSpPr>
            <a:grpSpLocks/>
          </p:cNvGrpSpPr>
          <p:nvPr/>
        </p:nvGrpSpPr>
        <p:grpSpPr bwMode="auto">
          <a:xfrm>
            <a:off x="4819650" y="4221163"/>
            <a:ext cx="377825" cy="163512"/>
            <a:chOff x="3026" y="2091"/>
            <a:chExt cx="159" cy="61"/>
          </a:xfrm>
        </p:grpSpPr>
        <p:sp>
          <p:nvSpPr>
            <p:cNvPr id="826398" name="Line 30"/>
            <p:cNvSpPr>
              <a:spLocks noChangeShapeType="1"/>
            </p:cNvSpPr>
            <p:nvPr/>
          </p:nvSpPr>
          <p:spPr bwMode="auto">
            <a:xfrm flipH="1">
              <a:off x="3026" y="2091"/>
              <a:ext cx="159" cy="0"/>
            </a:xfrm>
            <a:prstGeom prst="line">
              <a:avLst/>
            </a:prstGeom>
            <a:noFill/>
            <a:ln w="508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6399" name="Line 31"/>
            <p:cNvSpPr>
              <a:spLocks noChangeShapeType="1"/>
            </p:cNvSpPr>
            <p:nvPr/>
          </p:nvSpPr>
          <p:spPr bwMode="auto">
            <a:xfrm flipH="1">
              <a:off x="3053" y="2122"/>
              <a:ext cx="106" cy="0"/>
            </a:xfrm>
            <a:prstGeom prst="line">
              <a:avLst/>
            </a:prstGeom>
            <a:noFill/>
            <a:ln w="508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6400" name="Line 32"/>
            <p:cNvSpPr>
              <a:spLocks noChangeShapeType="1"/>
            </p:cNvSpPr>
            <p:nvPr/>
          </p:nvSpPr>
          <p:spPr bwMode="auto">
            <a:xfrm flipH="1">
              <a:off x="3079" y="2152"/>
              <a:ext cx="55" cy="0"/>
            </a:xfrm>
            <a:prstGeom prst="line">
              <a:avLst/>
            </a:prstGeom>
            <a:noFill/>
            <a:ln w="508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826401" name="Group 33"/>
          <p:cNvGrpSpPr>
            <a:grpSpLocks/>
          </p:cNvGrpSpPr>
          <p:nvPr/>
        </p:nvGrpSpPr>
        <p:grpSpPr bwMode="auto">
          <a:xfrm>
            <a:off x="6215063" y="3013075"/>
            <a:ext cx="139700" cy="157163"/>
            <a:chOff x="714" y="2950"/>
            <a:chExt cx="204" cy="204"/>
          </a:xfrm>
        </p:grpSpPr>
        <p:sp>
          <p:nvSpPr>
            <p:cNvPr id="826402" name="Line 34"/>
            <p:cNvSpPr>
              <a:spLocks noChangeShapeType="1"/>
            </p:cNvSpPr>
            <p:nvPr/>
          </p:nvSpPr>
          <p:spPr bwMode="auto">
            <a:xfrm>
              <a:off x="714" y="2950"/>
              <a:ext cx="204" cy="204"/>
            </a:xfrm>
            <a:prstGeom prst="line">
              <a:avLst/>
            </a:prstGeom>
            <a:noFill/>
            <a:ln w="254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826403" name="Line 35"/>
            <p:cNvSpPr>
              <a:spLocks noChangeShapeType="1"/>
            </p:cNvSpPr>
            <p:nvPr/>
          </p:nvSpPr>
          <p:spPr bwMode="auto">
            <a:xfrm flipH="1">
              <a:off x="714" y="2950"/>
              <a:ext cx="204" cy="204"/>
            </a:xfrm>
            <a:prstGeom prst="line">
              <a:avLst/>
            </a:prstGeom>
            <a:noFill/>
            <a:ln w="254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pSp>
      <p:grpSp>
        <p:nvGrpSpPr>
          <p:cNvPr id="826404" name="Group 36"/>
          <p:cNvGrpSpPr>
            <a:grpSpLocks/>
          </p:cNvGrpSpPr>
          <p:nvPr/>
        </p:nvGrpSpPr>
        <p:grpSpPr bwMode="auto">
          <a:xfrm>
            <a:off x="6897688" y="2967038"/>
            <a:ext cx="474662" cy="309562"/>
            <a:chOff x="2264" y="1144"/>
            <a:chExt cx="336" cy="195"/>
          </a:xfrm>
        </p:grpSpPr>
        <p:sp>
          <p:nvSpPr>
            <p:cNvPr id="826405" name="Arc 37"/>
            <p:cNvSpPr>
              <a:spLocks/>
            </p:cNvSpPr>
            <p:nvPr/>
          </p:nvSpPr>
          <p:spPr bwMode="auto">
            <a:xfrm>
              <a:off x="2432" y="1144"/>
              <a:ext cx="87" cy="101"/>
            </a:xfrm>
            <a:custGeom>
              <a:avLst/>
              <a:gdLst>
                <a:gd name="G0" fmla="+- 21600 0 0"/>
                <a:gd name="G1" fmla="+- 21598 0 0"/>
                <a:gd name="G2" fmla="+- 21600 0 0"/>
                <a:gd name="T0" fmla="*/ 0 w 21600"/>
                <a:gd name="T1" fmla="*/ 21598 h 21598"/>
                <a:gd name="T2" fmla="*/ 21338 w 21600"/>
                <a:gd name="T3" fmla="*/ 0 h 21598"/>
                <a:gd name="T4" fmla="*/ 21600 w 21600"/>
                <a:gd name="T5" fmla="*/ 21598 h 21598"/>
              </a:gdLst>
              <a:ahLst/>
              <a:cxnLst>
                <a:cxn ang="0">
                  <a:pos x="T0" y="T1"/>
                </a:cxn>
                <a:cxn ang="0">
                  <a:pos x="T2" y="T3"/>
                </a:cxn>
                <a:cxn ang="0">
                  <a:pos x="T4" y="T5"/>
                </a:cxn>
              </a:cxnLst>
              <a:rect l="0" t="0" r="r" b="b"/>
              <a:pathLst>
                <a:path w="21600" h="21598" fill="none" extrusionOk="0">
                  <a:moveTo>
                    <a:pt x="0" y="21598"/>
                  </a:moveTo>
                  <a:cubicBezTo>
                    <a:pt x="0" y="9770"/>
                    <a:pt x="9511" y="143"/>
                    <a:pt x="21337" y="-1"/>
                  </a:cubicBezTo>
                </a:path>
                <a:path w="21600" h="21598" stroke="0" extrusionOk="0">
                  <a:moveTo>
                    <a:pt x="0" y="21598"/>
                  </a:moveTo>
                  <a:cubicBezTo>
                    <a:pt x="0" y="9770"/>
                    <a:pt x="9511" y="143"/>
                    <a:pt x="21337" y="-1"/>
                  </a:cubicBezTo>
                  <a:lnTo>
                    <a:pt x="21600" y="21598"/>
                  </a:lnTo>
                  <a:close/>
                </a:path>
              </a:pathLst>
            </a:custGeom>
            <a:noFill/>
            <a:ln w="50800" cap="rnd">
              <a:solidFill>
                <a:srgbClr val="114FFB"/>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6406" name="Arc 38"/>
            <p:cNvSpPr>
              <a:spLocks/>
            </p:cNvSpPr>
            <p:nvPr/>
          </p:nvSpPr>
          <p:spPr bwMode="auto">
            <a:xfrm>
              <a:off x="2512" y="1144"/>
              <a:ext cx="88" cy="101"/>
            </a:xfrm>
            <a:custGeom>
              <a:avLst/>
              <a:gdLst>
                <a:gd name="G0" fmla="+- 262 0 0"/>
                <a:gd name="G1" fmla="+- 21600 0 0"/>
                <a:gd name="G2" fmla="+- 21600 0 0"/>
                <a:gd name="T0" fmla="*/ 0 w 21862"/>
                <a:gd name="T1" fmla="*/ 2 h 21600"/>
                <a:gd name="T2" fmla="*/ 21862 w 21862"/>
                <a:gd name="T3" fmla="*/ 21600 h 21600"/>
                <a:gd name="T4" fmla="*/ 262 w 21862"/>
                <a:gd name="T5" fmla="*/ 21600 h 21600"/>
              </a:gdLst>
              <a:ahLst/>
              <a:cxnLst>
                <a:cxn ang="0">
                  <a:pos x="T0" y="T1"/>
                </a:cxn>
                <a:cxn ang="0">
                  <a:pos x="T2" y="T3"/>
                </a:cxn>
                <a:cxn ang="0">
                  <a:pos x="T4" y="T5"/>
                </a:cxn>
              </a:cxnLst>
              <a:rect l="0" t="0" r="r" b="b"/>
              <a:pathLst>
                <a:path w="21862" h="21600" fill="none" extrusionOk="0">
                  <a:moveTo>
                    <a:pt x="-1" y="1"/>
                  </a:moveTo>
                  <a:cubicBezTo>
                    <a:pt x="87" y="0"/>
                    <a:pt x="174" y="0"/>
                    <a:pt x="262" y="0"/>
                  </a:cubicBezTo>
                  <a:cubicBezTo>
                    <a:pt x="12191" y="0"/>
                    <a:pt x="21862" y="9670"/>
                    <a:pt x="21862" y="21600"/>
                  </a:cubicBezTo>
                </a:path>
                <a:path w="21862" h="21600" stroke="0" extrusionOk="0">
                  <a:moveTo>
                    <a:pt x="-1" y="1"/>
                  </a:moveTo>
                  <a:cubicBezTo>
                    <a:pt x="87" y="0"/>
                    <a:pt x="174" y="0"/>
                    <a:pt x="262" y="0"/>
                  </a:cubicBezTo>
                  <a:cubicBezTo>
                    <a:pt x="12191" y="0"/>
                    <a:pt x="21862" y="9670"/>
                    <a:pt x="21862" y="21600"/>
                  </a:cubicBezTo>
                  <a:lnTo>
                    <a:pt x="262" y="21600"/>
                  </a:lnTo>
                  <a:close/>
                </a:path>
              </a:pathLst>
            </a:custGeom>
            <a:noFill/>
            <a:ln w="50800" cap="rnd">
              <a:solidFill>
                <a:srgbClr val="114FFB"/>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6407" name="Arc 39"/>
            <p:cNvSpPr>
              <a:spLocks/>
            </p:cNvSpPr>
            <p:nvPr/>
          </p:nvSpPr>
          <p:spPr bwMode="auto">
            <a:xfrm>
              <a:off x="2266" y="1144"/>
              <a:ext cx="87" cy="101"/>
            </a:xfrm>
            <a:custGeom>
              <a:avLst/>
              <a:gdLst>
                <a:gd name="G0" fmla="+- 21600 0 0"/>
                <a:gd name="G1" fmla="+- 21598 0 0"/>
                <a:gd name="G2" fmla="+- 21600 0 0"/>
                <a:gd name="T0" fmla="*/ 0 w 21600"/>
                <a:gd name="T1" fmla="*/ 21598 h 21598"/>
                <a:gd name="T2" fmla="*/ 21338 w 21600"/>
                <a:gd name="T3" fmla="*/ 0 h 21598"/>
                <a:gd name="T4" fmla="*/ 21600 w 21600"/>
                <a:gd name="T5" fmla="*/ 21598 h 21598"/>
              </a:gdLst>
              <a:ahLst/>
              <a:cxnLst>
                <a:cxn ang="0">
                  <a:pos x="T0" y="T1"/>
                </a:cxn>
                <a:cxn ang="0">
                  <a:pos x="T2" y="T3"/>
                </a:cxn>
                <a:cxn ang="0">
                  <a:pos x="T4" y="T5"/>
                </a:cxn>
              </a:cxnLst>
              <a:rect l="0" t="0" r="r" b="b"/>
              <a:pathLst>
                <a:path w="21600" h="21598" fill="none" extrusionOk="0">
                  <a:moveTo>
                    <a:pt x="0" y="21598"/>
                  </a:moveTo>
                  <a:cubicBezTo>
                    <a:pt x="0" y="9770"/>
                    <a:pt x="9511" y="143"/>
                    <a:pt x="21337" y="-1"/>
                  </a:cubicBezTo>
                </a:path>
                <a:path w="21600" h="21598" stroke="0" extrusionOk="0">
                  <a:moveTo>
                    <a:pt x="0" y="21598"/>
                  </a:moveTo>
                  <a:cubicBezTo>
                    <a:pt x="0" y="9770"/>
                    <a:pt x="9511" y="143"/>
                    <a:pt x="21337" y="-1"/>
                  </a:cubicBezTo>
                  <a:lnTo>
                    <a:pt x="21600" y="21598"/>
                  </a:lnTo>
                  <a:close/>
                </a:path>
              </a:pathLst>
            </a:custGeom>
            <a:noFill/>
            <a:ln w="50800" cap="rnd">
              <a:solidFill>
                <a:srgbClr val="114FFB"/>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6408" name="Arc 40"/>
            <p:cNvSpPr>
              <a:spLocks/>
            </p:cNvSpPr>
            <p:nvPr/>
          </p:nvSpPr>
          <p:spPr bwMode="auto">
            <a:xfrm>
              <a:off x="2346" y="1144"/>
              <a:ext cx="88" cy="101"/>
            </a:xfrm>
            <a:custGeom>
              <a:avLst/>
              <a:gdLst>
                <a:gd name="G0" fmla="+- 262 0 0"/>
                <a:gd name="G1" fmla="+- 21600 0 0"/>
                <a:gd name="G2" fmla="+- 21600 0 0"/>
                <a:gd name="T0" fmla="*/ 0 w 21862"/>
                <a:gd name="T1" fmla="*/ 2 h 21600"/>
                <a:gd name="T2" fmla="*/ 21862 w 21862"/>
                <a:gd name="T3" fmla="*/ 21600 h 21600"/>
                <a:gd name="T4" fmla="*/ 262 w 21862"/>
                <a:gd name="T5" fmla="*/ 21600 h 21600"/>
              </a:gdLst>
              <a:ahLst/>
              <a:cxnLst>
                <a:cxn ang="0">
                  <a:pos x="T0" y="T1"/>
                </a:cxn>
                <a:cxn ang="0">
                  <a:pos x="T2" y="T3"/>
                </a:cxn>
                <a:cxn ang="0">
                  <a:pos x="T4" y="T5"/>
                </a:cxn>
              </a:cxnLst>
              <a:rect l="0" t="0" r="r" b="b"/>
              <a:pathLst>
                <a:path w="21862" h="21600" fill="none" extrusionOk="0">
                  <a:moveTo>
                    <a:pt x="-1" y="1"/>
                  </a:moveTo>
                  <a:cubicBezTo>
                    <a:pt x="87" y="0"/>
                    <a:pt x="174" y="0"/>
                    <a:pt x="262" y="0"/>
                  </a:cubicBezTo>
                  <a:cubicBezTo>
                    <a:pt x="12191" y="0"/>
                    <a:pt x="21862" y="9670"/>
                    <a:pt x="21862" y="21600"/>
                  </a:cubicBezTo>
                </a:path>
                <a:path w="21862" h="21600" stroke="0" extrusionOk="0">
                  <a:moveTo>
                    <a:pt x="-1" y="1"/>
                  </a:moveTo>
                  <a:cubicBezTo>
                    <a:pt x="87" y="0"/>
                    <a:pt x="174" y="0"/>
                    <a:pt x="262" y="0"/>
                  </a:cubicBezTo>
                  <a:cubicBezTo>
                    <a:pt x="12191" y="0"/>
                    <a:pt x="21862" y="9670"/>
                    <a:pt x="21862" y="21600"/>
                  </a:cubicBezTo>
                  <a:lnTo>
                    <a:pt x="262" y="21600"/>
                  </a:lnTo>
                  <a:close/>
                </a:path>
              </a:pathLst>
            </a:custGeom>
            <a:noFill/>
            <a:ln w="50800" cap="rnd">
              <a:solidFill>
                <a:srgbClr val="114FFB"/>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6409" name="Line 41"/>
            <p:cNvSpPr>
              <a:spLocks noChangeShapeType="1"/>
            </p:cNvSpPr>
            <p:nvPr/>
          </p:nvSpPr>
          <p:spPr bwMode="auto">
            <a:xfrm>
              <a:off x="2264" y="1238"/>
              <a:ext cx="0" cy="98"/>
            </a:xfrm>
            <a:prstGeom prst="line">
              <a:avLst/>
            </a:prstGeom>
            <a:noFill/>
            <a:ln w="508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6410" name="Line 42"/>
            <p:cNvSpPr>
              <a:spLocks noChangeShapeType="1"/>
            </p:cNvSpPr>
            <p:nvPr/>
          </p:nvSpPr>
          <p:spPr bwMode="auto">
            <a:xfrm>
              <a:off x="2600" y="1244"/>
              <a:ext cx="0" cy="95"/>
            </a:xfrm>
            <a:prstGeom prst="line">
              <a:avLst/>
            </a:prstGeom>
            <a:noFill/>
            <a:ln w="508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6411" name="Line 43"/>
            <p:cNvSpPr>
              <a:spLocks noChangeShapeType="1"/>
            </p:cNvSpPr>
            <p:nvPr/>
          </p:nvSpPr>
          <p:spPr bwMode="auto">
            <a:xfrm>
              <a:off x="2433" y="1246"/>
              <a:ext cx="0" cy="29"/>
            </a:xfrm>
            <a:prstGeom prst="line">
              <a:avLst/>
            </a:prstGeom>
            <a:noFill/>
            <a:ln w="508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826412" name="Rectangle 44"/>
          <p:cNvSpPr>
            <a:spLocks noChangeArrowheads="1"/>
          </p:cNvSpPr>
          <p:nvPr/>
        </p:nvSpPr>
        <p:spPr bwMode="auto">
          <a:xfrm>
            <a:off x="4211638" y="2133600"/>
            <a:ext cx="1152525" cy="3937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eaLnBrk="0" hangingPunct="0"/>
            <a:r>
              <a:rPr lang="en-GB" altLang="zh-CN" sz="2000" b="1">
                <a:solidFill>
                  <a:schemeClr val="accent1"/>
                </a:solidFill>
                <a:latin typeface="FuturaA Md BT" pitchFamily="34" charset="0"/>
                <a:ea typeface="SimSun" panose="02010600030101010101" pitchFamily="2" charset="-122"/>
              </a:rPr>
              <a:t>HV+LV</a:t>
            </a:r>
          </a:p>
        </p:txBody>
      </p:sp>
      <p:grpSp>
        <p:nvGrpSpPr>
          <p:cNvPr id="826413" name="Group 45"/>
          <p:cNvGrpSpPr>
            <a:grpSpLocks/>
          </p:cNvGrpSpPr>
          <p:nvPr/>
        </p:nvGrpSpPr>
        <p:grpSpPr bwMode="auto">
          <a:xfrm rot="5400000">
            <a:off x="4776787" y="3686176"/>
            <a:ext cx="474663" cy="309562"/>
            <a:chOff x="2264" y="1144"/>
            <a:chExt cx="336" cy="195"/>
          </a:xfrm>
        </p:grpSpPr>
        <p:sp>
          <p:nvSpPr>
            <p:cNvPr id="826414" name="Arc 46"/>
            <p:cNvSpPr>
              <a:spLocks/>
            </p:cNvSpPr>
            <p:nvPr/>
          </p:nvSpPr>
          <p:spPr bwMode="auto">
            <a:xfrm>
              <a:off x="2432" y="1144"/>
              <a:ext cx="87" cy="101"/>
            </a:xfrm>
            <a:custGeom>
              <a:avLst/>
              <a:gdLst>
                <a:gd name="G0" fmla="+- 21600 0 0"/>
                <a:gd name="G1" fmla="+- 21598 0 0"/>
                <a:gd name="G2" fmla="+- 21600 0 0"/>
                <a:gd name="T0" fmla="*/ 0 w 21600"/>
                <a:gd name="T1" fmla="*/ 21598 h 21598"/>
                <a:gd name="T2" fmla="*/ 21338 w 21600"/>
                <a:gd name="T3" fmla="*/ 0 h 21598"/>
                <a:gd name="T4" fmla="*/ 21600 w 21600"/>
                <a:gd name="T5" fmla="*/ 21598 h 21598"/>
              </a:gdLst>
              <a:ahLst/>
              <a:cxnLst>
                <a:cxn ang="0">
                  <a:pos x="T0" y="T1"/>
                </a:cxn>
                <a:cxn ang="0">
                  <a:pos x="T2" y="T3"/>
                </a:cxn>
                <a:cxn ang="0">
                  <a:pos x="T4" y="T5"/>
                </a:cxn>
              </a:cxnLst>
              <a:rect l="0" t="0" r="r" b="b"/>
              <a:pathLst>
                <a:path w="21600" h="21598" fill="none" extrusionOk="0">
                  <a:moveTo>
                    <a:pt x="0" y="21598"/>
                  </a:moveTo>
                  <a:cubicBezTo>
                    <a:pt x="0" y="9770"/>
                    <a:pt x="9511" y="143"/>
                    <a:pt x="21337" y="-1"/>
                  </a:cubicBezTo>
                </a:path>
                <a:path w="21600" h="21598" stroke="0" extrusionOk="0">
                  <a:moveTo>
                    <a:pt x="0" y="21598"/>
                  </a:moveTo>
                  <a:cubicBezTo>
                    <a:pt x="0" y="9770"/>
                    <a:pt x="9511" y="143"/>
                    <a:pt x="21337" y="-1"/>
                  </a:cubicBezTo>
                  <a:lnTo>
                    <a:pt x="21600" y="21598"/>
                  </a:lnTo>
                  <a:close/>
                </a:path>
              </a:pathLst>
            </a:custGeom>
            <a:noFill/>
            <a:ln w="50800" cap="rnd">
              <a:solidFill>
                <a:srgbClr val="114FFB"/>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6415" name="Arc 47"/>
            <p:cNvSpPr>
              <a:spLocks/>
            </p:cNvSpPr>
            <p:nvPr/>
          </p:nvSpPr>
          <p:spPr bwMode="auto">
            <a:xfrm>
              <a:off x="2512" y="1144"/>
              <a:ext cx="88" cy="101"/>
            </a:xfrm>
            <a:custGeom>
              <a:avLst/>
              <a:gdLst>
                <a:gd name="G0" fmla="+- 262 0 0"/>
                <a:gd name="G1" fmla="+- 21600 0 0"/>
                <a:gd name="G2" fmla="+- 21600 0 0"/>
                <a:gd name="T0" fmla="*/ 0 w 21862"/>
                <a:gd name="T1" fmla="*/ 2 h 21600"/>
                <a:gd name="T2" fmla="*/ 21862 w 21862"/>
                <a:gd name="T3" fmla="*/ 21600 h 21600"/>
                <a:gd name="T4" fmla="*/ 262 w 21862"/>
                <a:gd name="T5" fmla="*/ 21600 h 21600"/>
              </a:gdLst>
              <a:ahLst/>
              <a:cxnLst>
                <a:cxn ang="0">
                  <a:pos x="T0" y="T1"/>
                </a:cxn>
                <a:cxn ang="0">
                  <a:pos x="T2" y="T3"/>
                </a:cxn>
                <a:cxn ang="0">
                  <a:pos x="T4" y="T5"/>
                </a:cxn>
              </a:cxnLst>
              <a:rect l="0" t="0" r="r" b="b"/>
              <a:pathLst>
                <a:path w="21862" h="21600" fill="none" extrusionOk="0">
                  <a:moveTo>
                    <a:pt x="-1" y="1"/>
                  </a:moveTo>
                  <a:cubicBezTo>
                    <a:pt x="87" y="0"/>
                    <a:pt x="174" y="0"/>
                    <a:pt x="262" y="0"/>
                  </a:cubicBezTo>
                  <a:cubicBezTo>
                    <a:pt x="12191" y="0"/>
                    <a:pt x="21862" y="9670"/>
                    <a:pt x="21862" y="21600"/>
                  </a:cubicBezTo>
                </a:path>
                <a:path w="21862" h="21600" stroke="0" extrusionOk="0">
                  <a:moveTo>
                    <a:pt x="-1" y="1"/>
                  </a:moveTo>
                  <a:cubicBezTo>
                    <a:pt x="87" y="0"/>
                    <a:pt x="174" y="0"/>
                    <a:pt x="262" y="0"/>
                  </a:cubicBezTo>
                  <a:cubicBezTo>
                    <a:pt x="12191" y="0"/>
                    <a:pt x="21862" y="9670"/>
                    <a:pt x="21862" y="21600"/>
                  </a:cubicBezTo>
                  <a:lnTo>
                    <a:pt x="262" y="21600"/>
                  </a:lnTo>
                  <a:close/>
                </a:path>
              </a:pathLst>
            </a:custGeom>
            <a:noFill/>
            <a:ln w="50800" cap="rnd">
              <a:solidFill>
                <a:srgbClr val="114FFB"/>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6416" name="Arc 48"/>
            <p:cNvSpPr>
              <a:spLocks/>
            </p:cNvSpPr>
            <p:nvPr/>
          </p:nvSpPr>
          <p:spPr bwMode="auto">
            <a:xfrm>
              <a:off x="2266" y="1144"/>
              <a:ext cx="87" cy="101"/>
            </a:xfrm>
            <a:custGeom>
              <a:avLst/>
              <a:gdLst>
                <a:gd name="G0" fmla="+- 21600 0 0"/>
                <a:gd name="G1" fmla="+- 21598 0 0"/>
                <a:gd name="G2" fmla="+- 21600 0 0"/>
                <a:gd name="T0" fmla="*/ 0 w 21600"/>
                <a:gd name="T1" fmla="*/ 21598 h 21598"/>
                <a:gd name="T2" fmla="*/ 21338 w 21600"/>
                <a:gd name="T3" fmla="*/ 0 h 21598"/>
                <a:gd name="T4" fmla="*/ 21600 w 21600"/>
                <a:gd name="T5" fmla="*/ 21598 h 21598"/>
              </a:gdLst>
              <a:ahLst/>
              <a:cxnLst>
                <a:cxn ang="0">
                  <a:pos x="T0" y="T1"/>
                </a:cxn>
                <a:cxn ang="0">
                  <a:pos x="T2" y="T3"/>
                </a:cxn>
                <a:cxn ang="0">
                  <a:pos x="T4" y="T5"/>
                </a:cxn>
              </a:cxnLst>
              <a:rect l="0" t="0" r="r" b="b"/>
              <a:pathLst>
                <a:path w="21600" h="21598" fill="none" extrusionOk="0">
                  <a:moveTo>
                    <a:pt x="0" y="21598"/>
                  </a:moveTo>
                  <a:cubicBezTo>
                    <a:pt x="0" y="9770"/>
                    <a:pt x="9511" y="143"/>
                    <a:pt x="21337" y="-1"/>
                  </a:cubicBezTo>
                </a:path>
                <a:path w="21600" h="21598" stroke="0" extrusionOk="0">
                  <a:moveTo>
                    <a:pt x="0" y="21598"/>
                  </a:moveTo>
                  <a:cubicBezTo>
                    <a:pt x="0" y="9770"/>
                    <a:pt x="9511" y="143"/>
                    <a:pt x="21337" y="-1"/>
                  </a:cubicBezTo>
                  <a:lnTo>
                    <a:pt x="21600" y="21598"/>
                  </a:lnTo>
                  <a:close/>
                </a:path>
              </a:pathLst>
            </a:custGeom>
            <a:noFill/>
            <a:ln w="50800" cap="rnd">
              <a:solidFill>
                <a:srgbClr val="114FFB"/>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6417" name="Arc 49"/>
            <p:cNvSpPr>
              <a:spLocks/>
            </p:cNvSpPr>
            <p:nvPr/>
          </p:nvSpPr>
          <p:spPr bwMode="auto">
            <a:xfrm>
              <a:off x="2346" y="1144"/>
              <a:ext cx="88" cy="101"/>
            </a:xfrm>
            <a:custGeom>
              <a:avLst/>
              <a:gdLst>
                <a:gd name="G0" fmla="+- 262 0 0"/>
                <a:gd name="G1" fmla="+- 21600 0 0"/>
                <a:gd name="G2" fmla="+- 21600 0 0"/>
                <a:gd name="T0" fmla="*/ 0 w 21862"/>
                <a:gd name="T1" fmla="*/ 2 h 21600"/>
                <a:gd name="T2" fmla="*/ 21862 w 21862"/>
                <a:gd name="T3" fmla="*/ 21600 h 21600"/>
                <a:gd name="T4" fmla="*/ 262 w 21862"/>
                <a:gd name="T5" fmla="*/ 21600 h 21600"/>
              </a:gdLst>
              <a:ahLst/>
              <a:cxnLst>
                <a:cxn ang="0">
                  <a:pos x="T0" y="T1"/>
                </a:cxn>
                <a:cxn ang="0">
                  <a:pos x="T2" y="T3"/>
                </a:cxn>
                <a:cxn ang="0">
                  <a:pos x="T4" y="T5"/>
                </a:cxn>
              </a:cxnLst>
              <a:rect l="0" t="0" r="r" b="b"/>
              <a:pathLst>
                <a:path w="21862" h="21600" fill="none" extrusionOk="0">
                  <a:moveTo>
                    <a:pt x="-1" y="1"/>
                  </a:moveTo>
                  <a:cubicBezTo>
                    <a:pt x="87" y="0"/>
                    <a:pt x="174" y="0"/>
                    <a:pt x="262" y="0"/>
                  </a:cubicBezTo>
                  <a:cubicBezTo>
                    <a:pt x="12191" y="0"/>
                    <a:pt x="21862" y="9670"/>
                    <a:pt x="21862" y="21600"/>
                  </a:cubicBezTo>
                </a:path>
                <a:path w="21862" h="21600" stroke="0" extrusionOk="0">
                  <a:moveTo>
                    <a:pt x="-1" y="1"/>
                  </a:moveTo>
                  <a:cubicBezTo>
                    <a:pt x="87" y="0"/>
                    <a:pt x="174" y="0"/>
                    <a:pt x="262" y="0"/>
                  </a:cubicBezTo>
                  <a:cubicBezTo>
                    <a:pt x="12191" y="0"/>
                    <a:pt x="21862" y="9670"/>
                    <a:pt x="21862" y="21600"/>
                  </a:cubicBezTo>
                  <a:lnTo>
                    <a:pt x="262" y="21600"/>
                  </a:lnTo>
                  <a:close/>
                </a:path>
              </a:pathLst>
            </a:custGeom>
            <a:noFill/>
            <a:ln w="50800" cap="rnd">
              <a:solidFill>
                <a:srgbClr val="114FFB"/>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6418" name="Line 50"/>
            <p:cNvSpPr>
              <a:spLocks noChangeShapeType="1"/>
            </p:cNvSpPr>
            <p:nvPr/>
          </p:nvSpPr>
          <p:spPr bwMode="auto">
            <a:xfrm>
              <a:off x="2264" y="1238"/>
              <a:ext cx="0" cy="98"/>
            </a:xfrm>
            <a:prstGeom prst="line">
              <a:avLst/>
            </a:prstGeom>
            <a:noFill/>
            <a:ln w="508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6419" name="Line 51"/>
            <p:cNvSpPr>
              <a:spLocks noChangeShapeType="1"/>
            </p:cNvSpPr>
            <p:nvPr/>
          </p:nvSpPr>
          <p:spPr bwMode="auto">
            <a:xfrm>
              <a:off x="2600" y="1244"/>
              <a:ext cx="0" cy="95"/>
            </a:xfrm>
            <a:prstGeom prst="line">
              <a:avLst/>
            </a:prstGeom>
            <a:noFill/>
            <a:ln w="508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6420" name="Line 52"/>
            <p:cNvSpPr>
              <a:spLocks noChangeShapeType="1"/>
            </p:cNvSpPr>
            <p:nvPr/>
          </p:nvSpPr>
          <p:spPr bwMode="auto">
            <a:xfrm>
              <a:off x="2433" y="1246"/>
              <a:ext cx="0" cy="29"/>
            </a:xfrm>
            <a:prstGeom prst="line">
              <a:avLst/>
            </a:prstGeom>
            <a:noFill/>
            <a:ln w="508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826421" name="Line 53"/>
          <p:cNvSpPr>
            <a:spLocks noChangeShapeType="1"/>
          </p:cNvSpPr>
          <p:nvPr/>
        </p:nvSpPr>
        <p:spPr bwMode="auto">
          <a:xfrm flipH="1">
            <a:off x="4356100" y="3862388"/>
            <a:ext cx="0" cy="1196975"/>
          </a:xfrm>
          <a:prstGeom prst="line">
            <a:avLst/>
          </a:prstGeom>
          <a:noFill/>
          <a:ln w="508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6422" name="Line 54"/>
          <p:cNvSpPr>
            <a:spLocks noChangeShapeType="1"/>
          </p:cNvSpPr>
          <p:nvPr/>
        </p:nvSpPr>
        <p:spPr bwMode="auto">
          <a:xfrm>
            <a:off x="4356100" y="3862388"/>
            <a:ext cx="576263" cy="0"/>
          </a:xfrm>
          <a:prstGeom prst="line">
            <a:avLst/>
          </a:prstGeom>
          <a:noFill/>
          <a:ln w="508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pic>
        <p:nvPicPr>
          <p:cNvPr id="826423" name="Picture 55" descr="Px4x_40TE_Front_S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43313" y="4957763"/>
            <a:ext cx="1612900" cy="1387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0751857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1482" name="Line 154"/>
          <p:cNvSpPr>
            <a:spLocks noChangeShapeType="1"/>
          </p:cNvSpPr>
          <p:nvPr/>
        </p:nvSpPr>
        <p:spPr bwMode="auto">
          <a:xfrm>
            <a:off x="2700338" y="3213100"/>
            <a:ext cx="3175" cy="911225"/>
          </a:xfrm>
          <a:prstGeom prst="line">
            <a:avLst/>
          </a:prstGeom>
          <a:noFill/>
          <a:ln w="254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1481" name="Line 153"/>
          <p:cNvSpPr>
            <a:spLocks noChangeShapeType="1"/>
          </p:cNvSpPr>
          <p:nvPr/>
        </p:nvSpPr>
        <p:spPr bwMode="auto">
          <a:xfrm>
            <a:off x="2268538" y="3213100"/>
            <a:ext cx="3175" cy="982663"/>
          </a:xfrm>
          <a:prstGeom prst="line">
            <a:avLst/>
          </a:prstGeom>
          <a:noFill/>
          <a:ln w="254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1330" name="Freeform 2"/>
          <p:cNvSpPr>
            <a:spLocks/>
          </p:cNvSpPr>
          <p:nvPr/>
        </p:nvSpPr>
        <p:spPr bwMode="auto">
          <a:xfrm>
            <a:off x="6189663" y="3567113"/>
            <a:ext cx="538162" cy="233362"/>
          </a:xfrm>
          <a:custGeom>
            <a:avLst/>
            <a:gdLst>
              <a:gd name="T0" fmla="*/ 0 w 382"/>
              <a:gd name="T1" fmla="*/ 0 h 147"/>
              <a:gd name="T2" fmla="*/ 381 w 382"/>
              <a:gd name="T3" fmla="*/ 0 h 147"/>
              <a:gd name="T4" fmla="*/ 381 w 382"/>
              <a:gd name="T5" fmla="*/ 146 h 147"/>
            </a:gdLst>
            <a:ahLst/>
            <a:cxnLst>
              <a:cxn ang="0">
                <a:pos x="T0" y="T1"/>
              </a:cxn>
              <a:cxn ang="0">
                <a:pos x="T2" y="T3"/>
              </a:cxn>
              <a:cxn ang="0">
                <a:pos x="T4" y="T5"/>
              </a:cxn>
            </a:cxnLst>
            <a:rect l="0" t="0" r="r" b="b"/>
            <a:pathLst>
              <a:path w="382" h="147">
                <a:moveTo>
                  <a:pt x="0" y="0"/>
                </a:moveTo>
                <a:lnTo>
                  <a:pt x="381" y="0"/>
                </a:lnTo>
                <a:lnTo>
                  <a:pt x="381" y="146"/>
                </a:lnTo>
              </a:path>
            </a:pathLst>
          </a:custGeom>
          <a:noFill/>
          <a:ln w="25400" cap="rnd" cmpd="sng">
            <a:solidFill>
              <a:srgbClr val="114FFB"/>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1331" name="Rectangle 3"/>
          <p:cNvSpPr>
            <a:spLocks noGrp="1" noChangeArrowheads="1"/>
          </p:cNvSpPr>
          <p:nvPr>
            <p:ph type="title"/>
          </p:nvPr>
        </p:nvSpPr>
        <p:spPr>
          <a:noFill/>
          <a:ln/>
          <a:extLst>
            <a:ext uri="{91240B29-F687-4F45-9708-019B960494DF}">
              <a14:hiddenLine xmlns:a14="http://schemas.microsoft.com/office/drawing/2010/main" w="12700">
                <a:solidFill>
                  <a:schemeClr val="tx1"/>
                </a:solidFill>
                <a:miter lim="800000"/>
                <a:headEnd/>
                <a:tailEnd/>
              </a14:hiddenLine>
            </a:ext>
          </a:extLst>
        </p:spPr>
        <p:txBody>
          <a:bodyPr lIns="90488" tIns="44450" rIns="90488" bIns="44450"/>
          <a:lstStyle/>
          <a:p>
            <a:r>
              <a:rPr lang="en-GB" altLang="zh-CN">
                <a:ea typeface="SimSun" panose="02010600030101010101" pitchFamily="2" charset="-122"/>
              </a:rPr>
              <a:t>Three Bias Input Applications</a:t>
            </a:r>
            <a:br>
              <a:rPr lang="en-GB" altLang="zh-CN">
                <a:ea typeface="SimSun" panose="02010600030101010101" pitchFamily="2" charset="-122"/>
              </a:rPr>
            </a:br>
            <a:r>
              <a:rPr lang="en-GB" altLang="zh-CN">
                <a:ea typeface="SimSun" panose="02010600030101010101" pitchFamily="2" charset="-122"/>
              </a:rPr>
              <a:t>MiCOM P643</a:t>
            </a:r>
          </a:p>
        </p:txBody>
      </p:sp>
      <p:sp>
        <p:nvSpPr>
          <p:cNvPr id="611332" name="Rectangle 4"/>
          <p:cNvSpPr>
            <a:spLocks noChangeArrowheads="1"/>
          </p:cNvSpPr>
          <p:nvPr/>
        </p:nvSpPr>
        <p:spPr bwMode="auto">
          <a:xfrm>
            <a:off x="2576513" y="5122863"/>
            <a:ext cx="987425" cy="3937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eaLnBrk="0" hangingPunct="0"/>
            <a:r>
              <a:rPr lang="en-GB" altLang="zh-CN" sz="2000" b="1">
                <a:solidFill>
                  <a:schemeClr val="accent1"/>
                </a:solidFill>
                <a:latin typeface="FuturaA Md BT" pitchFamily="34" charset="0"/>
                <a:ea typeface="SimSun" panose="02010600030101010101" pitchFamily="2" charset="-122"/>
              </a:rPr>
              <a:t>P643</a:t>
            </a:r>
          </a:p>
        </p:txBody>
      </p:sp>
      <p:sp>
        <p:nvSpPr>
          <p:cNvPr id="611333" name="Freeform 5"/>
          <p:cNvSpPr>
            <a:spLocks/>
          </p:cNvSpPr>
          <p:nvPr/>
        </p:nvSpPr>
        <p:spPr bwMode="auto">
          <a:xfrm>
            <a:off x="2916238" y="2708275"/>
            <a:ext cx="935037" cy="1441450"/>
          </a:xfrm>
          <a:custGeom>
            <a:avLst/>
            <a:gdLst>
              <a:gd name="T0" fmla="*/ 701 w 702"/>
              <a:gd name="T1" fmla="*/ 0 h 470"/>
              <a:gd name="T2" fmla="*/ 701 w 702"/>
              <a:gd name="T3" fmla="*/ 297 h 470"/>
              <a:gd name="T4" fmla="*/ 0 w 702"/>
              <a:gd name="T5" fmla="*/ 297 h 470"/>
              <a:gd name="T6" fmla="*/ 0 w 702"/>
              <a:gd name="T7" fmla="*/ 469 h 470"/>
            </a:gdLst>
            <a:ahLst/>
            <a:cxnLst>
              <a:cxn ang="0">
                <a:pos x="T0" y="T1"/>
              </a:cxn>
              <a:cxn ang="0">
                <a:pos x="T2" y="T3"/>
              </a:cxn>
              <a:cxn ang="0">
                <a:pos x="T4" y="T5"/>
              </a:cxn>
              <a:cxn ang="0">
                <a:pos x="T6" y="T7"/>
              </a:cxn>
            </a:cxnLst>
            <a:rect l="0" t="0" r="r" b="b"/>
            <a:pathLst>
              <a:path w="702" h="470">
                <a:moveTo>
                  <a:pt x="701" y="0"/>
                </a:moveTo>
                <a:lnTo>
                  <a:pt x="701" y="297"/>
                </a:lnTo>
                <a:lnTo>
                  <a:pt x="0" y="297"/>
                </a:lnTo>
                <a:lnTo>
                  <a:pt x="0" y="469"/>
                </a:lnTo>
              </a:path>
            </a:pathLst>
          </a:custGeom>
          <a:noFill/>
          <a:ln w="25400" cap="rnd" cmpd="sng">
            <a:solidFill>
              <a:srgbClr val="114FFB"/>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1334" name="Line 6"/>
          <p:cNvSpPr>
            <a:spLocks noChangeShapeType="1"/>
          </p:cNvSpPr>
          <p:nvPr/>
        </p:nvSpPr>
        <p:spPr bwMode="auto">
          <a:xfrm flipH="1">
            <a:off x="3486150" y="2581275"/>
            <a:ext cx="1041400" cy="0"/>
          </a:xfrm>
          <a:prstGeom prst="line">
            <a:avLst/>
          </a:prstGeom>
          <a:noFill/>
          <a:ln w="254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1335" name="Rectangle 7"/>
          <p:cNvSpPr>
            <a:spLocks noChangeArrowheads="1"/>
          </p:cNvSpPr>
          <p:nvPr/>
        </p:nvSpPr>
        <p:spPr bwMode="auto">
          <a:xfrm>
            <a:off x="1296988" y="3857625"/>
            <a:ext cx="334962" cy="2571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1336" name="Line 8"/>
          <p:cNvSpPr>
            <a:spLocks noChangeShapeType="1"/>
          </p:cNvSpPr>
          <p:nvPr/>
        </p:nvSpPr>
        <p:spPr bwMode="auto">
          <a:xfrm flipH="1">
            <a:off x="1087438" y="2571750"/>
            <a:ext cx="688975" cy="0"/>
          </a:xfrm>
          <a:prstGeom prst="line">
            <a:avLst/>
          </a:prstGeom>
          <a:noFill/>
          <a:ln w="254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1337" name="Line 9"/>
          <p:cNvSpPr>
            <a:spLocks noChangeShapeType="1"/>
          </p:cNvSpPr>
          <p:nvPr/>
        </p:nvSpPr>
        <p:spPr bwMode="auto">
          <a:xfrm flipH="1">
            <a:off x="1885950" y="2571750"/>
            <a:ext cx="544513" cy="0"/>
          </a:xfrm>
          <a:prstGeom prst="line">
            <a:avLst/>
          </a:prstGeom>
          <a:noFill/>
          <a:ln w="254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1338" name="Line 10"/>
          <p:cNvSpPr>
            <a:spLocks noChangeShapeType="1"/>
          </p:cNvSpPr>
          <p:nvPr/>
        </p:nvSpPr>
        <p:spPr bwMode="auto">
          <a:xfrm flipH="1">
            <a:off x="2941638" y="2579688"/>
            <a:ext cx="427037" cy="0"/>
          </a:xfrm>
          <a:prstGeom prst="line">
            <a:avLst/>
          </a:prstGeom>
          <a:noFill/>
          <a:ln w="254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1339" name="Oval 11"/>
          <p:cNvSpPr>
            <a:spLocks noChangeArrowheads="1"/>
          </p:cNvSpPr>
          <p:nvPr/>
        </p:nvSpPr>
        <p:spPr bwMode="auto">
          <a:xfrm>
            <a:off x="2543175" y="2174875"/>
            <a:ext cx="303213" cy="341313"/>
          </a:xfrm>
          <a:prstGeom prst="ellipse">
            <a:avLst/>
          </a:prstGeom>
          <a:noFill/>
          <a:ln w="25400">
            <a:solidFill>
              <a:srgbClr val="114FFB"/>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1340" name="Oval 12"/>
          <p:cNvSpPr>
            <a:spLocks noChangeArrowheads="1"/>
          </p:cNvSpPr>
          <p:nvPr/>
        </p:nvSpPr>
        <p:spPr bwMode="auto">
          <a:xfrm>
            <a:off x="2647950" y="2408238"/>
            <a:ext cx="303213" cy="336550"/>
          </a:xfrm>
          <a:prstGeom prst="ellipse">
            <a:avLst/>
          </a:prstGeom>
          <a:noFill/>
          <a:ln w="25400">
            <a:solidFill>
              <a:srgbClr val="114FFB"/>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1341" name="AutoShape 13"/>
          <p:cNvSpPr>
            <a:spLocks noChangeArrowheads="1"/>
          </p:cNvSpPr>
          <p:nvPr/>
        </p:nvSpPr>
        <p:spPr bwMode="auto">
          <a:xfrm>
            <a:off x="2627313" y="2241550"/>
            <a:ext cx="123825" cy="122238"/>
          </a:xfrm>
          <a:prstGeom prst="triangle">
            <a:avLst>
              <a:gd name="adj" fmla="val 49995"/>
            </a:avLst>
          </a:prstGeom>
          <a:noFill/>
          <a:ln w="25400">
            <a:solidFill>
              <a:srgbClr val="114FFB"/>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1342" name="Oval 14"/>
          <p:cNvSpPr>
            <a:spLocks noChangeArrowheads="1"/>
          </p:cNvSpPr>
          <p:nvPr/>
        </p:nvSpPr>
        <p:spPr bwMode="auto">
          <a:xfrm>
            <a:off x="2428875" y="2408238"/>
            <a:ext cx="303213" cy="336550"/>
          </a:xfrm>
          <a:prstGeom prst="ellipse">
            <a:avLst/>
          </a:prstGeom>
          <a:noFill/>
          <a:ln w="25400">
            <a:solidFill>
              <a:srgbClr val="114FFB"/>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1343" name="Line 15"/>
          <p:cNvSpPr>
            <a:spLocks noChangeShapeType="1"/>
          </p:cNvSpPr>
          <p:nvPr/>
        </p:nvSpPr>
        <p:spPr bwMode="auto">
          <a:xfrm>
            <a:off x="2552700" y="2589213"/>
            <a:ext cx="3175" cy="911225"/>
          </a:xfrm>
          <a:prstGeom prst="line">
            <a:avLst/>
          </a:prstGeom>
          <a:noFill/>
          <a:ln w="254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1344" name="Line 16"/>
          <p:cNvSpPr>
            <a:spLocks noChangeShapeType="1"/>
          </p:cNvSpPr>
          <p:nvPr/>
        </p:nvSpPr>
        <p:spPr bwMode="auto">
          <a:xfrm flipH="1">
            <a:off x="3486150" y="2347913"/>
            <a:ext cx="1035050" cy="0"/>
          </a:xfrm>
          <a:prstGeom prst="line">
            <a:avLst/>
          </a:prstGeom>
          <a:noFill/>
          <a:ln w="254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1345" name="Line 17"/>
          <p:cNvSpPr>
            <a:spLocks noChangeShapeType="1"/>
          </p:cNvSpPr>
          <p:nvPr/>
        </p:nvSpPr>
        <p:spPr bwMode="auto">
          <a:xfrm flipH="1">
            <a:off x="2849563" y="2346325"/>
            <a:ext cx="519112" cy="0"/>
          </a:xfrm>
          <a:prstGeom prst="line">
            <a:avLst/>
          </a:prstGeom>
          <a:noFill/>
          <a:ln w="254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1346" name="Freeform 18"/>
          <p:cNvSpPr>
            <a:spLocks/>
          </p:cNvSpPr>
          <p:nvPr/>
        </p:nvSpPr>
        <p:spPr bwMode="auto">
          <a:xfrm>
            <a:off x="2916238" y="1989138"/>
            <a:ext cx="1708150" cy="2232025"/>
          </a:xfrm>
          <a:custGeom>
            <a:avLst/>
            <a:gdLst>
              <a:gd name="T0" fmla="*/ 659 w 1211"/>
              <a:gd name="T1" fmla="*/ 106 h 1073"/>
              <a:gd name="T2" fmla="*/ 660 w 1211"/>
              <a:gd name="T3" fmla="*/ 0 h 1073"/>
              <a:gd name="T4" fmla="*/ 1210 w 1211"/>
              <a:gd name="T5" fmla="*/ 3 h 1073"/>
              <a:gd name="T6" fmla="*/ 1210 w 1211"/>
              <a:gd name="T7" fmla="*/ 1072 h 1073"/>
              <a:gd name="T8" fmla="*/ 0 w 1211"/>
              <a:gd name="T9" fmla="*/ 1072 h 1073"/>
            </a:gdLst>
            <a:ahLst/>
            <a:cxnLst>
              <a:cxn ang="0">
                <a:pos x="T0" y="T1"/>
              </a:cxn>
              <a:cxn ang="0">
                <a:pos x="T2" y="T3"/>
              </a:cxn>
              <a:cxn ang="0">
                <a:pos x="T4" y="T5"/>
              </a:cxn>
              <a:cxn ang="0">
                <a:pos x="T6" y="T7"/>
              </a:cxn>
              <a:cxn ang="0">
                <a:pos x="T8" y="T9"/>
              </a:cxn>
            </a:cxnLst>
            <a:rect l="0" t="0" r="r" b="b"/>
            <a:pathLst>
              <a:path w="1211" h="1073">
                <a:moveTo>
                  <a:pt x="659" y="106"/>
                </a:moveTo>
                <a:lnTo>
                  <a:pt x="660" y="0"/>
                </a:lnTo>
                <a:lnTo>
                  <a:pt x="1210" y="3"/>
                </a:lnTo>
                <a:lnTo>
                  <a:pt x="1210" y="1072"/>
                </a:lnTo>
                <a:lnTo>
                  <a:pt x="0" y="1072"/>
                </a:lnTo>
              </a:path>
            </a:pathLst>
          </a:custGeom>
          <a:noFill/>
          <a:ln w="25400" cap="rnd" cmpd="sng">
            <a:solidFill>
              <a:srgbClr val="114FFB"/>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1347" name="Freeform 19"/>
          <p:cNvSpPr>
            <a:spLocks/>
          </p:cNvSpPr>
          <p:nvPr/>
        </p:nvSpPr>
        <p:spPr bwMode="auto">
          <a:xfrm>
            <a:off x="1403350" y="2781300"/>
            <a:ext cx="1149350" cy="1568450"/>
          </a:xfrm>
          <a:custGeom>
            <a:avLst/>
            <a:gdLst>
              <a:gd name="T0" fmla="*/ 0 w 808"/>
              <a:gd name="T1" fmla="*/ 0 h 681"/>
              <a:gd name="T2" fmla="*/ 0 w 808"/>
              <a:gd name="T3" fmla="*/ 680 h 681"/>
              <a:gd name="T4" fmla="*/ 807 w 808"/>
              <a:gd name="T5" fmla="*/ 680 h 681"/>
            </a:gdLst>
            <a:ahLst/>
            <a:cxnLst>
              <a:cxn ang="0">
                <a:pos x="T0" y="T1"/>
              </a:cxn>
              <a:cxn ang="0">
                <a:pos x="T2" y="T3"/>
              </a:cxn>
              <a:cxn ang="0">
                <a:pos x="T4" y="T5"/>
              </a:cxn>
            </a:cxnLst>
            <a:rect l="0" t="0" r="r" b="b"/>
            <a:pathLst>
              <a:path w="808" h="681">
                <a:moveTo>
                  <a:pt x="0" y="0"/>
                </a:moveTo>
                <a:lnTo>
                  <a:pt x="0" y="680"/>
                </a:lnTo>
                <a:lnTo>
                  <a:pt x="807" y="680"/>
                </a:lnTo>
              </a:path>
            </a:pathLst>
          </a:custGeom>
          <a:noFill/>
          <a:ln w="25400" cap="rnd" cmpd="sng">
            <a:solidFill>
              <a:srgbClr val="114FFB"/>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1348" name="Line 20"/>
          <p:cNvSpPr>
            <a:spLocks noChangeShapeType="1"/>
          </p:cNvSpPr>
          <p:nvPr/>
        </p:nvSpPr>
        <p:spPr bwMode="auto">
          <a:xfrm flipH="1">
            <a:off x="7345363" y="2546350"/>
            <a:ext cx="1042987" cy="0"/>
          </a:xfrm>
          <a:prstGeom prst="line">
            <a:avLst/>
          </a:prstGeom>
          <a:noFill/>
          <a:ln w="254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1349" name="Rectangle 21"/>
          <p:cNvSpPr>
            <a:spLocks noChangeArrowheads="1"/>
          </p:cNvSpPr>
          <p:nvPr/>
        </p:nvSpPr>
        <p:spPr bwMode="auto">
          <a:xfrm>
            <a:off x="5156200" y="3641725"/>
            <a:ext cx="336550" cy="2571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1350" name="Line 22"/>
          <p:cNvSpPr>
            <a:spLocks noChangeShapeType="1"/>
          </p:cNvSpPr>
          <p:nvPr/>
        </p:nvSpPr>
        <p:spPr bwMode="auto">
          <a:xfrm flipH="1">
            <a:off x="4946650" y="2544763"/>
            <a:ext cx="698500" cy="0"/>
          </a:xfrm>
          <a:prstGeom prst="line">
            <a:avLst/>
          </a:prstGeom>
          <a:noFill/>
          <a:ln w="254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1351" name="Line 23"/>
          <p:cNvSpPr>
            <a:spLocks noChangeShapeType="1"/>
          </p:cNvSpPr>
          <p:nvPr/>
        </p:nvSpPr>
        <p:spPr bwMode="auto">
          <a:xfrm flipH="1">
            <a:off x="5743575" y="2544763"/>
            <a:ext cx="484188" cy="0"/>
          </a:xfrm>
          <a:prstGeom prst="line">
            <a:avLst/>
          </a:prstGeom>
          <a:noFill/>
          <a:ln w="254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1352" name="Line 24"/>
          <p:cNvSpPr>
            <a:spLocks noChangeShapeType="1"/>
          </p:cNvSpPr>
          <p:nvPr/>
        </p:nvSpPr>
        <p:spPr bwMode="auto">
          <a:xfrm flipH="1">
            <a:off x="6788150" y="2544763"/>
            <a:ext cx="454025" cy="0"/>
          </a:xfrm>
          <a:prstGeom prst="line">
            <a:avLst/>
          </a:prstGeom>
          <a:noFill/>
          <a:ln w="254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1353" name="Oval 25"/>
          <p:cNvSpPr>
            <a:spLocks noChangeArrowheads="1"/>
          </p:cNvSpPr>
          <p:nvPr/>
        </p:nvSpPr>
        <p:spPr bwMode="auto">
          <a:xfrm>
            <a:off x="6459538" y="2366963"/>
            <a:ext cx="323850" cy="363537"/>
          </a:xfrm>
          <a:prstGeom prst="ellipse">
            <a:avLst/>
          </a:prstGeom>
          <a:noFill/>
          <a:ln w="25400">
            <a:solidFill>
              <a:srgbClr val="114FFB"/>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1354" name="AutoShape 26"/>
          <p:cNvSpPr>
            <a:spLocks noChangeArrowheads="1"/>
          </p:cNvSpPr>
          <p:nvPr/>
        </p:nvSpPr>
        <p:spPr bwMode="auto">
          <a:xfrm>
            <a:off x="6284913" y="2466975"/>
            <a:ext cx="134937" cy="133350"/>
          </a:xfrm>
          <a:prstGeom prst="triangle">
            <a:avLst>
              <a:gd name="adj" fmla="val 49995"/>
            </a:avLst>
          </a:prstGeom>
          <a:noFill/>
          <a:ln w="25400">
            <a:solidFill>
              <a:srgbClr val="114FFB"/>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1355" name="Oval 27"/>
          <p:cNvSpPr>
            <a:spLocks noChangeArrowheads="1"/>
          </p:cNvSpPr>
          <p:nvPr/>
        </p:nvSpPr>
        <p:spPr bwMode="auto">
          <a:xfrm>
            <a:off x="6224588" y="2366963"/>
            <a:ext cx="325437" cy="363537"/>
          </a:xfrm>
          <a:prstGeom prst="ellipse">
            <a:avLst/>
          </a:prstGeom>
          <a:noFill/>
          <a:ln w="25400">
            <a:solidFill>
              <a:srgbClr val="114FFB"/>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1356" name="Freeform 28"/>
          <p:cNvSpPr>
            <a:spLocks/>
          </p:cNvSpPr>
          <p:nvPr/>
        </p:nvSpPr>
        <p:spPr bwMode="auto">
          <a:xfrm>
            <a:off x="5272088" y="2673350"/>
            <a:ext cx="1139825" cy="1331913"/>
          </a:xfrm>
          <a:custGeom>
            <a:avLst/>
            <a:gdLst>
              <a:gd name="T0" fmla="*/ 0 w 808"/>
              <a:gd name="T1" fmla="*/ 0 h 709"/>
              <a:gd name="T2" fmla="*/ 0 w 808"/>
              <a:gd name="T3" fmla="*/ 708 h 709"/>
              <a:gd name="T4" fmla="*/ 807 w 808"/>
              <a:gd name="T5" fmla="*/ 708 h 709"/>
            </a:gdLst>
            <a:ahLst/>
            <a:cxnLst>
              <a:cxn ang="0">
                <a:pos x="T0" y="T1"/>
              </a:cxn>
              <a:cxn ang="0">
                <a:pos x="T2" y="T3"/>
              </a:cxn>
              <a:cxn ang="0">
                <a:pos x="T4" y="T5"/>
              </a:cxn>
            </a:cxnLst>
            <a:rect l="0" t="0" r="r" b="b"/>
            <a:pathLst>
              <a:path w="808" h="709">
                <a:moveTo>
                  <a:pt x="0" y="0"/>
                </a:moveTo>
                <a:lnTo>
                  <a:pt x="0" y="708"/>
                </a:lnTo>
                <a:lnTo>
                  <a:pt x="807" y="708"/>
                </a:lnTo>
              </a:path>
            </a:pathLst>
          </a:custGeom>
          <a:noFill/>
          <a:ln w="25400" cap="rnd" cmpd="sng">
            <a:solidFill>
              <a:srgbClr val="114FFB"/>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1357" name="Freeform 29"/>
          <p:cNvSpPr>
            <a:spLocks/>
          </p:cNvSpPr>
          <p:nvPr/>
        </p:nvSpPr>
        <p:spPr bwMode="auto">
          <a:xfrm>
            <a:off x="7080250" y="2708275"/>
            <a:ext cx="647700" cy="1225550"/>
          </a:xfrm>
          <a:custGeom>
            <a:avLst/>
            <a:gdLst>
              <a:gd name="T0" fmla="*/ 458 w 459"/>
              <a:gd name="T1" fmla="*/ 0 h 686"/>
              <a:gd name="T2" fmla="*/ 458 w 459"/>
              <a:gd name="T3" fmla="*/ 674 h 686"/>
              <a:gd name="T4" fmla="*/ 458 w 459"/>
              <a:gd name="T5" fmla="*/ 685 h 686"/>
              <a:gd name="T6" fmla="*/ 0 w 459"/>
              <a:gd name="T7" fmla="*/ 685 h 686"/>
            </a:gdLst>
            <a:ahLst/>
            <a:cxnLst>
              <a:cxn ang="0">
                <a:pos x="T0" y="T1"/>
              </a:cxn>
              <a:cxn ang="0">
                <a:pos x="T2" y="T3"/>
              </a:cxn>
              <a:cxn ang="0">
                <a:pos x="T4" y="T5"/>
              </a:cxn>
              <a:cxn ang="0">
                <a:pos x="T6" y="T7"/>
              </a:cxn>
            </a:cxnLst>
            <a:rect l="0" t="0" r="r" b="b"/>
            <a:pathLst>
              <a:path w="459" h="686">
                <a:moveTo>
                  <a:pt x="458" y="0"/>
                </a:moveTo>
                <a:lnTo>
                  <a:pt x="458" y="674"/>
                </a:lnTo>
                <a:lnTo>
                  <a:pt x="458" y="685"/>
                </a:lnTo>
                <a:lnTo>
                  <a:pt x="0" y="685"/>
                </a:lnTo>
              </a:path>
            </a:pathLst>
          </a:custGeom>
          <a:noFill/>
          <a:ln w="25400" cap="rnd" cmpd="sng">
            <a:solidFill>
              <a:srgbClr val="114FFB"/>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1358" name="Line 30"/>
          <p:cNvSpPr>
            <a:spLocks noChangeShapeType="1"/>
          </p:cNvSpPr>
          <p:nvPr/>
        </p:nvSpPr>
        <p:spPr bwMode="auto">
          <a:xfrm>
            <a:off x="6089650" y="3349625"/>
            <a:ext cx="0" cy="517525"/>
          </a:xfrm>
          <a:prstGeom prst="line">
            <a:avLst/>
          </a:prstGeom>
          <a:noFill/>
          <a:ln w="254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1359" name="Line 31"/>
          <p:cNvSpPr>
            <a:spLocks noChangeShapeType="1"/>
          </p:cNvSpPr>
          <p:nvPr/>
        </p:nvSpPr>
        <p:spPr bwMode="auto">
          <a:xfrm flipH="1">
            <a:off x="6084888" y="2557463"/>
            <a:ext cx="6350" cy="619125"/>
          </a:xfrm>
          <a:prstGeom prst="line">
            <a:avLst/>
          </a:prstGeom>
          <a:noFill/>
          <a:ln w="254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1360" name="Rectangle 32"/>
          <p:cNvSpPr>
            <a:spLocks noChangeArrowheads="1"/>
          </p:cNvSpPr>
          <p:nvPr/>
        </p:nvSpPr>
        <p:spPr bwMode="auto">
          <a:xfrm>
            <a:off x="6232525" y="4906963"/>
            <a:ext cx="1003300" cy="3937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eaLnBrk="0" hangingPunct="0"/>
            <a:r>
              <a:rPr lang="en-GB" altLang="zh-CN" sz="2000" b="1">
                <a:solidFill>
                  <a:schemeClr val="accent1"/>
                </a:solidFill>
                <a:latin typeface="FuturaA Md BT" pitchFamily="34" charset="0"/>
                <a:ea typeface="SimSun" panose="02010600030101010101" pitchFamily="2" charset="-122"/>
              </a:rPr>
              <a:t>P643</a:t>
            </a:r>
          </a:p>
        </p:txBody>
      </p:sp>
      <p:grpSp>
        <p:nvGrpSpPr>
          <p:cNvPr id="611361" name="Group 33"/>
          <p:cNvGrpSpPr>
            <a:grpSpLocks/>
          </p:cNvGrpSpPr>
          <p:nvPr/>
        </p:nvGrpSpPr>
        <p:grpSpPr bwMode="auto">
          <a:xfrm>
            <a:off x="1292225" y="2514600"/>
            <a:ext cx="241300" cy="158750"/>
            <a:chOff x="895" y="1386"/>
            <a:chExt cx="930" cy="544"/>
          </a:xfrm>
        </p:grpSpPr>
        <p:sp>
          <p:nvSpPr>
            <p:cNvPr id="611362" name="Arc 34"/>
            <p:cNvSpPr>
              <a:spLocks/>
            </p:cNvSpPr>
            <p:nvPr/>
          </p:nvSpPr>
          <p:spPr bwMode="auto">
            <a:xfrm>
              <a:off x="1357" y="1386"/>
              <a:ext cx="242" cy="282"/>
            </a:xfrm>
            <a:custGeom>
              <a:avLst/>
              <a:gdLst>
                <a:gd name="G0" fmla="+- 21600 0 0"/>
                <a:gd name="G1" fmla="+- 21598 0 0"/>
                <a:gd name="G2" fmla="+- 21600 0 0"/>
                <a:gd name="T0" fmla="*/ 0 w 21600"/>
                <a:gd name="T1" fmla="*/ 21598 h 21598"/>
                <a:gd name="T2" fmla="*/ 21338 w 21600"/>
                <a:gd name="T3" fmla="*/ 0 h 21598"/>
                <a:gd name="T4" fmla="*/ 21600 w 21600"/>
                <a:gd name="T5" fmla="*/ 21598 h 21598"/>
              </a:gdLst>
              <a:ahLst/>
              <a:cxnLst>
                <a:cxn ang="0">
                  <a:pos x="T0" y="T1"/>
                </a:cxn>
                <a:cxn ang="0">
                  <a:pos x="T2" y="T3"/>
                </a:cxn>
                <a:cxn ang="0">
                  <a:pos x="T4" y="T5"/>
                </a:cxn>
              </a:cxnLst>
              <a:rect l="0" t="0" r="r" b="b"/>
              <a:pathLst>
                <a:path w="21600" h="21598" fill="none" extrusionOk="0">
                  <a:moveTo>
                    <a:pt x="0" y="21598"/>
                  </a:moveTo>
                  <a:cubicBezTo>
                    <a:pt x="0" y="9770"/>
                    <a:pt x="9511" y="143"/>
                    <a:pt x="21337" y="-1"/>
                  </a:cubicBezTo>
                </a:path>
                <a:path w="21600" h="21598" stroke="0" extrusionOk="0">
                  <a:moveTo>
                    <a:pt x="0" y="21598"/>
                  </a:moveTo>
                  <a:cubicBezTo>
                    <a:pt x="0" y="9770"/>
                    <a:pt x="9511" y="143"/>
                    <a:pt x="21337" y="-1"/>
                  </a:cubicBezTo>
                  <a:lnTo>
                    <a:pt x="21600" y="21598"/>
                  </a:lnTo>
                  <a:close/>
                </a:path>
              </a:pathLst>
            </a:custGeom>
            <a:noFill/>
            <a:ln w="25400" cap="rnd">
              <a:solidFill>
                <a:srgbClr val="114FFB"/>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1363" name="Arc 35"/>
            <p:cNvSpPr>
              <a:spLocks/>
            </p:cNvSpPr>
            <p:nvPr/>
          </p:nvSpPr>
          <p:spPr bwMode="auto">
            <a:xfrm>
              <a:off x="1580" y="1386"/>
              <a:ext cx="245" cy="282"/>
            </a:xfrm>
            <a:custGeom>
              <a:avLst/>
              <a:gdLst>
                <a:gd name="G0" fmla="+- 262 0 0"/>
                <a:gd name="G1" fmla="+- 21600 0 0"/>
                <a:gd name="G2" fmla="+- 21600 0 0"/>
                <a:gd name="T0" fmla="*/ 0 w 21862"/>
                <a:gd name="T1" fmla="*/ 2 h 21600"/>
                <a:gd name="T2" fmla="*/ 21862 w 21862"/>
                <a:gd name="T3" fmla="*/ 21600 h 21600"/>
                <a:gd name="T4" fmla="*/ 262 w 21862"/>
                <a:gd name="T5" fmla="*/ 21600 h 21600"/>
              </a:gdLst>
              <a:ahLst/>
              <a:cxnLst>
                <a:cxn ang="0">
                  <a:pos x="T0" y="T1"/>
                </a:cxn>
                <a:cxn ang="0">
                  <a:pos x="T2" y="T3"/>
                </a:cxn>
                <a:cxn ang="0">
                  <a:pos x="T4" y="T5"/>
                </a:cxn>
              </a:cxnLst>
              <a:rect l="0" t="0" r="r" b="b"/>
              <a:pathLst>
                <a:path w="21862" h="21600" fill="none" extrusionOk="0">
                  <a:moveTo>
                    <a:pt x="-1" y="1"/>
                  </a:moveTo>
                  <a:cubicBezTo>
                    <a:pt x="87" y="0"/>
                    <a:pt x="174" y="0"/>
                    <a:pt x="262" y="0"/>
                  </a:cubicBezTo>
                  <a:cubicBezTo>
                    <a:pt x="12191" y="0"/>
                    <a:pt x="21862" y="9670"/>
                    <a:pt x="21862" y="21600"/>
                  </a:cubicBezTo>
                </a:path>
                <a:path w="21862" h="21600" stroke="0" extrusionOk="0">
                  <a:moveTo>
                    <a:pt x="-1" y="1"/>
                  </a:moveTo>
                  <a:cubicBezTo>
                    <a:pt x="87" y="0"/>
                    <a:pt x="174" y="0"/>
                    <a:pt x="262" y="0"/>
                  </a:cubicBezTo>
                  <a:cubicBezTo>
                    <a:pt x="12191" y="0"/>
                    <a:pt x="21862" y="9670"/>
                    <a:pt x="21862" y="21600"/>
                  </a:cubicBezTo>
                  <a:lnTo>
                    <a:pt x="262" y="21600"/>
                  </a:lnTo>
                  <a:close/>
                </a:path>
              </a:pathLst>
            </a:custGeom>
            <a:noFill/>
            <a:ln w="25400" cap="rnd">
              <a:solidFill>
                <a:srgbClr val="114FFB"/>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1364" name="Arc 36"/>
            <p:cNvSpPr>
              <a:spLocks/>
            </p:cNvSpPr>
            <p:nvPr/>
          </p:nvSpPr>
          <p:spPr bwMode="auto">
            <a:xfrm>
              <a:off x="895" y="1386"/>
              <a:ext cx="242" cy="282"/>
            </a:xfrm>
            <a:custGeom>
              <a:avLst/>
              <a:gdLst>
                <a:gd name="G0" fmla="+- 21600 0 0"/>
                <a:gd name="G1" fmla="+- 21598 0 0"/>
                <a:gd name="G2" fmla="+- 21600 0 0"/>
                <a:gd name="T0" fmla="*/ 0 w 21600"/>
                <a:gd name="T1" fmla="*/ 21598 h 21598"/>
                <a:gd name="T2" fmla="*/ 21338 w 21600"/>
                <a:gd name="T3" fmla="*/ 0 h 21598"/>
                <a:gd name="T4" fmla="*/ 21600 w 21600"/>
                <a:gd name="T5" fmla="*/ 21598 h 21598"/>
              </a:gdLst>
              <a:ahLst/>
              <a:cxnLst>
                <a:cxn ang="0">
                  <a:pos x="T0" y="T1"/>
                </a:cxn>
                <a:cxn ang="0">
                  <a:pos x="T2" y="T3"/>
                </a:cxn>
                <a:cxn ang="0">
                  <a:pos x="T4" y="T5"/>
                </a:cxn>
              </a:cxnLst>
              <a:rect l="0" t="0" r="r" b="b"/>
              <a:pathLst>
                <a:path w="21600" h="21598" fill="none" extrusionOk="0">
                  <a:moveTo>
                    <a:pt x="0" y="21598"/>
                  </a:moveTo>
                  <a:cubicBezTo>
                    <a:pt x="0" y="9770"/>
                    <a:pt x="9511" y="143"/>
                    <a:pt x="21337" y="-1"/>
                  </a:cubicBezTo>
                </a:path>
                <a:path w="21600" h="21598" stroke="0" extrusionOk="0">
                  <a:moveTo>
                    <a:pt x="0" y="21598"/>
                  </a:moveTo>
                  <a:cubicBezTo>
                    <a:pt x="0" y="9770"/>
                    <a:pt x="9511" y="143"/>
                    <a:pt x="21337" y="-1"/>
                  </a:cubicBezTo>
                  <a:lnTo>
                    <a:pt x="21600" y="21598"/>
                  </a:lnTo>
                  <a:close/>
                </a:path>
              </a:pathLst>
            </a:custGeom>
            <a:noFill/>
            <a:ln w="25400" cap="rnd">
              <a:solidFill>
                <a:srgbClr val="114FFB"/>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1365" name="Arc 37"/>
            <p:cNvSpPr>
              <a:spLocks/>
            </p:cNvSpPr>
            <p:nvPr/>
          </p:nvSpPr>
          <p:spPr bwMode="auto">
            <a:xfrm>
              <a:off x="1117" y="1386"/>
              <a:ext cx="246" cy="282"/>
            </a:xfrm>
            <a:custGeom>
              <a:avLst/>
              <a:gdLst>
                <a:gd name="G0" fmla="+- 262 0 0"/>
                <a:gd name="G1" fmla="+- 21600 0 0"/>
                <a:gd name="G2" fmla="+- 21600 0 0"/>
                <a:gd name="T0" fmla="*/ 0 w 21862"/>
                <a:gd name="T1" fmla="*/ 2 h 21600"/>
                <a:gd name="T2" fmla="*/ 21862 w 21862"/>
                <a:gd name="T3" fmla="*/ 21600 h 21600"/>
                <a:gd name="T4" fmla="*/ 262 w 21862"/>
                <a:gd name="T5" fmla="*/ 21600 h 21600"/>
              </a:gdLst>
              <a:ahLst/>
              <a:cxnLst>
                <a:cxn ang="0">
                  <a:pos x="T0" y="T1"/>
                </a:cxn>
                <a:cxn ang="0">
                  <a:pos x="T2" y="T3"/>
                </a:cxn>
                <a:cxn ang="0">
                  <a:pos x="T4" y="T5"/>
                </a:cxn>
              </a:cxnLst>
              <a:rect l="0" t="0" r="r" b="b"/>
              <a:pathLst>
                <a:path w="21862" h="21600" fill="none" extrusionOk="0">
                  <a:moveTo>
                    <a:pt x="-1" y="1"/>
                  </a:moveTo>
                  <a:cubicBezTo>
                    <a:pt x="87" y="0"/>
                    <a:pt x="174" y="0"/>
                    <a:pt x="262" y="0"/>
                  </a:cubicBezTo>
                  <a:cubicBezTo>
                    <a:pt x="12191" y="0"/>
                    <a:pt x="21862" y="9670"/>
                    <a:pt x="21862" y="21600"/>
                  </a:cubicBezTo>
                </a:path>
                <a:path w="21862" h="21600" stroke="0" extrusionOk="0">
                  <a:moveTo>
                    <a:pt x="-1" y="1"/>
                  </a:moveTo>
                  <a:cubicBezTo>
                    <a:pt x="87" y="0"/>
                    <a:pt x="174" y="0"/>
                    <a:pt x="262" y="0"/>
                  </a:cubicBezTo>
                  <a:cubicBezTo>
                    <a:pt x="12191" y="0"/>
                    <a:pt x="21862" y="9670"/>
                    <a:pt x="21862" y="21600"/>
                  </a:cubicBezTo>
                  <a:lnTo>
                    <a:pt x="262" y="21600"/>
                  </a:lnTo>
                  <a:close/>
                </a:path>
              </a:pathLst>
            </a:custGeom>
            <a:noFill/>
            <a:ln w="25400" cap="rnd">
              <a:solidFill>
                <a:srgbClr val="114FFB"/>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1366" name="Line 38"/>
            <p:cNvSpPr>
              <a:spLocks noChangeShapeType="1"/>
            </p:cNvSpPr>
            <p:nvPr/>
          </p:nvSpPr>
          <p:spPr bwMode="auto">
            <a:xfrm>
              <a:off x="895" y="1648"/>
              <a:ext cx="0" cy="274"/>
            </a:xfrm>
            <a:prstGeom prst="line">
              <a:avLst/>
            </a:prstGeom>
            <a:noFill/>
            <a:ln w="254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1367" name="Line 39"/>
            <p:cNvSpPr>
              <a:spLocks noChangeShapeType="1"/>
            </p:cNvSpPr>
            <p:nvPr/>
          </p:nvSpPr>
          <p:spPr bwMode="auto">
            <a:xfrm>
              <a:off x="1825" y="1665"/>
              <a:ext cx="0" cy="265"/>
            </a:xfrm>
            <a:prstGeom prst="line">
              <a:avLst/>
            </a:prstGeom>
            <a:noFill/>
            <a:ln w="254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1368" name="Line 40"/>
            <p:cNvSpPr>
              <a:spLocks noChangeShapeType="1"/>
            </p:cNvSpPr>
            <p:nvPr/>
          </p:nvSpPr>
          <p:spPr bwMode="auto">
            <a:xfrm>
              <a:off x="1360" y="1671"/>
              <a:ext cx="0" cy="80"/>
            </a:xfrm>
            <a:prstGeom prst="line">
              <a:avLst/>
            </a:prstGeom>
            <a:noFill/>
            <a:ln w="254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611369" name="Group 41"/>
          <p:cNvGrpSpPr>
            <a:grpSpLocks/>
          </p:cNvGrpSpPr>
          <p:nvPr/>
        </p:nvGrpSpPr>
        <p:grpSpPr bwMode="auto">
          <a:xfrm>
            <a:off x="1790700" y="2527300"/>
            <a:ext cx="71438" cy="80963"/>
            <a:chOff x="714" y="2950"/>
            <a:chExt cx="204" cy="204"/>
          </a:xfrm>
        </p:grpSpPr>
        <p:sp>
          <p:nvSpPr>
            <p:cNvPr id="611370" name="Line 42"/>
            <p:cNvSpPr>
              <a:spLocks noChangeShapeType="1"/>
            </p:cNvSpPr>
            <p:nvPr/>
          </p:nvSpPr>
          <p:spPr bwMode="auto">
            <a:xfrm>
              <a:off x="714" y="2950"/>
              <a:ext cx="204" cy="204"/>
            </a:xfrm>
            <a:prstGeom prst="line">
              <a:avLst/>
            </a:prstGeom>
            <a:noFill/>
            <a:ln w="254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611371" name="Line 43"/>
            <p:cNvSpPr>
              <a:spLocks noChangeShapeType="1"/>
            </p:cNvSpPr>
            <p:nvPr/>
          </p:nvSpPr>
          <p:spPr bwMode="auto">
            <a:xfrm flipH="1">
              <a:off x="714" y="2950"/>
              <a:ext cx="204" cy="204"/>
            </a:xfrm>
            <a:prstGeom prst="line">
              <a:avLst/>
            </a:prstGeom>
            <a:noFill/>
            <a:ln w="254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pSp>
      <p:grpSp>
        <p:nvGrpSpPr>
          <p:cNvPr id="611372" name="Group 44"/>
          <p:cNvGrpSpPr>
            <a:grpSpLocks/>
          </p:cNvGrpSpPr>
          <p:nvPr/>
        </p:nvGrpSpPr>
        <p:grpSpPr bwMode="auto">
          <a:xfrm>
            <a:off x="2482850" y="2506663"/>
            <a:ext cx="139700" cy="128587"/>
            <a:chOff x="245" y="1258"/>
            <a:chExt cx="287" cy="237"/>
          </a:xfrm>
        </p:grpSpPr>
        <p:sp>
          <p:nvSpPr>
            <p:cNvPr id="611373" name="Line 45"/>
            <p:cNvSpPr>
              <a:spLocks noChangeShapeType="1"/>
            </p:cNvSpPr>
            <p:nvPr/>
          </p:nvSpPr>
          <p:spPr bwMode="auto">
            <a:xfrm flipH="1">
              <a:off x="245" y="1416"/>
              <a:ext cx="140" cy="76"/>
            </a:xfrm>
            <a:prstGeom prst="line">
              <a:avLst/>
            </a:prstGeom>
            <a:noFill/>
            <a:ln w="254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1374" name="Line 46"/>
            <p:cNvSpPr>
              <a:spLocks noChangeShapeType="1"/>
            </p:cNvSpPr>
            <p:nvPr/>
          </p:nvSpPr>
          <p:spPr bwMode="auto">
            <a:xfrm flipV="1">
              <a:off x="390" y="1258"/>
              <a:ext cx="0" cy="171"/>
            </a:xfrm>
            <a:prstGeom prst="line">
              <a:avLst/>
            </a:prstGeom>
            <a:noFill/>
            <a:ln w="254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1375" name="Line 47"/>
            <p:cNvSpPr>
              <a:spLocks noChangeShapeType="1"/>
            </p:cNvSpPr>
            <p:nvPr/>
          </p:nvSpPr>
          <p:spPr bwMode="auto">
            <a:xfrm>
              <a:off x="392" y="1419"/>
              <a:ext cx="140" cy="76"/>
            </a:xfrm>
            <a:prstGeom prst="line">
              <a:avLst/>
            </a:prstGeom>
            <a:noFill/>
            <a:ln w="254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611376" name="Group 48"/>
          <p:cNvGrpSpPr>
            <a:grpSpLocks/>
          </p:cNvGrpSpPr>
          <p:nvPr/>
        </p:nvGrpSpPr>
        <p:grpSpPr bwMode="auto">
          <a:xfrm>
            <a:off x="2463800" y="3519488"/>
            <a:ext cx="184150" cy="79375"/>
            <a:chOff x="3026" y="2091"/>
            <a:chExt cx="159" cy="61"/>
          </a:xfrm>
        </p:grpSpPr>
        <p:sp>
          <p:nvSpPr>
            <p:cNvPr id="611377" name="Line 49"/>
            <p:cNvSpPr>
              <a:spLocks noChangeShapeType="1"/>
            </p:cNvSpPr>
            <p:nvPr/>
          </p:nvSpPr>
          <p:spPr bwMode="auto">
            <a:xfrm flipH="1">
              <a:off x="3026" y="2091"/>
              <a:ext cx="159" cy="0"/>
            </a:xfrm>
            <a:prstGeom prst="line">
              <a:avLst/>
            </a:prstGeom>
            <a:noFill/>
            <a:ln w="254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1378" name="Line 50"/>
            <p:cNvSpPr>
              <a:spLocks noChangeShapeType="1"/>
            </p:cNvSpPr>
            <p:nvPr/>
          </p:nvSpPr>
          <p:spPr bwMode="auto">
            <a:xfrm flipH="1">
              <a:off x="3053" y="2122"/>
              <a:ext cx="106" cy="0"/>
            </a:xfrm>
            <a:prstGeom prst="line">
              <a:avLst/>
            </a:prstGeom>
            <a:noFill/>
            <a:ln w="254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1379" name="Line 51"/>
            <p:cNvSpPr>
              <a:spLocks noChangeShapeType="1"/>
            </p:cNvSpPr>
            <p:nvPr/>
          </p:nvSpPr>
          <p:spPr bwMode="auto">
            <a:xfrm flipH="1">
              <a:off x="3079" y="2152"/>
              <a:ext cx="55" cy="0"/>
            </a:xfrm>
            <a:prstGeom prst="line">
              <a:avLst/>
            </a:prstGeom>
            <a:noFill/>
            <a:ln w="254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611380" name="Line 52"/>
          <p:cNvSpPr>
            <a:spLocks noChangeShapeType="1"/>
          </p:cNvSpPr>
          <p:nvPr/>
        </p:nvSpPr>
        <p:spPr bwMode="auto">
          <a:xfrm>
            <a:off x="2824163" y="2584450"/>
            <a:ext cx="19050" cy="915988"/>
          </a:xfrm>
          <a:prstGeom prst="line">
            <a:avLst/>
          </a:prstGeom>
          <a:noFill/>
          <a:ln w="254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611381" name="Group 53"/>
          <p:cNvGrpSpPr>
            <a:grpSpLocks/>
          </p:cNvGrpSpPr>
          <p:nvPr/>
        </p:nvGrpSpPr>
        <p:grpSpPr bwMode="auto">
          <a:xfrm>
            <a:off x="2754313" y="2501900"/>
            <a:ext cx="138112" cy="128588"/>
            <a:chOff x="245" y="1258"/>
            <a:chExt cx="287" cy="237"/>
          </a:xfrm>
        </p:grpSpPr>
        <p:sp>
          <p:nvSpPr>
            <p:cNvPr id="611382" name="Line 54"/>
            <p:cNvSpPr>
              <a:spLocks noChangeShapeType="1"/>
            </p:cNvSpPr>
            <p:nvPr/>
          </p:nvSpPr>
          <p:spPr bwMode="auto">
            <a:xfrm flipH="1">
              <a:off x="245" y="1416"/>
              <a:ext cx="140" cy="76"/>
            </a:xfrm>
            <a:prstGeom prst="line">
              <a:avLst/>
            </a:prstGeom>
            <a:noFill/>
            <a:ln w="254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1383" name="Line 55"/>
            <p:cNvSpPr>
              <a:spLocks noChangeShapeType="1"/>
            </p:cNvSpPr>
            <p:nvPr/>
          </p:nvSpPr>
          <p:spPr bwMode="auto">
            <a:xfrm flipV="1">
              <a:off x="390" y="1258"/>
              <a:ext cx="0" cy="171"/>
            </a:xfrm>
            <a:prstGeom prst="line">
              <a:avLst/>
            </a:prstGeom>
            <a:noFill/>
            <a:ln w="254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1384" name="Line 56"/>
            <p:cNvSpPr>
              <a:spLocks noChangeShapeType="1"/>
            </p:cNvSpPr>
            <p:nvPr/>
          </p:nvSpPr>
          <p:spPr bwMode="auto">
            <a:xfrm>
              <a:off x="392" y="1419"/>
              <a:ext cx="140" cy="76"/>
            </a:xfrm>
            <a:prstGeom prst="line">
              <a:avLst/>
            </a:prstGeom>
            <a:noFill/>
            <a:ln w="254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611385" name="Group 57"/>
          <p:cNvGrpSpPr>
            <a:grpSpLocks/>
          </p:cNvGrpSpPr>
          <p:nvPr/>
        </p:nvGrpSpPr>
        <p:grpSpPr bwMode="auto">
          <a:xfrm>
            <a:off x="2735263" y="3514725"/>
            <a:ext cx="182562" cy="79375"/>
            <a:chOff x="3026" y="2091"/>
            <a:chExt cx="159" cy="61"/>
          </a:xfrm>
        </p:grpSpPr>
        <p:sp>
          <p:nvSpPr>
            <p:cNvPr id="611386" name="Line 58"/>
            <p:cNvSpPr>
              <a:spLocks noChangeShapeType="1"/>
            </p:cNvSpPr>
            <p:nvPr/>
          </p:nvSpPr>
          <p:spPr bwMode="auto">
            <a:xfrm flipH="1">
              <a:off x="3026" y="2091"/>
              <a:ext cx="159" cy="0"/>
            </a:xfrm>
            <a:prstGeom prst="line">
              <a:avLst/>
            </a:prstGeom>
            <a:noFill/>
            <a:ln w="254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1387" name="Line 59"/>
            <p:cNvSpPr>
              <a:spLocks noChangeShapeType="1"/>
            </p:cNvSpPr>
            <p:nvPr/>
          </p:nvSpPr>
          <p:spPr bwMode="auto">
            <a:xfrm flipH="1">
              <a:off x="3053" y="2122"/>
              <a:ext cx="106" cy="0"/>
            </a:xfrm>
            <a:prstGeom prst="line">
              <a:avLst/>
            </a:prstGeom>
            <a:noFill/>
            <a:ln w="254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1388" name="Line 60"/>
            <p:cNvSpPr>
              <a:spLocks noChangeShapeType="1"/>
            </p:cNvSpPr>
            <p:nvPr/>
          </p:nvSpPr>
          <p:spPr bwMode="auto">
            <a:xfrm flipH="1">
              <a:off x="3079" y="2152"/>
              <a:ext cx="55" cy="0"/>
            </a:xfrm>
            <a:prstGeom prst="line">
              <a:avLst/>
            </a:prstGeom>
            <a:noFill/>
            <a:ln w="254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611389" name="Group 61"/>
          <p:cNvGrpSpPr>
            <a:grpSpLocks/>
          </p:cNvGrpSpPr>
          <p:nvPr/>
        </p:nvGrpSpPr>
        <p:grpSpPr bwMode="auto">
          <a:xfrm>
            <a:off x="3386138" y="2308225"/>
            <a:ext cx="73025" cy="80963"/>
            <a:chOff x="714" y="2950"/>
            <a:chExt cx="204" cy="204"/>
          </a:xfrm>
        </p:grpSpPr>
        <p:sp>
          <p:nvSpPr>
            <p:cNvPr id="611390" name="Line 62"/>
            <p:cNvSpPr>
              <a:spLocks noChangeShapeType="1"/>
            </p:cNvSpPr>
            <p:nvPr/>
          </p:nvSpPr>
          <p:spPr bwMode="auto">
            <a:xfrm>
              <a:off x="714" y="2950"/>
              <a:ext cx="204" cy="204"/>
            </a:xfrm>
            <a:prstGeom prst="line">
              <a:avLst/>
            </a:prstGeom>
            <a:noFill/>
            <a:ln w="254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611391" name="Line 63"/>
            <p:cNvSpPr>
              <a:spLocks noChangeShapeType="1"/>
            </p:cNvSpPr>
            <p:nvPr/>
          </p:nvSpPr>
          <p:spPr bwMode="auto">
            <a:xfrm flipH="1">
              <a:off x="714" y="2950"/>
              <a:ext cx="204" cy="204"/>
            </a:xfrm>
            <a:prstGeom prst="line">
              <a:avLst/>
            </a:prstGeom>
            <a:noFill/>
            <a:ln w="254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pSp>
      <p:grpSp>
        <p:nvGrpSpPr>
          <p:cNvPr id="611392" name="Group 64"/>
          <p:cNvGrpSpPr>
            <a:grpSpLocks/>
          </p:cNvGrpSpPr>
          <p:nvPr/>
        </p:nvGrpSpPr>
        <p:grpSpPr bwMode="auto">
          <a:xfrm>
            <a:off x="3386138" y="2536825"/>
            <a:ext cx="73025" cy="80963"/>
            <a:chOff x="714" y="2950"/>
            <a:chExt cx="204" cy="204"/>
          </a:xfrm>
        </p:grpSpPr>
        <p:sp>
          <p:nvSpPr>
            <p:cNvPr id="611393" name="Line 65"/>
            <p:cNvSpPr>
              <a:spLocks noChangeShapeType="1"/>
            </p:cNvSpPr>
            <p:nvPr/>
          </p:nvSpPr>
          <p:spPr bwMode="auto">
            <a:xfrm>
              <a:off x="714" y="2950"/>
              <a:ext cx="204" cy="204"/>
            </a:xfrm>
            <a:prstGeom prst="line">
              <a:avLst/>
            </a:prstGeom>
            <a:noFill/>
            <a:ln w="254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611394" name="Line 66"/>
            <p:cNvSpPr>
              <a:spLocks noChangeShapeType="1"/>
            </p:cNvSpPr>
            <p:nvPr/>
          </p:nvSpPr>
          <p:spPr bwMode="auto">
            <a:xfrm flipH="1">
              <a:off x="714" y="2950"/>
              <a:ext cx="204" cy="204"/>
            </a:xfrm>
            <a:prstGeom prst="line">
              <a:avLst/>
            </a:prstGeom>
            <a:noFill/>
            <a:ln w="254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pSp>
      <p:grpSp>
        <p:nvGrpSpPr>
          <p:cNvPr id="611395" name="Group 67"/>
          <p:cNvGrpSpPr>
            <a:grpSpLocks/>
          </p:cNvGrpSpPr>
          <p:nvPr/>
        </p:nvGrpSpPr>
        <p:grpSpPr bwMode="auto">
          <a:xfrm>
            <a:off x="3735388" y="2519363"/>
            <a:ext cx="241300" cy="158750"/>
            <a:chOff x="895" y="1386"/>
            <a:chExt cx="930" cy="544"/>
          </a:xfrm>
        </p:grpSpPr>
        <p:sp>
          <p:nvSpPr>
            <p:cNvPr id="611396" name="Arc 68"/>
            <p:cNvSpPr>
              <a:spLocks/>
            </p:cNvSpPr>
            <p:nvPr/>
          </p:nvSpPr>
          <p:spPr bwMode="auto">
            <a:xfrm>
              <a:off x="1357" y="1386"/>
              <a:ext cx="242" cy="282"/>
            </a:xfrm>
            <a:custGeom>
              <a:avLst/>
              <a:gdLst>
                <a:gd name="G0" fmla="+- 21600 0 0"/>
                <a:gd name="G1" fmla="+- 21598 0 0"/>
                <a:gd name="G2" fmla="+- 21600 0 0"/>
                <a:gd name="T0" fmla="*/ 0 w 21600"/>
                <a:gd name="T1" fmla="*/ 21598 h 21598"/>
                <a:gd name="T2" fmla="*/ 21338 w 21600"/>
                <a:gd name="T3" fmla="*/ 0 h 21598"/>
                <a:gd name="T4" fmla="*/ 21600 w 21600"/>
                <a:gd name="T5" fmla="*/ 21598 h 21598"/>
              </a:gdLst>
              <a:ahLst/>
              <a:cxnLst>
                <a:cxn ang="0">
                  <a:pos x="T0" y="T1"/>
                </a:cxn>
                <a:cxn ang="0">
                  <a:pos x="T2" y="T3"/>
                </a:cxn>
                <a:cxn ang="0">
                  <a:pos x="T4" y="T5"/>
                </a:cxn>
              </a:cxnLst>
              <a:rect l="0" t="0" r="r" b="b"/>
              <a:pathLst>
                <a:path w="21600" h="21598" fill="none" extrusionOk="0">
                  <a:moveTo>
                    <a:pt x="0" y="21598"/>
                  </a:moveTo>
                  <a:cubicBezTo>
                    <a:pt x="0" y="9770"/>
                    <a:pt x="9511" y="143"/>
                    <a:pt x="21337" y="-1"/>
                  </a:cubicBezTo>
                </a:path>
                <a:path w="21600" h="21598" stroke="0" extrusionOk="0">
                  <a:moveTo>
                    <a:pt x="0" y="21598"/>
                  </a:moveTo>
                  <a:cubicBezTo>
                    <a:pt x="0" y="9770"/>
                    <a:pt x="9511" y="143"/>
                    <a:pt x="21337" y="-1"/>
                  </a:cubicBezTo>
                  <a:lnTo>
                    <a:pt x="21600" y="21598"/>
                  </a:lnTo>
                  <a:close/>
                </a:path>
              </a:pathLst>
            </a:custGeom>
            <a:noFill/>
            <a:ln w="25400" cap="rnd">
              <a:solidFill>
                <a:srgbClr val="114FFB"/>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1397" name="Arc 69"/>
            <p:cNvSpPr>
              <a:spLocks/>
            </p:cNvSpPr>
            <p:nvPr/>
          </p:nvSpPr>
          <p:spPr bwMode="auto">
            <a:xfrm>
              <a:off x="1580" y="1386"/>
              <a:ext cx="245" cy="282"/>
            </a:xfrm>
            <a:custGeom>
              <a:avLst/>
              <a:gdLst>
                <a:gd name="G0" fmla="+- 262 0 0"/>
                <a:gd name="G1" fmla="+- 21600 0 0"/>
                <a:gd name="G2" fmla="+- 21600 0 0"/>
                <a:gd name="T0" fmla="*/ 0 w 21862"/>
                <a:gd name="T1" fmla="*/ 2 h 21600"/>
                <a:gd name="T2" fmla="*/ 21862 w 21862"/>
                <a:gd name="T3" fmla="*/ 21600 h 21600"/>
                <a:gd name="T4" fmla="*/ 262 w 21862"/>
                <a:gd name="T5" fmla="*/ 21600 h 21600"/>
              </a:gdLst>
              <a:ahLst/>
              <a:cxnLst>
                <a:cxn ang="0">
                  <a:pos x="T0" y="T1"/>
                </a:cxn>
                <a:cxn ang="0">
                  <a:pos x="T2" y="T3"/>
                </a:cxn>
                <a:cxn ang="0">
                  <a:pos x="T4" y="T5"/>
                </a:cxn>
              </a:cxnLst>
              <a:rect l="0" t="0" r="r" b="b"/>
              <a:pathLst>
                <a:path w="21862" h="21600" fill="none" extrusionOk="0">
                  <a:moveTo>
                    <a:pt x="-1" y="1"/>
                  </a:moveTo>
                  <a:cubicBezTo>
                    <a:pt x="87" y="0"/>
                    <a:pt x="174" y="0"/>
                    <a:pt x="262" y="0"/>
                  </a:cubicBezTo>
                  <a:cubicBezTo>
                    <a:pt x="12191" y="0"/>
                    <a:pt x="21862" y="9670"/>
                    <a:pt x="21862" y="21600"/>
                  </a:cubicBezTo>
                </a:path>
                <a:path w="21862" h="21600" stroke="0" extrusionOk="0">
                  <a:moveTo>
                    <a:pt x="-1" y="1"/>
                  </a:moveTo>
                  <a:cubicBezTo>
                    <a:pt x="87" y="0"/>
                    <a:pt x="174" y="0"/>
                    <a:pt x="262" y="0"/>
                  </a:cubicBezTo>
                  <a:cubicBezTo>
                    <a:pt x="12191" y="0"/>
                    <a:pt x="21862" y="9670"/>
                    <a:pt x="21862" y="21600"/>
                  </a:cubicBezTo>
                  <a:lnTo>
                    <a:pt x="262" y="21600"/>
                  </a:lnTo>
                  <a:close/>
                </a:path>
              </a:pathLst>
            </a:custGeom>
            <a:noFill/>
            <a:ln w="25400" cap="rnd">
              <a:solidFill>
                <a:srgbClr val="114FFB"/>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1398" name="Arc 70"/>
            <p:cNvSpPr>
              <a:spLocks/>
            </p:cNvSpPr>
            <p:nvPr/>
          </p:nvSpPr>
          <p:spPr bwMode="auto">
            <a:xfrm>
              <a:off x="895" y="1386"/>
              <a:ext cx="242" cy="282"/>
            </a:xfrm>
            <a:custGeom>
              <a:avLst/>
              <a:gdLst>
                <a:gd name="G0" fmla="+- 21600 0 0"/>
                <a:gd name="G1" fmla="+- 21598 0 0"/>
                <a:gd name="G2" fmla="+- 21600 0 0"/>
                <a:gd name="T0" fmla="*/ 0 w 21600"/>
                <a:gd name="T1" fmla="*/ 21598 h 21598"/>
                <a:gd name="T2" fmla="*/ 21338 w 21600"/>
                <a:gd name="T3" fmla="*/ 0 h 21598"/>
                <a:gd name="T4" fmla="*/ 21600 w 21600"/>
                <a:gd name="T5" fmla="*/ 21598 h 21598"/>
              </a:gdLst>
              <a:ahLst/>
              <a:cxnLst>
                <a:cxn ang="0">
                  <a:pos x="T0" y="T1"/>
                </a:cxn>
                <a:cxn ang="0">
                  <a:pos x="T2" y="T3"/>
                </a:cxn>
                <a:cxn ang="0">
                  <a:pos x="T4" y="T5"/>
                </a:cxn>
              </a:cxnLst>
              <a:rect l="0" t="0" r="r" b="b"/>
              <a:pathLst>
                <a:path w="21600" h="21598" fill="none" extrusionOk="0">
                  <a:moveTo>
                    <a:pt x="0" y="21598"/>
                  </a:moveTo>
                  <a:cubicBezTo>
                    <a:pt x="0" y="9770"/>
                    <a:pt x="9511" y="143"/>
                    <a:pt x="21337" y="-1"/>
                  </a:cubicBezTo>
                </a:path>
                <a:path w="21600" h="21598" stroke="0" extrusionOk="0">
                  <a:moveTo>
                    <a:pt x="0" y="21598"/>
                  </a:moveTo>
                  <a:cubicBezTo>
                    <a:pt x="0" y="9770"/>
                    <a:pt x="9511" y="143"/>
                    <a:pt x="21337" y="-1"/>
                  </a:cubicBezTo>
                  <a:lnTo>
                    <a:pt x="21600" y="21598"/>
                  </a:lnTo>
                  <a:close/>
                </a:path>
              </a:pathLst>
            </a:custGeom>
            <a:noFill/>
            <a:ln w="25400" cap="rnd">
              <a:solidFill>
                <a:srgbClr val="114FFB"/>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1399" name="Arc 71"/>
            <p:cNvSpPr>
              <a:spLocks/>
            </p:cNvSpPr>
            <p:nvPr/>
          </p:nvSpPr>
          <p:spPr bwMode="auto">
            <a:xfrm>
              <a:off x="1117" y="1386"/>
              <a:ext cx="246" cy="282"/>
            </a:xfrm>
            <a:custGeom>
              <a:avLst/>
              <a:gdLst>
                <a:gd name="G0" fmla="+- 262 0 0"/>
                <a:gd name="G1" fmla="+- 21600 0 0"/>
                <a:gd name="G2" fmla="+- 21600 0 0"/>
                <a:gd name="T0" fmla="*/ 0 w 21862"/>
                <a:gd name="T1" fmla="*/ 2 h 21600"/>
                <a:gd name="T2" fmla="*/ 21862 w 21862"/>
                <a:gd name="T3" fmla="*/ 21600 h 21600"/>
                <a:gd name="T4" fmla="*/ 262 w 21862"/>
                <a:gd name="T5" fmla="*/ 21600 h 21600"/>
              </a:gdLst>
              <a:ahLst/>
              <a:cxnLst>
                <a:cxn ang="0">
                  <a:pos x="T0" y="T1"/>
                </a:cxn>
                <a:cxn ang="0">
                  <a:pos x="T2" y="T3"/>
                </a:cxn>
                <a:cxn ang="0">
                  <a:pos x="T4" y="T5"/>
                </a:cxn>
              </a:cxnLst>
              <a:rect l="0" t="0" r="r" b="b"/>
              <a:pathLst>
                <a:path w="21862" h="21600" fill="none" extrusionOk="0">
                  <a:moveTo>
                    <a:pt x="-1" y="1"/>
                  </a:moveTo>
                  <a:cubicBezTo>
                    <a:pt x="87" y="0"/>
                    <a:pt x="174" y="0"/>
                    <a:pt x="262" y="0"/>
                  </a:cubicBezTo>
                  <a:cubicBezTo>
                    <a:pt x="12191" y="0"/>
                    <a:pt x="21862" y="9670"/>
                    <a:pt x="21862" y="21600"/>
                  </a:cubicBezTo>
                </a:path>
                <a:path w="21862" h="21600" stroke="0" extrusionOk="0">
                  <a:moveTo>
                    <a:pt x="-1" y="1"/>
                  </a:moveTo>
                  <a:cubicBezTo>
                    <a:pt x="87" y="0"/>
                    <a:pt x="174" y="0"/>
                    <a:pt x="262" y="0"/>
                  </a:cubicBezTo>
                  <a:cubicBezTo>
                    <a:pt x="12191" y="0"/>
                    <a:pt x="21862" y="9670"/>
                    <a:pt x="21862" y="21600"/>
                  </a:cubicBezTo>
                  <a:lnTo>
                    <a:pt x="262" y="21600"/>
                  </a:lnTo>
                  <a:close/>
                </a:path>
              </a:pathLst>
            </a:custGeom>
            <a:noFill/>
            <a:ln w="25400" cap="rnd">
              <a:solidFill>
                <a:srgbClr val="114FFB"/>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1400" name="Line 72"/>
            <p:cNvSpPr>
              <a:spLocks noChangeShapeType="1"/>
            </p:cNvSpPr>
            <p:nvPr/>
          </p:nvSpPr>
          <p:spPr bwMode="auto">
            <a:xfrm>
              <a:off x="895" y="1648"/>
              <a:ext cx="0" cy="274"/>
            </a:xfrm>
            <a:prstGeom prst="line">
              <a:avLst/>
            </a:prstGeom>
            <a:noFill/>
            <a:ln w="254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1401" name="Line 73"/>
            <p:cNvSpPr>
              <a:spLocks noChangeShapeType="1"/>
            </p:cNvSpPr>
            <p:nvPr/>
          </p:nvSpPr>
          <p:spPr bwMode="auto">
            <a:xfrm>
              <a:off x="1825" y="1665"/>
              <a:ext cx="0" cy="265"/>
            </a:xfrm>
            <a:prstGeom prst="line">
              <a:avLst/>
            </a:prstGeom>
            <a:noFill/>
            <a:ln w="254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1402" name="Line 74"/>
            <p:cNvSpPr>
              <a:spLocks noChangeShapeType="1"/>
            </p:cNvSpPr>
            <p:nvPr/>
          </p:nvSpPr>
          <p:spPr bwMode="auto">
            <a:xfrm>
              <a:off x="1360" y="1671"/>
              <a:ext cx="0" cy="80"/>
            </a:xfrm>
            <a:prstGeom prst="line">
              <a:avLst/>
            </a:prstGeom>
            <a:noFill/>
            <a:ln w="254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611403" name="Group 75"/>
          <p:cNvGrpSpPr>
            <a:grpSpLocks/>
          </p:cNvGrpSpPr>
          <p:nvPr/>
        </p:nvGrpSpPr>
        <p:grpSpPr bwMode="auto">
          <a:xfrm flipV="1">
            <a:off x="3740150" y="2257425"/>
            <a:ext cx="241300" cy="158750"/>
            <a:chOff x="895" y="1386"/>
            <a:chExt cx="930" cy="544"/>
          </a:xfrm>
        </p:grpSpPr>
        <p:sp>
          <p:nvSpPr>
            <p:cNvPr id="611404" name="Arc 76"/>
            <p:cNvSpPr>
              <a:spLocks/>
            </p:cNvSpPr>
            <p:nvPr/>
          </p:nvSpPr>
          <p:spPr bwMode="auto">
            <a:xfrm>
              <a:off x="1357" y="1386"/>
              <a:ext cx="242" cy="282"/>
            </a:xfrm>
            <a:custGeom>
              <a:avLst/>
              <a:gdLst>
                <a:gd name="G0" fmla="+- 21600 0 0"/>
                <a:gd name="G1" fmla="+- 21598 0 0"/>
                <a:gd name="G2" fmla="+- 21600 0 0"/>
                <a:gd name="T0" fmla="*/ 0 w 21600"/>
                <a:gd name="T1" fmla="*/ 21598 h 21598"/>
                <a:gd name="T2" fmla="*/ 21338 w 21600"/>
                <a:gd name="T3" fmla="*/ 0 h 21598"/>
                <a:gd name="T4" fmla="*/ 21600 w 21600"/>
                <a:gd name="T5" fmla="*/ 21598 h 21598"/>
              </a:gdLst>
              <a:ahLst/>
              <a:cxnLst>
                <a:cxn ang="0">
                  <a:pos x="T0" y="T1"/>
                </a:cxn>
                <a:cxn ang="0">
                  <a:pos x="T2" y="T3"/>
                </a:cxn>
                <a:cxn ang="0">
                  <a:pos x="T4" y="T5"/>
                </a:cxn>
              </a:cxnLst>
              <a:rect l="0" t="0" r="r" b="b"/>
              <a:pathLst>
                <a:path w="21600" h="21598" fill="none" extrusionOk="0">
                  <a:moveTo>
                    <a:pt x="0" y="21598"/>
                  </a:moveTo>
                  <a:cubicBezTo>
                    <a:pt x="0" y="9770"/>
                    <a:pt x="9511" y="143"/>
                    <a:pt x="21337" y="-1"/>
                  </a:cubicBezTo>
                </a:path>
                <a:path w="21600" h="21598" stroke="0" extrusionOk="0">
                  <a:moveTo>
                    <a:pt x="0" y="21598"/>
                  </a:moveTo>
                  <a:cubicBezTo>
                    <a:pt x="0" y="9770"/>
                    <a:pt x="9511" y="143"/>
                    <a:pt x="21337" y="-1"/>
                  </a:cubicBezTo>
                  <a:lnTo>
                    <a:pt x="21600" y="21598"/>
                  </a:lnTo>
                  <a:close/>
                </a:path>
              </a:pathLst>
            </a:custGeom>
            <a:noFill/>
            <a:ln w="25400" cap="rnd">
              <a:solidFill>
                <a:srgbClr val="114FFB"/>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1405" name="Arc 77"/>
            <p:cNvSpPr>
              <a:spLocks/>
            </p:cNvSpPr>
            <p:nvPr/>
          </p:nvSpPr>
          <p:spPr bwMode="auto">
            <a:xfrm>
              <a:off x="1580" y="1386"/>
              <a:ext cx="245" cy="282"/>
            </a:xfrm>
            <a:custGeom>
              <a:avLst/>
              <a:gdLst>
                <a:gd name="G0" fmla="+- 262 0 0"/>
                <a:gd name="G1" fmla="+- 21600 0 0"/>
                <a:gd name="G2" fmla="+- 21600 0 0"/>
                <a:gd name="T0" fmla="*/ 0 w 21862"/>
                <a:gd name="T1" fmla="*/ 2 h 21600"/>
                <a:gd name="T2" fmla="*/ 21862 w 21862"/>
                <a:gd name="T3" fmla="*/ 21600 h 21600"/>
                <a:gd name="T4" fmla="*/ 262 w 21862"/>
                <a:gd name="T5" fmla="*/ 21600 h 21600"/>
              </a:gdLst>
              <a:ahLst/>
              <a:cxnLst>
                <a:cxn ang="0">
                  <a:pos x="T0" y="T1"/>
                </a:cxn>
                <a:cxn ang="0">
                  <a:pos x="T2" y="T3"/>
                </a:cxn>
                <a:cxn ang="0">
                  <a:pos x="T4" y="T5"/>
                </a:cxn>
              </a:cxnLst>
              <a:rect l="0" t="0" r="r" b="b"/>
              <a:pathLst>
                <a:path w="21862" h="21600" fill="none" extrusionOk="0">
                  <a:moveTo>
                    <a:pt x="-1" y="1"/>
                  </a:moveTo>
                  <a:cubicBezTo>
                    <a:pt x="87" y="0"/>
                    <a:pt x="174" y="0"/>
                    <a:pt x="262" y="0"/>
                  </a:cubicBezTo>
                  <a:cubicBezTo>
                    <a:pt x="12191" y="0"/>
                    <a:pt x="21862" y="9670"/>
                    <a:pt x="21862" y="21600"/>
                  </a:cubicBezTo>
                </a:path>
                <a:path w="21862" h="21600" stroke="0" extrusionOk="0">
                  <a:moveTo>
                    <a:pt x="-1" y="1"/>
                  </a:moveTo>
                  <a:cubicBezTo>
                    <a:pt x="87" y="0"/>
                    <a:pt x="174" y="0"/>
                    <a:pt x="262" y="0"/>
                  </a:cubicBezTo>
                  <a:cubicBezTo>
                    <a:pt x="12191" y="0"/>
                    <a:pt x="21862" y="9670"/>
                    <a:pt x="21862" y="21600"/>
                  </a:cubicBezTo>
                  <a:lnTo>
                    <a:pt x="262" y="21600"/>
                  </a:lnTo>
                  <a:close/>
                </a:path>
              </a:pathLst>
            </a:custGeom>
            <a:noFill/>
            <a:ln w="25400" cap="rnd">
              <a:solidFill>
                <a:srgbClr val="114FFB"/>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1406" name="Arc 78"/>
            <p:cNvSpPr>
              <a:spLocks/>
            </p:cNvSpPr>
            <p:nvPr/>
          </p:nvSpPr>
          <p:spPr bwMode="auto">
            <a:xfrm>
              <a:off x="895" y="1386"/>
              <a:ext cx="242" cy="282"/>
            </a:xfrm>
            <a:custGeom>
              <a:avLst/>
              <a:gdLst>
                <a:gd name="G0" fmla="+- 21600 0 0"/>
                <a:gd name="G1" fmla="+- 21598 0 0"/>
                <a:gd name="G2" fmla="+- 21600 0 0"/>
                <a:gd name="T0" fmla="*/ 0 w 21600"/>
                <a:gd name="T1" fmla="*/ 21598 h 21598"/>
                <a:gd name="T2" fmla="*/ 21338 w 21600"/>
                <a:gd name="T3" fmla="*/ 0 h 21598"/>
                <a:gd name="T4" fmla="*/ 21600 w 21600"/>
                <a:gd name="T5" fmla="*/ 21598 h 21598"/>
              </a:gdLst>
              <a:ahLst/>
              <a:cxnLst>
                <a:cxn ang="0">
                  <a:pos x="T0" y="T1"/>
                </a:cxn>
                <a:cxn ang="0">
                  <a:pos x="T2" y="T3"/>
                </a:cxn>
                <a:cxn ang="0">
                  <a:pos x="T4" y="T5"/>
                </a:cxn>
              </a:cxnLst>
              <a:rect l="0" t="0" r="r" b="b"/>
              <a:pathLst>
                <a:path w="21600" h="21598" fill="none" extrusionOk="0">
                  <a:moveTo>
                    <a:pt x="0" y="21598"/>
                  </a:moveTo>
                  <a:cubicBezTo>
                    <a:pt x="0" y="9770"/>
                    <a:pt x="9511" y="143"/>
                    <a:pt x="21337" y="-1"/>
                  </a:cubicBezTo>
                </a:path>
                <a:path w="21600" h="21598" stroke="0" extrusionOk="0">
                  <a:moveTo>
                    <a:pt x="0" y="21598"/>
                  </a:moveTo>
                  <a:cubicBezTo>
                    <a:pt x="0" y="9770"/>
                    <a:pt x="9511" y="143"/>
                    <a:pt x="21337" y="-1"/>
                  </a:cubicBezTo>
                  <a:lnTo>
                    <a:pt x="21600" y="21598"/>
                  </a:lnTo>
                  <a:close/>
                </a:path>
              </a:pathLst>
            </a:custGeom>
            <a:noFill/>
            <a:ln w="25400" cap="rnd">
              <a:solidFill>
                <a:srgbClr val="114FFB"/>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1407" name="Arc 79"/>
            <p:cNvSpPr>
              <a:spLocks/>
            </p:cNvSpPr>
            <p:nvPr/>
          </p:nvSpPr>
          <p:spPr bwMode="auto">
            <a:xfrm>
              <a:off x="1117" y="1386"/>
              <a:ext cx="246" cy="282"/>
            </a:xfrm>
            <a:custGeom>
              <a:avLst/>
              <a:gdLst>
                <a:gd name="G0" fmla="+- 262 0 0"/>
                <a:gd name="G1" fmla="+- 21600 0 0"/>
                <a:gd name="G2" fmla="+- 21600 0 0"/>
                <a:gd name="T0" fmla="*/ 0 w 21862"/>
                <a:gd name="T1" fmla="*/ 2 h 21600"/>
                <a:gd name="T2" fmla="*/ 21862 w 21862"/>
                <a:gd name="T3" fmla="*/ 21600 h 21600"/>
                <a:gd name="T4" fmla="*/ 262 w 21862"/>
                <a:gd name="T5" fmla="*/ 21600 h 21600"/>
              </a:gdLst>
              <a:ahLst/>
              <a:cxnLst>
                <a:cxn ang="0">
                  <a:pos x="T0" y="T1"/>
                </a:cxn>
                <a:cxn ang="0">
                  <a:pos x="T2" y="T3"/>
                </a:cxn>
                <a:cxn ang="0">
                  <a:pos x="T4" y="T5"/>
                </a:cxn>
              </a:cxnLst>
              <a:rect l="0" t="0" r="r" b="b"/>
              <a:pathLst>
                <a:path w="21862" h="21600" fill="none" extrusionOk="0">
                  <a:moveTo>
                    <a:pt x="-1" y="1"/>
                  </a:moveTo>
                  <a:cubicBezTo>
                    <a:pt x="87" y="0"/>
                    <a:pt x="174" y="0"/>
                    <a:pt x="262" y="0"/>
                  </a:cubicBezTo>
                  <a:cubicBezTo>
                    <a:pt x="12191" y="0"/>
                    <a:pt x="21862" y="9670"/>
                    <a:pt x="21862" y="21600"/>
                  </a:cubicBezTo>
                </a:path>
                <a:path w="21862" h="21600" stroke="0" extrusionOk="0">
                  <a:moveTo>
                    <a:pt x="-1" y="1"/>
                  </a:moveTo>
                  <a:cubicBezTo>
                    <a:pt x="87" y="0"/>
                    <a:pt x="174" y="0"/>
                    <a:pt x="262" y="0"/>
                  </a:cubicBezTo>
                  <a:cubicBezTo>
                    <a:pt x="12191" y="0"/>
                    <a:pt x="21862" y="9670"/>
                    <a:pt x="21862" y="21600"/>
                  </a:cubicBezTo>
                  <a:lnTo>
                    <a:pt x="262" y="21600"/>
                  </a:lnTo>
                  <a:close/>
                </a:path>
              </a:pathLst>
            </a:custGeom>
            <a:noFill/>
            <a:ln w="25400" cap="rnd">
              <a:solidFill>
                <a:srgbClr val="114FFB"/>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1408" name="Line 80"/>
            <p:cNvSpPr>
              <a:spLocks noChangeShapeType="1"/>
            </p:cNvSpPr>
            <p:nvPr/>
          </p:nvSpPr>
          <p:spPr bwMode="auto">
            <a:xfrm>
              <a:off x="895" y="1648"/>
              <a:ext cx="0" cy="274"/>
            </a:xfrm>
            <a:prstGeom prst="line">
              <a:avLst/>
            </a:prstGeom>
            <a:noFill/>
            <a:ln w="254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1409" name="Line 81"/>
            <p:cNvSpPr>
              <a:spLocks noChangeShapeType="1"/>
            </p:cNvSpPr>
            <p:nvPr/>
          </p:nvSpPr>
          <p:spPr bwMode="auto">
            <a:xfrm>
              <a:off x="1825" y="1665"/>
              <a:ext cx="0" cy="265"/>
            </a:xfrm>
            <a:prstGeom prst="line">
              <a:avLst/>
            </a:prstGeom>
            <a:noFill/>
            <a:ln w="254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1410" name="Line 82"/>
            <p:cNvSpPr>
              <a:spLocks noChangeShapeType="1"/>
            </p:cNvSpPr>
            <p:nvPr/>
          </p:nvSpPr>
          <p:spPr bwMode="auto">
            <a:xfrm>
              <a:off x="1360" y="1671"/>
              <a:ext cx="0" cy="80"/>
            </a:xfrm>
            <a:prstGeom prst="line">
              <a:avLst/>
            </a:prstGeom>
            <a:noFill/>
            <a:ln w="254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611411" name="Group 83"/>
          <p:cNvGrpSpPr>
            <a:grpSpLocks/>
          </p:cNvGrpSpPr>
          <p:nvPr/>
        </p:nvGrpSpPr>
        <p:grpSpPr bwMode="auto">
          <a:xfrm>
            <a:off x="5149850" y="2476500"/>
            <a:ext cx="241300" cy="158750"/>
            <a:chOff x="895" y="1386"/>
            <a:chExt cx="930" cy="544"/>
          </a:xfrm>
        </p:grpSpPr>
        <p:sp>
          <p:nvSpPr>
            <p:cNvPr id="611412" name="Arc 84"/>
            <p:cNvSpPr>
              <a:spLocks/>
            </p:cNvSpPr>
            <p:nvPr/>
          </p:nvSpPr>
          <p:spPr bwMode="auto">
            <a:xfrm>
              <a:off x="1357" y="1386"/>
              <a:ext cx="242" cy="282"/>
            </a:xfrm>
            <a:custGeom>
              <a:avLst/>
              <a:gdLst>
                <a:gd name="G0" fmla="+- 21600 0 0"/>
                <a:gd name="G1" fmla="+- 21598 0 0"/>
                <a:gd name="G2" fmla="+- 21600 0 0"/>
                <a:gd name="T0" fmla="*/ 0 w 21600"/>
                <a:gd name="T1" fmla="*/ 21598 h 21598"/>
                <a:gd name="T2" fmla="*/ 21338 w 21600"/>
                <a:gd name="T3" fmla="*/ 0 h 21598"/>
                <a:gd name="T4" fmla="*/ 21600 w 21600"/>
                <a:gd name="T5" fmla="*/ 21598 h 21598"/>
              </a:gdLst>
              <a:ahLst/>
              <a:cxnLst>
                <a:cxn ang="0">
                  <a:pos x="T0" y="T1"/>
                </a:cxn>
                <a:cxn ang="0">
                  <a:pos x="T2" y="T3"/>
                </a:cxn>
                <a:cxn ang="0">
                  <a:pos x="T4" y="T5"/>
                </a:cxn>
              </a:cxnLst>
              <a:rect l="0" t="0" r="r" b="b"/>
              <a:pathLst>
                <a:path w="21600" h="21598" fill="none" extrusionOk="0">
                  <a:moveTo>
                    <a:pt x="0" y="21598"/>
                  </a:moveTo>
                  <a:cubicBezTo>
                    <a:pt x="0" y="9770"/>
                    <a:pt x="9511" y="143"/>
                    <a:pt x="21337" y="-1"/>
                  </a:cubicBezTo>
                </a:path>
                <a:path w="21600" h="21598" stroke="0" extrusionOk="0">
                  <a:moveTo>
                    <a:pt x="0" y="21598"/>
                  </a:moveTo>
                  <a:cubicBezTo>
                    <a:pt x="0" y="9770"/>
                    <a:pt x="9511" y="143"/>
                    <a:pt x="21337" y="-1"/>
                  </a:cubicBezTo>
                  <a:lnTo>
                    <a:pt x="21600" y="21598"/>
                  </a:lnTo>
                  <a:close/>
                </a:path>
              </a:pathLst>
            </a:custGeom>
            <a:noFill/>
            <a:ln w="25400" cap="rnd">
              <a:solidFill>
                <a:srgbClr val="114FFB"/>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1413" name="Arc 85"/>
            <p:cNvSpPr>
              <a:spLocks/>
            </p:cNvSpPr>
            <p:nvPr/>
          </p:nvSpPr>
          <p:spPr bwMode="auto">
            <a:xfrm>
              <a:off x="1580" y="1386"/>
              <a:ext cx="245" cy="282"/>
            </a:xfrm>
            <a:custGeom>
              <a:avLst/>
              <a:gdLst>
                <a:gd name="G0" fmla="+- 262 0 0"/>
                <a:gd name="G1" fmla="+- 21600 0 0"/>
                <a:gd name="G2" fmla="+- 21600 0 0"/>
                <a:gd name="T0" fmla="*/ 0 w 21862"/>
                <a:gd name="T1" fmla="*/ 2 h 21600"/>
                <a:gd name="T2" fmla="*/ 21862 w 21862"/>
                <a:gd name="T3" fmla="*/ 21600 h 21600"/>
                <a:gd name="T4" fmla="*/ 262 w 21862"/>
                <a:gd name="T5" fmla="*/ 21600 h 21600"/>
              </a:gdLst>
              <a:ahLst/>
              <a:cxnLst>
                <a:cxn ang="0">
                  <a:pos x="T0" y="T1"/>
                </a:cxn>
                <a:cxn ang="0">
                  <a:pos x="T2" y="T3"/>
                </a:cxn>
                <a:cxn ang="0">
                  <a:pos x="T4" y="T5"/>
                </a:cxn>
              </a:cxnLst>
              <a:rect l="0" t="0" r="r" b="b"/>
              <a:pathLst>
                <a:path w="21862" h="21600" fill="none" extrusionOk="0">
                  <a:moveTo>
                    <a:pt x="-1" y="1"/>
                  </a:moveTo>
                  <a:cubicBezTo>
                    <a:pt x="87" y="0"/>
                    <a:pt x="174" y="0"/>
                    <a:pt x="262" y="0"/>
                  </a:cubicBezTo>
                  <a:cubicBezTo>
                    <a:pt x="12191" y="0"/>
                    <a:pt x="21862" y="9670"/>
                    <a:pt x="21862" y="21600"/>
                  </a:cubicBezTo>
                </a:path>
                <a:path w="21862" h="21600" stroke="0" extrusionOk="0">
                  <a:moveTo>
                    <a:pt x="-1" y="1"/>
                  </a:moveTo>
                  <a:cubicBezTo>
                    <a:pt x="87" y="0"/>
                    <a:pt x="174" y="0"/>
                    <a:pt x="262" y="0"/>
                  </a:cubicBezTo>
                  <a:cubicBezTo>
                    <a:pt x="12191" y="0"/>
                    <a:pt x="21862" y="9670"/>
                    <a:pt x="21862" y="21600"/>
                  </a:cubicBezTo>
                  <a:lnTo>
                    <a:pt x="262" y="21600"/>
                  </a:lnTo>
                  <a:close/>
                </a:path>
              </a:pathLst>
            </a:custGeom>
            <a:noFill/>
            <a:ln w="25400" cap="rnd">
              <a:solidFill>
                <a:srgbClr val="114FFB"/>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1414" name="Arc 86"/>
            <p:cNvSpPr>
              <a:spLocks/>
            </p:cNvSpPr>
            <p:nvPr/>
          </p:nvSpPr>
          <p:spPr bwMode="auto">
            <a:xfrm>
              <a:off x="895" y="1386"/>
              <a:ext cx="242" cy="282"/>
            </a:xfrm>
            <a:custGeom>
              <a:avLst/>
              <a:gdLst>
                <a:gd name="G0" fmla="+- 21600 0 0"/>
                <a:gd name="G1" fmla="+- 21598 0 0"/>
                <a:gd name="G2" fmla="+- 21600 0 0"/>
                <a:gd name="T0" fmla="*/ 0 w 21600"/>
                <a:gd name="T1" fmla="*/ 21598 h 21598"/>
                <a:gd name="T2" fmla="*/ 21338 w 21600"/>
                <a:gd name="T3" fmla="*/ 0 h 21598"/>
                <a:gd name="T4" fmla="*/ 21600 w 21600"/>
                <a:gd name="T5" fmla="*/ 21598 h 21598"/>
              </a:gdLst>
              <a:ahLst/>
              <a:cxnLst>
                <a:cxn ang="0">
                  <a:pos x="T0" y="T1"/>
                </a:cxn>
                <a:cxn ang="0">
                  <a:pos x="T2" y="T3"/>
                </a:cxn>
                <a:cxn ang="0">
                  <a:pos x="T4" y="T5"/>
                </a:cxn>
              </a:cxnLst>
              <a:rect l="0" t="0" r="r" b="b"/>
              <a:pathLst>
                <a:path w="21600" h="21598" fill="none" extrusionOk="0">
                  <a:moveTo>
                    <a:pt x="0" y="21598"/>
                  </a:moveTo>
                  <a:cubicBezTo>
                    <a:pt x="0" y="9770"/>
                    <a:pt x="9511" y="143"/>
                    <a:pt x="21337" y="-1"/>
                  </a:cubicBezTo>
                </a:path>
                <a:path w="21600" h="21598" stroke="0" extrusionOk="0">
                  <a:moveTo>
                    <a:pt x="0" y="21598"/>
                  </a:moveTo>
                  <a:cubicBezTo>
                    <a:pt x="0" y="9770"/>
                    <a:pt x="9511" y="143"/>
                    <a:pt x="21337" y="-1"/>
                  </a:cubicBezTo>
                  <a:lnTo>
                    <a:pt x="21600" y="21598"/>
                  </a:lnTo>
                  <a:close/>
                </a:path>
              </a:pathLst>
            </a:custGeom>
            <a:noFill/>
            <a:ln w="25400" cap="rnd">
              <a:solidFill>
                <a:srgbClr val="114FFB"/>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1415" name="Arc 87"/>
            <p:cNvSpPr>
              <a:spLocks/>
            </p:cNvSpPr>
            <p:nvPr/>
          </p:nvSpPr>
          <p:spPr bwMode="auto">
            <a:xfrm>
              <a:off x="1117" y="1386"/>
              <a:ext cx="246" cy="282"/>
            </a:xfrm>
            <a:custGeom>
              <a:avLst/>
              <a:gdLst>
                <a:gd name="G0" fmla="+- 262 0 0"/>
                <a:gd name="G1" fmla="+- 21600 0 0"/>
                <a:gd name="G2" fmla="+- 21600 0 0"/>
                <a:gd name="T0" fmla="*/ 0 w 21862"/>
                <a:gd name="T1" fmla="*/ 2 h 21600"/>
                <a:gd name="T2" fmla="*/ 21862 w 21862"/>
                <a:gd name="T3" fmla="*/ 21600 h 21600"/>
                <a:gd name="T4" fmla="*/ 262 w 21862"/>
                <a:gd name="T5" fmla="*/ 21600 h 21600"/>
              </a:gdLst>
              <a:ahLst/>
              <a:cxnLst>
                <a:cxn ang="0">
                  <a:pos x="T0" y="T1"/>
                </a:cxn>
                <a:cxn ang="0">
                  <a:pos x="T2" y="T3"/>
                </a:cxn>
                <a:cxn ang="0">
                  <a:pos x="T4" y="T5"/>
                </a:cxn>
              </a:cxnLst>
              <a:rect l="0" t="0" r="r" b="b"/>
              <a:pathLst>
                <a:path w="21862" h="21600" fill="none" extrusionOk="0">
                  <a:moveTo>
                    <a:pt x="-1" y="1"/>
                  </a:moveTo>
                  <a:cubicBezTo>
                    <a:pt x="87" y="0"/>
                    <a:pt x="174" y="0"/>
                    <a:pt x="262" y="0"/>
                  </a:cubicBezTo>
                  <a:cubicBezTo>
                    <a:pt x="12191" y="0"/>
                    <a:pt x="21862" y="9670"/>
                    <a:pt x="21862" y="21600"/>
                  </a:cubicBezTo>
                </a:path>
                <a:path w="21862" h="21600" stroke="0" extrusionOk="0">
                  <a:moveTo>
                    <a:pt x="-1" y="1"/>
                  </a:moveTo>
                  <a:cubicBezTo>
                    <a:pt x="87" y="0"/>
                    <a:pt x="174" y="0"/>
                    <a:pt x="262" y="0"/>
                  </a:cubicBezTo>
                  <a:cubicBezTo>
                    <a:pt x="12191" y="0"/>
                    <a:pt x="21862" y="9670"/>
                    <a:pt x="21862" y="21600"/>
                  </a:cubicBezTo>
                  <a:lnTo>
                    <a:pt x="262" y="21600"/>
                  </a:lnTo>
                  <a:close/>
                </a:path>
              </a:pathLst>
            </a:custGeom>
            <a:noFill/>
            <a:ln w="25400" cap="rnd">
              <a:solidFill>
                <a:srgbClr val="114FFB"/>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1416" name="Line 88"/>
            <p:cNvSpPr>
              <a:spLocks noChangeShapeType="1"/>
            </p:cNvSpPr>
            <p:nvPr/>
          </p:nvSpPr>
          <p:spPr bwMode="auto">
            <a:xfrm>
              <a:off x="895" y="1648"/>
              <a:ext cx="0" cy="274"/>
            </a:xfrm>
            <a:prstGeom prst="line">
              <a:avLst/>
            </a:prstGeom>
            <a:noFill/>
            <a:ln w="254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1417" name="Line 89"/>
            <p:cNvSpPr>
              <a:spLocks noChangeShapeType="1"/>
            </p:cNvSpPr>
            <p:nvPr/>
          </p:nvSpPr>
          <p:spPr bwMode="auto">
            <a:xfrm>
              <a:off x="1825" y="1665"/>
              <a:ext cx="0" cy="265"/>
            </a:xfrm>
            <a:prstGeom prst="line">
              <a:avLst/>
            </a:prstGeom>
            <a:noFill/>
            <a:ln w="254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1418" name="Line 90"/>
            <p:cNvSpPr>
              <a:spLocks noChangeShapeType="1"/>
            </p:cNvSpPr>
            <p:nvPr/>
          </p:nvSpPr>
          <p:spPr bwMode="auto">
            <a:xfrm>
              <a:off x="1360" y="1671"/>
              <a:ext cx="0" cy="80"/>
            </a:xfrm>
            <a:prstGeom prst="line">
              <a:avLst/>
            </a:prstGeom>
            <a:noFill/>
            <a:ln w="254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611419" name="Group 91"/>
          <p:cNvGrpSpPr>
            <a:grpSpLocks/>
          </p:cNvGrpSpPr>
          <p:nvPr/>
        </p:nvGrpSpPr>
        <p:grpSpPr bwMode="auto">
          <a:xfrm>
            <a:off x="5656263" y="2503488"/>
            <a:ext cx="71437" cy="80962"/>
            <a:chOff x="714" y="2950"/>
            <a:chExt cx="204" cy="204"/>
          </a:xfrm>
        </p:grpSpPr>
        <p:sp>
          <p:nvSpPr>
            <p:cNvPr id="611420" name="Line 92"/>
            <p:cNvSpPr>
              <a:spLocks noChangeShapeType="1"/>
            </p:cNvSpPr>
            <p:nvPr/>
          </p:nvSpPr>
          <p:spPr bwMode="auto">
            <a:xfrm>
              <a:off x="714" y="2950"/>
              <a:ext cx="204" cy="204"/>
            </a:xfrm>
            <a:prstGeom prst="line">
              <a:avLst/>
            </a:prstGeom>
            <a:noFill/>
            <a:ln w="254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611421" name="Line 93"/>
            <p:cNvSpPr>
              <a:spLocks noChangeShapeType="1"/>
            </p:cNvSpPr>
            <p:nvPr/>
          </p:nvSpPr>
          <p:spPr bwMode="auto">
            <a:xfrm flipH="1">
              <a:off x="714" y="2950"/>
              <a:ext cx="204" cy="204"/>
            </a:xfrm>
            <a:prstGeom prst="line">
              <a:avLst/>
            </a:prstGeom>
            <a:noFill/>
            <a:ln w="254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pSp>
      <p:grpSp>
        <p:nvGrpSpPr>
          <p:cNvPr id="611422" name="Group 94"/>
          <p:cNvGrpSpPr>
            <a:grpSpLocks/>
          </p:cNvGrpSpPr>
          <p:nvPr/>
        </p:nvGrpSpPr>
        <p:grpSpPr bwMode="auto">
          <a:xfrm>
            <a:off x="6057900" y="3233738"/>
            <a:ext cx="71438" cy="80962"/>
            <a:chOff x="714" y="2950"/>
            <a:chExt cx="204" cy="204"/>
          </a:xfrm>
        </p:grpSpPr>
        <p:sp>
          <p:nvSpPr>
            <p:cNvPr id="611423" name="Line 95"/>
            <p:cNvSpPr>
              <a:spLocks noChangeShapeType="1"/>
            </p:cNvSpPr>
            <p:nvPr/>
          </p:nvSpPr>
          <p:spPr bwMode="auto">
            <a:xfrm>
              <a:off x="714" y="2950"/>
              <a:ext cx="204" cy="204"/>
            </a:xfrm>
            <a:prstGeom prst="line">
              <a:avLst/>
            </a:prstGeom>
            <a:noFill/>
            <a:ln w="254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611424" name="Line 96"/>
            <p:cNvSpPr>
              <a:spLocks noChangeShapeType="1"/>
            </p:cNvSpPr>
            <p:nvPr/>
          </p:nvSpPr>
          <p:spPr bwMode="auto">
            <a:xfrm flipH="1">
              <a:off x="714" y="2950"/>
              <a:ext cx="204" cy="204"/>
            </a:xfrm>
            <a:prstGeom prst="line">
              <a:avLst/>
            </a:prstGeom>
            <a:noFill/>
            <a:ln w="254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pSp>
      <p:sp>
        <p:nvSpPr>
          <p:cNvPr id="611425" name="Line 97"/>
          <p:cNvSpPr>
            <a:spLocks noChangeShapeType="1"/>
          </p:cNvSpPr>
          <p:nvPr/>
        </p:nvSpPr>
        <p:spPr bwMode="auto">
          <a:xfrm>
            <a:off x="6642100" y="2541588"/>
            <a:ext cx="17463" cy="708025"/>
          </a:xfrm>
          <a:prstGeom prst="line">
            <a:avLst/>
          </a:prstGeom>
          <a:noFill/>
          <a:ln w="254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611426" name="Group 98"/>
          <p:cNvGrpSpPr>
            <a:grpSpLocks/>
          </p:cNvGrpSpPr>
          <p:nvPr/>
        </p:nvGrpSpPr>
        <p:grpSpPr bwMode="auto">
          <a:xfrm>
            <a:off x="6572250" y="2459038"/>
            <a:ext cx="139700" cy="128587"/>
            <a:chOff x="245" y="1258"/>
            <a:chExt cx="287" cy="237"/>
          </a:xfrm>
        </p:grpSpPr>
        <p:sp>
          <p:nvSpPr>
            <p:cNvPr id="611427" name="Line 99"/>
            <p:cNvSpPr>
              <a:spLocks noChangeShapeType="1"/>
            </p:cNvSpPr>
            <p:nvPr/>
          </p:nvSpPr>
          <p:spPr bwMode="auto">
            <a:xfrm flipH="1">
              <a:off x="245" y="1416"/>
              <a:ext cx="140" cy="76"/>
            </a:xfrm>
            <a:prstGeom prst="line">
              <a:avLst/>
            </a:prstGeom>
            <a:noFill/>
            <a:ln w="254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1428" name="Line 100"/>
            <p:cNvSpPr>
              <a:spLocks noChangeShapeType="1"/>
            </p:cNvSpPr>
            <p:nvPr/>
          </p:nvSpPr>
          <p:spPr bwMode="auto">
            <a:xfrm flipV="1">
              <a:off x="390" y="1258"/>
              <a:ext cx="0" cy="171"/>
            </a:xfrm>
            <a:prstGeom prst="line">
              <a:avLst/>
            </a:prstGeom>
            <a:noFill/>
            <a:ln w="254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1429" name="Line 101"/>
            <p:cNvSpPr>
              <a:spLocks noChangeShapeType="1"/>
            </p:cNvSpPr>
            <p:nvPr/>
          </p:nvSpPr>
          <p:spPr bwMode="auto">
            <a:xfrm>
              <a:off x="392" y="1419"/>
              <a:ext cx="140" cy="76"/>
            </a:xfrm>
            <a:prstGeom prst="line">
              <a:avLst/>
            </a:prstGeom>
            <a:noFill/>
            <a:ln w="254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611430" name="Group 102"/>
          <p:cNvGrpSpPr>
            <a:grpSpLocks/>
          </p:cNvGrpSpPr>
          <p:nvPr/>
        </p:nvGrpSpPr>
        <p:grpSpPr bwMode="auto">
          <a:xfrm>
            <a:off x="6553200" y="3255963"/>
            <a:ext cx="184150" cy="79375"/>
            <a:chOff x="3026" y="2091"/>
            <a:chExt cx="159" cy="61"/>
          </a:xfrm>
        </p:grpSpPr>
        <p:sp>
          <p:nvSpPr>
            <p:cNvPr id="611431" name="Line 103"/>
            <p:cNvSpPr>
              <a:spLocks noChangeShapeType="1"/>
            </p:cNvSpPr>
            <p:nvPr/>
          </p:nvSpPr>
          <p:spPr bwMode="auto">
            <a:xfrm flipH="1">
              <a:off x="3026" y="2091"/>
              <a:ext cx="159" cy="0"/>
            </a:xfrm>
            <a:prstGeom prst="line">
              <a:avLst/>
            </a:prstGeom>
            <a:noFill/>
            <a:ln w="254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1432" name="Line 104"/>
            <p:cNvSpPr>
              <a:spLocks noChangeShapeType="1"/>
            </p:cNvSpPr>
            <p:nvPr/>
          </p:nvSpPr>
          <p:spPr bwMode="auto">
            <a:xfrm flipH="1">
              <a:off x="3053" y="2122"/>
              <a:ext cx="106" cy="0"/>
            </a:xfrm>
            <a:prstGeom prst="line">
              <a:avLst/>
            </a:prstGeom>
            <a:noFill/>
            <a:ln w="254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1433" name="Line 105"/>
            <p:cNvSpPr>
              <a:spLocks noChangeShapeType="1"/>
            </p:cNvSpPr>
            <p:nvPr/>
          </p:nvSpPr>
          <p:spPr bwMode="auto">
            <a:xfrm flipH="1">
              <a:off x="3079" y="2152"/>
              <a:ext cx="55" cy="0"/>
            </a:xfrm>
            <a:prstGeom prst="line">
              <a:avLst/>
            </a:prstGeom>
            <a:noFill/>
            <a:ln w="254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611434" name="Group 106"/>
          <p:cNvGrpSpPr>
            <a:grpSpLocks/>
          </p:cNvGrpSpPr>
          <p:nvPr/>
        </p:nvGrpSpPr>
        <p:grpSpPr bwMode="auto">
          <a:xfrm>
            <a:off x="7259638" y="2503488"/>
            <a:ext cx="73025" cy="80962"/>
            <a:chOff x="714" y="2950"/>
            <a:chExt cx="204" cy="204"/>
          </a:xfrm>
        </p:grpSpPr>
        <p:sp>
          <p:nvSpPr>
            <p:cNvPr id="611435" name="Line 107"/>
            <p:cNvSpPr>
              <a:spLocks noChangeShapeType="1"/>
            </p:cNvSpPr>
            <p:nvPr/>
          </p:nvSpPr>
          <p:spPr bwMode="auto">
            <a:xfrm>
              <a:off x="714" y="2950"/>
              <a:ext cx="204" cy="204"/>
            </a:xfrm>
            <a:prstGeom prst="line">
              <a:avLst/>
            </a:prstGeom>
            <a:noFill/>
            <a:ln w="254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611436" name="Line 108"/>
            <p:cNvSpPr>
              <a:spLocks noChangeShapeType="1"/>
            </p:cNvSpPr>
            <p:nvPr/>
          </p:nvSpPr>
          <p:spPr bwMode="auto">
            <a:xfrm flipH="1">
              <a:off x="714" y="2950"/>
              <a:ext cx="204" cy="204"/>
            </a:xfrm>
            <a:prstGeom prst="line">
              <a:avLst/>
            </a:prstGeom>
            <a:noFill/>
            <a:ln w="254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pSp>
      <p:grpSp>
        <p:nvGrpSpPr>
          <p:cNvPr id="611437" name="Group 109"/>
          <p:cNvGrpSpPr>
            <a:grpSpLocks/>
          </p:cNvGrpSpPr>
          <p:nvPr/>
        </p:nvGrpSpPr>
        <p:grpSpPr bwMode="auto">
          <a:xfrm>
            <a:off x="7604125" y="2481263"/>
            <a:ext cx="241300" cy="158750"/>
            <a:chOff x="895" y="1386"/>
            <a:chExt cx="930" cy="544"/>
          </a:xfrm>
        </p:grpSpPr>
        <p:sp>
          <p:nvSpPr>
            <p:cNvPr id="611438" name="Arc 110"/>
            <p:cNvSpPr>
              <a:spLocks/>
            </p:cNvSpPr>
            <p:nvPr/>
          </p:nvSpPr>
          <p:spPr bwMode="auto">
            <a:xfrm>
              <a:off x="1357" y="1386"/>
              <a:ext cx="242" cy="282"/>
            </a:xfrm>
            <a:custGeom>
              <a:avLst/>
              <a:gdLst>
                <a:gd name="G0" fmla="+- 21600 0 0"/>
                <a:gd name="G1" fmla="+- 21598 0 0"/>
                <a:gd name="G2" fmla="+- 21600 0 0"/>
                <a:gd name="T0" fmla="*/ 0 w 21600"/>
                <a:gd name="T1" fmla="*/ 21598 h 21598"/>
                <a:gd name="T2" fmla="*/ 21338 w 21600"/>
                <a:gd name="T3" fmla="*/ 0 h 21598"/>
                <a:gd name="T4" fmla="*/ 21600 w 21600"/>
                <a:gd name="T5" fmla="*/ 21598 h 21598"/>
              </a:gdLst>
              <a:ahLst/>
              <a:cxnLst>
                <a:cxn ang="0">
                  <a:pos x="T0" y="T1"/>
                </a:cxn>
                <a:cxn ang="0">
                  <a:pos x="T2" y="T3"/>
                </a:cxn>
                <a:cxn ang="0">
                  <a:pos x="T4" y="T5"/>
                </a:cxn>
              </a:cxnLst>
              <a:rect l="0" t="0" r="r" b="b"/>
              <a:pathLst>
                <a:path w="21600" h="21598" fill="none" extrusionOk="0">
                  <a:moveTo>
                    <a:pt x="0" y="21598"/>
                  </a:moveTo>
                  <a:cubicBezTo>
                    <a:pt x="0" y="9770"/>
                    <a:pt x="9511" y="143"/>
                    <a:pt x="21337" y="-1"/>
                  </a:cubicBezTo>
                </a:path>
                <a:path w="21600" h="21598" stroke="0" extrusionOk="0">
                  <a:moveTo>
                    <a:pt x="0" y="21598"/>
                  </a:moveTo>
                  <a:cubicBezTo>
                    <a:pt x="0" y="9770"/>
                    <a:pt x="9511" y="143"/>
                    <a:pt x="21337" y="-1"/>
                  </a:cubicBezTo>
                  <a:lnTo>
                    <a:pt x="21600" y="21598"/>
                  </a:lnTo>
                  <a:close/>
                </a:path>
              </a:pathLst>
            </a:custGeom>
            <a:noFill/>
            <a:ln w="25400" cap="rnd">
              <a:solidFill>
                <a:srgbClr val="114FFB"/>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1439" name="Arc 111"/>
            <p:cNvSpPr>
              <a:spLocks/>
            </p:cNvSpPr>
            <p:nvPr/>
          </p:nvSpPr>
          <p:spPr bwMode="auto">
            <a:xfrm>
              <a:off x="1580" y="1386"/>
              <a:ext cx="245" cy="282"/>
            </a:xfrm>
            <a:custGeom>
              <a:avLst/>
              <a:gdLst>
                <a:gd name="G0" fmla="+- 262 0 0"/>
                <a:gd name="G1" fmla="+- 21600 0 0"/>
                <a:gd name="G2" fmla="+- 21600 0 0"/>
                <a:gd name="T0" fmla="*/ 0 w 21862"/>
                <a:gd name="T1" fmla="*/ 2 h 21600"/>
                <a:gd name="T2" fmla="*/ 21862 w 21862"/>
                <a:gd name="T3" fmla="*/ 21600 h 21600"/>
                <a:gd name="T4" fmla="*/ 262 w 21862"/>
                <a:gd name="T5" fmla="*/ 21600 h 21600"/>
              </a:gdLst>
              <a:ahLst/>
              <a:cxnLst>
                <a:cxn ang="0">
                  <a:pos x="T0" y="T1"/>
                </a:cxn>
                <a:cxn ang="0">
                  <a:pos x="T2" y="T3"/>
                </a:cxn>
                <a:cxn ang="0">
                  <a:pos x="T4" y="T5"/>
                </a:cxn>
              </a:cxnLst>
              <a:rect l="0" t="0" r="r" b="b"/>
              <a:pathLst>
                <a:path w="21862" h="21600" fill="none" extrusionOk="0">
                  <a:moveTo>
                    <a:pt x="-1" y="1"/>
                  </a:moveTo>
                  <a:cubicBezTo>
                    <a:pt x="87" y="0"/>
                    <a:pt x="174" y="0"/>
                    <a:pt x="262" y="0"/>
                  </a:cubicBezTo>
                  <a:cubicBezTo>
                    <a:pt x="12191" y="0"/>
                    <a:pt x="21862" y="9670"/>
                    <a:pt x="21862" y="21600"/>
                  </a:cubicBezTo>
                </a:path>
                <a:path w="21862" h="21600" stroke="0" extrusionOk="0">
                  <a:moveTo>
                    <a:pt x="-1" y="1"/>
                  </a:moveTo>
                  <a:cubicBezTo>
                    <a:pt x="87" y="0"/>
                    <a:pt x="174" y="0"/>
                    <a:pt x="262" y="0"/>
                  </a:cubicBezTo>
                  <a:cubicBezTo>
                    <a:pt x="12191" y="0"/>
                    <a:pt x="21862" y="9670"/>
                    <a:pt x="21862" y="21600"/>
                  </a:cubicBezTo>
                  <a:lnTo>
                    <a:pt x="262" y="21600"/>
                  </a:lnTo>
                  <a:close/>
                </a:path>
              </a:pathLst>
            </a:custGeom>
            <a:noFill/>
            <a:ln w="25400" cap="rnd">
              <a:solidFill>
                <a:srgbClr val="114FFB"/>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1440" name="Arc 112"/>
            <p:cNvSpPr>
              <a:spLocks/>
            </p:cNvSpPr>
            <p:nvPr/>
          </p:nvSpPr>
          <p:spPr bwMode="auto">
            <a:xfrm>
              <a:off x="895" y="1386"/>
              <a:ext cx="242" cy="282"/>
            </a:xfrm>
            <a:custGeom>
              <a:avLst/>
              <a:gdLst>
                <a:gd name="G0" fmla="+- 21600 0 0"/>
                <a:gd name="G1" fmla="+- 21598 0 0"/>
                <a:gd name="G2" fmla="+- 21600 0 0"/>
                <a:gd name="T0" fmla="*/ 0 w 21600"/>
                <a:gd name="T1" fmla="*/ 21598 h 21598"/>
                <a:gd name="T2" fmla="*/ 21338 w 21600"/>
                <a:gd name="T3" fmla="*/ 0 h 21598"/>
                <a:gd name="T4" fmla="*/ 21600 w 21600"/>
                <a:gd name="T5" fmla="*/ 21598 h 21598"/>
              </a:gdLst>
              <a:ahLst/>
              <a:cxnLst>
                <a:cxn ang="0">
                  <a:pos x="T0" y="T1"/>
                </a:cxn>
                <a:cxn ang="0">
                  <a:pos x="T2" y="T3"/>
                </a:cxn>
                <a:cxn ang="0">
                  <a:pos x="T4" y="T5"/>
                </a:cxn>
              </a:cxnLst>
              <a:rect l="0" t="0" r="r" b="b"/>
              <a:pathLst>
                <a:path w="21600" h="21598" fill="none" extrusionOk="0">
                  <a:moveTo>
                    <a:pt x="0" y="21598"/>
                  </a:moveTo>
                  <a:cubicBezTo>
                    <a:pt x="0" y="9770"/>
                    <a:pt x="9511" y="143"/>
                    <a:pt x="21337" y="-1"/>
                  </a:cubicBezTo>
                </a:path>
                <a:path w="21600" h="21598" stroke="0" extrusionOk="0">
                  <a:moveTo>
                    <a:pt x="0" y="21598"/>
                  </a:moveTo>
                  <a:cubicBezTo>
                    <a:pt x="0" y="9770"/>
                    <a:pt x="9511" y="143"/>
                    <a:pt x="21337" y="-1"/>
                  </a:cubicBezTo>
                  <a:lnTo>
                    <a:pt x="21600" y="21598"/>
                  </a:lnTo>
                  <a:close/>
                </a:path>
              </a:pathLst>
            </a:custGeom>
            <a:noFill/>
            <a:ln w="25400" cap="rnd">
              <a:solidFill>
                <a:srgbClr val="114FFB"/>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1441" name="Arc 113"/>
            <p:cNvSpPr>
              <a:spLocks/>
            </p:cNvSpPr>
            <p:nvPr/>
          </p:nvSpPr>
          <p:spPr bwMode="auto">
            <a:xfrm>
              <a:off x="1117" y="1386"/>
              <a:ext cx="246" cy="282"/>
            </a:xfrm>
            <a:custGeom>
              <a:avLst/>
              <a:gdLst>
                <a:gd name="G0" fmla="+- 262 0 0"/>
                <a:gd name="G1" fmla="+- 21600 0 0"/>
                <a:gd name="G2" fmla="+- 21600 0 0"/>
                <a:gd name="T0" fmla="*/ 0 w 21862"/>
                <a:gd name="T1" fmla="*/ 2 h 21600"/>
                <a:gd name="T2" fmla="*/ 21862 w 21862"/>
                <a:gd name="T3" fmla="*/ 21600 h 21600"/>
                <a:gd name="T4" fmla="*/ 262 w 21862"/>
                <a:gd name="T5" fmla="*/ 21600 h 21600"/>
              </a:gdLst>
              <a:ahLst/>
              <a:cxnLst>
                <a:cxn ang="0">
                  <a:pos x="T0" y="T1"/>
                </a:cxn>
                <a:cxn ang="0">
                  <a:pos x="T2" y="T3"/>
                </a:cxn>
                <a:cxn ang="0">
                  <a:pos x="T4" y="T5"/>
                </a:cxn>
              </a:cxnLst>
              <a:rect l="0" t="0" r="r" b="b"/>
              <a:pathLst>
                <a:path w="21862" h="21600" fill="none" extrusionOk="0">
                  <a:moveTo>
                    <a:pt x="-1" y="1"/>
                  </a:moveTo>
                  <a:cubicBezTo>
                    <a:pt x="87" y="0"/>
                    <a:pt x="174" y="0"/>
                    <a:pt x="262" y="0"/>
                  </a:cubicBezTo>
                  <a:cubicBezTo>
                    <a:pt x="12191" y="0"/>
                    <a:pt x="21862" y="9670"/>
                    <a:pt x="21862" y="21600"/>
                  </a:cubicBezTo>
                </a:path>
                <a:path w="21862" h="21600" stroke="0" extrusionOk="0">
                  <a:moveTo>
                    <a:pt x="-1" y="1"/>
                  </a:moveTo>
                  <a:cubicBezTo>
                    <a:pt x="87" y="0"/>
                    <a:pt x="174" y="0"/>
                    <a:pt x="262" y="0"/>
                  </a:cubicBezTo>
                  <a:cubicBezTo>
                    <a:pt x="12191" y="0"/>
                    <a:pt x="21862" y="9670"/>
                    <a:pt x="21862" y="21600"/>
                  </a:cubicBezTo>
                  <a:lnTo>
                    <a:pt x="262" y="21600"/>
                  </a:lnTo>
                  <a:close/>
                </a:path>
              </a:pathLst>
            </a:custGeom>
            <a:noFill/>
            <a:ln w="25400" cap="rnd">
              <a:solidFill>
                <a:srgbClr val="114FFB"/>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1442" name="Line 114"/>
            <p:cNvSpPr>
              <a:spLocks noChangeShapeType="1"/>
            </p:cNvSpPr>
            <p:nvPr/>
          </p:nvSpPr>
          <p:spPr bwMode="auto">
            <a:xfrm>
              <a:off x="895" y="1648"/>
              <a:ext cx="0" cy="274"/>
            </a:xfrm>
            <a:prstGeom prst="line">
              <a:avLst/>
            </a:prstGeom>
            <a:noFill/>
            <a:ln w="254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1443" name="Line 115"/>
            <p:cNvSpPr>
              <a:spLocks noChangeShapeType="1"/>
            </p:cNvSpPr>
            <p:nvPr/>
          </p:nvSpPr>
          <p:spPr bwMode="auto">
            <a:xfrm>
              <a:off x="1825" y="1665"/>
              <a:ext cx="0" cy="265"/>
            </a:xfrm>
            <a:prstGeom prst="line">
              <a:avLst/>
            </a:prstGeom>
            <a:noFill/>
            <a:ln w="254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1444" name="Line 116"/>
            <p:cNvSpPr>
              <a:spLocks noChangeShapeType="1"/>
            </p:cNvSpPr>
            <p:nvPr/>
          </p:nvSpPr>
          <p:spPr bwMode="auto">
            <a:xfrm>
              <a:off x="1360" y="1671"/>
              <a:ext cx="0" cy="80"/>
            </a:xfrm>
            <a:prstGeom prst="line">
              <a:avLst/>
            </a:prstGeom>
            <a:noFill/>
            <a:ln w="254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611445" name="Group 117"/>
          <p:cNvGrpSpPr>
            <a:grpSpLocks/>
          </p:cNvGrpSpPr>
          <p:nvPr/>
        </p:nvGrpSpPr>
        <p:grpSpPr bwMode="auto">
          <a:xfrm rot="-5400000">
            <a:off x="5972968" y="3501232"/>
            <a:ext cx="271463" cy="139700"/>
            <a:chOff x="895" y="1386"/>
            <a:chExt cx="930" cy="544"/>
          </a:xfrm>
        </p:grpSpPr>
        <p:sp>
          <p:nvSpPr>
            <p:cNvPr id="611446" name="Arc 118"/>
            <p:cNvSpPr>
              <a:spLocks/>
            </p:cNvSpPr>
            <p:nvPr/>
          </p:nvSpPr>
          <p:spPr bwMode="auto">
            <a:xfrm>
              <a:off x="1357" y="1386"/>
              <a:ext cx="242" cy="282"/>
            </a:xfrm>
            <a:custGeom>
              <a:avLst/>
              <a:gdLst>
                <a:gd name="G0" fmla="+- 21600 0 0"/>
                <a:gd name="G1" fmla="+- 21598 0 0"/>
                <a:gd name="G2" fmla="+- 21600 0 0"/>
                <a:gd name="T0" fmla="*/ 0 w 21600"/>
                <a:gd name="T1" fmla="*/ 21598 h 21598"/>
                <a:gd name="T2" fmla="*/ 21338 w 21600"/>
                <a:gd name="T3" fmla="*/ 0 h 21598"/>
                <a:gd name="T4" fmla="*/ 21600 w 21600"/>
                <a:gd name="T5" fmla="*/ 21598 h 21598"/>
              </a:gdLst>
              <a:ahLst/>
              <a:cxnLst>
                <a:cxn ang="0">
                  <a:pos x="T0" y="T1"/>
                </a:cxn>
                <a:cxn ang="0">
                  <a:pos x="T2" y="T3"/>
                </a:cxn>
                <a:cxn ang="0">
                  <a:pos x="T4" y="T5"/>
                </a:cxn>
              </a:cxnLst>
              <a:rect l="0" t="0" r="r" b="b"/>
              <a:pathLst>
                <a:path w="21600" h="21598" fill="none" extrusionOk="0">
                  <a:moveTo>
                    <a:pt x="0" y="21598"/>
                  </a:moveTo>
                  <a:cubicBezTo>
                    <a:pt x="0" y="9770"/>
                    <a:pt x="9511" y="143"/>
                    <a:pt x="21337" y="-1"/>
                  </a:cubicBezTo>
                </a:path>
                <a:path w="21600" h="21598" stroke="0" extrusionOk="0">
                  <a:moveTo>
                    <a:pt x="0" y="21598"/>
                  </a:moveTo>
                  <a:cubicBezTo>
                    <a:pt x="0" y="9770"/>
                    <a:pt x="9511" y="143"/>
                    <a:pt x="21337" y="-1"/>
                  </a:cubicBezTo>
                  <a:lnTo>
                    <a:pt x="21600" y="21598"/>
                  </a:lnTo>
                  <a:close/>
                </a:path>
              </a:pathLst>
            </a:custGeom>
            <a:noFill/>
            <a:ln w="25400" cap="rnd">
              <a:solidFill>
                <a:srgbClr val="114FFB"/>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1447" name="Arc 119"/>
            <p:cNvSpPr>
              <a:spLocks/>
            </p:cNvSpPr>
            <p:nvPr/>
          </p:nvSpPr>
          <p:spPr bwMode="auto">
            <a:xfrm>
              <a:off x="1580" y="1386"/>
              <a:ext cx="245" cy="282"/>
            </a:xfrm>
            <a:custGeom>
              <a:avLst/>
              <a:gdLst>
                <a:gd name="G0" fmla="+- 262 0 0"/>
                <a:gd name="G1" fmla="+- 21600 0 0"/>
                <a:gd name="G2" fmla="+- 21600 0 0"/>
                <a:gd name="T0" fmla="*/ 0 w 21862"/>
                <a:gd name="T1" fmla="*/ 2 h 21600"/>
                <a:gd name="T2" fmla="*/ 21862 w 21862"/>
                <a:gd name="T3" fmla="*/ 21600 h 21600"/>
                <a:gd name="T4" fmla="*/ 262 w 21862"/>
                <a:gd name="T5" fmla="*/ 21600 h 21600"/>
              </a:gdLst>
              <a:ahLst/>
              <a:cxnLst>
                <a:cxn ang="0">
                  <a:pos x="T0" y="T1"/>
                </a:cxn>
                <a:cxn ang="0">
                  <a:pos x="T2" y="T3"/>
                </a:cxn>
                <a:cxn ang="0">
                  <a:pos x="T4" y="T5"/>
                </a:cxn>
              </a:cxnLst>
              <a:rect l="0" t="0" r="r" b="b"/>
              <a:pathLst>
                <a:path w="21862" h="21600" fill="none" extrusionOk="0">
                  <a:moveTo>
                    <a:pt x="-1" y="1"/>
                  </a:moveTo>
                  <a:cubicBezTo>
                    <a:pt x="87" y="0"/>
                    <a:pt x="174" y="0"/>
                    <a:pt x="262" y="0"/>
                  </a:cubicBezTo>
                  <a:cubicBezTo>
                    <a:pt x="12191" y="0"/>
                    <a:pt x="21862" y="9670"/>
                    <a:pt x="21862" y="21600"/>
                  </a:cubicBezTo>
                </a:path>
                <a:path w="21862" h="21600" stroke="0" extrusionOk="0">
                  <a:moveTo>
                    <a:pt x="-1" y="1"/>
                  </a:moveTo>
                  <a:cubicBezTo>
                    <a:pt x="87" y="0"/>
                    <a:pt x="174" y="0"/>
                    <a:pt x="262" y="0"/>
                  </a:cubicBezTo>
                  <a:cubicBezTo>
                    <a:pt x="12191" y="0"/>
                    <a:pt x="21862" y="9670"/>
                    <a:pt x="21862" y="21600"/>
                  </a:cubicBezTo>
                  <a:lnTo>
                    <a:pt x="262" y="21600"/>
                  </a:lnTo>
                  <a:close/>
                </a:path>
              </a:pathLst>
            </a:custGeom>
            <a:noFill/>
            <a:ln w="25400" cap="rnd">
              <a:solidFill>
                <a:srgbClr val="114FFB"/>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1448" name="Arc 120"/>
            <p:cNvSpPr>
              <a:spLocks/>
            </p:cNvSpPr>
            <p:nvPr/>
          </p:nvSpPr>
          <p:spPr bwMode="auto">
            <a:xfrm>
              <a:off x="895" y="1386"/>
              <a:ext cx="242" cy="282"/>
            </a:xfrm>
            <a:custGeom>
              <a:avLst/>
              <a:gdLst>
                <a:gd name="G0" fmla="+- 21600 0 0"/>
                <a:gd name="G1" fmla="+- 21598 0 0"/>
                <a:gd name="G2" fmla="+- 21600 0 0"/>
                <a:gd name="T0" fmla="*/ 0 w 21600"/>
                <a:gd name="T1" fmla="*/ 21598 h 21598"/>
                <a:gd name="T2" fmla="*/ 21338 w 21600"/>
                <a:gd name="T3" fmla="*/ 0 h 21598"/>
                <a:gd name="T4" fmla="*/ 21600 w 21600"/>
                <a:gd name="T5" fmla="*/ 21598 h 21598"/>
              </a:gdLst>
              <a:ahLst/>
              <a:cxnLst>
                <a:cxn ang="0">
                  <a:pos x="T0" y="T1"/>
                </a:cxn>
                <a:cxn ang="0">
                  <a:pos x="T2" y="T3"/>
                </a:cxn>
                <a:cxn ang="0">
                  <a:pos x="T4" y="T5"/>
                </a:cxn>
              </a:cxnLst>
              <a:rect l="0" t="0" r="r" b="b"/>
              <a:pathLst>
                <a:path w="21600" h="21598" fill="none" extrusionOk="0">
                  <a:moveTo>
                    <a:pt x="0" y="21598"/>
                  </a:moveTo>
                  <a:cubicBezTo>
                    <a:pt x="0" y="9770"/>
                    <a:pt x="9511" y="143"/>
                    <a:pt x="21337" y="-1"/>
                  </a:cubicBezTo>
                </a:path>
                <a:path w="21600" h="21598" stroke="0" extrusionOk="0">
                  <a:moveTo>
                    <a:pt x="0" y="21598"/>
                  </a:moveTo>
                  <a:cubicBezTo>
                    <a:pt x="0" y="9770"/>
                    <a:pt x="9511" y="143"/>
                    <a:pt x="21337" y="-1"/>
                  </a:cubicBezTo>
                  <a:lnTo>
                    <a:pt x="21600" y="21598"/>
                  </a:lnTo>
                  <a:close/>
                </a:path>
              </a:pathLst>
            </a:custGeom>
            <a:noFill/>
            <a:ln w="25400" cap="rnd">
              <a:solidFill>
                <a:srgbClr val="114FFB"/>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1449" name="Arc 121"/>
            <p:cNvSpPr>
              <a:spLocks/>
            </p:cNvSpPr>
            <p:nvPr/>
          </p:nvSpPr>
          <p:spPr bwMode="auto">
            <a:xfrm>
              <a:off x="1117" y="1386"/>
              <a:ext cx="246" cy="282"/>
            </a:xfrm>
            <a:custGeom>
              <a:avLst/>
              <a:gdLst>
                <a:gd name="G0" fmla="+- 262 0 0"/>
                <a:gd name="G1" fmla="+- 21600 0 0"/>
                <a:gd name="G2" fmla="+- 21600 0 0"/>
                <a:gd name="T0" fmla="*/ 0 w 21862"/>
                <a:gd name="T1" fmla="*/ 2 h 21600"/>
                <a:gd name="T2" fmla="*/ 21862 w 21862"/>
                <a:gd name="T3" fmla="*/ 21600 h 21600"/>
                <a:gd name="T4" fmla="*/ 262 w 21862"/>
                <a:gd name="T5" fmla="*/ 21600 h 21600"/>
              </a:gdLst>
              <a:ahLst/>
              <a:cxnLst>
                <a:cxn ang="0">
                  <a:pos x="T0" y="T1"/>
                </a:cxn>
                <a:cxn ang="0">
                  <a:pos x="T2" y="T3"/>
                </a:cxn>
                <a:cxn ang="0">
                  <a:pos x="T4" y="T5"/>
                </a:cxn>
              </a:cxnLst>
              <a:rect l="0" t="0" r="r" b="b"/>
              <a:pathLst>
                <a:path w="21862" h="21600" fill="none" extrusionOk="0">
                  <a:moveTo>
                    <a:pt x="-1" y="1"/>
                  </a:moveTo>
                  <a:cubicBezTo>
                    <a:pt x="87" y="0"/>
                    <a:pt x="174" y="0"/>
                    <a:pt x="262" y="0"/>
                  </a:cubicBezTo>
                  <a:cubicBezTo>
                    <a:pt x="12191" y="0"/>
                    <a:pt x="21862" y="9670"/>
                    <a:pt x="21862" y="21600"/>
                  </a:cubicBezTo>
                </a:path>
                <a:path w="21862" h="21600" stroke="0" extrusionOk="0">
                  <a:moveTo>
                    <a:pt x="-1" y="1"/>
                  </a:moveTo>
                  <a:cubicBezTo>
                    <a:pt x="87" y="0"/>
                    <a:pt x="174" y="0"/>
                    <a:pt x="262" y="0"/>
                  </a:cubicBezTo>
                  <a:cubicBezTo>
                    <a:pt x="12191" y="0"/>
                    <a:pt x="21862" y="9670"/>
                    <a:pt x="21862" y="21600"/>
                  </a:cubicBezTo>
                  <a:lnTo>
                    <a:pt x="262" y="21600"/>
                  </a:lnTo>
                  <a:close/>
                </a:path>
              </a:pathLst>
            </a:custGeom>
            <a:noFill/>
            <a:ln w="25400" cap="rnd">
              <a:solidFill>
                <a:srgbClr val="114FFB"/>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1450" name="Line 122"/>
            <p:cNvSpPr>
              <a:spLocks noChangeShapeType="1"/>
            </p:cNvSpPr>
            <p:nvPr/>
          </p:nvSpPr>
          <p:spPr bwMode="auto">
            <a:xfrm>
              <a:off x="895" y="1648"/>
              <a:ext cx="0" cy="274"/>
            </a:xfrm>
            <a:prstGeom prst="line">
              <a:avLst/>
            </a:prstGeom>
            <a:noFill/>
            <a:ln w="254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1451" name="Line 123"/>
            <p:cNvSpPr>
              <a:spLocks noChangeShapeType="1"/>
            </p:cNvSpPr>
            <p:nvPr/>
          </p:nvSpPr>
          <p:spPr bwMode="auto">
            <a:xfrm>
              <a:off x="1825" y="1665"/>
              <a:ext cx="0" cy="265"/>
            </a:xfrm>
            <a:prstGeom prst="line">
              <a:avLst/>
            </a:prstGeom>
            <a:noFill/>
            <a:ln w="254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1452" name="Line 124"/>
            <p:cNvSpPr>
              <a:spLocks noChangeShapeType="1"/>
            </p:cNvSpPr>
            <p:nvPr/>
          </p:nvSpPr>
          <p:spPr bwMode="auto">
            <a:xfrm>
              <a:off x="1360" y="1671"/>
              <a:ext cx="0" cy="80"/>
            </a:xfrm>
            <a:prstGeom prst="line">
              <a:avLst/>
            </a:prstGeom>
            <a:noFill/>
            <a:ln w="254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611455" name="Rectangle 127"/>
          <p:cNvSpPr>
            <a:spLocks noChangeArrowheads="1"/>
          </p:cNvSpPr>
          <p:nvPr/>
        </p:nvSpPr>
        <p:spPr bwMode="auto">
          <a:xfrm>
            <a:off x="5940425" y="1844675"/>
            <a:ext cx="1295400" cy="3937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eaLnBrk="0" hangingPunct="0"/>
            <a:r>
              <a:rPr lang="en-GB" altLang="zh-CN" sz="2000" b="1">
                <a:solidFill>
                  <a:schemeClr val="accent1"/>
                </a:solidFill>
                <a:latin typeface="FuturaA Md BT" pitchFamily="34" charset="0"/>
                <a:ea typeface="SimSun" panose="02010600030101010101" pitchFamily="2" charset="-122"/>
              </a:rPr>
              <a:t>HV+LV</a:t>
            </a:r>
          </a:p>
        </p:txBody>
      </p:sp>
      <p:sp>
        <p:nvSpPr>
          <p:cNvPr id="611456" name="Rectangle 128"/>
          <p:cNvSpPr>
            <a:spLocks noChangeArrowheads="1"/>
          </p:cNvSpPr>
          <p:nvPr/>
        </p:nvSpPr>
        <p:spPr bwMode="auto">
          <a:xfrm>
            <a:off x="1979613" y="1628775"/>
            <a:ext cx="1655762" cy="3937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eaLnBrk="0" hangingPunct="0"/>
            <a:r>
              <a:rPr lang="en-GB" altLang="zh-CN" sz="2000" b="1">
                <a:solidFill>
                  <a:schemeClr val="accent1"/>
                </a:solidFill>
                <a:latin typeface="FuturaA Md BT" pitchFamily="34" charset="0"/>
                <a:ea typeface="SimSun" panose="02010600030101010101" pitchFamily="2" charset="-122"/>
              </a:rPr>
              <a:t>HV+LV+TV</a:t>
            </a:r>
          </a:p>
        </p:txBody>
      </p:sp>
      <p:grpSp>
        <p:nvGrpSpPr>
          <p:cNvPr id="611457" name="Group 129"/>
          <p:cNvGrpSpPr>
            <a:grpSpLocks/>
          </p:cNvGrpSpPr>
          <p:nvPr/>
        </p:nvGrpSpPr>
        <p:grpSpPr bwMode="auto">
          <a:xfrm rot="5400000">
            <a:off x="2427288" y="3109913"/>
            <a:ext cx="241300" cy="158750"/>
            <a:chOff x="895" y="1386"/>
            <a:chExt cx="930" cy="544"/>
          </a:xfrm>
        </p:grpSpPr>
        <p:sp>
          <p:nvSpPr>
            <p:cNvPr id="611458" name="Arc 130"/>
            <p:cNvSpPr>
              <a:spLocks/>
            </p:cNvSpPr>
            <p:nvPr/>
          </p:nvSpPr>
          <p:spPr bwMode="auto">
            <a:xfrm>
              <a:off x="1357" y="1386"/>
              <a:ext cx="242" cy="282"/>
            </a:xfrm>
            <a:custGeom>
              <a:avLst/>
              <a:gdLst>
                <a:gd name="G0" fmla="+- 21600 0 0"/>
                <a:gd name="G1" fmla="+- 21598 0 0"/>
                <a:gd name="G2" fmla="+- 21600 0 0"/>
                <a:gd name="T0" fmla="*/ 0 w 21600"/>
                <a:gd name="T1" fmla="*/ 21598 h 21598"/>
                <a:gd name="T2" fmla="*/ 21338 w 21600"/>
                <a:gd name="T3" fmla="*/ 0 h 21598"/>
                <a:gd name="T4" fmla="*/ 21600 w 21600"/>
                <a:gd name="T5" fmla="*/ 21598 h 21598"/>
              </a:gdLst>
              <a:ahLst/>
              <a:cxnLst>
                <a:cxn ang="0">
                  <a:pos x="T0" y="T1"/>
                </a:cxn>
                <a:cxn ang="0">
                  <a:pos x="T2" y="T3"/>
                </a:cxn>
                <a:cxn ang="0">
                  <a:pos x="T4" y="T5"/>
                </a:cxn>
              </a:cxnLst>
              <a:rect l="0" t="0" r="r" b="b"/>
              <a:pathLst>
                <a:path w="21600" h="21598" fill="none" extrusionOk="0">
                  <a:moveTo>
                    <a:pt x="0" y="21598"/>
                  </a:moveTo>
                  <a:cubicBezTo>
                    <a:pt x="0" y="9770"/>
                    <a:pt x="9511" y="143"/>
                    <a:pt x="21337" y="-1"/>
                  </a:cubicBezTo>
                </a:path>
                <a:path w="21600" h="21598" stroke="0" extrusionOk="0">
                  <a:moveTo>
                    <a:pt x="0" y="21598"/>
                  </a:moveTo>
                  <a:cubicBezTo>
                    <a:pt x="0" y="9770"/>
                    <a:pt x="9511" y="143"/>
                    <a:pt x="21337" y="-1"/>
                  </a:cubicBezTo>
                  <a:lnTo>
                    <a:pt x="21600" y="21598"/>
                  </a:lnTo>
                  <a:close/>
                </a:path>
              </a:pathLst>
            </a:custGeom>
            <a:noFill/>
            <a:ln w="25400" cap="rnd">
              <a:solidFill>
                <a:srgbClr val="114FFB"/>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1459" name="Arc 131"/>
            <p:cNvSpPr>
              <a:spLocks/>
            </p:cNvSpPr>
            <p:nvPr/>
          </p:nvSpPr>
          <p:spPr bwMode="auto">
            <a:xfrm>
              <a:off x="1580" y="1386"/>
              <a:ext cx="245" cy="282"/>
            </a:xfrm>
            <a:custGeom>
              <a:avLst/>
              <a:gdLst>
                <a:gd name="G0" fmla="+- 262 0 0"/>
                <a:gd name="G1" fmla="+- 21600 0 0"/>
                <a:gd name="G2" fmla="+- 21600 0 0"/>
                <a:gd name="T0" fmla="*/ 0 w 21862"/>
                <a:gd name="T1" fmla="*/ 2 h 21600"/>
                <a:gd name="T2" fmla="*/ 21862 w 21862"/>
                <a:gd name="T3" fmla="*/ 21600 h 21600"/>
                <a:gd name="T4" fmla="*/ 262 w 21862"/>
                <a:gd name="T5" fmla="*/ 21600 h 21600"/>
              </a:gdLst>
              <a:ahLst/>
              <a:cxnLst>
                <a:cxn ang="0">
                  <a:pos x="T0" y="T1"/>
                </a:cxn>
                <a:cxn ang="0">
                  <a:pos x="T2" y="T3"/>
                </a:cxn>
                <a:cxn ang="0">
                  <a:pos x="T4" y="T5"/>
                </a:cxn>
              </a:cxnLst>
              <a:rect l="0" t="0" r="r" b="b"/>
              <a:pathLst>
                <a:path w="21862" h="21600" fill="none" extrusionOk="0">
                  <a:moveTo>
                    <a:pt x="-1" y="1"/>
                  </a:moveTo>
                  <a:cubicBezTo>
                    <a:pt x="87" y="0"/>
                    <a:pt x="174" y="0"/>
                    <a:pt x="262" y="0"/>
                  </a:cubicBezTo>
                  <a:cubicBezTo>
                    <a:pt x="12191" y="0"/>
                    <a:pt x="21862" y="9670"/>
                    <a:pt x="21862" y="21600"/>
                  </a:cubicBezTo>
                </a:path>
                <a:path w="21862" h="21600" stroke="0" extrusionOk="0">
                  <a:moveTo>
                    <a:pt x="-1" y="1"/>
                  </a:moveTo>
                  <a:cubicBezTo>
                    <a:pt x="87" y="0"/>
                    <a:pt x="174" y="0"/>
                    <a:pt x="262" y="0"/>
                  </a:cubicBezTo>
                  <a:cubicBezTo>
                    <a:pt x="12191" y="0"/>
                    <a:pt x="21862" y="9670"/>
                    <a:pt x="21862" y="21600"/>
                  </a:cubicBezTo>
                  <a:lnTo>
                    <a:pt x="262" y="21600"/>
                  </a:lnTo>
                  <a:close/>
                </a:path>
              </a:pathLst>
            </a:custGeom>
            <a:noFill/>
            <a:ln w="25400" cap="rnd">
              <a:solidFill>
                <a:srgbClr val="114FFB"/>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1460" name="Arc 132"/>
            <p:cNvSpPr>
              <a:spLocks/>
            </p:cNvSpPr>
            <p:nvPr/>
          </p:nvSpPr>
          <p:spPr bwMode="auto">
            <a:xfrm>
              <a:off x="895" y="1386"/>
              <a:ext cx="242" cy="282"/>
            </a:xfrm>
            <a:custGeom>
              <a:avLst/>
              <a:gdLst>
                <a:gd name="G0" fmla="+- 21600 0 0"/>
                <a:gd name="G1" fmla="+- 21598 0 0"/>
                <a:gd name="G2" fmla="+- 21600 0 0"/>
                <a:gd name="T0" fmla="*/ 0 w 21600"/>
                <a:gd name="T1" fmla="*/ 21598 h 21598"/>
                <a:gd name="T2" fmla="*/ 21338 w 21600"/>
                <a:gd name="T3" fmla="*/ 0 h 21598"/>
                <a:gd name="T4" fmla="*/ 21600 w 21600"/>
                <a:gd name="T5" fmla="*/ 21598 h 21598"/>
              </a:gdLst>
              <a:ahLst/>
              <a:cxnLst>
                <a:cxn ang="0">
                  <a:pos x="T0" y="T1"/>
                </a:cxn>
                <a:cxn ang="0">
                  <a:pos x="T2" y="T3"/>
                </a:cxn>
                <a:cxn ang="0">
                  <a:pos x="T4" y="T5"/>
                </a:cxn>
              </a:cxnLst>
              <a:rect l="0" t="0" r="r" b="b"/>
              <a:pathLst>
                <a:path w="21600" h="21598" fill="none" extrusionOk="0">
                  <a:moveTo>
                    <a:pt x="0" y="21598"/>
                  </a:moveTo>
                  <a:cubicBezTo>
                    <a:pt x="0" y="9770"/>
                    <a:pt x="9511" y="143"/>
                    <a:pt x="21337" y="-1"/>
                  </a:cubicBezTo>
                </a:path>
                <a:path w="21600" h="21598" stroke="0" extrusionOk="0">
                  <a:moveTo>
                    <a:pt x="0" y="21598"/>
                  </a:moveTo>
                  <a:cubicBezTo>
                    <a:pt x="0" y="9770"/>
                    <a:pt x="9511" y="143"/>
                    <a:pt x="21337" y="-1"/>
                  </a:cubicBezTo>
                  <a:lnTo>
                    <a:pt x="21600" y="21598"/>
                  </a:lnTo>
                  <a:close/>
                </a:path>
              </a:pathLst>
            </a:custGeom>
            <a:noFill/>
            <a:ln w="25400" cap="rnd">
              <a:solidFill>
                <a:srgbClr val="114FFB"/>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1461" name="Arc 133"/>
            <p:cNvSpPr>
              <a:spLocks/>
            </p:cNvSpPr>
            <p:nvPr/>
          </p:nvSpPr>
          <p:spPr bwMode="auto">
            <a:xfrm>
              <a:off x="1117" y="1386"/>
              <a:ext cx="246" cy="282"/>
            </a:xfrm>
            <a:custGeom>
              <a:avLst/>
              <a:gdLst>
                <a:gd name="G0" fmla="+- 262 0 0"/>
                <a:gd name="G1" fmla="+- 21600 0 0"/>
                <a:gd name="G2" fmla="+- 21600 0 0"/>
                <a:gd name="T0" fmla="*/ 0 w 21862"/>
                <a:gd name="T1" fmla="*/ 2 h 21600"/>
                <a:gd name="T2" fmla="*/ 21862 w 21862"/>
                <a:gd name="T3" fmla="*/ 21600 h 21600"/>
                <a:gd name="T4" fmla="*/ 262 w 21862"/>
                <a:gd name="T5" fmla="*/ 21600 h 21600"/>
              </a:gdLst>
              <a:ahLst/>
              <a:cxnLst>
                <a:cxn ang="0">
                  <a:pos x="T0" y="T1"/>
                </a:cxn>
                <a:cxn ang="0">
                  <a:pos x="T2" y="T3"/>
                </a:cxn>
                <a:cxn ang="0">
                  <a:pos x="T4" y="T5"/>
                </a:cxn>
              </a:cxnLst>
              <a:rect l="0" t="0" r="r" b="b"/>
              <a:pathLst>
                <a:path w="21862" h="21600" fill="none" extrusionOk="0">
                  <a:moveTo>
                    <a:pt x="-1" y="1"/>
                  </a:moveTo>
                  <a:cubicBezTo>
                    <a:pt x="87" y="0"/>
                    <a:pt x="174" y="0"/>
                    <a:pt x="262" y="0"/>
                  </a:cubicBezTo>
                  <a:cubicBezTo>
                    <a:pt x="12191" y="0"/>
                    <a:pt x="21862" y="9670"/>
                    <a:pt x="21862" y="21600"/>
                  </a:cubicBezTo>
                </a:path>
                <a:path w="21862" h="21600" stroke="0" extrusionOk="0">
                  <a:moveTo>
                    <a:pt x="-1" y="1"/>
                  </a:moveTo>
                  <a:cubicBezTo>
                    <a:pt x="87" y="0"/>
                    <a:pt x="174" y="0"/>
                    <a:pt x="262" y="0"/>
                  </a:cubicBezTo>
                  <a:cubicBezTo>
                    <a:pt x="12191" y="0"/>
                    <a:pt x="21862" y="9670"/>
                    <a:pt x="21862" y="21600"/>
                  </a:cubicBezTo>
                  <a:lnTo>
                    <a:pt x="262" y="21600"/>
                  </a:lnTo>
                  <a:close/>
                </a:path>
              </a:pathLst>
            </a:custGeom>
            <a:noFill/>
            <a:ln w="25400" cap="rnd">
              <a:solidFill>
                <a:srgbClr val="114FFB"/>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1462" name="Line 134"/>
            <p:cNvSpPr>
              <a:spLocks noChangeShapeType="1"/>
            </p:cNvSpPr>
            <p:nvPr/>
          </p:nvSpPr>
          <p:spPr bwMode="auto">
            <a:xfrm>
              <a:off x="895" y="1648"/>
              <a:ext cx="0" cy="274"/>
            </a:xfrm>
            <a:prstGeom prst="line">
              <a:avLst/>
            </a:prstGeom>
            <a:noFill/>
            <a:ln w="254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1463" name="Line 135"/>
            <p:cNvSpPr>
              <a:spLocks noChangeShapeType="1"/>
            </p:cNvSpPr>
            <p:nvPr/>
          </p:nvSpPr>
          <p:spPr bwMode="auto">
            <a:xfrm>
              <a:off x="1825" y="1665"/>
              <a:ext cx="0" cy="265"/>
            </a:xfrm>
            <a:prstGeom prst="line">
              <a:avLst/>
            </a:prstGeom>
            <a:noFill/>
            <a:ln w="254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1464" name="Line 136"/>
            <p:cNvSpPr>
              <a:spLocks noChangeShapeType="1"/>
            </p:cNvSpPr>
            <p:nvPr/>
          </p:nvSpPr>
          <p:spPr bwMode="auto">
            <a:xfrm>
              <a:off x="1360" y="1671"/>
              <a:ext cx="0" cy="80"/>
            </a:xfrm>
            <a:prstGeom prst="line">
              <a:avLst/>
            </a:prstGeom>
            <a:noFill/>
            <a:ln w="254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611465" name="Group 137"/>
          <p:cNvGrpSpPr>
            <a:grpSpLocks/>
          </p:cNvGrpSpPr>
          <p:nvPr/>
        </p:nvGrpSpPr>
        <p:grpSpPr bwMode="auto">
          <a:xfrm rot="5400000">
            <a:off x="2716213" y="3109913"/>
            <a:ext cx="241300" cy="158750"/>
            <a:chOff x="895" y="1386"/>
            <a:chExt cx="930" cy="544"/>
          </a:xfrm>
        </p:grpSpPr>
        <p:sp>
          <p:nvSpPr>
            <p:cNvPr id="611466" name="Arc 138"/>
            <p:cNvSpPr>
              <a:spLocks/>
            </p:cNvSpPr>
            <p:nvPr/>
          </p:nvSpPr>
          <p:spPr bwMode="auto">
            <a:xfrm>
              <a:off x="1357" y="1386"/>
              <a:ext cx="242" cy="282"/>
            </a:xfrm>
            <a:custGeom>
              <a:avLst/>
              <a:gdLst>
                <a:gd name="G0" fmla="+- 21600 0 0"/>
                <a:gd name="G1" fmla="+- 21598 0 0"/>
                <a:gd name="G2" fmla="+- 21600 0 0"/>
                <a:gd name="T0" fmla="*/ 0 w 21600"/>
                <a:gd name="T1" fmla="*/ 21598 h 21598"/>
                <a:gd name="T2" fmla="*/ 21338 w 21600"/>
                <a:gd name="T3" fmla="*/ 0 h 21598"/>
                <a:gd name="T4" fmla="*/ 21600 w 21600"/>
                <a:gd name="T5" fmla="*/ 21598 h 21598"/>
              </a:gdLst>
              <a:ahLst/>
              <a:cxnLst>
                <a:cxn ang="0">
                  <a:pos x="T0" y="T1"/>
                </a:cxn>
                <a:cxn ang="0">
                  <a:pos x="T2" y="T3"/>
                </a:cxn>
                <a:cxn ang="0">
                  <a:pos x="T4" y="T5"/>
                </a:cxn>
              </a:cxnLst>
              <a:rect l="0" t="0" r="r" b="b"/>
              <a:pathLst>
                <a:path w="21600" h="21598" fill="none" extrusionOk="0">
                  <a:moveTo>
                    <a:pt x="0" y="21598"/>
                  </a:moveTo>
                  <a:cubicBezTo>
                    <a:pt x="0" y="9770"/>
                    <a:pt x="9511" y="143"/>
                    <a:pt x="21337" y="-1"/>
                  </a:cubicBezTo>
                </a:path>
                <a:path w="21600" h="21598" stroke="0" extrusionOk="0">
                  <a:moveTo>
                    <a:pt x="0" y="21598"/>
                  </a:moveTo>
                  <a:cubicBezTo>
                    <a:pt x="0" y="9770"/>
                    <a:pt x="9511" y="143"/>
                    <a:pt x="21337" y="-1"/>
                  </a:cubicBezTo>
                  <a:lnTo>
                    <a:pt x="21600" y="21598"/>
                  </a:lnTo>
                  <a:close/>
                </a:path>
              </a:pathLst>
            </a:custGeom>
            <a:noFill/>
            <a:ln w="25400" cap="rnd">
              <a:solidFill>
                <a:srgbClr val="114FFB"/>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1467" name="Arc 139"/>
            <p:cNvSpPr>
              <a:spLocks/>
            </p:cNvSpPr>
            <p:nvPr/>
          </p:nvSpPr>
          <p:spPr bwMode="auto">
            <a:xfrm>
              <a:off x="1580" y="1386"/>
              <a:ext cx="245" cy="282"/>
            </a:xfrm>
            <a:custGeom>
              <a:avLst/>
              <a:gdLst>
                <a:gd name="G0" fmla="+- 262 0 0"/>
                <a:gd name="G1" fmla="+- 21600 0 0"/>
                <a:gd name="G2" fmla="+- 21600 0 0"/>
                <a:gd name="T0" fmla="*/ 0 w 21862"/>
                <a:gd name="T1" fmla="*/ 2 h 21600"/>
                <a:gd name="T2" fmla="*/ 21862 w 21862"/>
                <a:gd name="T3" fmla="*/ 21600 h 21600"/>
                <a:gd name="T4" fmla="*/ 262 w 21862"/>
                <a:gd name="T5" fmla="*/ 21600 h 21600"/>
              </a:gdLst>
              <a:ahLst/>
              <a:cxnLst>
                <a:cxn ang="0">
                  <a:pos x="T0" y="T1"/>
                </a:cxn>
                <a:cxn ang="0">
                  <a:pos x="T2" y="T3"/>
                </a:cxn>
                <a:cxn ang="0">
                  <a:pos x="T4" y="T5"/>
                </a:cxn>
              </a:cxnLst>
              <a:rect l="0" t="0" r="r" b="b"/>
              <a:pathLst>
                <a:path w="21862" h="21600" fill="none" extrusionOk="0">
                  <a:moveTo>
                    <a:pt x="-1" y="1"/>
                  </a:moveTo>
                  <a:cubicBezTo>
                    <a:pt x="87" y="0"/>
                    <a:pt x="174" y="0"/>
                    <a:pt x="262" y="0"/>
                  </a:cubicBezTo>
                  <a:cubicBezTo>
                    <a:pt x="12191" y="0"/>
                    <a:pt x="21862" y="9670"/>
                    <a:pt x="21862" y="21600"/>
                  </a:cubicBezTo>
                </a:path>
                <a:path w="21862" h="21600" stroke="0" extrusionOk="0">
                  <a:moveTo>
                    <a:pt x="-1" y="1"/>
                  </a:moveTo>
                  <a:cubicBezTo>
                    <a:pt x="87" y="0"/>
                    <a:pt x="174" y="0"/>
                    <a:pt x="262" y="0"/>
                  </a:cubicBezTo>
                  <a:cubicBezTo>
                    <a:pt x="12191" y="0"/>
                    <a:pt x="21862" y="9670"/>
                    <a:pt x="21862" y="21600"/>
                  </a:cubicBezTo>
                  <a:lnTo>
                    <a:pt x="262" y="21600"/>
                  </a:lnTo>
                  <a:close/>
                </a:path>
              </a:pathLst>
            </a:custGeom>
            <a:noFill/>
            <a:ln w="25400" cap="rnd">
              <a:solidFill>
                <a:srgbClr val="114FFB"/>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1468" name="Arc 140"/>
            <p:cNvSpPr>
              <a:spLocks/>
            </p:cNvSpPr>
            <p:nvPr/>
          </p:nvSpPr>
          <p:spPr bwMode="auto">
            <a:xfrm>
              <a:off x="895" y="1386"/>
              <a:ext cx="242" cy="282"/>
            </a:xfrm>
            <a:custGeom>
              <a:avLst/>
              <a:gdLst>
                <a:gd name="G0" fmla="+- 21600 0 0"/>
                <a:gd name="G1" fmla="+- 21598 0 0"/>
                <a:gd name="G2" fmla="+- 21600 0 0"/>
                <a:gd name="T0" fmla="*/ 0 w 21600"/>
                <a:gd name="T1" fmla="*/ 21598 h 21598"/>
                <a:gd name="T2" fmla="*/ 21338 w 21600"/>
                <a:gd name="T3" fmla="*/ 0 h 21598"/>
                <a:gd name="T4" fmla="*/ 21600 w 21600"/>
                <a:gd name="T5" fmla="*/ 21598 h 21598"/>
              </a:gdLst>
              <a:ahLst/>
              <a:cxnLst>
                <a:cxn ang="0">
                  <a:pos x="T0" y="T1"/>
                </a:cxn>
                <a:cxn ang="0">
                  <a:pos x="T2" y="T3"/>
                </a:cxn>
                <a:cxn ang="0">
                  <a:pos x="T4" y="T5"/>
                </a:cxn>
              </a:cxnLst>
              <a:rect l="0" t="0" r="r" b="b"/>
              <a:pathLst>
                <a:path w="21600" h="21598" fill="none" extrusionOk="0">
                  <a:moveTo>
                    <a:pt x="0" y="21598"/>
                  </a:moveTo>
                  <a:cubicBezTo>
                    <a:pt x="0" y="9770"/>
                    <a:pt x="9511" y="143"/>
                    <a:pt x="21337" y="-1"/>
                  </a:cubicBezTo>
                </a:path>
                <a:path w="21600" h="21598" stroke="0" extrusionOk="0">
                  <a:moveTo>
                    <a:pt x="0" y="21598"/>
                  </a:moveTo>
                  <a:cubicBezTo>
                    <a:pt x="0" y="9770"/>
                    <a:pt x="9511" y="143"/>
                    <a:pt x="21337" y="-1"/>
                  </a:cubicBezTo>
                  <a:lnTo>
                    <a:pt x="21600" y="21598"/>
                  </a:lnTo>
                  <a:close/>
                </a:path>
              </a:pathLst>
            </a:custGeom>
            <a:noFill/>
            <a:ln w="25400" cap="rnd">
              <a:solidFill>
                <a:srgbClr val="114FFB"/>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1469" name="Arc 141"/>
            <p:cNvSpPr>
              <a:spLocks/>
            </p:cNvSpPr>
            <p:nvPr/>
          </p:nvSpPr>
          <p:spPr bwMode="auto">
            <a:xfrm>
              <a:off x="1117" y="1386"/>
              <a:ext cx="246" cy="282"/>
            </a:xfrm>
            <a:custGeom>
              <a:avLst/>
              <a:gdLst>
                <a:gd name="G0" fmla="+- 262 0 0"/>
                <a:gd name="G1" fmla="+- 21600 0 0"/>
                <a:gd name="G2" fmla="+- 21600 0 0"/>
                <a:gd name="T0" fmla="*/ 0 w 21862"/>
                <a:gd name="T1" fmla="*/ 2 h 21600"/>
                <a:gd name="T2" fmla="*/ 21862 w 21862"/>
                <a:gd name="T3" fmla="*/ 21600 h 21600"/>
                <a:gd name="T4" fmla="*/ 262 w 21862"/>
                <a:gd name="T5" fmla="*/ 21600 h 21600"/>
              </a:gdLst>
              <a:ahLst/>
              <a:cxnLst>
                <a:cxn ang="0">
                  <a:pos x="T0" y="T1"/>
                </a:cxn>
                <a:cxn ang="0">
                  <a:pos x="T2" y="T3"/>
                </a:cxn>
                <a:cxn ang="0">
                  <a:pos x="T4" y="T5"/>
                </a:cxn>
              </a:cxnLst>
              <a:rect l="0" t="0" r="r" b="b"/>
              <a:pathLst>
                <a:path w="21862" h="21600" fill="none" extrusionOk="0">
                  <a:moveTo>
                    <a:pt x="-1" y="1"/>
                  </a:moveTo>
                  <a:cubicBezTo>
                    <a:pt x="87" y="0"/>
                    <a:pt x="174" y="0"/>
                    <a:pt x="262" y="0"/>
                  </a:cubicBezTo>
                  <a:cubicBezTo>
                    <a:pt x="12191" y="0"/>
                    <a:pt x="21862" y="9670"/>
                    <a:pt x="21862" y="21600"/>
                  </a:cubicBezTo>
                </a:path>
                <a:path w="21862" h="21600" stroke="0" extrusionOk="0">
                  <a:moveTo>
                    <a:pt x="-1" y="1"/>
                  </a:moveTo>
                  <a:cubicBezTo>
                    <a:pt x="87" y="0"/>
                    <a:pt x="174" y="0"/>
                    <a:pt x="262" y="0"/>
                  </a:cubicBezTo>
                  <a:cubicBezTo>
                    <a:pt x="12191" y="0"/>
                    <a:pt x="21862" y="9670"/>
                    <a:pt x="21862" y="21600"/>
                  </a:cubicBezTo>
                  <a:lnTo>
                    <a:pt x="262" y="21600"/>
                  </a:lnTo>
                  <a:close/>
                </a:path>
              </a:pathLst>
            </a:custGeom>
            <a:noFill/>
            <a:ln w="25400" cap="rnd">
              <a:solidFill>
                <a:srgbClr val="114FFB"/>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1470" name="Line 142"/>
            <p:cNvSpPr>
              <a:spLocks noChangeShapeType="1"/>
            </p:cNvSpPr>
            <p:nvPr/>
          </p:nvSpPr>
          <p:spPr bwMode="auto">
            <a:xfrm>
              <a:off x="895" y="1648"/>
              <a:ext cx="0" cy="274"/>
            </a:xfrm>
            <a:prstGeom prst="line">
              <a:avLst/>
            </a:prstGeom>
            <a:noFill/>
            <a:ln w="254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1471" name="Line 143"/>
            <p:cNvSpPr>
              <a:spLocks noChangeShapeType="1"/>
            </p:cNvSpPr>
            <p:nvPr/>
          </p:nvSpPr>
          <p:spPr bwMode="auto">
            <a:xfrm>
              <a:off x="1825" y="1665"/>
              <a:ext cx="0" cy="265"/>
            </a:xfrm>
            <a:prstGeom prst="line">
              <a:avLst/>
            </a:prstGeom>
            <a:noFill/>
            <a:ln w="254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1472" name="Line 144"/>
            <p:cNvSpPr>
              <a:spLocks noChangeShapeType="1"/>
            </p:cNvSpPr>
            <p:nvPr/>
          </p:nvSpPr>
          <p:spPr bwMode="auto">
            <a:xfrm>
              <a:off x="1360" y="1671"/>
              <a:ext cx="0" cy="80"/>
            </a:xfrm>
            <a:prstGeom prst="line">
              <a:avLst/>
            </a:prstGeom>
            <a:noFill/>
            <a:ln w="254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611483" name="Line 155"/>
          <p:cNvSpPr>
            <a:spLocks noChangeShapeType="1"/>
          </p:cNvSpPr>
          <p:nvPr/>
        </p:nvSpPr>
        <p:spPr bwMode="auto">
          <a:xfrm>
            <a:off x="2268538" y="3213100"/>
            <a:ext cx="142875" cy="0"/>
          </a:xfrm>
          <a:prstGeom prst="line">
            <a:avLst/>
          </a:prstGeom>
          <a:noFill/>
          <a:ln w="254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1484" name="Line 156"/>
          <p:cNvSpPr>
            <a:spLocks noChangeShapeType="1"/>
          </p:cNvSpPr>
          <p:nvPr/>
        </p:nvSpPr>
        <p:spPr bwMode="auto">
          <a:xfrm>
            <a:off x="2700338" y="3213100"/>
            <a:ext cx="71437" cy="0"/>
          </a:xfrm>
          <a:prstGeom prst="line">
            <a:avLst/>
          </a:prstGeom>
          <a:noFill/>
          <a:ln w="254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611485" name="Group 157"/>
          <p:cNvGrpSpPr>
            <a:grpSpLocks/>
          </p:cNvGrpSpPr>
          <p:nvPr/>
        </p:nvGrpSpPr>
        <p:grpSpPr bwMode="auto">
          <a:xfrm rot="16200000">
            <a:off x="6567488" y="2894013"/>
            <a:ext cx="241300" cy="158750"/>
            <a:chOff x="895" y="1386"/>
            <a:chExt cx="930" cy="544"/>
          </a:xfrm>
        </p:grpSpPr>
        <p:sp>
          <p:nvSpPr>
            <p:cNvPr id="611486" name="Arc 158"/>
            <p:cNvSpPr>
              <a:spLocks/>
            </p:cNvSpPr>
            <p:nvPr/>
          </p:nvSpPr>
          <p:spPr bwMode="auto">
            <a:xfrm>
              <a:off x="1357" y="1386"/>
              <a:ext cx="242" cy="282"/>
            </a:xfrm>
            <a:custGeom>
              <a:avLst/>
              <a:gdLst>
                <a:gd name="G0" fmla="+- 21600 0 0"/>
                <a:gd name="G1" fmla="+- 21598 0 0"/>
                <a:gd name="G2" fmla="+- 21600 0 0"/>
                <a:gd name="T0" fmla="*/ 0 w 21600"/>
                <a:gd name="T1" fmla="*/ 21598 h 21598"/>
                <a:gd name="T2" fmla="*/ 21338 w 21600"/>
                <a:gd name="T3" fmla="*/ 0 h 21598"/>
                <a:gd name="T4" fmla="*/ 21600 w 21600"/>
                <a:gd name="T5" fmla="*/ 21598 h 21598"/>
              </a:gdLst>
              <a:ahLst/>
              <a:cxnLst>
                <a:cxn ang="0">
                  <a:pos x="T0" y="T1"/>
                </a:cxn>
                <a:cxn ang="0">
                  <a:pos x="T2" y="T3"/>
                </a:cxn>
                <a:cxn ang="0">
                  <a:pos x="T4" y="T5"/>
                </a:cxn>
              </a:cxnLst>
              <a:rect l="0" t="0" r="r" b="b"/>
              <a:pathLst>
                <a:path w="21600" h="21598" fill="none" extrusionOk="0">
                  <a:moveTo>
                    <a:pt x="0" y="21598"/>
                  </a:moveTo>
                  <a:cubicBezTo>
                    <a:pt x="0" y="9770"/>
                    <a:pt x="9511" y="143"/>
                    <a:pt x="21337" y="-1"/>
                  </a:cubicBezTo>
                </a:path>
                <a:path w="21600" h="21598" stroke="0" extrusionOk="0">
                  <a:moveTo>
                    <a:pt x="0" y="21598"/>
                  </a:moveTo>
                  <a:cubicBezTo>
                    <a:pt x="0" y="9770"/>
                    <a:pt x="9511" y="143"/>
                    <a:pt x="21337" y="-1"/>
                  </a:cubicBezTo>
                  <a:lnTo>
                    <a:pt x="21600" y="21598"/>
                  </a:lnTo>
                  <a:close/>
                </a:path>
              </a:pathLst>
            </a:custGeom>
            <a:noFill/>
            <a:ln w="25400" cap="rnd">
              <a:solidFill>
                <a:srgbClr val="114FFB"/>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1487" name="Arc 159"/>
            <p:cNvSpPr>
              <a:spLocks/>
            </p:cNvSpPr>
            <p:nvPr/>
          </p:nvSpPr>
          <p:spPr bwMode="auto">
            <a:xfrm>
              <a:off x="1580" y="1386"/>
              <a:ext cx="245" cy="282"/>
            </a:xfrm>
            <a:custGeom>
              <a:avLst/>
              <a:gdLst>
                <a:gd name="G0" fmla="+- 262 0 0"/>
                <a:gd name="G1" fmla="+- 21600 0 0"/>
                <a:gd name="G2" fmla="+- 21600 0 0"/>
                <a:gd name="T0" fmla="*/ 0 w 21862"/>
                <a:gd name="T1" fmla="*/ 2 h 21600"/>
                <a:gd name="T2" fmla="*/ 21862 w 21862"/>
                <a:gd name="T3" fmla="*/ 21600 h 21600"/>
                <a:gd name="T4" fmla="*/ 262 w 21862"/>
                <a:gd name="T5" fmla="*/ 21600 h 21600"/>
              </a:gdLst>
              <a:ahLst/>
              <a:cxnLst>
                <a:cxn ang="0">
                  <a:pos x="T0" y="T1"/>
                </a:cxn>
                <a:cxn ang="0">
                  <a:pos x="T2" y="T3"/>
                </a:cxn>
                <a:cxn ang="0">
                  <a:pos x="T4" y="T5"/>
                </a:cxn>
              </a:cxnLst>
              <a:rect l="0" t="0" r="r" b="b"/>
              <a:pathLst>
                <a:path w="21862" h="21600" fill="none" extrusionOk="0">
                  <a:moveTo>
                    <a:pt x="-1" y="1"/>
                  </a:moveTo>
                  <a:cubicBezTo>
                    <a:pt x="87" y="0"/>
                    <a:pt x="174" y="0"/>
                    <a:pt x="262" y="0"/>
                  </a:cubicBezTo>
                  <a:cubicBezTo>
                    <a:pt x="12191" y="0"/>
                    <a:pt x="21862" y="9670"/>
                    <a:pt x="21862" y="21600"/>
                  </a:cubicBezTo>
                </a:path>
                <a:path w="21862" h="21600" stroke="0" extrusionOk="0">
                  <a:moveTo>
                    <a:pt x="-1" y="1"/>
                  </a:moveTo>
                  <a:cubicBezTo>
                    <a:pt x="87" y="0"/>
                    <a:pt x="174" y="0"/>
                    <a:pt x="262" y="0"/>
                  </a:cubicBezTo>
                  <a:cubicBezTo>
                    <a:pt x="12191" y="0"/>
                    <a:pt x="21862" y="9670"/>
                    <a:pt x="21862" y="21600"/>
                  </a:cubicBezTo>
                  <a:lnTo>
                    <a:pt x="262" y="21600"/>
                  </a:lnTo>
                  <a:close/>
                </a:path>
              </a:pathLst>
            </a:custGeom>
            <a:noFill/>
            <a:ln w="25400" cap="rnd">
              <a:solidFill>
                <a:srgbClr val="114FFB"/>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1488" name="Arc 160"/>
            <p:cNvSpPr>
              <a:spLocks/>
            </p:cNvSpPr>
            <p:nvPr/>
          </p:nvSpPr>
          <p:spPr bwMode="auto">
            <a:xfrm>
              <a:off x="895" y="1386"/>
              <a:ext cx="242" cy="282"/>
            </a:xfrm>
            <a:custGeom>
              <a:avLst/>
              <a:gdLst>
                <a:gd name="G0" fmla="+- 21600 0 0"/>
                <a:gd name="G1" fmla="+- 21598 0 0"/>
                <a:gd name="G2" fmla="+- 21600 0 0"/>
                <a:gd name="T0" fmla="*/ 0 w 21600"/>
                <a:gd name="T1" fmla="*/ 21598 h 21598"/>
                <a:gd name="T2" fmla="*/ 21338 w 21600"/>
                <a:gd name="T3" fmla="*/ 0 h 21598"/>
                <a:gd name="T4" fmla="*/ 21600 w 21600"/>
                <a:gd name="T5" fmla="*/ 21598 h 21598"/>
              </a:gdLst>
              <a:ahLst/>
              <a:cxnLst>
                <a:cxn ang="0">
                  <a:pos x="T0" y="T1"/>
                </a:cxn>
                <a:cxn ang="0">
                  <a:pos x="T2" y="T3"/>
                </a:cxn>
                <a:cxn ang="0">
                  <a:pos x="T4" y="T5"/>
                </a:cxn>
              </a:cxnLst>
              <a:rect l="0" t="0" r="r" b="b"/>
              <a:pathLst>
                <a:path w="21600" h="21598" fill="none" extrusionOk="0">
                  <a:moveTo>
                    <a:pt x="0" y="21598"/>
                  </a:moveTo>
                  <a:cubicBezTo>
                    <a:pt x="0" y="9770"/>
                    <a:pt x="9511" y="143"/>
                    <a:pt x="21337" y="-1"/>
                  </a:cubicBezTo>
                </a:path>
                <a:path w="21600" h="21598" stroke="0" extrusionOk="0">
                  <a:moveTo>
                    <a:pt x="0" y="21598"/>
                  </a:moveTo>
                  <a:cubicBezTo>
                    <a:pt x="0" y="9770"/>
                    <a:pt x="9511" y="143"/>
                    <a:pt x="21337" y="-1"/>
                  </a:cubicBezTo>
                  <a:lnTo>
                    <a:pt x="21600" y="21598"/>
                  </a:lnTo>
                  <a:close/>
                </a:path>
              </a:pathLst>
            </a:custGeom>
            <a:noFill/>
            <a:ln w="25400" cap="rnd">
              <a:solidFill>
                <a:srgbClr val="114FFB"/>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1489" name="Arc 161"/>
            <p:cNvSpPr>
              <a:spLocks/>
            </p:cNvSpPr>
            <p:nvPr/>
          </p:nvSpPr>
          <p:spPr bwMode="auto">
            <a:xfrm>
              <a:off x="1117" y="1386"/>
              <a:ext cx="246" cy="282"/>
            </a:xfrm>
            <a:custGeom>
              <a:avLst/>
              <a:gdLst>
                <a:gd name="G0" fmla="+- 262 0 0"/>
                <a:gd name="G1" fmla="+- 21600 0 0"/>
                <a:gd name="G2" fmla="+- 21600 0 0"/>
                <a:gd name="T0" fmla="*/ 0 w 21862"/>
                <a:gd name="T1" fmla="*/ 2 h 21600"/>
                <a:gd name="T2" fmla="*/ 21862 w 21862"/>
                <a:gd name="T3" fmla="*/ 21600 h 21600"/>
                <a:gd name="T4" fmla="*/ 262 w 21862"/>
                <a:gd name="T5" fmla="*/ 21600 h 21600"/>
              </a:gdLst>
              <a:ahLst/>
              <a:cxnLst>
                <a:cxn ang="0">
                  <a:pos x="T0" y="T1"/>
                </a:cxn>
                <a:cxn ang="0">
                  <a:pos x="T2" y="T3"/>
                </a:cxn>
                <a:cxn ang="0">
                  <a:pos x="T4" y="T5"/>
                </a:cxn>
              </a:cxnLst>
              <a:rect l="0" t="0" r="r" b="b"/>
              <a:pathLst>
                <a:path w="21862" h="21600" fill="none" extrusionOk="0">
                  <a:moveTo>
                    <a:pt x="-1" y="1"/>
                  </a:moveTo>
                  <a:cubicBezTo>
                    <a:pt x="87" y="0"/>
                    <a:pt x="174" y="0"/>
                    <a:pt x="262" y="0"/>
                  </a:cubicBezTo>
                  <a:cubicBezTo>
                    <a:pt x="12191" y="0"/>
                    <a:pt x="21862" y="9670"/>
                    <a:pt x="21862" y="21600"/>
                  </a:cubicBezTo>
                </a:path>
                <a:path w="21862" h="21600" stroke="0" extrusionOk="0">
                  <a:moveTo>
                    <a:pt x="-1" y="1"/>
                  </a:moveTo>
                  <a:cubicBezTo>
                    <a:pt x="87" y="0"/>
                    <a:pt x="174" y="0"/>
                    <a:pt x="262" y="0"/>
                  </a:cubicBezTo>
                  <a:cubicBezTo>
                    <a:pt x="12191" y="0"/>
                    <a:pt x="21862" y="9670"/>
                    <a:pt x="21862" y="21600"/>
                  </a:cubicBezTo>
                  <a:lnTo>
                    <a:pt x="262" y="21600"/>
                  </a:lnTo>
                  <a:close/>
                </a:path>
              </a:pathLst>
            </a:custGeom>
            <a:noFill/>
            <a:ln w="25400" cap="rnd">
              <a:solidFill>
                <a:srgbClr val="114FFB"/>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1490" name="Line 162"/>
            <p:cNvSpPr>
              <a:spLocks noChangeShapeType="1"/>
            </p:cNvSpPr>
            <p:nvPr/>
          </p:nvSpPr>
          <p:spPr bwMode="auto">
            <a:xfrm>
              <a:off x="895" y="1648"/>
              <a:ext cx="0" cy="274"/>
            </a:xfrm>
            <a:prstGeom prst="line">
              <a:avLst/>
            </a:prstGeom>
            <a:noFill/>
            <a:ln w="254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1491" name="Line 163"/>
            <p:cNvSpPr>
              <a:spLocks noChangeShapeType="1"/>
            </p:cNvSpPr>
            <p:nvPr/>
          </p:nvSpPr>
          <p:spPr bwMode="auto">
            <a:xfrm>
              <a:off x="1825" y="1665"/>
              <a:ext cx="0" cy="265"/>
            </a:xfrm>
            <a:prstGeom prst="line">
              <a:avLst/>
            </a:prstGeom>
            <a:noFill/>
            <a:ln w="254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1492" name="Line 164"/>
            <p:cNvSpPr>
              <a:spLocks noChangeShapeType="1"/>
            </p:cNvSpPr>
            <p:nvPr/>
          </p:nvSpPr>
          <p:spPr bwMode="auto">
            <a:xfrm>
              <a:off x="1360" y="1671"/>
              <a:ext cx="0" cy="80"/>
            </a:xfrm>
            <a:prstGeom prst="line">
              <a:avLst/>
            </a:prstGeom>
            <a:noFill/>
            <a:ln w="254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611493" name="Line 165"/>
          <p:cNvSpPr>
            <a:spLocks noChangeShapeType="1"/>
          </p:cNvSpPr>
          <p:nvPr/>
        </p:nvSpPr>
        <p:spPr bwMode="auto">
          <a:xfrm flipH="1">
            <a:off x="6948488" y="2960688"/>
            <a:ext cx="0" cy="900112"/>
          </a:xfrm>
          <a:prstGeom prst="line">
            <a:avLst/>
          </a:prstGeom>
          <a:noFill/>
          <a:ln w="254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1494" name="Line 166"/>
          <p:cNvSpPr>
            <a:spLocks noChangeShapeType="1"/>
          </p:cNvSpPr>
          <p:nvPr/>
        </p:nvSpPr>
        <p:spPr bwMode="auto">
          <a:xfrm flipH="1">
            <a:off x="6767513" y="2960688"/>
            <a:ext cx="180975" cy="0"/>
          </a:xfrm>
          <a:prstGeom prst="line">
            <a:avLst/>
          </a:prstGeom>
          <a:noFill/>
          <a:ln w="254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pic>
        <p:nvPicPr>
          <p:cNvPr id="611495" name="Picture 167" descr="Px4x_60TE_front_S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71663" y="4005263"/>
            <a:ext cx="1908175" cy="1154112"/>
          </a:xfrm>
          <a:prstGeom prst="rect">
            <a:avLst/>
          </a:prstGeom>
          <a:noFill/>
          <a:extLst>
            <a:ext uri="{909E8E84-426E-40DD-AFC4-6F175D3DCCD1}">
              <a14:hiddenFill xmlns:a14="http://schemas.microsoft.com/office/drawing/2010/main">
                <a:solidFill>
                  <a:srgbClr val="FFFFFF"/>
                </a:solidFill>
              </a14:hiddenFill>
            </a:ext>
          </a:extLst>
        </p:spPr>
      </p:pic>
      <p:pic>
        <p:nvPicPr>
          <p:cNvPr id="611496" name="Picture 168" descr="Px4x_60TE_front_S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80063" y="3751263"/>
            <a:ext cx="1908175" cy="11541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1729963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8418" name="Line 2"/>
          <p:cNvSpPr>
            <a:spLocks noChangeShapeType="1"/>
          </p:cNvSpPr>
          <p:nvPr/>
        </p:nvSpPr>
        <p:spPr bwMode="auto">
          <a:xfrm rot="5400000" flipH="1">
            <a:off x="3813969" y="5120482"/>
            <a:ext cx="649287" cy="0"/>
          </a:xfrm>
          <a:prstGeom prst="line">
            <a:avLst/>
          </a:prstGeom>
          <a:noFill/>
          <a:ln w="508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8419" name="Freeform 3"/>
          <p:cNvSpPr>
            <a:spLocks/>
          </p:cNvSpPr>
          <p:nvPr/>
        </p:nvSpPr>
        <p:spPr bwMode="auto">
          <a:xfrm>
            <a:off x="4754563" y="3573463"/>
            <a:ext cx="1544637" cy="1836737"/>
          </a:xfrm>
          <a:custGeom>
            <a:avLst/>
            <a:gdLst>
              <a:gd name="T0" fmla="*/ 1094 w 1095"/>
              <a:gd name="T1" fmla="*/ 0 h 968"/>
              <a:gd name="T2" fmla="*/ 1094 w 1095"/>
              <a:gd name="T3" fmla="*/ 632 h 968"/>
              <a:gd name="T4" fmla="*/ 0 w 1095"/>
              <a:gd name="T5" fmla="*/ 632 h 968"/>
              <a:gd name="T6" fmla="*/ 0 w 1095"/>
              <a:gd name="T7" fmla="*/ 967 h 968"/>
            </a:gdLst>
            <a:ahLst/>
            <a:cxnLst>
              <a:cxn ang="0">
                <a:pos x="T0" y="T1"/>
              </a:cxn>
              <a:cxn ang="0">
                <a:pos x="T2" y="T3"/>
              </a:cxn>
              <a:cxn ang="0">
                <a:pos x="T4" y="T5"/>
              </a:cxn>
              <a:cxn ang="0">
                <a:pos x="T6" y="T7"/>
              </a:cxn>
            </a:cxnLst>
            <a:rect l="0" t="0" r="r" b="b"/>
            <a:pathLst>
              <a:path w="1095" h="968">
                <a:moveTo>
                  <a:pt x="1094" y="0"/>
                </a:moveTo>
                <a:lnTo>
                  <a:pt x="1094" y="632"/>
                </a:lnTo>
                <a:lnTo>
                  <a:pt x="0" y="632"/>
                </a:lnTo>
                <a:lnTo>
                  <a:pt x="0" y="967"/>
                </a:lnTo>
              </a:path>
            </a:pathLst>
          </a:custGeom>
          <a:noFill/>
          <a:ln w="50800" cap="rnd" cmpd="sng">
            <a:solidFill>
              <a:srgbClr val="114FFB"/>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8420" name="Freeform 4"/>
          <p:cNvSpPr>
            <a:spLocks/>
          </p:cNvSpPr>
          <p:nvPr/>
        </p:nvSpPr>
        <p:spPr bwMode="auto">
          <a:xfrm>
            <a:off x="3316288" y="5051425"/>
            <a:ext cx="700087" cy="334963"/>
          </a:xfrm>
          <a:custGeom>
            <a:avLst/>
            <a:gdLst>
              <a:gd name="T0" fmla="*/ 0 w 496"/>
              <a:gd name="T1" fmla="*/ 0 h 211"/>
              <a:gd name="T2" fmla="*/ 495 w 496"/>
              <a:gd name="T3" fmla="*/ 0 h 211"/>
              <a:gd name="T4" fmla="*/ 495 w 496"/>
              <a:gd name="T5" fmla="*/ 210 h 211"/>
            </a:gdLst>
            <a:ahLst/>
            <a:cxnLst>
              <a:cxn ang="0">
                <a:pos x="T0" y="T1"/>
              </a:cxn>
              <a:cxn ang="0">
                <a:pos x="T2" y="T3"/>
              </a:cxn>
              <a:cxn ang="0">
                <a:pos x="T4" y="T5"/>
              </a:cxn>
            </a:cxnLst>
            <a:rect l="0" t="0" r="r" b="b"/>
            <a:pathLst>
              <a:path w="496" h="211">
                <a:moveTo>
                  <a:pt x="0" y="0"/>
                </a:moveTo>
                <a:lnTo>
                  <a:pt x="495" y="0"/>
                </a:lnTo>
                <a:lnTo>
                  <a:pt x="495" y="210"/>
                </a:lnTo>
              </a:path>
            </a:pathLst>
          </a:custGeom>
          <a:noFill/>
          <a:ln w="50800" cap="rnd" cmpd="sng">
            <a:solidFill>
              <a:srgbClr val="114FFB"/>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8421" name="Rectangle 5"/>
          <p:cNvSpPr>
            <a:spLocks noGrp="1" noChangeArrowheads="1"/>
          </p:cNvSpPr>
          <p:nvPr>
            <p:ph type="title"/>
          </p:nvPr>
        </p:nvSpPr>
        <p:spPr>
          <a:noFill/>
          <a:ln/>
          <a:extLst>
            <a:ext uri="{91240B29-F687-4F45-9708-019B960494DF}">
              <a14:hiddenLine xmlns:a14="http://schemas.microsoft.com/office/drawing/2010/main" w="12700">
                <a:solidFill>
                  <a:schemeClr val="tx1"/>
                </a:solidFill>
                <a:miter lim="800000"/>
                <a:headEnd/>
                <a:tailEnd/>
              </a14:hiddenLine>
            </a:ext>
          </a:extLst>
        </p:spPr>
        <p:txBody>
          <a:bodyPr lIns="90488" tIns="44450" rIns="90488" bIns="44450"/>
          <a:lstStyle/>
          <a:p>
            <a:r>
              <a:rPr lang="en-GB" altLang="zh-CN" sz="3300">
                <a:ea typeface="SimSun" panose="02010600030101010101" pitchFamily="2" charset="-122"/>
              </a:rPr>
              <a:t>Application for Transformers with Dual CT Inputs Per Winding:  MiCOM P645</a:t>
            </a:r>
          </a:p>
        </p:txBody>
      </p:sp>
      <p:sp>
        <p:nvSpPr>
          <p:cNvPr id="828422" name="Line 6"/>
          <p:cNvSpPr>
            <a:spLocks noChangeShapeType="1"/>
          </p:cNvSpPr>
          <p:nvPr/>
        </p:nvSpPr>
        <p:spPr bwMode="auto">
          <a:xfrm flipH="1">
            <a:off x="5568950" y="3394075"/>
            <a:ext cx="2032000" cy="0"/>
          </a:xfrm>
          <a:prstGeom prst="line">
            <a:avLst/>
          </a:prstGeom>
          <a:noFill/>
          <a:ln w="508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8423" name="Rectangle 7"/>
          <p:cNvSpPr>
            <a:spLocks noChangeArrowheads="1"/>
          </p:cNvSpPr>
          <p:nvPr/>
        </p:nvSpPr>
        <p:spPr bwMode="auto">
          <a:xfrm>
            <a:off x="1306513" y="5046663"/>
            <a:ext cx="654050" cy="5000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8424" name="Line 8"/>
          <p:cNvSpPr>
            <a:spLocks noChangeShapeType="1"/>
          </p:cNvSpPr>
          <p:nvPr/>
        </p:nvSpPr>
        <p:spPr bwMode="auto">
          <a:xfrm flipH="1">
            <a:off x="898525" y="3389313"/>
            <a:ext cx="1360488" cy="0"/>
          </a:xfrm>
          <a:prstGeom prst="line">
            <a:avLst/>
          </a:prstGeom>
          <a:noFill/>
          <a:ln w="508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8425" name="Line 9"/>
          <p:cNvSpPr>
            <a:spLocks noChangeShapeType="1"/>
          </p:cNvSpPr>
          <p:nvPr/>
        </p:nvSpPr>
        <p:spPr bwMode="auto">
          <a:xfrm flipH="1">
            <a:off x="2451100" y="3389313"/>
            <a:ext cx="1116013" cy="0"/>
          </a:xfrm>
          <a:prstGeom prst="line">
            <a:avLst/>
          </a:prstGeom>
          <a:noFill/>
          <a:ln w="508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8426" name="Line 10"/>
          <p:cNvSpPr>
            <a:spLocks noChangeShapeType="1"/>
          </p:cNvSpPr>
          <p:nvPr/>
        </p:nvSpPr>
        <p:spPr bwMode="auto">
          <a:xfrm flipH="1">
            <a:off x="4473575" y="3389313"/>
            <a:ext cx="882650" cy="0"/>
          </a:xfrm>
          <a:prstGeom prst="line">
            <a:avLst/>
          </a:prstGeom>
          <a:noFill/>
          <a:ln w="508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8427" name="Rectangle 11"/>
          <p:cNvSpPr>
            <a:spLocks noChangeArrowheads="1"/>
          </p:cNvSpPr>
          <p:nvPr/>
        </p:nvSpPr>
        <p:spPr bwMode="auto">
          <a:xfrm>
            <a:off x="4211638" y="6311900"/>
            <a:ext cx="1008062" cy="3937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eaLnBrk="0" hangingPunct="0"/>
            <a:r>
              <a:rPr lang="en-GB" altLang="zh-CN" sz="2000" b="1">
                <a:solidFill>
                  <a:schemeClr val="accent1"/>
                </a:solidFill>
                <a:latin typeface="FuturaA Md BT" pitchFamily="34" charset="0"/>
                <a:ea typeface="SimSun" panose="02010600030101010101" pitchFamily="2" charset="-122"/>
              </a:rPr>
              <a:t>P645</a:t>
            </a:r>
          </a:p>
        </p:txBody>
      </p:sp>
      <p:sp>
        <p:nvSpPr>
          <p:cNvPr id="828428" name="Oval 12"/>
          <p:cNvSpPr>
            <a:spLocks noChangeArrowheads="1"/>
          </p:cNvSpPr>
          <p:nvPr/>
        </p:nvSpPr>
        <p:spPr bwMode="auto">
          <a:xfrm>
            <a:off x="3773488" y="2701925"/>
            <a:ext cx="515937" cy="577850"/>
          </a:xfrm>
          <a:prstGeom prst="ellipse">
            <a:avLst/>
          </a:prstGeom>
          <a:noFill/>
          <a:ln w="50800">
            <a:solidFill>
              <a:srgbClr val="114FFB"/>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8429" name="Oval 13"/>
          <p:cNvSpPr>
            <a:spLocks noChangeArrowheads="1"/>
          </p:cNvSpPr>
          <p:nvPr/>
        </p:nvSpPr>
        <p:spPr bwMode="auto">
          <a:xfrm>
            <a:off x="3954463" y="3101975"/>
            <a:ext cx="514350" cy="577850"/>
          </a:xfrm>
          <a:prstGeom prst="ellipse">
            <a:avLst/>
          </a:prstGeom>
          <a:noFill/>
          <a:ln w="50800">
            <a:solidFill>
              <a:srgbClr val="114FFB"/>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8430" name="AutoShape 14"/>
          <p:cNvSpPr>
            <a:spLocks noChangeArrowheads="1"/>
          </p:cNvSpPr>
          <p:nvPr/>
        </p:nvSpPr>
        <p:spPr bwMode="auto">
          <a:xfrm>
            <a:off x="3917950" y="2808288"/>
            <a:ext cx="209550" cy="198437"/>
          </a:xfrm>
          <a:prstGeom prst="triangle">
            <a:avLst>
              <a:gd name="adj" fmla="val 49995"/>
            </a:avLst>
          </a:prstGeom>
          <a:noFill/>
          <a:ln w="50800">
            <a:solidFill>
              <a:srgbClr val="114FFB"/>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8431" name="Oval 15"/>
          <p:cNvSpPr>
            <a:spLocks noChangeArrowheads="1"/>
          </p:cNvSpPr>
          <p:nvPr/>
        </p:nvSpPr>
        <p:spPr bwMode="auto">
          <a:xfrm>
            <a:off x="3579813" y="3101975"/>
            <a:ext cx="512762" cy="577850"/>
          </a:xfrm>
          <a:prstGeom prst="ellipse">
            <a:avLst/>
          </a:prstGeom>
          <a:noFill/>
          <a:ln w="50800">
            <a:solidFill>
              <a:srgbClr val="114FFB"/>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8432" name="Line 16"/>
          <p:cNvSpPr>
            <a:spLocks noChangeShapeType="1"/>
          </p:cNvSpPr>
          <p:nvPr/>
        </p:nvSpPr>
        <p:spPr bwMode="auto">
          <a:xfrm flipH="1">
            <a:off x="5568950" y="3009900"/>
            <a:ext cx="2016125" cy="0"/>
          </a:xfrm>
          <a:prstGeom prst="line">
            <a:avLst/>
          </a:prstGeom>
          <a:noFill/>
          <a:ln w="508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8433" name="Line 17"/>
          <p:cNvSpPr>
            <a:spLocks noChangeShapeType="1"/>
          </p:cNvSpPr>
          <p:nvPr/>
        </p:nvSpPr>
        <p:spPr bwMode="auto">
          <a:xfrm flipH="1">
            <a:off x="4276725" y="3005138"/>
            <a:ext cx="1079500" cy="0"/>
          </a:xfrm>
          <a:prstGeom prst="line">
            <a:avLst/>
          </a:prstGeom>
          <a:noFill/>
          <a:ln w="508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8434" name="Freeform 18"/>
          <p:cNvSpPr>
            <a:spLocks/>
          </p:cNvSpPr>
          <p:nvPr/>
        </p:nvSpPr>
        <p:spPr bwMode="auto">
          <a:xfrm>
            <a:off x="4481513" y="2506663"/>
            <a:ext cx="3327400" cy="3306762"/>
          </a:xfrm>
          <a:custGeom>
            <a:avLst/>
            <a:gdLst>
              <a:gd name="T0" fmla="*/ 1855 w 2358"/>
              <a:gd name="T1" fmla="*/ 205 h 2083"/>
              <a:gd name="T2" fmla="*/ 1855 w 2358"/>
              <a:gd name="T3" fmla="*/ 0 h 2083"/>
              <a:gd name="T4" fmla="*/ 2357 w 2358"/>
              <a:gd name="T5" fmla="*/ 0 h 2083"/>
              <a:gd name="T6" fmla="*/ 2357 w 2358"/>
              <a:gd name="T7" fmla="*/ 2082 h 2083"/>
              <a:gd name="T8" fmla="*/ 0 w 2358"/>
              <a:gd name="T9" fmla="*/ 2082 h 2083"/>
            </a:gdLst>
            <a:ahLst/>
            <a:cxnLst>
              <a:cxn ang="0">
                <a:pos x="T0" y="T1"/>
              </a:cxn>
              <a:cxn ang="0">
                <a:pos x="T2" y="T3"/>
              </a:cxn>
              <a:cxn ang="0">
                <a:pos x="T4" y="T5"/>
              </a:cxn>
              <a:cxn ang="0">
                <a:pos x="T6" y="T7"/>
              </a:cxn>
              <a:cxn ang="0">
                <a:pos x="T8" y="T9"/>
              </a:cxn>
            </a:cxnLst>
            <a:rect l="0" t="0" r="r" b="b"/>
            <a:pathLst>
              <a:path w="2358" h="2083">
                <a:moveTo>
                  <a:pt x="1855" y="205"/>
                </a:moveTo>
                <a:lnTo>
                  <a:pt x="1855" y="0"/>
                </a:lnTo>
                <a:lnTo>
                  <a:pt x="2357" y="0"/>
                </a:lnTo>
                <a:lnTo>
                  <a:pt x="2357" y="2082"/>
                </a:lnTo>
                <a:lnTo>
                  <a:pt x="0" y="2082"/>
                </a:lnTo>
              </a:path>
            </a:pathLst>
          </a:custGeom>
          <a:noFill/>
          <a:ln w="50800" cap="rnd" cmpd="sng">
            <a:solidFill>
              <a:srgbClr val="114FFB"/>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8435" name="Freeform 19"/>
          <p:cNvSpPr>
            <a:spLocks/>
          </p:cNvSpPr>
          <p:nvPr/>
        </p:nvSpPr>
        <p:spPr bwMode="auto">
          <a:xfrm>
            <a:off x="1528763" y="3594100"/>
            <a:ext cx="2222500" cy="2193925"/>
          </a:xfrm>
          <a:custGeom>
            <a:avLst/>
            <a:gdLst>
              <a:gd name="T0" fmla="*/ 0 w 1575"/>
              <a:gd name="T1" fmla="*/ 0 h 1382"/>
              <a:gd name="T2" fmla="*/ 0 w 1575"/>
              <a:gd name="T3" fmla="*/ 1381 h 1382"/>
              <a:gd name="T4" fmla="*/ 1574 w 1575"/>
              <a:gd name="T5" fmla="*/ 1381 h 1382"/>
            </a:gdLst>
            <a:ahLst/>
            <a:cxnLst>
              <a:cxn ang="0">
                <a:pos x="T0" y="T1"/>
              </a:cxn>
              <a:cxn ang="0">
                <a:pos x="T2" y="T3"/>
              </a:cxn>
              <a:cxn ang="0">
                <a:pos x="T4" y="T5"/>
              </a:cxn>
            </a:cxnLst>
            <a:rect l="0" t="0" r="r" b="b"/>
            <a:pathLst>
              <a:path w="1575" h="1382">
                <a:moveTo>
                  <a:pt x="0" y="0"/>
                </a:moveTo>
                <a:lnTo>
                  <a:pt x="0" y="1381"/>
                </a:lnTo>
                <a:lnTo>
                  <a:pt x="1574" y="1381"/>
                </a:lnTo>
              </a:path>
            </a:pathLst>
          </a:custGeom>
          <a:noFill/>
          <a:ln w="50800" cap="rnd" cmpd="sng">
            <a:solidFill>
              <a:srgbClr val="114FFB"/>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828436" name="Group 20"/>
          <p:cNvGrpSpPr>
            <a:grpSpLocks/>
          </p:cNvGrpSpPr>
          <p:nvPr/>
        </p:nvGrpSpPr>
        <p:grpSpPr bwMode="auto">
          <a:xfrm>
            <a:off x="1292225" y="3263900"/>
            <a:ext cx="473075" cy="309563"/>
            <a:chOff x="2264" y="1144"/>
            <a:chExt cx="336" cy="195"/>
          </a:xfrm>
        </p:grpSpPr>
        <p:sp>
          <p:nvSpPr>
            <p:cNvPr id="828437" name="Arc 21"/>
            <p:cNvSpPr>
              <a:spLocks/>
            </p:cNvSpPr>
            <p:nvPr/>
          </p:nvSpPr>
          <p:spPr bwMode="auto">
            <a:xfrm>
              <a:off x="2432" y="1144"/>
              <a:ext cx="87" cy="101"/>
            </a:xfrm>
            <a:custGeom>
              <a:avLst/>
              <a:gdLst>
                <a:gd name="G0" fmla="+- 21600 0 0"/>
                <a:gd name="G1" fmla="+- 21598 0 0"/>
                <a:gd name="G2" fmla="+- 21600 0 0"/>
                <a:gd name="T0" fmla="*/ 0 w 21600"/>
                <a:gd name="T1" fmla="*/ 21598 h 21598"/>
                <a:gd name="T2" fmla="*/ 21338 w 21600"/>
                <a:gd name="T3" fmla="*/ 0 h 21598"/>
                <a:gd name="T4" fmla="*/ 21600 w 21600"/>
                <a:gd name="T5" fmla="*/ 21598 h 21598"/>
              </a:gdLst>
              <a:ahLst/>
              <a:cxnLst>
                <a:cxn ang="0">
                  <a:pos x="T0" y="T1"/>
                </a:cxn>
                <a:cxn ang="0">
                  <a:pos x="T2" y="T3"/>
                </a:cxn>
                <a:cxn ang="0">
                  <a:pos x="T4" y="T5"/>
                </a:cxn>
              </a:cxnLst>
              <a:rect l="0" t="0" r="r" b="b"/>
              <a:pathLst>
                <a:path w="21600" h="21598" fill="none" extrusionOk="0">
                  <a:moveTo>
                    <a:pt x="0" y="21598"/>
                  </a:moveTo>
                  <a:cubicBezTo>
                    <a:pt x="0" y="9770"/>
                    <a:pt x="9511" y="143"/>
                    <a:pt x="21337" y="-1"/>
                  </a:cubicBezTo>
                </a:path>
                <a:path w="21600" h="21598" stroke="0" extrusionOk="0">
                  <a:moveTo>
                    <a:pt x="0" y="21598"/>
                  </a:moveTo>
                  <a:cubicBezTo>
                    <a:pt x="0" y="9770"/>
                    <a:pt x="9511" y="143"/>
                    <a:pt x="21337" y="-1"/>
                  </a:cubicBezTo>
                  <a:lnTo>
                    <a:pt x="21600" y="21598"/>
                  </a:lnTo>
                  <a:close/>
                </a:path>
              </a:pathLst>
            </a:custGeom>
            <a:noFill/>
            <a:ln w="50800" cap="rnd">
              <a:solidFill>
                <a:srgbClr val="114FFB"/>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8438" name="Arc 22"/>
            <p:cNvSpPr>
              <a:spLocks/>
            </p:cNvSpPr>
            <p:nvPr/>
          </p:nvSpPr>
          <p:spPr bwMode="auto">
            <a:xfrm>
              <a:off x="2512" y="1144"/>
              <a:ext cx="88" cy="101"/>
            </a:xfrm>
            <a:custGeom>
              <a:avLst/>
              <a:gdLst>
                <a:gd name="G0" fmla="+- 262 0 0"/>
                <a:gd name="G1" fmla="+- 21600 0 0"/>
                <a:gd name="G2" fmla="+- 21600 0 0"/>
                <a:gd name="T0" fmla="*/ 0 w 21862"/>
                <a:gd name="T1" fmla="*/ 2 h 21600"/>
                <a:gd name="T2" fmla="*/ 21862 w 21862"/>
                <a:gd name="T3" fmla="*/ 21600 h 21600"/>
                <a:gd name="T4" fmla="*/ 262 w 21862"/>
                <a:gd name="T5" fmla="*/ 21600 h 21600"/>
              </a:gdLst>
              <a:ahLst/>
              <a:cxnLst>
                <a:cxn ang="0">
                  <a:pos x="T0" y="T1"/>
                </a:cxn>
                <a:cxn ang="0">
                  <a:pos x="T2" y="T3"/>
                </a:cxn>
                <a:cxn ang="0">
                  <a:pos x="T4" y="T5"/>
                </a:cxn>
              </a:cxnLst>
              <a:rect l="0" t="0" r="r" b="b"/>
              <a:pathLst>
                <a:path w="21862" h="21600" fill="none" extrusionOk="0">
                  <a:moveTo>
                    <a:pt x="-1" y="1"/>
                  </a:moveTo>
                  <a:cubicBezTo>
                    <a:pt x="87" y="0"/>
                    <a:pt x="174" y="0"/>
                    <a:pt x="262" y="0"/>
                  </a:cubicBezTo>
                  <a:cubicBezTo>
                    <a:pt x="12191" y="0"/>
                    <a:pt x="21862" y="9670"/>
                    <a:pt x="21862" y="21600"/>
                  </a:cubicBezTo>
                </a:path>
                <a:path w="21862" h="21600" stroke="0" extrusionOk="0">
                  <a:moveTo>
                    <a:pt x="-1" y="1"/>
                  </a:moveTo>
                  <a:cubicBezTo>
                    <a:pt x="87" y="0"/>
                    <a:pt x="174" y="0"/>
                    <a:pt x="262" y="0"/>
                  </a:cubicBezTo>
                  <a:cubicBezTo>
                    <a:pt x="12191" y="0"/>
                    <a:pt x="21862" y="9670"/>
                    <a:pt x="21862" y="21600"/>
                  </a:cubicBezTo>
                  <a:lnTo>
                    <a:pt x="262" y="21600"/>
                  </a:lnTo>
                  <a:close/>
                </a:path>
              </a:pathLst>
            </a:custGeom>
            <a:noFill/>
            <a:ln w="50800" cap="rnd">
              <a:solidFill>
                <a:srgbClr val="114FFB"/>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8439" name="Arc 23"/>
            <p:cNvSpPr>
              <a:spLocks/>
            </p:cNvSpPr>
            <p:nvPr/>
          </p:nvSpPr>
          <p:spPr bwMode="auto">
            <a:xfrm>
              <a:off x="2266" y="1144"/>
              <a:ext cx="87" cy="101"/>
            </a:xfrm>
            <a:custGeom>
              <a:avLst/>
              <a:gdLst>
                <a:gd name="G0" fmla="+- 21600 0 0"/>
                <a:gd name="G1" fmla="+- 21598 0 0"/>
                <a:gd name="G2" fmla="+- 21600 0 0"/>
                <a:gd name="T0" fmla="*/ 0 w 21600"/>
                <a:gd name="T1" fmla="*/ 21598 h 21598"/>
                <a:gd name="T2" fmla="*/ 21338 w 21600"/>
                <a:gd name="T3" fmla="*/ 0 h 21598"/>
                <a:gd name="T4" fmla="*/ 21600 w 21600"/>
                <a:gd name="T5" fmla="*/ 21598 h 21598"/>
              </a:gdLst>
              <a:ahLst/>
              <a:cxnLst>
                <a:cxn ang="0">
                  <a:pos x="T0" y="T1"/>
                </a:cxn>
                <a:cxn ang="0">
                  <a:pos x="T2" y="T3"/>
                </a:cxn>
                <a:cxn ang="0">
                  <a:pos x="T4" y="T5"/>
                </a:cxn>
              </a:cxnLst>
              <a:rect l="0" t="0" r="r" b="b"/>
              <a:pathLst>
                <a:path w="21600" h="21598" fill="none" extrusionOk="0">
                  <a:moveTo>
                    <a:pt x="0" y="21598"/>
                  </a:moveTo>
                  <a:cubicBezTo>
                    <a:pt x="0" y="9770"/>
                    <a:pt x="9511" y="143"/>
                    <a:pt x="21337" y="-1"/>
                  </a:cubicBezTo>
                </a:path>
                <a:path w="21600" h="21598" stroke="0" extrusionOk="0">
                  <a:moveTo>
                    <a:pt x="0" y="21598"/>
                  </a:moveTo>
                  <a:cubicBezTo>
                    <a:pt x="0" y="9770"/>
                    <a:pt x="9511" y="143"/>
                    <a:pt x="21337" y="-1"/>
                  </a:cubicBezTo>
                  <a:lnTo>
                    <a:pt x="21600" y="21598"/>
                  </a:lnTo>
                  <a:close/>
                </a:path>
              </a:pathLst>
            </a:custGeom>
            <a:noFill/>
            <a:ln w="50800" cap="rnd">
              <a:solidFill>
                <a:srgbClr val="114FFB"/>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8440" name="Arc 24"/>
            <p:cNvSpPr>
              <a:spLocks/>
            </p:cNvSpPr>
            <p:nvPr/>
          </p:nvSpPr>
          <p:spPr bwMode="auto">
            <a:xfrm>
              <a:off x="2346" y="1144"/>
              <a:ext cx="88" cy="101"/>
            </a:xfrm>
            <a:custGeom>
              <a:avLst/>
              <a:gdLst>
                <a:gd name="G0" fmla="+- 262 0 0"/>
                <a:gd name="G1" fmla="+- 21600 0 0"/>
                <a:gd name="G2" fmla="+- 21600 0 0"/>
                <a:gd name="T0" fmla="*/ 0 w 21862"/>
                <a:gd name="T1" fmla="*/ 2 h 21600"/>
                <a:gd name="T2" fmla="*/ 21862 w 21862"/>
                <a:gd name="T3" fmla="*/ 21600 h 21600"/>
                <a:gd name="T4" fmla="*/ 262 w 21862"/>
                <a:gd name="T5" fmla="*/ 21600 h 21600"/>
              </a:gdLst>
              <a:ahLst/>
              <a:cxnLst>
                <a:cxn ang="0">
                  <a:pos x="T0" y="T1"/>
                </a:cxn>
                <a:cxn ang="0">
                  <a:pos x="T2" y="T3"/>
                </a:cxn>
                <a:cxn ang="0">
                  <a:pos x="T4" y="T5"/>
                </a:cxn>
              </a:cxnLst>
              <a:rect l="0" t="0" r="r" b="b"/>
              <a:pathLst>
                <a:path w="21862" h="21600" fill="none" extrusionOk="0">
                  <a:moveTo>
                    <a:pt x="-1" y="1"/>
                  </a:moveTo>
                  <a:cubicBezTo>
                    <a:pt x="87" y="0"/>
                    <a:pt x="174" y="0"/>
                    <a:pt x="262" y="0"/>
                  </a:cubicBezTo>
                  <a:cubicBezTo>
                    <a:pt x="12191" y="0"/>
                    <a:pt x="21862" y="9670"/>
                    <a:pt x="21862" y="21600"/>
                  </a:cubicBezTo>
                </a:path>
                <a:path w="21862" h="21600" stroke="0" extrusionOk="0">
                  <a:moveTo>
                    <a:pt x="-1" y="1"/>
                  </a:moveTo>
                  <a:cubicBezTo>
                    <a:pt x="87" y="0"/>
                    <a:pt x="174" y="0"/>
                    <a:pt x="262" y="0"/>
                  </a:cubicBezTo>
                  <a:cubicBezTo>
                    <a:pt x="12191" y="0"/>
                    <a:pt x="21862" y="9670"/>
                    <a:pt x="21862" y="21600"/>
                  </a:cubicBezTo>
                  <a:lnTo>
                    <a:pt x="262" y="21600"/>
                  </a:lnTo>
                  <a:close/>
                </a:path>
              </a:pathLst>
            </a:custGeom>
            <a:noFill/>
            <a:ln w="50800" cap="rnd">
              <a:solidFill>
                <a:srgbClr val="114FFB"/>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8441" name="Line 25"/>
            <p:cNvSpPr>
              <a:spLocks noChangeShapeType="1"/>
            </p:cNvSpPr>
            <p:nvPr/>
          </p:nvSpPr>
          <p:spPr bwMode="auto">
            <a:xfrm>
              <a:off x="2264" y="1238"/>
              <a:ext cx="0" cy="98"/>
            </a:xfrm>
            <a:prstGeom prst="line">
              <a:avLst/>
            </a:prstGeom>
            <a:noFill/>
            <a:ln w="508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8442" name="Line 26"/>
            <p:cNvSpPr>
              <a:spLocks noChangeShapeType="1"/>
            </p:cNvSpPr>
            <p:nvPr/>
          </p:nvSpPr>
          <p:spPr bwMode="auto">
            <a:xfrm>
              <a:off x="2600" y="1244"/>
              <a:ext cx="0" cy="95"/>
            </a:xfrm>
            <a:prstGeom prst="line">
              <a:avLst/>
            </a:prstGeom>
            <a:noFill/>
            <a:ln w="508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8443" name="Line 27"/>
            <p:cNvSpPr>
              <a:spLocks noChangeShapeType="1"/>
            </p:cNvSpPr>
            <p:nvPr/>
          </p:nvSpPr>
          <p:spPr bwMode="auto">
            <a:xfrm>
              <a:off x="2433" y="1246"/>
              <a:ext cx="0" cy="29"/>
            </a:xfrm>
            <a:prstGeom prst="line">
              <a:avLst/>
            </a:prstGeom>
            <a:noFill/>
            <a:ln w="508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828444" name="Group 28"/>
          <p:cNvGrpSpPr>
            <a:grpSpLocks/>
          </p:cNvGrpSpPr>
          <p:nvPr/>
        </p:nvGrpSpPr>
        <p:grpSpPr bwMode="auto">
          <a:xfrm>
            <a:off x="3652838" y="3252788"/>
            <a:ext cx="263525" cy="236537"/>
            <a:chOff x="1720" y="894"/>
            <a:chExt cx="290" cy="231"/>
          </a:xfrm>
        </p:grpSpPr>
        <p:sp>
          <p:nvSpPr>
            <p:cNvPr id="828445" name="Line 29"/>
            <p:cNvSpPr>
              <a:spLocks noChangeShapeType="1"/>
            </p:cNvSpPr>
            <p:nvPr/>
          </p:nvSpPr>
          <p:spPr bwMode="auto">
            <a:xfrm flipH="1">
              <a:off x="1720" y="1046"/>
              <a:ext cx="140" cy="76"/>
            </a:xfrm>
            <a:prstGeom prst="line">
              <a:avLst/>
            </a:prstGeom>
            <a:noFill/>
            <a:ln w="508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8446" name="Line 30"/>
            <p:cNvSpPr>
              <a:spLocks noChangeShapeType="1"/>
            </p:cNvSpPr>
            <p:nvPr/>
          </p:nvSpPr>
          <p:spPr bwMode="auto">
            <a:xfrm flipV="1">
              <a:off x="1862" y="894"/>
              <a:ext cx="0" cy="171"/>
            </a:xfrm>
            <a:prstGeom prst="line">
              <a:avLst/>
            </a:prstGeom>
            <a:noFill/>
            <a:ln w="508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8447" name="Line 31"/>
            <p:cNvSpPr>
              <a:spLocks noChangeShapeType="1"/>
            </p:cNvSpPr>
            <p:nvPr/>
          </p:nvSpPr>
          <p:spPr bwMode="auto">
            <a:xfrm>
              <a:off x="1870" y="1049"/>
              <a:ext cx="140" cy="76"/>
            </a:xfrm>
            <a:prstGeom prst="line">
              <a:avLst/>
            </a:prstGeom>
            <a:noFill/>
            <a:ln w="508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828448" name="Group 32"/>
          <p:cNvGrpSpPr>
            <a:grpSpLocks/>
          </p:cNvGrpSpPr>
          <p:nvPr/>
        </p:nvGrpSpPr>
        <p:grpSpPr bwMode="auto">
          <a:xfrm>
            <a:off x="2284413" y="3306763"/>
            <a:ext cx="130175" cy="147637"/>
            <a:chOff x="714" y="2950"/>
            <a:chExt cx="204" cy="204"/>
          </a:xfrm>
        </p:grpSpPr>
        <p:sp>
          <p:nvSpPr>
            <p:cNvPr id="828449" name="Line 33"/>
            <p:cNvSpPr>
              <a:spLocks noChangeShapeType="1"/>
            </p:cNvSpPr>
            <p:nvPr/>
          </p:nvSpPr>
          <p:spPr bwMode="auto">
            <a:xfrm>
              <a:off x="714" y="2950"/>
              <a:ext cx="204" cy="204"/>
            </a:xfrm>
            <a:prstGeom prst="line">
              <a:avLst/>
            </a:prstGeom>
            <a:noFill/>
            <a:ln w="254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828450" name="Line 34"/>
            <p:cNvSpPr>
              <a:spLocks noChangeShapeType="1"/>
            </p:cNvSpPr>
            <p:nvPr/>
          </p:nvSpPr>
          <p:spPr bwMode="auto">
            <a:xfrm flipH="1">
              <a:off x="714" y="2950"/>
              <a:ext cx="204" cy="204"/>
            </a:xfrm>
            <a:prstGeom prst="line">
              <a:avLst/>
            </a:prstGeom>
            <a:noFill/>
            <a:ln w="254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pSp>
      <p:sp>
        <p:nvSpPr>
          <p:cNvPr id="828451" name="Line 35"/>
          <p:cNvSpPr>
            <a:spLocks noChangeShapeType="1"/>
          </p:cNvSpPr>
          <p:nvPr/>
        </p:nvSpPr>
        <p:spPr bwMode="auto">
          <a:xfrm flipH="1">
            <a:off x="3778250" y="3419475"/>
            <a:ext cx="6350" cy="1017588"/>
          </a:xfrm>
          <a:prstGeom prst="line">
            <a:avLst/>
          </a:prstGeom>
          <a:noFill/>
          <a:ln w="508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828452" name="Group 36"/>
          <p:cNvGrpSpPr>
            <a:grpSpLocks/>
          </p:cNvGrpSpPr>
          <p:nvPr/>
        </p:nvGrpSpPr>
        <p:grpSpPr bwMode="auto">
          <a:xfrm>
            <a:off x="3590925" y="4475163"/>
            <a:ext cx="377825" cy="163512"/>
            <a:chOff x="3026" y="2091"/>
            <a:chExt cx="159" cy="61"/>
          </a:xfrm>
        </p:grpSpPr>
        <p:sp>
          <p:nvSpPr>
            <p:cNvPr id="828453" name="Line 37"/>
            <p:cNvSpPr>
              <a:spLocks noChangeShapeType="1"/>
            </p:cNvSpPr>
            <p:nvPr/>
          </p:nvSpPr>
          <p:spPr bwMode="auto">
            <a:xfrm flipH="1">
              <a:off x="3026" y="2091"/>
              <a:ext cx="159" cy="0"/>
            </a:xfrm>
            <a:prstGeom prst="line">
              <a:avLst/>
            </a:prstGeom>
            <a:noFill/>
            <a:ln w="508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8454" name="Line 38"/>
            <p:cNvSpPr>
              <a:spLocks noChangeShapeType="1"/>
            </p:cNvSpPr>
            <p:nvPr/>
          </p:nvSpPr>
          <p:spPr bwMode="auto">
            <a:xfrm flipH="1">
              <a:off x="3053" y="2122"/>
              <a:ext cx="106" cy="0"/>
            </a:xfrm>
            <a:prstGeom prst="line">
              <a:avLst/>
            </a:prstGeom>
            <a:noFill/>
            <a:ln w="508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8455" name="Line 39"/>
            <p:cNvSpPr>
              <a:spLocks noChangeShapeType="1"/>
            </p:cNvSpPr>
            <p:nvPr/>
          </p:nvSpPr>
          <p:spPr bwMode="auto">
            <a:xfrm flipH="1">
              <a:off x="3079" y="2152"/>
              <a:ext cx="55" cy="0"/>
            </a:xfrm>
            <a:prstGeom prst="line">
              <a:avLst/>
            </a:prstGeom>
            <a:noFill/>
            <a:ln w="508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828456" name="Group 40"/>
          <p:cNvGrpSpPr>
            <a:grpSpLocks/>
          </p:cNvGrpSpPr>
          <p:nvPr/>
        </p:nvGrpSpPr>
        <p:grpSpPr bwMode="auto">
          <a:xfrm>
            <a:off x="4127500" y="3267075"/>
            <a:ext cx="263525" cy="236538"/>
            <a:chOff x="1720" y="894"/>
            <a:chExt cx="290" cy="231"/>
          </a:xfrm>
        </p:grpSpPr>
        <p:sp>
          <p:nvSpPr>
            <p:cNvPr id="828457" name="Line 41"/>
            <p:cNvSpPr>
              <a:spLocks noChangeShapeType="1"/>
            </p:cNvSpPr>
            <p:nvPr/>
          </p:nvSpPr>
          <p:spPr bwMode="auto">
            <a:xfrm flipH="1">
              <a:off x="1720" y="1046"/>
              <a:ext cx="140" cy="76"/>
            </a:xfrm>
            <a:prstGeom prst="line">
              <a:avLst/>
            </a:prstGeom>
            <a:noFill/>
            <a:ln w="508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8458" name="Line 42"/>
            <p:cNvSpPr>
              <a:spLocks noChangeShapeType="1"/>
            </p:cNvSpPr>
            <p:nvPr/>
          </p:nvSpPr>
          <p:spPr bwMode="auto">
            <a:xfrm flipV="1">
              <a:off x="1862" y="894"/>
              <a:ext cx="0" cy="171"/>
            </a:xfrm>
            <a:prstGeom prst="line">
              <a:avLst/>
            </a:prstGeom>
            <a:noFill/>
            <a:ln w="508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8459" name="Line 43"/>
            <p:cNvSpPr>
              <a:spLocks noChangeShapeType="1"/>
            </p:cNvSpPr>
            <p:nvPr/>
          </p:nvSpPr>
          <p:spPr bwMode="auto">
            <a:xfrm>
              <a:off x="1870" y="1049"/>
              <a:ext cx="140" cy="76"/>
            </a:xfrm>
            <a:prstGeom prst="line">
              <a:avLst/>
            </a:prstGeom>
            <a:noFill/>
            <a:ln w="508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828460" name="Line 44"/>
          <p:cNvSpPr>
            <a:spLocks noChangeShapeType="1"/>
          </p:cNvSpPr>
          <p:nvPr/>
        </p:nvSpPr>
        <p:spPr bwMode="auto">
          <a:xfrm flipH="1">
            <a:off x="4246563" y="3433763"/>
            <a:ext cx="11112" cy="1039812"/>
          </a:xfrm>
          <a:prstGeom prst="line">
            <a:avLst/>
          </a:prstGeom>
          <a:noFill/>
          <a:ln w="508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828461" name="Group 45"/>
          <p:cNvGrpSpPr>
            <a:grpSpLocks/>
          </p:cNvGrpSpPr>
          <p:nvPr/>
        </p:nvGrpSpPr>
        <p:grpSpPr bwMode="auto">
          <a:xfrm>
            <a:off x="4064000" y="4489450"/>
            <a:ext cx="379413" cy="163513"/>
            <a:chOff x="3026" y="2091"/>
            <a:chExt cx="159" cy="61"/>
          </a:xfrm>
        </p:grpSpPr>
        <p:sp>
          <p:nvSpPr>
            <p:cNvPr id="828462" name="Line 46"/>
            <p:cNvSpPr>
              <a:spLocks noChangeShapeType="1"/>
            </p:cNvSpPr>
            <p:nvPr/>
          </p:nvSpPr>
          <p:spPr bwMode="auto">
            <a:xfrm flipH="1">
              <a:off x="3026" y="2091"/>
              <a:ext cx="159" cy="0"/>
            </a:xfrm>
            <a:prstGeom prst="line">
              <a:avLst/>
            </a:prstGeom>
            <a:noFill/>
            <a:ln w="508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8463" name="Line 47"/>
            <p:cNvSpPr>
              <a:spLocks noChangeShapeType="1"/>
            </p:cNvSpPr>
            <p:nvPr/>
          </p:nvSpPr>
          <p:spPr bwMode="auto">
            <a:xfrm flipH="1">
              <a:off x="3053" y="2122"/>
              <a:ext cx="106" cy="0"/>
            </a:xfrm>
            <a:prstGeom prst="line">
              <a:avLst/>
            </a:prstGeom>
            <a:noFill/>
            <a:ln w="508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8464" name="Line 48"/>
            <p:cNvSpPr>
              <a:spLocks noChangeShapeType="1"/>
            </p:cNvSpPr>
            <p:nvPr/>
          </p:nvSpPr>
          <p:spPr bwMode="auto">
            <a:xfrm flipH="1">
              <a:off x="3079" y="2152"/>
              <a:ext cx="55" cy="0"/>
            </a:xfrm>
            <a:prstGeom prst="line">
              <a:avLst/>
            </a:prstGeom>
            <a:noFill/>
            <a:ln w="508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828465" name="Group 49"/>
          <p:cNvGrpSpPr>
            <a:grpSpLocks/>
          </p:cNvGrpSpPr>
          <p:nvPr/>
        </p:nvGrpSpPr>
        <p:grpSpPr bwMode="auto">
          <a:xfrm>
            <a:off x="5403850" y="3325813"/>
            <a:ext cx="131763" cy="147637"/>
            <a:chOff x="714" y="2950"/>
            <a:chExt cx="204" cy="204"/>
          </a:xfrm>
        </p:grpSpPr>
        <p:sp>
          <p:nvSpPr>
            <p:cNvPr id="828466" name="Line 50"/>
            <p:cNvSpPr>
              <a:spLocks noChangeShapeType="1"/>
            </p:cNvSpPr>
            <p:nvPr/>
          </p:nvSpPr>
          <p:spPr bwMode="auto">
            <a:xfrm>
              <a:off x="714" y="2950"/>
              <a:ext cx="204" cy="204"/>
            </a:xfrm>
            <a:prstGeom prst="line">
              <a:avLst/>
            </a:prstGeom>
            <a:noFill/>
            <a:ln w="254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828467" name="Line 51"/>
            <p:cNvSpPr>
              <a:spLocks noChangeShapeType="1"/>
            </p:cNvSpPr>
            <p:nvPr/>
          </p:nvSpPr>
          <p:spPr bwMode="auto">
            <a:xfrm flipH="1">
              <a:off x="714" y="2950"/>
              <a:ext cx="204" cy="204"/>
            </a:xfrm>
            <a:prstGeom prst="line">
              <a:avLst/>
            </a:prstGeom>
            <a:noFill/>
            <a:ln w="254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pSp>
      <p:grpSp>
        <p:nvGrpSpPr>
          <p:cNvPr id="828468" name="Group 52"/>
          <p:cNvGrpSpPr>
            <a:grpSpLocks/>
          </p:cNvGrpSpPr>
          <p:nvPr/>
        </p:nvGrpSpPr>
        <p:grpSpPr bwMode="auto">
          <a:xfrm>
            <a:off x="5395913" y="2925763"/>
            <a:ext cx="130175" cy="147637"/>
            <a:chOff x="714" y="2950"/>
            <a:chExt cx="204" cy="204"/>
          </a:xfrm>
        </p:grpSpPr>
        <p:sp>
          <p:nvSpPr>
            <p:cNvPr id="828469" name="Line 53"/>
            <p:cNvSpPr>
              <a:spLocks noChangeShapeType="1"/>
            </p:cNvSpPr>
            <p:nvPr/>
          </p:nvSpPr>
          <p:spPr bwMode="auto">
            <a:xfrm>
              <a:off x="714" y="2950"/>
              <a:ext cx="204" cy="204"/>
            </a:xfrm>
            <a:prstGeom prst="line">
              <a:avLst/>
            </a:prstGeom>
            <a:noFill/>
            <a:ln w="254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828470" name="Line 54"/>
            <p:cNvSpPr>
              <a:spLocks noChangeShapeType="1"/>
            </p:cNvSpPr>
            <p:nvPr/>
          </p:nvSpPr>
          <p:spPr bwMode="auto">
            <a:xfrm flipH="1">
              <a:off x="714" y="2950"/>
              <a:ext cx="204" cy="204"/>
            </a:xfrm>
            <a:prstGeom prst="line">
              <a:avLst/>
            </a:prstGeom>
            <a:noFill/>
            <a:ln w="254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pSp>
      <p:grpSp>
        <p:nvGrpSpPr>
          <p:cNvPr id="828471" name="Group 55"/>
          <p:cNvGrpSpPr>
            <a:grpSpLocks/>
          </p:cNvGrpSpPr>
          <p:nvPr/>
        </p:nvGrpSpPr>
        <p:grpSpPr bwMode="auto">
          <a:xfrm>
            <a:off x="6062663" y="3273425"/>
            <a:ext cx="474662" cy="309563"/>
            <a:chOff x="2264" y="1144"/>
            <a:chExt cx="336" cy="195"/>
          </a:xfrm>
        </p:grpSpPr>
        <p:sp>
          <p:nvSpPr>
            <p:cNvPr id="828472" name="Arc 56"/>
            <p:cNvSpPr>
              <a:spLocks/>
            </p:cNvSpPr>
            <p:nvPr/>
          </p:nvSpPr>
          <p:spPr bwMode="auto">
            <a:xfrm>
              <a:off x="2432" y="1144"/>
              <a:ext cx="87" cy="101"/>
            </a:xfrm>
            <a:custGeom>
              <a:avLst/>
              <a:gdLst>
                <a:gd name="G0" fmla="+- 21600 0 0"/>
                <a:gd name="G1" fmla="+- 21598 0 0"/>
                <a:gd name="G2" fmla="+- 21600 0 0"/>
                <a:gd name="T0" fmla="*/ 0 w 21600"/>
                <a:gd name="T1" fmla="*/ 21598 h 21598"/>
                <a:gd name="T2" fmla="*/ 21338 w 21600"/>
                <a:gd name="T3" fmla="*/ 0 h 21598"/>
                <a:gd name="T4" fmla="*/ 21600 w 21600"/>
                <a:gd name="T5" fmla="*/ 21598 h 21598"/>
              </a:gdLst>
              <a:ahLst/>
              <a:cxnLst>
                <a:cxn ang="0">
                  <a:pos x="T0" y="T1"/>
                </a:cxn>
                <a:cxn ang="0">
                  <a:pos x="T2" y="T3"/>
                </a:cxn>
                <a:cxn ang="0">
                  <a:pos x="T4" y="T5"/>
                </a:cxn>
              </a:cxnLst>
              <a:rect l="0" t="0" r="r" b="b"/>
              <a:pathLst>
                <a:path w="21600" h="21598" fill="none" extrusionOk="0">
                  <a:moveTo>
                    <a:pt x="0" y="21598"/>
                  </a:moveTo>
                  <a:cubicBezTo>
                    <a:pt x="0" y="9770"/>
                    <a:pt x="9511" y="143"/>
                    <a:pt x="21337" y="-1"/>
                  </a:cubicBezTo>
                </a:path>
                <a:path w="21600" h="21598" stroke="0" extrusionOk="0">
                  <a:moveTo>
                    <a:pt x="0" y="21598"/>
                  </a:moveTo>
                  <a:cubicBezTo>
                    <a:pt x="0" y="9770"/>
                    <a:pt x="9511" y="143"/>
                    <a:pt x="21337" y="-1"/>
                  </a:cubicBezTo>
                  <a:lnTo>
                    <a:pt x="21600" y="21598"/>
                  </a:lnTo>
                  <a:close/>
                </a:path>
              </a:pathLst>
            </a:custGeom>
            <a:noFill/>
            <a:ln w="50800" cap="rnd">
              <a:solidFill>
                <a:srgbClr val="114FFB"/>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8473" name="Arc 57"/>
            <p:cNvSpPr>
              <a:spLocks/>
            </p:cNvSpPr>
            <p:nvPr/>
          </p:nvSpPr>
          <p:spPr bwMode="auto">
            <a:xfrm>
              <a:off x="2512" y="1144"/>
              <a:ext cx="88" cy="101"/>
            </a:xfrm>
            <a:custGeom>
              <a:avLst/>
              <a:gdLst>
                <a:gd name="G0" fmla="+- 262 0 0"/>
                <a:gd name="G1" fmla="+- 21600 0 0"/>
                <a:gd name="G2" fmla="+- 21600 0 0"/>
                <a:gd name="T0" fmla="*/ 0 w 21862"/>
                <a:gd name="T1" fmla="*/ 2 h 21600"/>
                <a:gd name="T2" fmla="*/ 21862 w 21862"/>
                <a:gd name="T3" fmla="*/ 21600 h 21600"/>
                <a:gd name="T4" fmla="*/ 262 w 21862"/>
                <a:gd name="T5" fmla="*/ 21600 h 21600"/>
              </a:gdLst>
              <a:ahLst/>
              <a:cxnLst>
                <a:cxn ang="0">
                  <a:pos x="T0" y="T1"/>
                </a:cxn>
                <a:cxn ang="0">
                  <a:pos x="T2" y="T3"/>
                </a:cxn>
                <a:cxn ang="0">
                  <a:pos x="T4" y="T5"/>
                </a:cxn>
              </a:cxnLst>
              <a:rect l="0" t="0" r="r" b="b"/>
              <a:pathLst>
                <a:path w="21862" h="21600" fill="none" extrusionOk="0">
                  <a:moveTo>
                    <a:pt x="-1" y="1"/>
                  </a:moveTo>
                  <a:cubicBezTo>
                    <a:pt x="87" y="0"/>
                    <a:pt x="174" y="0"/>
                    <a:pt x="262" y="0"/>
                  </a:cubicBezTo>
                  <a:cubicBezTo>
                    <a:pt x="12191" y="0"/>
                    <a:pt x="21862" y="9670"/>
                    <a:pt x="21862" y="21600"/>
                  </a:cubicBezTo>
                </a:path>
                <a:path w="21862" h="21600" stroke="0" extrusionOk="0">
                  <a:moveTo>
                    <a:pt x="-1" y="1"/>
                  </a:moveTo>
                  <a:cubicBezTo>
                    <a:pt x="87" y="0"/>
                    <a:pt x="174" y="0"/>
                    <a:pt x="262" y="0"/>
                  </a:cubicBezTo>
                  <a:cubicBezTo>
                    <a:pt x="12191" y="0"/>
                    <a:pt x="21862" y="9670"/>
                    <a:pt x="21862" y="21600"/>
                  </a:cubicBezTo>
                  <a:lnTo>
                    <a:pt x="262" y="21600"/>
                  </a:lnTo>
                  <a:close/>
                </a:path>
              </a:pathLst>
            </a:custGeom>
            <a:noFill/>
            <a:ln w="50800" cap="rnd">
              <a:solidFill>
                <a:srgbClr val="114FFB"/>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8474" name="Arc 58"/>
            <p:cNvSpPr>
              <a:spLocks/>
            </p:cNvSpPr>
            <p:nvPr/>
          </p:nvSpPr>
          <p:spPr bwMode="auto">
            <a:xfrm>
              <a:off x="2266" y="1144"/>
              <a:ext cx="87" cy="101"/>
            </a:xfrm>
            <a:custGeom>
              <a:avLst/>
              <a:gdLst>
                <a:gd name="G0" fmla="+- 21600 0 0"/>
                <a:gd name="G1" fmla="+- 21598 0 0"/>
                <a:gd name="G2" fmla="+- 21600 0 0"/>
                <a:gd name="T0" fmla="*/ 0 w 21600"/>
                <a:gd name="T1" fmla="*/ 21598 h 21598"/>
                <a:gd name="T2" fmla="*/ 21338 w 21600"/>
                <a:gd name="T3" fmla="*/ 0 h 21598"/>
                <a:gd name="T4" fmla="*/ 21600 w 21600"/>
                <a:gd name="T5" fmla="*/ 21598 h 21598"/>
              </a:gdLst>
              <a:ahLst/>
              <a:cxnLst>
                <a:cxn ang="0">
                  <a:pos x="T0" y="T1"/>
                </a:cxn>
                <a:cxn ang="0">
                  <a:pos x="T2" y="T3"/>
                </a:cxn>
                <a:cxn ang="0">
                  <a:pos x="T4" y="T5"/>
                </a:cxn>
              </a:cxnLst>
              <a:rect l="0" t="0" r="r" b="b"/>
              <a:pathLst>
                <a:path w="21600" h="21598" fill="none" extrusionOk="0">
                  <a:moveTo>
                    <a:pt x="0" y="21598"/>
                  </a:moveTo>
                  <a:cubicBezTo>
                    <a:pt x="0" y="9770"/>
                    <a:pt x="9511" y="143"/>
                    <a:pt x="21337" y="-1"/>
                  </a:cubicBezTo>
                </a:path>
                <a:path w="21600" h="21598" stroke="0" extrusionOk="0">
                  <a:moveTo>
                    <a:pt x="0" y="21598"/>
                  </a:moveTo>
                  <a:cubicBezTo>
                    <a:pt x="0" y="9770"/>
                    <a:pt x="9511" y="143"/>
                    <a:pt x="21337" y="-1"/>
                  </a:cubicBezTo>
                  <a:lnTo>
                    <a:pt x="21600" y="21598"/>
                  </a:lnTo>
                  <a:close/>
                </a:path>
              </a:pathLst>
            </a:custGeom>
            <a:noFill/>
            <a:ln w="50800" cap="rnd">
              <a:solidFill>
                <a:srgbClr val="114FFB"/>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8475" name="Arc 59"/>
            <p:cNvSpPr>
              <a:spLocks/>
            </p:cNvSpPr>
            <p:nvPr/>
          </p:nvSpPr>
          <p:spPr bwMode="auto">
            <a:xfrm>
              <a:off x="2346" y="1144"/>
              <a:ext cx="88" cy="101"/>
            </a:xfrm>
            <a:custGeom>
              <a:avLst/>
              <a:gdLst>
                <a:gd name="G0" fmla="+- 262 0 0"/>
                <a:gd name="G1" fmla="+- 21600 0 0"/>
                <a:gd name="G2" fmla="+- 21600 0 0"/>
                <a:gd name="T0" fmla="*/ 0 w 21862"/>
                <a:gd name="T1" fmla="*/ 2 h 21600"/>
                <a:gd name="T2" fmla="*/ 21862 w 21862"/>
                <a:gd name="T3" fmla="*/ 21600 h 21600"/>
                <a:gd name="T4" fmla="*/ 262 w 21862"/>
                <a:gd name="T5" fmla="*/ 21600 h 21600"/>
              </a:gdLst>
              <a:ahLst/>
              <a:cxnLst>
                <a:cxn ang="0">
                  <a:pos x="T0" y="T1"/>
                </a:cxn>
                <a:cxn ang="0">
                  <a:pos x="T2" y="T3"/>
                </a:cxn>
                <a:cxn ang="0">
                  <a:pos x="T4" y="T5"/>
                </a:cxn>
              </a:cxnLst>
              <a:rect l="0" t="0" r="r" b="b"/>
              <a:pathLst>
                <a:path w="21862" h="21600" fill="none" extrusionOk="0">
                  <a:moveTo>
                    <a:pt x="-1" y="1"/>
                  </a:moveTo>
                  <a:cubicBezTo>
                    <a:pt x="87" y="0"/>
                    <a:pt x="174" y="0"/>
                    <a:pt x="262" y="0"/>
                  </a:cubicBezTo>
                  <a:cubicBezTo>
                    <a:pt x="12191" y="0"/>
                    <a:pt x="21862" y="9670"/>
                    <a:pt x="21862" y="21600"/>
                  </a:cubicBezTo>
                </a:path>
                <a:path w="21862" h="21600" stroke="0" extrusionOk="0">
                  <a:moveTo>
                    <a:pt x="-1" y="1"/>
                  </a:moveTo>
                  <a:cubicBezTo>
                    <a:pt x="87" y="0"/>
                    <a:pt x="174" y="0"/>
                    <a:pt x="262" y="0"/>
                  </a:cubicBezTo>
                  <a:cubicBezTo>
                    <a:pt x="12191" y="0"/>
                    <a:pt x="21862" y="9670"/>
                    <a:pt x="21862" y="21600"/>
                  </a:cubicBezTo>
                  <a:lnTo>
                    <a:pt x="262" y="21600"/>
                  </a:lnTo>
                  <a:close/>
                </a:path>
              </a:pathLst>
            </a:custGeom>
            <a:noFill/>
            <a:ln w="50800" cap="rnd">
              <a:solidFill>
                <a:srgbClr val="114FFB"/>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8476" name="Line 60"/>
            <p:cNvSpPr>
              <a:spLocks noChangeShapeType="1"/>
            </p:cNvSpPr>
            <p:nvPr/>
          </p:nvSpPr>
          <p:spPr bwMode="auto">
            <a:xfrm>
              <a:off x="2264" y="1238"/>
              <a:ext cx="0" cy="98"/>
            </a:xfrm>
            <a:prstGeom prst="line">
              <a:avLst/>
            </a:prstGeom>
            <a:noFill/>
            <a:ln w="508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8477" name="Line 61"/>
            <p:cNvSpPr>
              <a:spLocks noChangeShapeType="1"/>
            </p:cNvSpPr>
            <p:nvPr/>
          </p:nvSpPr>
          <p:spPr bwMode="auto">
            <a:xfrm>
              <a:off x="2600" y="1244"/>
              <a:ext cx="0" cy="95"/>
            </a:xfrm>
            <a:prstGeom prst="line">
              <a:avLst/>
            </a:prstGeom>
            <a:noFill/>
            <a:ln w="508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8478" name="Line 62"/>
            <p:cNvSpPr>
              <a:spLocks noChangeShapeType="1"/>
            </p:cNvSpPr>
            <p:nvPr/>
          </p:nvSpPr>
          <p:spPr bwMode="auto">
            <a:xfrm>
              <a:off x="2433" y="1246"/>
              <a:ext cx="0" cy="29"/>
            </a:xfrm>
            <a:prstGeom prst="line">
              <a:avLst/>
            </a:prstGeom>
            <a:noFill/>
            <a:ln w="508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828479" name="Group 63"/>
          <p:cNvGrpSpPr>
            <a:grpSpLocks/>
          </p:cNvGrpSpPr>
          <p:nvPr/>
        </p:nvGrpSpPr>
        <p:grpSpPr bwMode="auto">
          <a:xfrm flipV="1">
            <a:off x="6867525" y="2811463"/>
            <a:ext cx="473075" cy="309562"/>
            <a:chOff x="2264" y="1144"/>
            <a:chExt cx="336" cy="195"/>
          </a:xfrm>
        </p:grpSpPr>
        <p:sp>
          <p:nvSpPr>
            <p:cNvPr id="828480" name="Arc 64"/>
            <p:cNvSpPr>
              <a:spLocks/>
            </p:cNvSpPr>
            <p:nvPr/>
          </p:nvSpPr>
          <p:spPr bwMode="auto">
            <a:xfrm>
              <a:off x="2432" y="1144"/>
              <a:ext cx="87" cy="101"/>
            </a:xfrm>
            <a:custGeom>
              <a:avLst/>
              <a:gdLst>
                <a:gd name="G0" fmla="+- 21600 0 0"/>
                <a:gd name="G1" fmla="+- 21598 0 0"/>
                <a:gd name="G2" fmla="+- 21600 0 0"/>
                <a:gd name="T0" fmla="*/ 0 w 21600"/>
                <a:gd name="T1" fmla="*/ 21598 h 21598"/>
                <a:gd name="T2" fmla="*/ 21338 w 21600"/>
                <a:gd name="T3" fmla="*/ 0 h 21598"/>
                <a:gd name="T4" fmla="*/ 21600 w 21600"/>
                <a:gd name="T5" fmla="*/ 21598 h 21598"/>
              </a:gdLst>
              <a:ahLst/>
              <a:cxnLst>
                <a:cxn ang="0">
                  <a:pos x="T0" y="T1"/>
                </a:cxn>
                <a:cxn ang="0">
                  <a:pos x="T2" y="T3"/>
                </a:cxn>
                <a:cxn ang="0">
                  <a:pos x="T4" y="T5"/>
                </a:cxn>
              </a:cxnLst>
              <a:rect l="0" t="0" r="r" b="b"/>
              <a:pathLst>
                <a:path w="21600" h="21598" fill="none" extrusionOk="0">
                  <a:moveTo>
                    <a:pt x="0" y="21598"/>
                  </a:moveTo>
                  <a:cubicBezTo>
                    <a:pt x="0" y="9770"/>
                    <a:pt x="9511" y="143"/>
                    <a:pt x="21337" y="-1"/>
                  </a:cubicBezTo>
                </a:path>
                <a:path w="21600" h="21598" stroke="0" extrusionOk="0">
                  <a:moveTo>
                    <a:pt x="0" y="21598"/>
                  </a:moveTo>
                  <a:cubicBezTo>
                    <a:pt x="0" y="9770"/>
                    <a:pt x="9511" y="143"/>
                    <a:pt x="21337" y="-1"/>
                  </a:cubicBezTo>
                  <a:lnTo>
                    <a:pt x="21600" y="21598"/>
                  </a:lnTo>
                  <a:close/>
                </a:path>
              </a:pathLst>
            </a:custGeom>
            <a:noFill/>
            <a:ln w="50800" cap="rnd">
              <a:solidFill>
                <a:srgbClr val="114FFB"/>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8481" name="Arc 65"/>
            <p:cNvSpPr>
              <a:spLocks/>
            </p:cNvSpPr>
            <p:nvPr/>
          </p:nvSpPr>
          <p:spPr bwMode="auto">
            <a:xfrm>
              <a:off x="2512" y="1144"/>
              <a:ext cx="88" cy="101"/>
            </a:xfrm>
            <a:custGeom>
              <a:avLst/>
              <a:gdLst>
                <a:gd name="G0" fmla="+- 262 0 0"/>
                <a:gd name="G1" fmla="+- 21600 0 0"/>
                <a:gd name="G2" fmla="+- 21600 0 0"/>
                <a:gd name="T0" fmla="*/ 0 w 21862"/>
                <a:gd name="T1" fmla="*/ 2 h 21600"/>
                <a:gd name="T2" fmla="*/ 21862 w 21862"/>
                <a:gd name="T3" fmla="*/ 21600 h 21600"/>
                <a:gd name="T4" fmla="*/ 262 w 21862"/>
                <a:gd name="T5" fmla="*/ 21600 h 21600"/>
              </a:gdLst>
              <a:ahLst/>
              <a:cxnLst>
                <a:cxn ang="0">
                  <a:pos x="T0" y="T1"/>
                </a:cxn>
                <a:cxn ang="0">
                  <a:pos x="T2" y="T3"/>
                </a:cxn>
                <a:cxn ang="0">
                  <a:pos x="T4" y="T5"/>
                </a:cxn>
              </a:cxnLst>
              <a:rect l="0" t="0" r="r" b="b"/>
              <a:pathLst>
                <a:path w="21862" h="21600" fill="none" extrusionOk="0">
                  <a:moveTo>
                    <a:pt x="-1" y="1"/>
                  </a:moveTo>
                  <a:cubicBezTo>
                    <a:pt x="87" y="0"/>
                    <a:pt x="174" y="0"/>
                    <a:pt x="262" y="0"/>
                  </a:cubicBezTo>
                  <a:cubicBezTo>
                    <a:pt x="12191" y="0"/>
                    <a:pt x="21862" y="9670"/>
                    <a:pt x="21862" y="21600"/>
                  </a:cubicBezTo>
                </a:path>
                <a:path w="21862" h="21600" stroke="0" extrusionOk="0">
                  <a:moveTo>
                    <a:pt x="-1" y="1"/>
                  </a:moveTo>
                  <a:cubicBezTo>
                    <a:pt x="87" y="0"/>
                    <a:pt x="174" y="0"/>
                    <a:pt x="262" y="0"/>
                  </a:cubicBezTo>
                  <a:cubicBezTo>
                    <a:pt x="12191" y="0"/>
                    <a:pt x="21862" y="9670"/>
                    <a:pt x="21862" y="21600"/>
                  </a:cubicBezTo>
                  <a:lnTo>
                    <a:pt x="262" y="21600"/>
                  </a:lnTo>
                  <a:close/>
                </a:path>
              </a:pathLst>
            </a:custGeom>
            <a:noFill/>
            <a:ln w="50800" cap="rnd">
              <a:solidFill>
                <a:srgbClr val="114FFB"/>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8482" name="Arc 66"/>
            <p:cNvSpPr>
              <a:spLocks/>
            </p:cNvSpPr>
            <p:nvPr/>
          </p:nvSpPr>
          <p:spPr bwMode="auto">
            <a:xfrm>
              <a:off x="2266" y="1144"/>
              <a:ext cx="87" cy="101"/>
            </a:xfrm>
            <a:custGeom>
              <a:avLst/>
              <a:gdLst>
                <a:gd name="G0" fmla="+- 21600 0 0"/>
                <a:gd name="G1" fmla="+- 21598 0 0"/>
                <a:gd name="G2" fmla="+- 21600 0 0"/>
                <a:gd name="T0" fmla="*/ 0 w 21600"/>
                <a:gd name="T1" fmla="*/ 21598 h 21598"/>
                <a:gd name="T2" fmla="*/ 21338 w 21600"/>
                <a:gd name="T3" fmla="*/ 0 h 21598"/>
                <a:gd name="T4" fmla="*/ 21600 w 21600"/>
                <a:gd name="T5" fmla="*/ 21598 h 21598"/>
              </a:gdLst>
              <a:ahLst/>
              <a:cxnLst>
                <a:cxn ang="0">
                  <a:pos x="T0" y="T1"/>
                </a:cxn>
                <a:cxn ang="0">
                  <a:pos x="T2" y="T3"/>
                </a:cxn>
                <a:cxn ang="0">
                  <a:pos x="T4" y="T5"/>
                </a:cxn>
              </a:cxnLst>
              <a:rect l="0" t="0" r="r" b="b"/>
              <a:pathLst>
                <a:path w="21600" h="21598" fill="none" extrusionOk="0">
                  <a:moveTo>
                    <a:pt x="0" y="21598"/>
                  </a:moveTo>
                  <a:cubicBezTo>
                    <a:pt x="0" y="9770"/>
                    <a:pt x="9511" y="143"/>
                    <a:pt x="21337" y="-1"/>
                  </a:cubicBezTo>
                </a:path>
                <a:path w="21600" h="21598" stroke="0" extrusionOk="0">
                  <a:moveTo>
                    <a:pt x="0" y="21598"/>
                  </a:moveTo>
                  <a:cubicBezTo>
                    <a:pt x="0" y="9770"/>
                    <a:pt x="9511" y="143"/>
                    <a:pt x="21337" y="-1"/>
                  </a:cubicBezTo>
                  <a:lnTo>
                    <a:pt x="21600" y="21598"/>
                  </a:lnTo>
                  <a:close/>
                </a:path>
              </a:pathLst>
            </a:custGeom>
            <a:noFill/>
            <a:ln w="50800" cap="rnd">
              <a:solidFill>
                <a:srgbClr val="114FFB"/>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8483" name="Arc 67"/>
            <p:cNvSpPr>
              <a:spLocks/>
            </p:cNvSpPr>
            <p:nvPr/>
          </p:nvSpPr>
          <p:spPr bwMode="auto">
            <a:xfrm>
              <a:off x="2346" y="1144"/>
              <a:ext cx="88" cy="101"/>
            </a:xfrm>
            <a:custGeom>
              <a:avLst/>
              <a:gdLst>
                <a:gd name="G0" fmla="+- 262 0 0"/>
                <a:gd name="G1" fmla="+- 21600 0 0"/>
                <a:gd name="G2" fmla="+- 21600 0 0"/>
                <a:gd name="T0" fmla="*/ 0 w 21862"/>
                <a:gd name="T1" fmla="*/ 2 h 21600"/>
                <a:gd name="T2" fmla="*/ 21862 w 21862"/>
                <a:gd name="T3" fmla="*/ 21600 h 21600"/>
                <a:gd name="T4" fmla="*/ 262 w 21862"/>
                <a:gd name="T5" fmla="*/ 21600 h 21600"/>
              </a:gdLst>
              <a:ahLst/>
              <a:cxnLst>
                <a:cxn ang="0">
                  <a:pos x="T0" y="T1"/>
                </a:cxn>
                <a:cxn ang="0">
                  <a:pos x="T2" y="T3"/>
                </a:cxn>
                <a:cxn ang="0">
                  <a:pos x="T4" y="T5"/>
                </a:cxn>
              </a:cxnLst>
              <a:rect l="0" t="0" r="r" b="b"/>
              <a:pathLst>
                <a:path w="21862" h="21600" fill="none" extrusionOk="0">
                  <a:moveTo>
                    <a:pt x="-1" y="1"/>
                  </a:moveTo>
                  <a:cubicBezTo>
                    <a:pt x="87" y="0"/>
                    <a:pt x="174" y="0"/>
                    <a:pt x="262" y="0"/>
                  </a:cubicBezTo>
                  <a:cubicBezTo>
                    <a:pt x="12191" y="0"/>
                    <a:pt x="21862" y="9670"/>
                    <a:pt x="21862" y="21600"/>
                  </a:cubicBezTo>
                </a:path>
                <a:path w="21862" h="21600" stroke="0" extrusionOk="0">
                  <a:moveTo>
                    <a:pt x="-1" y="1"/>
                  </a:moveTo>
                  <a:cubicBezTo>
                    <a:pt x="87" y="0"/>
                    <a:pt x="174" y="0"/>
                    <a:pt x="262" y="0"/>
                  </a:cubicBezTo>
                  <a:cubicBezTo>
                    <a:pt x="12191" y="0"/>
                    <a:pt x="21862" y="9670"/>
                    <a:pt x="21862" y="21600"/>
                  </a:cubicBezTo>
                  <a:lnTo>
                    <a:pt x="262" y="21600"/>
                  </a:lnTo>
                  <a:close/>
                </a:path>
              </a:pathLst>
            </a:custGeom>
            <a:noFill/>
            <a:ln w="50800" cap="rnd">
              <a:solidFill>
                <a:srgbClr val="114FFB"/>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8484" name="Line 68"/>
            <p:cNvSpPr>
              <a:spLocks noChangeShapeType="1"/>
            </p:cNvSpPr>
            <p:nvPr/>
          </p:nvSpPr>
          <p:spPr bwMode="auto">
            <a:xfrm>
              <a:off x="2264" y="1238"/>
              <a:ext cx="0" cy="98"/>
            </a:xfrm>
            <a:prstGeom prst="line">
              <a:avLst/>
            </a:prstGeom>
            <a:noFill/>
            <a:ln w="508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8485" name="Line 69"/>
            <p:cNvSpPr>
              <a:spLocks noChangeShapeType="1"/>
            </p:cNvSpPr>
            <p:nvPr/>
          </p:nvSpPr>
          <p:spPr bwMode="auto">
            <a:xfrm>
              <a:off x="2600" y="1244"/>
              <a:ext cx="0" cy="95"/>
            </a:xfrm>
            <a:prstGeom prst="line">
              <a:avLst/>
            </a:prstGeom>
            <a:noFill/>
            <a:ln w="508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8486" name="Line 70"/>
            <p:cNvSpPr>
              <a:spLocks noChangeShapeType="1"/>
            </p:cNvSpPr>
            <p:nvPr/>
          </p:nvSpPr>
          <p:spPr bwMode="auto">
            <a:xfrm>
              <a:off x="2433" y="1246"/>
              <a:ext cx="0" cy="29"/>
            </a:xfrm>
            <a:prstGeom prst="line">
              <a:avLst/>
            </a:prstGeom>
            <a:noFill/>
            <a:ln w="508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828487" name="Group 71"/>
          <p:cNvGrpSpPr>
            <a:grpSpLocks/>
          </p:cNvGrpSpPr>
          <p:nvPr/>
        </p:nvGrpSpPr>
        <p:grpSpPr bwMode="auto">
          <a:xfrm>
            <a:off x="3011488" y="3394075"/>
            <a:ext cx="276225" cy="2051050"/>
            <a:chOff x="1943" y="2032"/>
            <a:chExt cx="174" cy="1151"/>
          </a:xfrm>
        </p:grpSpPr>
        <p:sp>
          <p:nvSpPr>
            <p:cNvPr id="828488" name="Line 72"/>
            <p:cNvSpPr>
              <a:spLocks noChangeShapeType="1"/>
            </p:cNvSpPr>
            <p:nvPr/>
          </p:nvSpPr>
          <p:spPr bwMode="auto">
            <a:xfrm>
              <a:off x="2009" y="2648"/>
              <a:ext cx="0" cy="535"/>
            </a:xfrm>
            <a:prstGeom prst="line">
              <a:avLst/>
            </a:prstGeom>
            <a:noFill/>
            <a:ln w="508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8489" name="Line 73"/>
            <p:cNvSpPr>
              <a:spLocks noChangeShapeType="1"/>
            </p:cNvSpPr>
            <p:nvPr/>
          </p:nvSpPr>
          <p:spPr bwMode="auto">
            <a:xfrm>
              <a:off x="2009" y="2032"/>
              <a:ext cx="0" cy="427"/>
            </a:xfrm>
            <a:prstGeom prst="line">
              <a:avLst/>
            </a:prstGeom>
            <a:noFill/>
            <a:ln w="508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828490" name="Group 74"/>
            <p:cNvGrpSpPr>
              <a:grpSpLocks/>
            </p:cNvGrpSpPr>
            <p:nvPr/>
          </p:nvGrpSpPr>
          <p:grpSpPr bwMode="auto">
            <a:xfrm>
              <a:off x="1967" y="2501"/>
              <a:ext cx="83" cy="93"/>
              <a:chOff x="714" y="2950"/>
              <a:chExt cx="204" cy="204"/>
            </a:xfrm>
          </p:grpSpPr>
          <p:sp>
            <p:nvSpPr>
              <p:cNvPr id="828491" name="Line 75"/>
              <p:cNvSpPr>
                <a:spLocks noChangeShapeType="1"/>
              </p:cNvSpPr>
              <p:nvPr/>
            </p:nvSpPr>
            <p:spPr bwMode="auto">
              <a:xfrm>
                <a:off x="714" y="2950"/>
                <a:ext cx="204" cy="204"/>
              </a:xfrm>
              <a:prstGeom prst="line">
                <a:avLst/>
              </a:prstGeom>
              <a:noFill/>
              <a:ln w="254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828492" name="Line 76"/>
              <p:cNvSpPr>
                <a:spLocks noChangeShapeType="1"/>
              </p:cNvSpPr>
              <p:nvPr/>
            </p:nvSpPr>
            <p:spPr bwMode="auto">
              <a:xfrm flipH="1">
                <a:off x="714" y="2950"/>
                <a:ext cx="204" cy="204"/>
              </a:xfrm>
              <a:prstGeom prst="line">
                <a:avLst/>
              </a:prstGeom>
              <a:noFill/>
              <a:ln w="254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pSp>
        <p:grpSp>
          <p:nvGrpSpPr>
            <p:cNvPr id="828493" name="Group 77"/>
            <p:cNvGrpSpPr>
              <a:grpSpLocks/>
            </p:cNvGrpSpPr>
            <p:nvPr/>
          </p:nvGrpSpPr>
          <p:grpSpPr bwMode="auto">
            <a:xfrm rot="-5400000">
              <a:off x="1862" y="2848"/>
              <a:ext cx="336" cy="174"/>
              <a:chOff x="2264" y="1144"/>
              <a:chExt cx="336" cy="195"/>
            </a:xfrm>
          </p:grpSpPr>
          <p:sp>
            <p:nvSpPr>
              <p:cNvPr id="828494" name="Arc 78"/>
              <p:cNvSpPr>
                <a:spLocks/>
              </p:cNvSpPr>
              <p:nvPr/>
            </p:nvSpPr>
            <p:spPr bwMode="auto">
              <a:xfrm>
                <a:off x="2432" y="1144"/>
                <a:ext cx="87" cy="101"/>
              </a:xfrm>
              <a:custGeom>
                <a:avLst/>
                <a:gdLst>
                  <a:gd name="G0" fmla="+- 21600 0 0"/>
                  <a:gd name="G1" fmla="+- 21598 0 0"/>
                  <a:gd name="G2" fmla="+- 21600 0 0"/>
                  <a:gd name="T0" fmla="*/ 0 w 21600"/>
                  <a:gd name="T1" fmla="*/ 21598 h 21598"/>
                  <a:gd name="T2" fmla="*/ 21338 w 21600"/>
                  <a:gd name="T3" fmla="*/ 0 h 21598"/>
                  <a:gd name="T4" fmla="*/ 21600 w 21600"/>
                  <a:gd name="T5" fmla="*/ 21598 h 21598"/>
                </a:gdLst>
                <a:ahLst/>
                <a:cxnLst>
                  <a:cxn ang="0">
                    <a:pos x="T0" y="T1"/>
                  </a:cxn>
                  <a:cxn ang="0">
                    <a:pos x="T2" y="T3"/>
                  </a:cxn>
                  <a:cxn ang="0">
                    <a:pos x="T4" y="T5"/>
                  </a:cxn>
                </a:cxnLst>
                <a:rect l="0" t="0" r="r" b="b"/>
                <a:pathLst>
                  <a:path w="21600" h="21598" fill="none" extrusionOk="0">
                    <a:moveTo>
                      <a:pt x="0" y="21598"/>
                    </a:moveTo>
                    <a:cubicBezTo>
                      <a:pt x="0" y="9770"/>
                      <a:pt x="9511" y="143"/>
                      <a:pt x="21337" y="-1"/>
                    </a:cubicBezTo>
                  </a:path>
                  <a:path w="21600" h="21598" stroke="0" extrusionOk="0">
                    <a:moveTo>
                      <a:pt x="0" y="21598"/>
                    </a:moveTo>
                    <a:cubicBezTo>
                      <a:pt x="0" y="9770"/>
                      <a:pt x="9511" y="143"/>
                      <a:pt x="21337" y="-1"/>
                    </a:cubicBezTo>
                    <a:lnTo>
                      <a:pt x="21600" y="21598"/>
                    </a:lnTo>
                    <a:close/>
                  </a:path>
                </a:pathLst>
              </a:custGeom>
              <a:noFill/>
              <a:ln w="50800" cap="rnd">
                <a:solidFill>
                  <a:srgbClr val="114FFB"/>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8495" name="Arc 79"/>
              <p:cNvSpPr>
                <a:spLocks/>
              </p:cNvSpPr>
              <p:nvPr/>
            </p:nvSpPr>
            <p:spPr bwMode="auto">
              <a:xfrm>
                <a:off x="2512" y="1144"/>
                <a:ext cx="88" cy="101"/>
              </a:xfrm>
              <a:custGeom>
                <a:avLst/>
                <a:gdLst>
                  <a:gd name="G0" fmla="+- 262 0 0"/>
                  <a:gd name="G1" fmla="+- 21600 0 0"/>
                  <a:gd name="G2" fmla="+- 21600 0 0"/>
                  <a:gd name="T0" fmla="*/ 0 w 21862"/>
                  <a:gd name="T1" fmla="*/ 2 h 21600"/>
                  <a:gd name="T2" fmla="*/ 21862 w 21862"/>
                  <a:gd name="T3" fmla="*/ 21600 h 21600"/>
                  <a:gd name="T4" fmla="*/ 262 w 21862"/>
                  <a:gd name="T5" fmla="*/ 21600 h 21600"/>
                </a:gdLst>
                <a:ahLst/>
                <a:cxnLst>
                  <a:cxn ang="0">
                    <a:pos x="T0" y="T1"/>
                  </a:cxn>
                  <a:cxn ang="0">
                    <a:pos x="T2" y="T3"/>
                  </a:cxn>
                  <a:cxn ang="0">
                    <a:pos x="T4" y="T5"/>
                  </a:cxn>
                </a:cxnLst>
                <a:rect l="0" t="0" r="r" b="b"/>
                <a:pathLst>
                  <a:path w="21862" h="21600" fill="none" extrusionOk="0">
                    <a:moveTo>
                      <a:pt x="-1" y="1"/>
                    </a:moveTo>
                    <a:cubicBezTo>
                      <a:pt x="87" y="0"/>
                      <a:pt x="174" y="0"/>
                      <a:pt x="262" y="0"/>
                    </a:cubicBezTo>
                    <a:cubicBezTo>
                      <a:pt x="12191" y="0"/>
                      <a:pt x="21862" y="9670"/>
                      <a:pt x="21862" y="21600"/>
                    </a:cubicBezTo>
                  </a:path>
                  <a:path w="21862" h="21600" stroke="0" extrusionOk="0">
                    <a:moveTo>
                      <a:pt x="-1" y="1"/>
                    </a:moveTo>
                    <a:cubicBezTo>
                      <a:pt x="87" y="0"/>
                      <a:pt x="174" y="0"/>
                      <a:pt x="262" y="0"/>
                    </a:cubicBezTo>
                    <a:cubicBezTo>
                      <a:pt x="12191" y="0"/>
                      <a:pt x="21862" y="9670"/>
                      <a:pt x="21862" y="21600"/>
                    </a:cubicBezTo>
                    <a:lnTo>
                      <a:pt x="262" y="21600"/>
                    </a:lnTo>
                    <a:close/>
                  </a:path>
                </a:pathLst>
              </a:custGeom>
              <a:noFill/>
              <a:ln w="50800" cap="rnd">
                <a:solidFill>
                  <a:srgbClr val="114FFB"/>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8496" name="Arc 80"/>
              <p:cNvSpPr>
                <a:spLocks/>
              </p:cNvSpPr>
              <p:nvPr/>
            </p:nvSpPr>
            <p:spPr bwMode="auto">
              <a:xfrm>
                <a:off x="2266" y="1144"/>
                <a:ext cx="87" cy="101"/>
              </a:xfrm>
              <a:custGeom>
                <a:avLst/>
                <a:gdLst>
                  <a:gd name="G0" fmla="+- 21600 0 0"/>
                  <a:gd name="G1" fmla="+- 21598 0 0"/>
                  <a:gd name="G2" fmla="+- 21600 0 0"/>
                  <a:gd name="T0" fmla="*/ 0 w 21600"/>
                  <a:gd name="T1" fmla="*/ 21598 h 21598"/>
                  <a:gd name="T2" fmla="*/ 21338 w 21600"/>
                  <a:gd name="T3" fmla="*/ 0 h 21598"/>
                  <a:gd name="T4" fmla="*/ 21600 w 21600"/>
                  <a:gd name="T5" fmla="*/ 21598 h 21598"/>
                </a:gdLst>
                <a:ahLst/>
                <a:cxnLst>
                  <a:cxn ang="0">
                    <a:pos x="T0" y="T1"/>
                  </a:cxn>
                  <a:cxn ang="0">
                    <a:pos x="T2" y="T3"/>
                  </a:cxn>
                  <a:cxn ang="0">
                    <a:pos x="T4" y="T5"/>
                  </a:cxn>
                </a:cxnLst>
                <a:rect l="0" t="0" r="r" b="b"/>
                <a:pathLst>
                  <a:path w="21600" h="21598" fill="none" extrusionOk="0">
                    <a:moveTo>
                      <a:pt x="0" y="21598"/>
                    </a:moveTo>
                    <a:cubicBezTo>
                      <a:pt x="0" y="9770"/>
                      <a:pt x="9511" y="143"/>
                      <a:pt x="21337" y="-1"/>
                    </a:cubicBezTo>
                  </a:path>
                  <a:path w="21600" h="21598" stroke="0" extrusionOk="0">
                    <a:moveTo>
                      <a:pt x="0" y="21598"/>
                    </a:moveTo>
                    <a:cubicBezTo>
                      <a:pt x="0" y="9770"/>
                      <a:pt x="9511" y="143"/>
                      <a:pt x="21337" y="-1"/>
                    </a:cubicBezTo>
                    <a:lnTo>
                      <a:pt x="21600" y="21598"/>
                    </a:lnTo>
                    <a:close/>
                  </a:path>
                </a:pathLst>
              </a:custGeom>
              <a:noFill/>
              <a:ln w="50800" cap="rnd">
                <a:solidFill>
                  <a:srgbClr val="114FFB"/>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8497" name="Arc 81"/>
              <p:cNvSpPr>
                <a:spLocks/>
              </p:cNvSpPr>
              <p:nvPr/>
            </p:nvSpPr>
            <p:spPr bwMode="auto">
              <a:xfrm>
                <a:off x="2346" y="1144"/>
                <a:ext cx="88" cy="101"/>
              </a:xfrm>
              <a:custGeom>
                <a:avLst/>
                <a:gdLst>
                  <a:gd name="G0" fmla="+- 262 0 0"/>
                  <a:gd name="G1" fmla="+- 21600 0 0"/>
                  <a:gd name="G2" fmla="+- 21600 0 0"/>
                  <a:gd name="T0" fmla="*/ 0 w 21862"/>
                  <a:gd name="T1" fmla="*/ 2 h 21600"/>
                  <a:gd name="T2" fmla="*/ 21862 w 21862"/>
                  <a:gd name="T3" fmla="*/ 21600 h 21600"/>
                  <a:gd name="T4" fmla="*/ 262 w 21862"/>
                  <a:gd name="T5" fmla="*/ 21600 h 21600"/>
                </a:gdLst>
                <a:ahLst/>
                <a:cxnLst>
                  <a:cxn ang="0">
                    <a:pos x="T0" y="T1"/>
                  </a:cxn>
                  <a:cxn ang="0">
                    <a:pos x="T2" y="T3"/>
                  </a:cxn>
                  <a:cxn ang="0">
                    <a:pos x="T4" y="T5"/>
                  </a:cxn>
                </a:cxnLst>
                <a:rect l="0" t="0" r="r" b="b"/>
                <a:pathLst>
                  <a:path w="21862" h="21600" fill="none" extrusionOk="0">
                    <a:moveTo>
                      <a:pt x="-1" y="1"/>
                    </a:moveTo>
                    <a:cubicBezTo>
                      <a:pt x="87" y="0"/>
                      <a:pt x="174" y="0"/>
                      <a:pt x="262" y="0"/>
                    </a:cubicBezTo>
                    <a:cubicBezTo>
                      <a:pt x="12191" y="0"/>
                      <a:pt x="21862" y="9670"/>
                      <a:pt x="21862" y="21600"/>
                    </a:cubicBezTo>
                  </a:path>
                  <a:path w="21862" h="21600" stroke="0" extrusionOk="0">
                    <a:moveTo>
                      <a:pt x="-1" y="1"/>
                    </a:moveTo>
                    <a:cubicBezTo>
                      <a:pt x="87" y="0"/>
                      <a:pt x="174" y="0"/>
                      <a:pt x="262" y="0"/>
                    </a:cubicBezTo>
                    <a:cubicBezTo>
                      <a:pt x="12191" y="0"/>
                      <a:pt x="21862" y="9670"/>
                      <a:pt x="21862" y="21600"/>
                    </a:cubicBezTo>
                    <a:lnTo>
                      <a:pt x="262" y="21600"/>
                    </a:lnTo>
                    <a:close/>
                  </a:path>
                </a:pathLst>
              </a:custGeom>
              <a:noFill/>
              <a:ln w="50800" cap="rnd">
                <a:solidFill>
                  <a:srgbClr val="114FFB"/>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8498" name="Line 82"/>
              <p:cNvSpPr>
                <a:spLocks noChangeShapeType="1"/>
              </p:cNvSpPr>
              <p:nvPr/>
            </p:nvSpPr>
            <p:spPr bwMode="auto">
              <a:xfrm>
                <a:off x="2264" y="1238"/>
                <a:ext cx="0" cy="98"/>
              </a:xfrm>
              <a:prstGeom prst="line">
                <a:avLst/>
              </a:prstGeom>
              <a:noFill/>
              <a:ln w="508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8499" name="Line 83"/>
              <p:cNvSpPr>
                <a:spLocks noChangeShapeType="1"/>
              </p:cNvSpPr>
              <p:nvPr/>
            </p:nvSpPr>
            <p:spPr bwMode="auto">
              <a:xfrm>
                <a:off x="2600" y="1244"/>
                <a:ext cx="0" cy="95"/>
              </a:xfrm>
              <a:prstGeom prst="line">
                <a:avLst/>
              </a:prstGeom>
              <a:noFill/>
              <a:ln w="508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8500" name="Line 84"/>
              <p:cNvSpPr>
                <a:spLocks noChangeShapeType="1"/>
              </p:cNvSpPr>
              <p:nvPr/>
            </p:nvSpPr>
            <p:spPr bwMode="auto">
              <a:xfrm>
                <a:off x="2433" y="1246"/>
                <a:ext cx="0" cy="29"/>
              </a:xfrm>
              <a:prstGeom prst="line">
                <a:avLst/>
              </a:prstGeom>
              <a:noFill/>
              <a:ln w="508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sp>
        <p:nvSpPr>
          <p:cNvPr id="828501" name="Line 85"/>
          <p:cNvSpPr>
            <a:spLocks noChangeShapeType="1"/>
          </p:cNvSpPr>
          <p:nvPr/>
        </p:nvSpPr>
        <p:spPr bwMode="auto">
          <a:xfrm flipV="1">
            <a:off x="4819650" y="1160463"/>
            <a:ext cx="0" cy="849312"/>
          </a:xfrm>
          <a:prstGeom prst="line">
            <a:avLst/>
          </a:prstGeom>
          <a:noFill/>
          <a:ln w="50800">
            <a:solidFill>
              <a:srgbClr val="114FFB"/>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8502" name="Line 86"/>
          <p:cNvSpPr>
            <a:spLocks noChangeShapeType="1"/>
          </p:cNvSpPr>
          <p:nvPr/>
        </p:nvSpPr>
        <p:spPr bwMode="auto">
          <a:xfrm flipV="1">
            <a:off x="4819650" y="2309813"/>
            <a:ext cx="0" cy="677862"/>
          </a:xfrm>
          <a:prstGeom prst="line">
            <a:avLst/>
          </a:prstGeom>
          <a:noFill/>
          <a:ln w="50800">
            <a:solidFill>
              <a:srgbClr val="114FFB"/>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828503" name="Group 87"/>
          <p:cNvGrpSpPr>
            <a:grpSpLocks/>
          </p:cNvGrpSpPr>
          <p:nvPr/>
        </p:nvGrpSpPr>
        <p:grpSpPr bwMode="auto">
          <a:xfrm flipV="1">
            <a:off x="4752975" y="2095500"/>
            <a:ext cx="131763" cy="147638"/>
            <a:chOff x="714" y="2950"/>
            <a:chExt cx="204" cy="204"/>
          </a:xfrm>
        </p:grpSpPr>
        <p:sp>
          <p:nvSpPr>
            <p:cNvPr id="828504" name="Line 88"/>
            <p:cNvSpPr>
              <a:spLocks noChangeShapeType="1"/>
            </p:cNvSpPr>
            <p:nvPr/>
          </p:nvSpPr>
          <p:spPr bwMode="auto">
            <a:xfrm>
              <a:off x="714" y="2950"/>
              <a:ext cx="204" cy="204"/>
            </a:xfrm>
            <a:prstGeom prst="line">
              <a:avLst/>
            </a:prstGeom>
            <a:noFill/>
            <a:ln w="254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828505" name="Line 89"/>
            <p:cNvSpPr>
              <a:spLocks noChangeShapeType="1"/>
            </p:cNvSpPr>
            <p:nvPr/>
          </p:nvSpPr>
          <p:spPr bwMode="auto">
            <a:xfrm flipH="1">
              <a:off x="714" y="2950"/>
              <a:ext cx="204" cy="204"/>
            </a:xfrm>
            <a:prstGeom prst="line">
              <a:avLst/>
            </a:prstGeom>
            <a:noFill/>
            <a:ln w="254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pSp>
      <p:grpSp>
        <p:nvGrpSpPr>
          <p:cNvPr id="828506" name="Group 90"/>
          <p:cNvGrpSpPr>
            <a:grpSpLocks/>
          </p:cNvGrpSpPr>
          <p:nvPr/>
        </p:nvGrpSpPr>
        <p:grpSpPr bwMode="auto">
          <a:xfrm rot="5400000" flipV="1">
            <a:off x="4586288" y="1416050"/>
            <a:ext cx="533400" cy="276225"/>
            <a:chOff x="2264" y="1144"/>
            <a:chExt cx="336" cy="195"/>
          </a:xfrm>
        </p:grpSpPr>
        <p:sp>
          <p:nvSpPr>
            <p:cNvPr id="828507" name="Arc 91"/>
            <p:cNvSpPr>
              <a:spLocks/>
            </p:cNvSpPr>
            <p:nvPr/>
          </p:nvSpPr>
          <p:spPr bwMode="auto">
            <a:xfrm>
              <a:off x="2432" y="1144"/>
              <a:ext cx="87" cy="101"/>
            </a:xfrm>
            <a:custGeom>
              <a:avLst/>
              <a:gdLst>
                <a:gd name="G0" fmla="+- 21600 0 0"/>
                <a:gd name="G1" fmla="+- 21598 0 0"/>
                <a:gd name="G2" fmla="+- 21600 0 0"/>
                <a:gd name="T0" fmla="*/ 0 w 21600"/>
                <a:gd name="T1" fmla="*/ 21598 h 21598"/>
                <a:gd name="T2" fmla="*/ 21338 w 21600"/>
                <a:gd name="T3" fmla="*/ 0 h 21598"/>
                <a:gd name="T4" fmla="*/ 21600 w 21600"/>
                <a:gd name="T5" fmla="*/ 21598 h 21598"/>
              </a:gdLst>
              <a:ahLst/>
              <a:cxnLst>
                <a:cxn ang="0">
                  <a:pos x="T0" y="T1"/>
                </a:cxn>
                <a:cxn ang="0">
                  <a:pos x="T2" y="T3"/>
                </a:cxn>
                <a:cxn ang="0">
                  <a:pos x="T4" y="T5"/>
                </a:cxn>
              </a:cxnLst>
              <a:rect l="0" t="0" r="r" b="b"/>
              <a:pathLst>
                <a:path w="21600" h="21598" fill="none" extrusionOk="0">
                  <a:moveTo>
                    <a:pt x="0" y="21598"/>
                  </a:moveTo>
                  <a:cubicBezTo>
                    <a:pt x="0" y="9770"/>
                    <a:pt x="9511" y="143"/>
                    <a:pt x="21337" y="-1"/>
                  </a:cubicBezTo>
                </a:path>
                <a:path w="21600" h="21598" stroke="0" extrusionOk="0">
                  <a:moveTo>
                    <a:pt x="0" y="21598"/>
                  </a:moveTo>
                  <a:cubicBezTo>
                    <a:pt x="0" y="9770"/>
                    <a:pt x="9511" y="143"/>
                    <a:pt x="21337" y="-1"/>
                  </a:cubicBezTo>
                  <a:lnTo>
                    <a:pt x="21600" y="21598"/>
                  </a:lnTo>
                  <a:close/>
                </a:path>
              </a:pathLst>
            </a:custGeom>
            <a:noFill/>
            <a:ln w="50800">
              <a:solidFill>
                <a:srgbClr val="114FFB"/>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8508" name="Arc 92"/>
            <p:cNvSpPr>
              <a:spLocks/>
            </p:cNvSpPr>
            <p:nvPr/>
          </p:nvSpPr>
          <p:spPr bwMode="auto">
            <a:xfrm>
              <a:off x="2512" y="1144"/>
              <a:ext cx="88" cy="101"/>
            </a:xfrm>
            <a:custGeom>
              <a:avLst/>
              <a:gdLst>
                <a:gd name="G0" fmla="+- 262 0 0"/>
                <a:gd name="G1" fmla="+- 21600 0 0"/>
                <a:gd name="G2" fmla="+- 21600 0 0"/>
                <a:gd name="T0" fmla="*/ 0 w 21862"/>
                <a:gd name="T1" fmla="*/ 2 h 21600"/>
                <a:gd name="T2" fmla="*/ 21862 w 21862"/>
                <a:gd name="T3" fmla="*/ 21600 h 21600"/>
                <a:gd name="T4" fmla="*/ 262 w 21862"/>
                <a:gd name="T5" fmla="*/ 21600 h 21600"/>
              </a:gdLst>
              <a:ahLst/>
              <a:cxnLst>
                <a:cxn ang="0">
                  <a:pos x="T0" y="T1"/>
                </a:cxn>
                <a:cxn ang="0">
                  <a:pos x="T2" y="T3"/>
                </a:cxn>
                <a:cxn ang="0">
                  <a:pos x="T4" y="T5"/>
                </a:cxn>
              </a:cxnLst>
              <a:rect l="0" t="0" r="r" b="b"/>
              <a:pathLst>
                <a:path w="21862" h="21600" fill="none" extrusionOk="0">
                  <a:moveTo>
                    <a:pt x="-1" y="1"/>
                  </a:moveTo>
                  <a:cubicBezTo>
                    <a:pt x="87" y="0"/>
                    <a:pt x="174" y="0"/>
                    <a:pt x="262" y="0"/>
                  </a:cubicBezTo>
                  <a:cubicBezTo>
                    <a:pt x="12191" y="0"/>
                    <a:pt x="21862" y="9670"/>
                    <a:pt x="21862" y="21600"/>
                  </a:cubicBezTo>
                </a:path>
                <a:path w="21862" h="21600" stroke="0" extrusionOk="0">
                  <a:moveTo>
                    <a:pt x="-1" y="1"/>
                  </a:moveTo>
                  <a:cubicBezTo>
                    <a:pt x="87" y="0"/>
                    <a:pt x="174" y="0"/>
                    <a:pt x="262" y="0"/>
                  </a:cubicBezTo>
                  <a:cubicBezTo>
                    <a:pt x="12191" y="0"/>
                    <a:pt x="21862" y="9670"/>
                    <a:pt x="21862" y="21600"/>
                  </a:cubicBezTo>
                  <a:lnTo>
                    <a:pt x="262" y="21600"/>
                  </a:lnTo>
                  <a:close/>
                </a:path>
              </a:pathLst>
            </a:custGeom>
            <a:noFill/>
            <a:ln w="50800">
              <a:solidFill>
                <a:srgbClr val="114FFB"/>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8509" name="Arc 93"/>
            <p:cNvSpPr>
              <a:spLocks/>
            </p:cNvSpPr>
            <p:nvPr/>
          </p:nvSpPr>
          <p:spPr bwMode="auto">
            <a:xfrm>
              <a:off x="2266" y="1144"/>
              <a:ext cx="87" cy="101"/>
            </a:xfrm>
            <a:custGeom>
              <a:avLst/>
              <a:gdLst>
                <a:gd name="G0" fmla="+- 21600 0 0"/>
                <a:gd name="G1" fmla="+- 21598 0 0"/>
                <a:gd name="G2" fmla="+- 21600 0 0"/>
                <a:gd name="T0" fmla="*/ 0 w 21600"/>
                <a:gd name="T1" fmla="*/ 21598 h 21598"/>
                <a:gd name="T2" fmla="*/ 21338 w 21600"/>
                <a:gd name="T3" fmla="*/ 0 h 21598"/>
                <a:gd name="T4" fmla="*/ 21600 w 21600"/>
                <a:gd name="T5" fmla="*/ 21598 h 21598"/>
              </a:gdLst>
              <a:ahLst/>
              <a:cxnLst>
                <a:cxn ang="0">
                  <a:pos x="T0" y="T1"/>
                </a:cxn>
                <a:cxn ang="0">
                  <a:pos x="T2" y="T3"/>
                </a:cxn>
                <a:cxn ang="0">
                  <a:pos x="T4" y="T5"/>
                </a:cxn>
              </a:cxnLst>
              <a:rect l="0" t="0" r="r" b="b"/>
              <a:pathLst>
                <a:path w="21600" h="21598" fill="none" extrusionOk="0">
                  <a:moveTo>
                    <a:pt x="0" y="21598"/>
                  </a:moveTo>
                  <a:cubicBezTo>
                    <a:pt x="0" y="9770"/>
                    <a:pt x="9511" y="143"/>
                    <a:pt x="21337" y="-1"/>
                  </a:cubicBezTo>
                </a:path>
                <a:path w="21600" h="21598" stroke="0" extrusionOk="0">
                  <a:moveTo>
                    <a:pt x="0" y="21598"/>
                  </a:moveTo>
                  <a:cubicBezTo>
                    <a:pt x="0" y="9770"/>
                    <a:pt x="9511" y="143"/>
                    <a:pt x="21337" y="-1"/>
                  </a:cubicBezTo>
                  <a:lnTo>
                    <a:pt x="21600" y="21598"/>
                  </a:lnTo>
                  <a:close/>
                </a:path>
              </a:pathLst>
            </a:custGeom>
            <a:noFill/>
            <a:ln w="50800">
              <a:solidFill>
                <a:srgbClr val="114FFB"/>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8510" name="Arc 94"/>
            <p:cNvSpPr>
              <a:spLocks/>
            </p:cNvSpPr>
            <p:nvPr/>
          </p:nvSpPr>
          <p:spPr bwMode="auto">
            <a:xfrm>
              <a:off x="2346" y="1144"/>
              <a:ext cx="88" cy="101"/>
            </a:xfrm>
            <a:custGeom>
              <a:avLst/>
              <a:gdLst>
                <a:gd name="G0" fmla="+- 262 0 0"/>
                <a:gd name="G1" fmla="+- 21600 0 0"/>
                <a:gd name="G2" fmla="+- 21600 0 0"/>
                <a:gd name="T0" fmla="*/ 0 w 21862"/>
                <a:gd name="T1" fmla="*/ 2 h 21600"/>
                <a:gd name="T2" fmla="*/ 21862 w 21862"/>
                <a:gd name="T3" fmla="*/ 21600 h 21600"/>
                <a:gd name="T4" fmla="*/ 262 w 21862"/>
                <a:gd name="T5" fmla="*/ 21600 h 21600"/>
              </a:gdLst>
              <a:ahLst/>
              <a:cxnLst>
                <a:cxn ang="0">
                  <a:pos x="T0" y="T1"/>
                </a:cxn>
                <a:cxn ang="0">
                  <a:pos x="T2" y="T3"/>
                </a:cxn>
                <a:cxn ang="0">
                  <a:pos x="T4" y="T5"/>
                </a:cxn>
              </a:cxnLst>
              <a:rect l="0" t="0" r="r" b="b"/>
              <a:pathLst>
                <a:path w="21862" h="21600" fill="none" extrusionOk="0">
                  <a:moveTo>
                    <a:pt x="-1" y="1"/>
                  </a:moveTo>
                  <a:cubicBezTo>
                    <a:pt x="87" y="0"/>
                    <a:pt x="174" y="0"/>
                    <a:pt x="262" y="0"/>
                  </a:cubicBezTo>
                  <a:cubicBezTo>
                    <a:pt x="12191" y="0"/>
                    <a:pt x="21862" y="9670"/>
                    <a:pt x="21862" y="21600"/>
                  </a:cubicBezTo>
                </a:path>
                <a:path w="21862" h="21600" stroke="0" extrusionOk="0">
                  <a:moveTo>
                    <a:pt x="-1" y="1"/>
                  </a:moveTo>
                  <a:cubicBezTo>
                    <a:pt x="87" y="0"/>
                    <a:pt x="174" y="0"/>
                    <a:pt x="262" y="0"/>
                  </a:cubicBezTo>
                  <a:cubicBezTo>
                    <a:pt x="12191" y="0"/>
                    <a:pt x="21862" y="9670"/>
                    <a:pt x="21862" y="21600"/>
                  </a:cubicBezTo>
                  <a:lnTo>
                    <a:pt x="262" y="21600"/>
                  </a:lnTo>
                  <a:close/>
                </a:path>
              </a:pathLst>
            </a:custGeom>
            <a:noFill/>
            <a:ln w="50800">
              <a:solidFill>
                <a:srgbClr val="114FFB"/>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8511" name="Line 95"/>
            <p:cNvSpPr>
              <a:spLocks noChangeShapeType="1"/>
            </p:cNvSpPr>
            <p:nvPr/>
          </p:nvSpPr>
          <p:spPr bwMode="auto">
            <a:xfrm>
              <a:off x="2264" y="1238"/>
              <a:ext cx="0" cy="98"/>
            </a:xfrm>
            <a:prstGeom prst="line">
              <a:avLst/>
            </a:prstGeom>
            <a:noFill/>
            <a:ln w="508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8512" name="Line 96"/>
            <p:cNvSpPr>
              <a:spLocks noChangeShapeType="1"/>
            </p:cNvSpPr>
            <p:nvPr/>
          </p:nvSpPr>
          <p:spPr bwMode="auto">
            <a:xfrm>
              <a:off x="2600" y="1244"/>
              <a:ext cx="0" cy="95"/>
            </a:xfrm>
            <a:prstGeom prst="line">
              <a:avLst/>
            </a:prstGeom>
            <a:noFill/>
            <a:ln w="508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8513" name="Line 97"/>
            <p:cNvSpPr>
              <a:spLocks noChangeShapeType="1"/>
            </p:cNvSpPr>
            <p:nvPr/>
          </p:nvSpPr>
          <p:spPr bwMode="auto">
            <a:xfrm>
              <a:off x="2433" y="1246"/>
              <a:ext cx="0" cy="29"/>
            </a:xfrm>
            <a:prstGeom prst="line">
              <a:avLst/>
            </a:prstGeom>
            <a:noFill/>
            <a:ln w="508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828514" name="Freeform 98"/>
          <p:cNvSpPr>
            <a:spLocks/>
          </p:cNvSpPr>
          <p:nvPr/>
        </p:nvSpPr>
        <p:spPr bwMode="auto">
          <a:xfrm>
            <a:off x="5003800" y="1520825"/>
            <a:ext cx="3240088" cy="4679950"/>
          </a:xfrm>
          <a:custGeom>
            <a:avLst/>
            <a:gdLst>
              <a:gd name="T0" fmla="*/ 0 w 2041"/>
              <a:gd name="T1" fmla="*/ 0 h 2948"/>
              <a:gd name="T2" fmla="*/ 2041 w 2041"/>
              <a:gd name="T3" fmla="*/ 0 h 2948"/>
              <a:gd name="T4" fmla="*/ 2041 w 2041"/>
              <a:gd name="T5" fmla="*/ 2948 h 2948"/>
              <a:gd name="T6" fmla="*/ 408 w 2041"/>
              <a:gd name="T7" fmla="*/ 2948 h 2948"/>
              <a:gd name="T8" fmla="*/ 181 w 2041"/>
              <a:gd name="T9" fmla="*/ 2812 h 2948"/>
            </a:gdLst>
            <a:ahLst/>
            <a:cxnLst>
              <a:cxn ang="0">
                <a:pos x="T0" y="T1"/>
              </a:cxn>
              <a:cxn ang="0">
                <a:pos x="T2" y="T3"/>
              </a:cxn>
              <a:cxn ang="0">
                <a:pos x="T4" y="T5"/>
              </a:cxn>
              <a:cxn ang="0">
                <a:pos x="T6" y="T7"/>
              </a:cxn>
              <a:cxn ang="0">
                <a:pos x="T8" y="T9"/>
              </a:cxn>
            </a:cxnLst>
            <a:rect l="0" t="0" r="r" b="b"/>
            <a:pathLst>
              <a:path w="2041" h="2948">
                <a:moveTo>
                  <a:pt x="0" y="0"/>
                </a:moveTo>
                <a:lnTo>
                  <a:pt x="2041" y="0"/>
                </a:lnTo>
                <a:lnTo>
                  <a:pt x="2041" y="2948"/>
                </a:lnTo>
                <a:lnTo>
                  <a:pt x="408" y="2948"/>
                </a:lnTo>
                <a:lnTo>
                  <a:pt x="181" y="2812"/>
                </a:lnTo>
              </a:path>
            </a:pathLst>
          </a:custGeom>
          <a:noFill/>
          <a:ln w="38100" cap="flat" cmpd="sng">
            <a:solidFill>
              <a:srgbClr val="3333FF"/>
            </a:solidFill>
            <a:prstDash val="sysDot"/>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8515" name="Rectangle 99"/>
          <p:cNvSpPr>
            <a:spLocks noChangeArrowheads="1"/>
          </p:cNvSpPr>
          <p:nvPr/>
        </p:nvSpPr>
        <p:spPr bwMode="auto">
          <a:xfrm>
            <a:off x="3233738" y="2279650"/>
            <a:ext cx="1697037" cy="3937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eaLnBrk="0" hangingPunct="0"/>
            <a:r>
              <a:rPr lang="en-GB" altLang="zh-CN" sz="2000" b="1">
                <a:solidFill>
                  <a:schemeClr val="accent1"/>
                </a:solidFill>
                <a:latin typeface="FuturaA Md BT" pitchFamily="34" charset="0"/>
                <a:ea typeface="SimSun" panose="02010600030101010101" pitchFamily="2" charset="-122"/>
              </a:rPr>
              <a:t>HV+LV+TV</a:t>
            </a:r>
          </a:p>
        </p:txBody>
      </p:sp>
      <p:grpSp>
        <p:nvGrpSpPr>
          <p:cNvPr id="828516" name="Group 100"/>
          <p:cNvGrpSpPr>
            <a:grpSpLocks/>
          </p:cNvGrpSpPr>
          <p:nvPr/>
        </p:nvGrpSpPr>
        <p:grpSpPr bwMode="auto">
          <a:xfrm rot="5400000">
            <a:off x="3517106" y="3871120"/>
            <a:ext cx="473075" cy="309562"/>
            <a:chOff x="2264" y="1144"/>
            <a:chExt cx="336" cy="195"/>
          </a:xfrm>
        </p:grpSpPr>
        <p:sp>
          <p:nvSpPr>
            <p:cNvPr id="828517" name="Arc 101"/>
            <p:cNvSpPr>
              <a:spLocks/>
            </p:cNvSpPr>
            <p:nvPr/>
          </p:nvSpPr>
          <p:spPr bwMode="auto">
            <a:xfrm>
              <a:off x="2432" y="1144"/>
              <a:ext cx="87" cy="101"/>
            </a:xfrm>
            <a:custGeom>
              <a:avLst/>
              <a:gdLst>
                <a:gd name="G0" fmla="+- 21600 0 0"/>
                <a:gd name="G1" fmla="+- 21598 0 0"/>
                <a:gd name="G2" fmla="+- 21600 0 0"/>
                <a:gd name="T0" fmla="*/ 0 w 21600"/>
                <a:gd name="T1" fmla="*/ 21598 h 21598"/>
                <a:gd name="T2" fmla="*/ 21338 w 21600"/>
                <a:gd name="T3" fmla="*/ 0 h 21598"/>
                <a:gd name="T4" fmla="*/ 21600 w 21600"/>
                <a:gd name="T5" fmla="*/ 21598 h 21598"/>
              </a:gdLst>
              <a:ahLst/>
              <a:cxnLst>
                <a:cxn ang="0">
                  <a:pos x="T0" y="T1"/>
                </a:cxn>
                <a:cxn ang="0">
                  <a:pos x="T2" y="T3"/>
                </a:cxn>
                <a:cxn ang="0">
                  <a:pos x="T4" y="T5"/>
                </a:cxn>
              </a:cxnLst>
              <a:rect l="0" t="0" r="r" b="b"/>
              <a:pathLst>
                <a:path w="21600" h="21598" fill="none" extrusionOk="0">
                  <a:moveTo>
                    <a:pt x="0" y="21598"/>
                  </a:moveTo>
                  <a:cubicBezTo>
                    <a:pt x="0" y="9770"/>
                    <a:pt x="9511" y="143"/>
                    <a:pt x="21337" y="-1"/>
                  </a:cubicBezTo>
                </a:path>
                <a:path w="21600" h="21598" stroke="0" extrusionOk="0">
                  <a:moveTo>
                    <a:pt x="0" y="21598"/>
                  </a:moveTo>
                  <a:cubicBezTo>
                    <a:pt x="0" y="9770"/>
                    <a:pt x="9511" y="143"/>
                    <a:pt x="21337" y="-1"/>
                  </a:cubicBezTo>
                  <a:lnTo>
                    <a:pt x="21600" y="21598"/>
                  </a:lnTo>
                  <a:close/>
                </a:path>
              </a:pathLst>
            </a:custGeom>
            <a:noFill/>
            <a:ln w="50800" cap="rnd">
              <a:solidFill>
                <a:srgbClr val="114FFB"/>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8518" name="Arc 102"/>
            <p:cNvSpPr>
              <a:spLocks/>
            </p:cNvSpPr>
            <p:nvPr/>
          </p:nvSpPr>
          <p:spPr bwMode="auto">
            <a:xfrm>
              <a:off x="2512" y="1144"/>
              <a:ext cx="88" cy="101"/>
            </a:xfrm>
            <a:custGeom>
              <a:avLst/>
              <a:gdLst>
                <a:gd name="G0" fmla="+- 262 0 0"/>
                <a:gd name="G1" fmla="+- 21600 0 0"/>
                <a:gd name="G2" fmla="+- 21600 0 0"/>
                <a:gd name="T0" fmla="*/ 0 w 21862"/>
                <a:gd name="T1" fmla="*/ 2 h 21600"/>
                <a:gd name="T2" fmla="*/ 21862 w 21862"/>
                <a:gd name="T3" fmla="*/ 21600 h 21600"/>
                <a:gd name="T4" fmla="*/ 262 w 21862"/>
                <a:gd name="T5" fmla="*/ 21600 h 21600"/>
              </a:gdLst>
              <a:ahLst/>
              <a:cxnLst>
                <a:cxn ang="0">
                  <a:pos x="T0" y="T1"/>
                </a:cxn>
                <a:cxn ang="0">
                  <a:pos x="T2" y="T3"/>
                </a:cxn>
                <a:cxn ang="0">
                  <a:pos x="T4" y="T5"/>
                </a:cxn>
              </a:cxnLst>
              <a:rect l="0" t="0" r="r" b="b"/>
              <a:pathLst>
                <a:path w="21862" h="21600" fill="none" extrusionOk="0">
                  <a:moveTo>
                    <a:pt x="-1" y="1"/>
                  </a:moveTo>
                  <a:cubicBezTo>
                    <a:pt x="87" y="0"/>
                    <a:pt x="174" y="0"/>
                    <a:pt x="262" y="0"/>
                  </a:cubicBezTo>
                  <a:cubicBezTo>
                    <a:pt x="12191" y="0"/>
                    <a:pt x="21862" y="9670"/>
                    <a:pt x="21862" y="21600"/>
                  </a:cubicBezTo>
                </a:path>
                <a:path w="21862" h="21600" stroke="0" extrusionOk="0">
                  <a:moveTo>
                    <a:pt x="-1" y="1"/>
                  </a:moveTo>
                  <a:cubicBezTo>
                    <a:pt x="87" y="0"/>
                    <a:pt x="174" y="0"/>
                    <a:pt x="262" y="0"/>
                  </a:cubicBezTo>
                  <a:cubicBezTo>
                    <a:pt x="12191" y="0"/>
                    <a:pt x="21862" y="9670"/>
                    <a:pt x="21862" y="21600"/>
                  </a:cubicBezTo>
                  <a:lnTo>
                    <a:pt x="262" y="21600"/>
                  </a:lnTo>
                  <a:close/>
                </a:path>
              </a:pathLst>
            </a:custGeom>
            <a:noFill/>
            <a:ln w="50800" cap="rnd">
              <a:solidFill>
                <a:srgbClr val="114FFB"/>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8519" name="Arc 103"/>
            <p:cNvSpPr>
              <a:spLocks/>
            </p:cNvSpPr>
            <p:nvPr/>
          </p:nvSpPr>
          <p:spPr bwMode="auto">
            <a:xfrm>
              <a:off x="2266" y="1144"/>
              <a:ext cx="87" cy="101"/>
            </a:xfrm>
            <a:custGeom>
              <a:avLst/>
              <a:gdLst>
                <a:gd name="G0" fmla="+- 21600 0 0"/>
                <a:gd name="G1" fmla="+- 21598 0 0"/>
                <a:gd name="G2" fmla="+- 21600 0 0"/>
                <a:gd name="T0" fmla="*/ 0 w 21600"/>
                <a:gd name="T1" fmla="*/ 21598 h 21598"/>
                <a:gd name="T2" fmla="*/ 21338 w 21600"/>
                <a:gd name="T3" fmla="*/ 0 h 21598"/>
                <a:gd name="T4" fmla="*/ 21600 w 21600"/>
                <a:gd name="T5" fmla="*/ 21598 h 21598"/>
              </a:gdLst>
              <a:ahLst/>
              <a:cxnLst>
                <a:cxn ang="0">
                  <a:pos x="T0" y="T1"/>
                </a:cxn>
                <a:cxn ang="0">
                  <a:pos x="T2" y="T3"/>
                </a:cxn>
                <a:cxn ang="0">
                  <a:pos x="T4" y="T5"/>
                </a:cxn>
              </a:cxnLst>
              <a:rect l="0" t="0" r="r" b="b"/>
              <a:pathLst>
                <a:path w="21600" h="21598" fill="none" extrusionOk="0">
                  <a:moveTo>
                    <a:pt x="0" y="21598"/>
                  </a:moveTo>
                  <a:cubicBezTo>
                    <a:pt x="0" y="9770"/>
                    <a:pt x="9511" y="143"/>
                    <a:pt x="21337" y="-1"/>
                  </a:cubicBezTo>
                </a:path>
                <a:path w="21600" h="21598" stroke="0" extrusionOk="0">
                  <a:moveTo>
                    <a:pt x="0" y="21598"/>
                  </a:moveTo>
                  <a:cubicBezTo>
                    <a:pt x="0" y="9770"/>
                    <a:pt x="9511" y="143"/>
                    <a:pt x="21337" y="-1"/>
                  </a:cubicBezTo>
                  <a:lnTo>
                    <a:pt x="21600" y="21598"/>
                  </a:lnTo>
                  <a:close/>
                </a:path>
              </a:pathLst>
            </a:custGeom>
            <a:noFill/>
            <a:ln w="50800" cap="rnd">
              <a:solidFill>
                <a:srgbClr val="114FFB"/>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8520" name="Arc 104"/>
            <p:cNvSpPr>
              <a:spLocks/>
            </p:cNvSpPr>
            <p:nvPr/>
          </p:nvSpPr>
          <p:spPr bwMode="auto">
            <a:xfrm>
              <a:off x="2346" y="1144"/>
              <a:ext cx="88" cy="101"/>
            </a:xfrm>
            <a:custGeom>
              <a:avLst/>
              <a:gdLst>
                <a:gd name="G0" fmla="+- 262 0 0"/>
                <a:gd name="G1" fmla="+- 21600 0 0"/>
                <a:gd name="G2" fmla="+- 21600 0 0"/>
                <a:gd name="T0" fmla="*/ 0 w 21862"/>
                <a:gd name="T1" fmla="*/ 2 h 21600"/>
                <a:gd name="T2" fmla="*/ 21862 w 21862"/>
                <a:gd name="T3" fmla="*/ 21600 h 21600"/>
                <a:gd name="T4" fmla="*/ 262 w 21862"/>
                <a:gd name="T5" fmla="*/ 21600 h 21600"/>
              </a:gdLst>
              <a:ahLst/>
              <a:cxnLst>
                <a:cxn ang="0">
                  <a:pos x="T0" y="T1"/>
                </a:cxn>
                <a:cxn ang="0">
                  <a:pos x="T2" y="T3"/>
                </a:cxn>
                <a:cxn ang="0">
                  <a:pos x="T4" y="T5"/>
                </a:cxn>
              </a:cxnLst>
              <a:rect l="0" t="0" r="r" b="b"/>
              <a:pathLst>
                <a:path w="21862" h="21600" fill="none" extrusionOk="0">
                  <a:moveTo>
                    <a:pt x="-1" y="1"/>
                  </a:moveTo>
                  <a:cubicBezTo>
                    <a:pt x="87" y="0"/>
                    <a:pt x="174" y="0"/>
                    <a:pt x="262" y="0"/>
                  </a:cubicBezTo>
                  <a:cubicBezTo>
                    <a:pt x="12191" y="0"/>
                    <a:pt x="21862" y="9670"/>
                    <a:pt x="21862" y="21600"/>
                  </a:cubicBezTo>
                </a:path>
                <a:path w="21862" h="21600" stroke="0" extrusionOk="0">
                  <a:moveTo>
                    <a:pt x="-1" y="1"/>
                  </a:moveTo>
                  <a:cubicBezTo>
                    <a:pt x="87" y="0"/>
                    <a:pt x="174" y="0"/>
                    <a:pt x="262" y="0"/>
                  </a:cubicBezTo>
                  <a:cubicBezTo>
                    <a:pt x="12191" y="0"/>
                    <a:pt x="21862" y="9670"/>
                    <a:pt x="21862" y="21600"/>
                  </a:cubicBezTo>
                  <a:lnTo>
                    <a:pt x="262" y="21600"/>
                  </a:lnTo>
                  <a:close/>
                </a:path>
              </a:pathLst>
            </a:custGeom>
            <a:noFill/>
            <a:ln w="50800" cap="rnd">
              <a:solidFill>
                <a:srgbClr val="114FFB"/>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8521" name="Line 105"/>
            <p:cNvSpPr>
              <a:spLocks noChangeShapeType="1"/>
            </p:cNvSpPr>
            <p:nvPr/>
          </p:nvSpPr>
          <p:spPr bwMode="auto">
            <a:xfrm>
              <a:off x="2264" y="1238"/>
              <a:ext cx="0" cy="98"/>
            </a:xfrm>
            <a:prstGeom prst="line">
              <a:avLst/>
            </a:prstGeom>
            <a:noFill/>
            <a:ln w="508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8522" name="Line 106"/>
            <p:cNvSpPr>
              <a:spLocks noChangeShapeType="1"/>
            </p:cNvSpPr>
            <p:nvPr/>
          </p:nvSpPr>
          <p:spPr bwMode="auto">
            <a:xfrm>
              <a:off x="2600" y="1244"/>
              <a:ext cx="0" cy="95"/>
            </a:xfrm>
            <a:prstGeom prst="line">
              <a:avLst/>
            </a:prstGeom>
            <a:noFill/>
            <a:ln w="508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8523" name="Line 107"/>
            <p:cNvSpPr>
              <a:spLocks noChangeShapeType="1"/>
            </p:cNvSpPr>
            <p:nvPr/>
          </p:nvSpPr>
          <p:spPr bwMode="auto">
            <a:xfrm>
              <a:off x="2433" y="1246"/>
              <a:ext cx="0" cy="29"/>
            </a:xfrm>
            <a:prstGeom prst="line">
              <a:avLst/>
            </a:prstGeom>
            <a:noFill/>
            <a:ln w="508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828524" name="Group 108"/>
          <p:cNvGrpSpPr>
            <a:grpSpLocks/>
          </p:cNvGrpSpPr>
          <p:nvPr/>
        </p:nvGrpSpPr>
        <p:grpSpPr bwMode="auto">
          <a:xfrm rot="16200000">
            <a:off x="4021931" y="3866357"/>
            <a:ext cx="473075" cy="309562"/>
            <a:chOff x="2264" y="1144"/>
            <a:chExt cx="336" cy="195"/>
          </a:xfrm>
        </p:grpSpPr>
        <p:sp>
          <p:nvSpPr>
            <p:cNvPr id="828525" name="Arc 109"/>
            <p:cNvSpPr>
              <a:spLocks/>
            </p:cNvSpPr>
            <p:nvPr/>
          </p:nvSpPr>
          <p:spPr bwMode="auto">
            <a:xfrm>
              <a:off x="2432" y="1144"/>
              <a:ext cx="87" cy="101"/>
            </a:xfrm>
            <a:custGeom>
              <a:avLst/>
              <a:gdLst>
                <a:gd name="G0" fmla="+- 21600 0 0"/>
                <a:gd name="G1" fmla="+- 21598 0 0"/>
                <a:gd name="G2" fmla="+- 21600 0 0"/>
                <a:gd name="T0" fmla="*/ 0 w 21600"/>
                <a:gd name="T1" fmla="*/ 21598 h 21598"/>
                <a:gd name="T2" fmla="*/ 21338 w 21600"/>
                <a:gd name="T3" fmla="*/ 0 h 21598"/>
                <a:gd name="T4" fmla="*/ 21600 w 21600"/>
                <a:gd name="T5" fmla="*/ 21598 h 21598"/>
              </a:gdLst>
              <a:ahLst/>
              <a:cxnLst>
                <a:cxn ang="0">
                  <a:pos x="T0" y="T1"/>
                </a:cxn>
                <a:cxn ang="0">
                  <a:pos x="T2" y="T3"/>
                </a:cxn>
                <a:cxn ang="0">
                  <a:pos x="T4" y="T5"/>
                </a:cxn>
              </a:cxnLst>
              <a:rect l="0" t="0" r="r" b="b"/>
              <a:pathLst>
                <a:path w="21600" h="21598" fill="none" extrusionOk="0">
                  <a:moveTo>
                    <a:pt x="0" y="21598"/>
                  </a:moveTo>
                  <a:cubicBezTo>
                    <a:pt x="0" y="9770"/>
                    <a:pt x="9511" y="143"/>
                    <a:pt x="21337" y="-1"/>
                  </a:cubicBezTo>
                </a:path>
                <a:path w="21600" h="21598" stroke="0" extrusionOk="0">
                  <a:moveTo>
                    <a:pt x="0" y="21598"/>
                  </a:moveTo>
                  <a:cubicBezTo>
                    <a:pt x="0" y="9770"/>
                    <a:pt x="9511" y="143"/>
                    <a:pt x="21337" y="-1"/>
                  </a:cubicBezTo>
                  <a:lnTo>
                    <a:pt x="21600" y="21598"/>
                  </a:lnTo>
                  <a:close/>
                </a:path>
              </a:pathLst>
            </a:custGeom>
            <a:noFill/>
            <a:ln w="50800" cap="rnd">
              <a:solidFill>
                <a:srgbClr val="114FFB"/>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8526" name="Arc 110"/>
            <p:cNvSpPr>
              <a:spLocks/>
            </p:cNvSpPr>
            <p:nvPr/>
          </p:nvSpPr>
          <p:spPr bwMode="auto">
            <a:xfrm>
              <a:off x="2512" y="1144"/>
              <a:ext cx="88" cy="101"/>
            </a:xfrm>
            <a:custGeom>
              <a:avLst/>
              <a:gdLst>
                <a:gd name="G0" fmla="+- 262 0 0"/>
                <a:gd name="G1" fmla="+- 21600 0 0"/>
                <a:gd name="G2" fmla="+- 21600 0 0"/>
                <a:gd name="T0" fmla="*/ 0 w 21862"/>
                <a:gd name="T1" fmla="*/ 2 h 21600"/>
                <a:gd name="T2" fmla="*/ 21862 w 21862"/>
                <a:gd name="T3" fmla="*/ 21600 h 21600"/>
                <a:gd name="T4" fmla="*/ 262 w 21862"/>
                <a:gd name="T5" fmla="*/ 21600 h 21600"/>
              </a:gdLst>
              <a:ahLst/>
              <a:cxnLst>
                <a:cxn ang="0">
                  <a:pos x="T0" y="T1"/>
                </a:cxn>
                <a:cxn ang="0">
                  <a:pos x="T2" y="T3"/>
                </a:cxn>
                <a:cxn ang="0">
                  <a:pos x="T4" y="T5"/>
                </a:cxn>
              </a:cxnLst>
              <a:rect l="0" t="0" r="r" b="b"/>
              <a:pathLst>
                <a:path w="21862" h="21600" fill="none" extrusionOk="0">
                  <a:moveTo>
                    <a:pt x="-1" y="1"/>
                  </a:moveTo>
                  <a:cubicBezTo>
                    <a:pt x="87" y="0"/>
                    <a:pt x="174" y="0"/>
                    <a:pt x="262" y="0"/>
                  </a:cubicBezTo>
                  <a:cubicBezTo>
                    <a:pt x="12191" y="0"/>
                    <a:pt x="21862" y="9670"/>
                    <a:pt x="21862" y="21600"/>
                  </a:cubicBezTo>
                </a:path>
                <a:path w="21862" h="21600" stroke="0" extrusionOk="0">
                  <a:moveTo>
                    <a:pt x="-1" y="1"/>
                  </a:moveTo>
                  <a:cubicBezTo>
                    <a:pt x="87" y="0"/>
                    <a:pt x="174" y="0"/>
                    <a:pt x="262" y="0"/>
                  </a:cubicBezTo>
                  <a:cubicBezTo>
                    <a:pt x="12191" y="0"/>
                    <a:pt x="21862" y="9670"/>
                    <a:pt x="21862" y="21600"/>
                  </a:cubicBezTo>
                  <a:lnTo>
                    <a:pt x="262" y="21600"/>
                  </a:lnTo>
                  <a:close/>
                </a:path>
              </a:pathLst>
            </a:custGeom>
            <a:noFill/>
            <a:ln w="50800" cap="rnd">
              <a:solidFill>
                <a:srgbClr val="114FFB"/>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8527" name="Arc 111"/>
            <p:cNvSpPr>
              <a:spLocks/>
            </p:cNvSpPr>
            <p:nvPr/>
          </p:nvSpPr>
          <p:spPr bwMode="auto">
            <a:xfrm>
              <a:off x="2266" y="1144"/>
              <a:ext cx="87" cy="101"/>
            </a:xfrm>
            <a:custGeom>
              <a:avLst/>
              <a:gdLst>
                <a:gd name="G0" fmla="+- 21600 0 0"/>
                <a:gd name="G1" fmla="+- 21598 0 0"/>
                <a:gd name="G2" fmla="+- 21600 0 0"/>
                <a:gd name="T0" fmla="*/ 0 w 21600"/>
                <a:gd name="T1" fmla="*/ 21598 h 21598"/>
                <a:gd name="T2" fmla="*/ 21338 w 21600"/>
                <a:gd name="T3" fmla="*/ 0 h 21598"/>
                <a:gd name="T4" fmla="*/ 21600 w 21600"/>
                <a:gd name="T5" fmla="*/ 21598 h 21598"/>
              </a:gdLst>
              <a:ahLst/>
              <a:cxnLst>
                <a:cxn ang="0">
                  <a:pos x="T0" y="T1"/>
                </a:cxn>
                <a:cxn ang="0">
                  <a:pos x="T2" y="T3"/>
                </a:cxn>
                <a:cxn ang="0">
                  <a:pos x="T4" y="T5"/>
                </a:cxn>
              </a:cxnLst>
              <a:rect l="0" t="0" r="r" b="b"/>
              <a:pathLst>
                <a:path w="21600" h="21598" fill="none" extrusionOk="0">
                  <a:moveTo>
                    <a:pt x="0" y="21598"/>
                  </a:moveTo>
                  <a:cubicBezTo>
                    <a:pt x="0" y="9770"/>
                    <a:pt x="9511" y="143"/>
                    <a:pt x="21337" y="-1"/>
                  </a:cubicBezTo>
                </a:path>
                <a:path w="21600" h="21598" stroke="0" extrusionOk="0">
                  <a:moveTo>
                    <a:pt x="0" y="21598"/>
                  </a:moveTo>
                  <a:cubicBezTo>
                    <a:pt x="0" y="9770"/>
                    <a:pt x="9511" y="143"/>
                    <a:pt x="21337" y="-1"/>
                  </a:cubicBezTo>
                  <a:lnTo>
                    <a:pt x="21600" y="21598"/>
                  </a:lnTo>
                  <a:close/>
                </a:path>
              </a:pathLst>
            </a:custGeom>
            <a:noFill/>
            <a:ln w="50800" cap="rnd">
              <a:solidFill>
                <a:srgbClr val="114FFB"/>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8528" name="Arc 112"/>
            <p:cNvSpPr>
              <a:spLocks/>
            </p:cNvSpPr>
            <p:nvPr/>
          </p:nvSpPr>
          <p:spPr bwMode="auto">
            <a:xfrm>
              <a:off x="2346" y="1144"/>
              <a:ext cx="88" cy="101"/>
            </a:xfrm>
            <a:custGeom>
              <a:avLst/>
              <a:gdLst>
                <a:gd name="G0" fmla="+- 262 0 0"/>
                <a:gd name="G1" fmla="+- 21600 0 0"/>
                <a:gd name="G2" fmla="+- 21600 0 0"/>
                <a:gd name="T0" fmla="*/ 0 w 21862"/>
                <a:gd name="T1" fmla="*/ 2 h 21600"/>
                <a:gd name="T2" fmla="*/ 21862 w 21862"/>
                <a:gd name="T3" fmla="*/ 21600 h 21600"/>
                <a:gd name="T4" fmla="*/ 262 w 21862"/>
                <a:gd name="T5" fmla="*/ 21600 h 21600"/>
              </a:gdLst>
              <a:ahLst/>
              <a:cxnLst>
                <a:cxn ang="0">
                  <a:pos x="T0" y="T1"/>
                </a:cxn>
                <a:cxn ang="0">
                  <a:pos x="T2" y="T3"/>
                </a:cxn>
                <a:cxn ang="0">
                  <a:pos x="T4" y="T5"/>
                </a:cxn>
              </a:cxnLst>
              <a:rect l="0" t="0" r="r" b="b"/>
              <a:pathLst>
                <a:path w="21862" h="21600" fill="none" extrusionOk="0">
                  <a:moveTo>
                    <a:pt x="-1" y="1"/>
                  </a:moveTo>
                  <a:cubicBezTo>
                    <a:pt x="87" y="0"/>
                    <a:pt x="174" y="0"/>
                    <a:pt x="262" y="0"/>
                  </a:cubicBezTo>
                  <a:cubicBezTo>
                    <a:pt x="12191" y="0"/>
                    <a:pt x="21862" y="9670"/>
                    <a:pt x="21862" y="21600"/>
                  </a:cubicBezTo>
                </a:path>
                <a:path w="21862" h="21600" stroke="0" extrusionOk="0">
                  <a:moveTo>
                    <a:pt x="-1" y="1"/>
                  </a:moveTo>
                  <a:cubicBezTo>
                    <a:pt x="87" y="0"/>
                    <a:pt x="174" y="0"/>
                    <a:pt x="262" y="0"/>
                  </a:cubicBezTo>
                  <a:cubicBezTo>
                    <a:pt x="12191" y="0"/>
                    <a:pt x="21862" y="9670"/>
                    <a:pt x="21862" y="21600"/>
                  </a:cubicBezTo>
                  <a:lnTo>
                    <a:pt x="262" y="21600"/>
                  </a:lnTo>
                  <a:close/>
                </a:path>
              </a:pathLst>
            </a:custGeom>
            <a:noFill/>
            <a:ln w="50800" cap="rnd">
              <a:solidFill>
                <a:srgbClr val="114FFB"/>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8529" name="Line 113"/>
            <p:cNvSpPr>
              <a:spLocks noChangeShapeType="1"/>
            </p:cNvSpPr>
            <p:nvPr/>
          </p:nvSpPr>
          <p:spPr bwMode="auto">
            <a:xfrm>
              <a:off x="2264" y="1238"/>
              <a:ext cx="0" cy="98"/>
            </a:xfrm>
            <a:prstGeom prst="line">
              <a:avLst/>
            </a:prstGeom>
            <a:noFill/>
            <a:ln w="508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8530" name="Line 114"/>
            <p:cNvSpPr>
              <a:spLocks noChangeShapeType="1"/>
            </p:cNvSpPr>
            <p:nvPr/>
          </p:nvSpPr>
          <p:spPr bwMode="auto">
            <a:xfrm>
              <a:off x="2600" y="1244"/>
              <a:ext cx="0" cy="95"/>
            </a:xfrm>
            <a:prstGeom prst="line">
              <a:avLst/>
            </a:prstGeom>
            <a:noFill/>
            <a:ln w="508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8531" name="Line 115"/>
            <p:cNvSpPr>
              <a:spLocks noChangeShapeType="1"/>
            </p:cNvSpPr>
            <p:nvPr/>
          </p:nvSpPr>
          <p:spPr bwMode="auto">
            <a:xfrm>
              <a:off x="2433" y="1246"/>
              <a:ext cx="0" cy="29"/>
            </a:xfrm>
            <a:prstGeom prst="line">
              <a:avLst/>
            </a:prstGeom>
            <a:noFill/>
            <a:ln w="508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828532" name="Line 116"/>
          <p:cNvSpPr>
            <a:spLocks noChangeShapeType="1"/>
          </p:cNvSpPr>
          <p:nvPr/>
        </p:nvSpPr>
        <p:spPr bwMode="auto">
          <a:xfrm rot="5400000" flipH="1">
            <a:off x="3890169" y="4722019"/>
            <a:ext cx="1360488" cy="0"/>
          </a:xfrm>
          <a:prstGeom prst="line">
            <a:avLst/>
          </a:prstGeom>
          <a:noFill/>
          <a:ln w="508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8533" name="Line 117"/>
          <p:cNvSpPr>
            <a:spLocks noChangeShapeType="1"/>
          </p:cNvSpPr>
          <p:nvPr/>
        </p:nvSpPr>
        <p:spPr bwMode="auto">
          <a:xfrm flipH="1">
            <a:off x="4391025" y="4041775"/>
            <a:ext cx="201613" cy="0"/>
          </a:xfrm>
          <a:prstGeom prst="line">
            <a:avLst/>
          </a:prstGeom>
          <a:noFill/>
          <a:ln w="508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8534" name="Line 118"/>
          <p:cNvSpPr>
            <a:spLocks noChangeShapeType="1"/>
          </p:cNvSpPr>
          <p:nvPr/>
        </p:nvSpPr>
        <p:spPr bwMode="auto">
          <a:xfrm rot="5400000" flipH="1">
            <a:off x="3113088" y="4419600"/>
            <a:ext cx="755650" cy="0"/>
          </a:xfrm>
          <a:prstGeom prst="line">
            <a:avLst/>
          </a:prstGeom>
          <a:noFill/>
          <a:ln w="508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8535" name="Line 119"/>
          <p:cNvSpPr>
            <a:spLocks noChangeShapeType="1"/>
          </p:cNvSpPr>
          <p:nvPr/>
        </p:nvSpPr>
        <p:spPr bwMode="auto">
          <a:xfrm flipH="1">
            <a:off x="3454400" y="4797425"/>
            <a:ext cx="701675" cy="0"/>
          </a:xfrm>
          <a:prstGeom prst="line">
            <a:avLst/>
          </a:prstGeom>
          <a:noFill/>
          <a:ln w="508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8536" name="Line 120"/>
          <p:cNvSpPr>
            <a:spLocks noChangeShapeType="1"/>
          </p:cNvSpPr>
          <p:nvPr/>
        </p:nvSpPr>
        <p:spPr bwMode="auto">
          <a:xfrm flipH="1">
            <a:off x="3462338" y="4041775"/>
            <a:ext cx="173037" cy="0"/>
          </a:xfrm>
          <a:prstGeom prst="line">
            <a:avLst/>
          </a:prstGeom>
          <a:noFill/>
          <a:ln w="508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pic>
        <p:nvPicPr>
          <p:cNvPr id="828537" name="Picture 121" descr="Px4x_80TE_front_S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8500" y="5302250"/>
            <a:ext cx="2238375" cy="1066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9404481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2822575" y="427038"/>
            <a:ext cx="3486150" cy="1150937"/>
          </a:xfrm>
        </p:spPr>
        <p:txBody>
          <a:bodyPr/>
          <a:lstStyle/>
          <a:p>
            <a:pPr algn="ctr"/>
            <a:r>
              <a:rPr lang="en-US" altLang="en-US" sz="4400"/>
              <a:t>Thank You</a:t>
            </a:r>
          </a:p>
        </p:txBody>
      </p:sp>
      <p:pic>
        <p:nvPicPr>
          <p:cNvPr id="102405"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5888" y="1757363"/>
            <a:ext cx="6372225" cy="388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extLst>
      <p:ext uri="{BB962C8B-B14F-4D97-AF65-F5344CB8AC3E}">
        <p14:creationId xmlns:p14="http://schemas.microsoft.com/office/powerpoint/2010/main" val="262033435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102405"/>
                                        </p:tgtEl>
                                        <p:attrNameLst>
                                          <p:attrName>style.visibility</p:attrName>
                                        </p:attrNameLst>
                                      </p:cBhvr>
                                      <p:to>
                                        <p:strVal val="visible"/>
                                      </p:to>
                                    </p:set>
                                    <p:animEffect transition="in" filter="checkerboard(across)">
                                      <p:cBhvr>
                                        <p:cTn id="7" dur="500"/>
                                        <p:tgtEl>
                                          <p:spTgt spid="1024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PPT08_EN">
  <a:themeElements>
    <a:clrScheme name="PPT08_EN 2">
      <a:dk1>
        <a:srgbClr val="000000"/>
      </a:dk1>
      <a:lt1>
        <a:srgbClr val="FFFFFF"/>
      </a:lt1>
      <a:dk2>
        <a:srgbClr val="000000"/>
      </a:dk2>
      <a:lt2>
        <a:srgbClr val="626469"/>
      </a:lt2>
      <a:accent1>
        <a:srgbClr val="009530"/>
      </a:accent1>
      <a:accent2>
        <a:srgbClr val="B10043"/>
      </a:accent2>
      <a:accent3>
        <a:srgbClr val="FFFFFF"/>
      </a:accent3>
      <a:accent4>
        <a:srgbClr val="000000"/>
      </a:accent4>
      <a:accent5>
        <a:srgbClr val="AAC8AD"/>
      </a:accent5>
      <a:accent6>
        <a:srgbClr val="A0003C"/>
      </a:accent6>
      <a:hlink>
        <a:srgbClr val="42B4E6"/>
      </a:hlink>
      <a:folHlink>
        <a:srgbClr val="4FA600"/>
      </a:folHlink>
    </a:clrScheme>
    <a:fontScheme name="PPT08_E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GB" altLang="en-US" sz="1800" b="0" i="0" u="none" strike="noStrike" cap="none" normalizeH="0" baseline="0" smtClean="0">
            <a:ln>
              <a:noFill/>
            </a:ln>
            <a:solidFill>
              <a:schemeClr val="bg2"/>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GB" altLang="en-US" sz="1800" b="0" i="0" u="none" strike="noStrike" cap="none" normalizeH="0" baseline="0" smtClean="0">
            <a:ln>
              <a:noFill/>
            </a:ln>
            <a:solidFill>
              <a:schemeClr val="bg2"/>
            </a:solidFill>
            <a:effectLst/>
            <a:latin typeface="Arial" panose="020B0604020202020204" pitchFamily="34" charset="0"/>
          </a:defRPr>
        </a:defPPr>
      </a:lstStyle>
    </a:lnDef>
  </a:objectDefaults>
  <a:extraClrSchemeLst>
    <a:extraClrScheme>
      <a:clrScheme name="PPT08_EN 1">
        <a:dk1>
          <a:srgbClr val="FFFFFF"/>
        </a:dk1>
        <a:lt1>
          <a:srgbClr val="FFFFFF"/>
        </a:lt1>
        <a:dk2>
          <a:srgbClr val="B10043"/>
        </a:dk2>
        <a:lt2>
          <a:srgbClr val="FFFFFF"/>
        </a:lt2>
        <a:accent1>
          <a:srgbClr val="FFFFFF"/>
        </a:accent1>
        <a:accent2>
          <a:srgbClr val="B10043"/>
        </a:accent2>
        <a:accent3>
          <a:srgbClr val="D5AAB0"/>
        </a:accent3>
        <a:accent4>
          <a:srgbClr val="DADADA"/>
        </a:accent4>
        <a:accent5>
          <a:srgbClr val="FFFFFF"/>
        </a:accent5>
        <a:accent6>
          <a:srgbClr val="A0003C"/>
        </a:accent6>
        <a:hlink>
          <a:srgbClr val="42B4E6"/>
        </a:hlink>
        <a:folHlink>
          <a:srgbClr val="9FA0A4"/>
        </a:folHlink>
      </a:clrScheme>
      <a:clrMap bg1="dk2" tx1="lt1" bg2="dk1" tx2="lt2" accent1="accent1" accent2="accent2" accent3="accent3" accent4="accent4" accent5="accent5" accent6="accent6" hlink="hlink" folHlink="folHlink"/>
    </a:extraClrScheme>
    <a:extraClrScheme>
      <a:clrScheme name="PPT08_EN 2">
        <a:dk1>
          <a:srgbClr val="000000"/>
        </a:dk1>
        <a:lt1>
          <a:srgbClr val="FFFFFF"/>
        </a:lt1>
        <a:dk2>
          <a:srgbClr val="000000"/>
        </a:dk2>
        <a:lt2>
          <a:srgbClr val="626469"/>
        </a:lt2>
        <a:accent1>
          <a:srgbClr val="009530"/>
        </a:accent1>
        <a:accent2>
          <a:srgbClr val="B10043"/>
        </a:accent2>
        <a:accent3>
          <a:srgbClr val="FFFFFF"/>
        </a:accent3>
        <a:accent4>
          <a:srgbClr val="000000"/>
        </a:accent4>
        <a:accent5>
          <a:srgbClr val="AAC8AD"/>
        </a:accent5>
        <a:accent6>
          <a:srgbClr val="A0003C"/>
        </a:accent6>
        <a:hlink>
          <a:srgbClr val="42B4E6"/>
        </a:hlink>
        <a:folHlink>
          <a:srgbClr val="4FA600"/>
        </a:folHlink>
      </a:clrScheme>
      <a:clrMap bg1="lt1" tx1="dk1" bg2="lt2" tx2="dk2" accent1="accent1" accent2="accent2" accent3="accent3" accent4="accent4" accent5="accent5" accent6="accent6" hlink="hlink" folHlink="folHlink"/>
    </a:extraClrScheme>
    <a:extraClrScheme>
      <a:clrScheme name="PPT08_EN 3">
        <a:dk1>
          <a:srgbClr val="FFFFFF"/>
        </a:dk1>
        <a:lt1>
          <a:srgbClr val="FFFFFF"/>
        </a:lt1>
        <a:dk2>
          <a:srgbClr val="42B4E6"/>
        </a:dk2>
        <a:lt2>
          <a:srgbClr val="FFFFFF"/>
        </a:lt2>
        <a:accent1>
          <a:srgbClr val="FFFFFF"/>
        </a:accent1>
        <a:accent2>
          <a:srgbClr val="B10043"/>
        </a:accent2>
        <a:accent3>
          <a:srgbClr val="B0D6F0"/>
        </a:accent3>
        <a:accent4>
          <a:srgbClr val="DADADA"/>
        </a:accent4>
        <a:accent5>
          <a:srgbClr val="FFFFFF"/>
        </a:accent5>
        <a:accent6>
          <a:srgbClr val="A0003C"/>
        </a:accent6>
        <a:hlink>
          <a:srgbClr val="42B4E6"/>
        </a:hlink>
        <a:folHlink>
          <a:srgbClr val="FFFFFF"/>
        </a:folHlink>
      </a:clrScheme>
      <a:clrMap bg1="dk2" tx1="lt1" bg2="dk1" tx2="lt2" accent1="accent1" accent2="accent2" accent3="accent3" accent4="accent4" accent5="accent5" accent6="accent6" hlink="hlink" folHlink="folHlink"/>
    </a:extraClrScheme>
    <a:extraClrScheme>
      <a:clrScheme name="PPT08_EN 4">
        <a:dk1>
          <a:srgbClr val="FFFFFF"/>
        </a:dk1>
        <a:lt1>
          <a:srgbClr val="FFFFFF"/>
        </a:lt1>
        <a:dk2>
          <a:srgbClr val="4FA600"/>
        </a:dk2>
        <a:lt2>
          <a:srgbClr val="FFFFFF"/>
        </a:lt2>
        <a:accent1>
          <a:srgbClr val="FFFFFF"/>
        </a:accent1>
        <a:accent2>
          <a:srgbClr val="FFFFFF"/>
        </a:accent2>
        <a:accent3>
          <a:srgbClr val="B2D0AA"/>
        </a:accent3>
        <a:accent4>
          <a:srgbClr val="DADADA"/>
        </a:accent4>
        <a:accent5>
          <a:srgbClr val="FFFFFF"/>
        </a:accent5>
        <a:accent6>
          <a:srgbClr val="E7E7E7"/>
        </a:accent6>
        <a:hlink>
          <a:srgbClr val="FFFFFF"/>
        </a:hlink>
        <a:folHlink>
          <a:srgbClr val="FFFFFF"/>
        </a:folHlink>
      </a:clrScheme>
      <a:clrMap bg1="dk2" tx1="lt1" bg2="dk1" tx2="lt2" accent1="accent1" accent2="accent2" accent3="accent3" accent4="accent4" accent5="accent5" accent6="accent6" hlink="hlink" folHlink="folHlink"/>
    </a:extraClrScheme>
    <a:extraClrScheme>
      <a:clrScheme name="PPT08_EN 5">
        <a:dk1>
          <a:srgbClr val="FFFFFF"/>
        </a:dk1>
        <a:lt1>
          <a:srgbClr val="FFFFFF"/>
        </a:lt1>
        <a:dk2>
          <a:srgbClr val="009530"/>
        </a:dk2>
        <a:lt2>
          <a:srgbClr val="FFFFFF"/>
        </a:lt2>
        <a:accent1>
          <a:srgbClr val="FFFFFF"/>
        </a:accent1>
        <a:accent2>
          <a:srgbClr val="FFFFFF"/>
        </a:accent2>
        <a:accent3>
          <a:srgbClr val="AAC8AD"/>
        </a:accent3>
        <a:accent4>
          <a:srgbClr val="DADADA"/>
        </a:accent4>
        <a:accent5>
          <a:srgbClr val="FFFFFF"/>
        </a:accent5>
        <a:accent6>
          <a:srgbClr val="E7E7E7"/>
        </a:accent6>
        <a:hlink>
          <a:srgbClr val="FFFFFF"/>
        </a:hlink>
        <a:folHlink>
          <a:srgbClr val="FFFFFF"/>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PPT08_EN 4">
    <a:dk1>
      <a:srgbClr val="FFFFFF"/>
    </a:dk1>
    <a:lt1>
      <a:srgbClr val="FFFFFF"/>
    </a:lt1>
    <a:dk2>
      <a:srgbClr val="4FA600"/>
    </a:dk2>
    <a:lt2>
      <a:srgbClr val="FFFFFF"/>
    </a:lt2>
    <a:accent1>
      <a:srgbClr val="FFFFFF"/>
    </a:accent1>
    <a:accent2>
      <a:srgbClr val="FFFFFF"/>
    </a:accent2>
    <a:accent3>
      <a:srgbClr val="B2D0AA"/>
    </a:accent3>
    <a:accent4>
      <a:srgbClr val="DADADA"/>
    </a:accent4>
    <a:accent5>
      <a:srgbClr val="FFFFFF"/>
    </a:accent5>
    <a:accent6>
      <a:srgbClr val="E7E7E7"/>
    </a:accent6>
    <a:hlink>
      <a:srgbClr val="FFFFFF"/>
    </a:hlink>
    <a:folHlink>
      <a:srgbClr val="FFFFFF"/>
    </a:folHlink>
  </a:clrScheme>
</a:themeOverride>
</file>

<file path=docProps/app.xml><?xml version="1.0" encoding="utf-8"?>
<Properties xmlns="http://schemas.openxmlformats.org/officeDocument/2006/extended-properties" xmlns:vt="http://schemas.openxmlformats.org/officeDocument/2006/docPropsVTypes">
  <Template>SE08_EN</Template>
  <TotalTime>9654</TotalTime>
  <Words>1766</Words>
  <Application>Microsoft Office PowerPoint</Application>
  <PresentationFormat>On-screen Show (4:3)</PresentationFormat>
  <Paragraphs>564</Paragraphs>
  <Slides>59</Slides>
  <Notes>58</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3</vt:i4>
      </vt:variant>
      <vt:variant>
        <vt:lpstr>Slide Titles</vt:lpstr>
      </vt:variant>
      <vt:variant>
        <vt:i4>59</vt:i4>
      </vt:variant>
    </vt:vector>
  </HeadingPairs>
  <TitlesOfParts>
    <vt:vector size="69" baseType="lpstr">
      <vt:lpstr>FuturaA Md BT</vt:lpstr>
      <vt:lpstr>Arial</vt:lpstr>
      <vt:lpstr>Cambria Math</vt:lpstr>
      <vt:lpstr>Times New Roman</vt:lpstr>
      <vt:lpstr>Wingdings</vt:lpstr>
      <vt:lpstr>Wingdings 3</vt:lpstr>
      <vt:lpstr>PPT08_EN</vt:lpstr>
      <vt:lpstr>Visio</vt:lpstr>
      <vt:lpstr>Equation</vt:lpstr>
      <vt:lpstr>VISIO</vt:lpstr>
      <vt:lpstr>Transformer Protection, </vt:lpstr>
      <vt:lpstr>Transformer Fault Categories</vt:lpstr>
      <vt:lpstr>Transformer fault</vt:lpstr>
      <vt:lpstr>Transformer fault</vt:lpstr>
      <vt:lpstr>Transformer fault</vt:lpstr>
      <vt:lpstr>Transformer fault types</vt:lpstr>
      <vt:lpstr>Overcurrent &amp; Earthfault Protection</vt:lpstr>
      <vt:lpstr>Transformer Overcurrent Protection</vt:lpstr>
      <vt:lpstr>Use of Overcurrent Protection</vt:lpstr>
      <vt:lpstr>Earthfault Protection and challenges</vt:lpstr>
      <vt:lpstr>PowerPoint Presentation</vt:lpstr>
      <vt:lpstr>Earth fault on Transformer Winding</vt:lpstr>
      <vt:lpstr>Overcurrent Relay Setting &gt; IF.L. </vt:lpstr>
      <vt:lpstr>Restricted Earth Fault REF</vt:lpstr>
      <vt:lpstr>Restricted Earth Fault Protection: Enhanced Ground Fault Sensitivity</vt:lpstr>
      <vt:lpstr>Low Impedance REF Protection</vt:lpstr>
      <vt:lpstr>Un-Restricted Earthfault</vt:lpstr>
      <vt:lpstr>Unrestricted Earthfault Protection (1)</vt:lpstr>
      <vt:lpstr>Unrestricted Earthfault Protection (2)</vt:lpstr>
      <vt:lpstr>Differential Protection</vt:lpstr>
      <vt:lpstr>Differential Protection</vt:lpstr>
      <vt:lpstr>Biased Differential Scheme</vt:lpstr>
      <vt:lpstr>Transformer Differential (87T) Biased differential characteristic</vt:lpstr>
      <vt:lpstr>Stability for Magnetising Inrush Current</vt:lpstr>
      <vt:lpstr>Typical Magnetising Inrush Waveforms</vt:lpstr>
      <vt:lpstr>Transformer Differential (87T) Inrush stabilisation (second harmonic blocking)</vt:lpstr>
      <vt:lpstr>Transformer Differential (87T) Fifth harmonic restraint</vt:lpstr>
      <vt:lpstr>Differential Protection</vt:lpstr>
      <vt:lpstr>Vector Group, Ratio Mismatch and Zero-Sequence Compensation (1)</vt:lpstr>
      <vt:lpstr>Vector Group, Ratio Mismatch and Zero-Sequence Compensation (2)</vt:lpstr>
      <vt:lpstr>Transformers Connections</vt:lpstr>
      <vt:lpstr>Transformers Connections</vt:lpstr>
      <vt:lpstr>Transformers Connections</vt:lpstr>
      <vt:lpstr>Transformers Connections</vt:lpstr>
      <vt:lpstr>Transformers Connections</vt:lpstr>
      <vt:lpstr>Transformers Connections</vt:lpstr>
      <vt:lpstr>Transformer Vector Groups</vt:lpstr>
      <vt:lpstr>Transformer Ratio Correction, reference current :</vt:lpstr>
      <vt:lpstr>Transformer Ratio Correction, Matching factor :</vt:lpstr>
      <vt:lpstr>Transformer Ratio Correction summary:</vt:lpstr>
      <vt:lpstr>Use of Interposing CT</vt:lpstr>
      <vt:lpstr>PowerPoint Presentation</vt:lpstr>
      <vt:lpstr>Current Distributions</vt:lpstr>
      <vt:lpstr>PowerPoint Presentation</vt:lpstr>
      <vt:lpstr>PowerPoint Presentation</vt:lpstr>
      <vt:lpstr>External A-N Fault Current Distribution</vt:lpstr>
      <vt:lpstr>Differential CTS (CT Supervision) </vt:lpstr>
      <vt:lpstr>P64x Differential CTS (1)  Patent Number US7279905 </vt:lpstr>
      <vt:lpstr>P64x Differential CTS (2)</vt:lpstr>
      <vt:lpstr>Differential CTS - Principles (3)</vt:lpstr>
      <vt:lpstr>Patented CT Supervision (3)</vt:lpstr>
      <vt:lpstr>Typical Schemes</vt:lpstr>
      <vt:lpstr>Up to 1MVA</vt:lpstr>
      <vt:lpstr>1 - 5MVA</vt:lpstr>
      <vt:lpstr>Above 5MVA</vt:lpstr>
      <vt:lpstr>Conventional Two Winding Input Applications MiCOM P642/P632</vt:lpstr>
      <vt:lpstr>Three Bias Input Applications MiCOM P643</vt:lpstr>
      <vt:lpstr>Application for Transformers with Dual CT Inputs Per Winding:  MiCOM P645</vt:lpstr>
      <vt:lpstr>Thank You</vt:lpstr>
    </vt:vector>
  </TitlesOfParts>
  <Company>ALSTOM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Aucun titre de diapositive</dc:title>
  <dc:creator>MENDEZ</dc:creator>
  <cp:lastModifiedBy>Baohua WANG</cp:lastModifiedBy>
  <cp:revision>827</cp:revision>
  <cp:lastPrinted>2004-04-01T12:59:41Z</cp:lastPrinted>
  <dcterms:created xsi:type="dcterms:W3CDTF">2000-05-09T14:31:08Z</dcterms:created>
  <dcterms:modified xsi:type="dcterms:W3CDTF">2020-06-03T08:13:36Z</dcterms:modified>
</cp:coreProperties>
</file>