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1.xml" ContentType="application/vnd.openxmlformats-officedocument.presentationml.tags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  <p:sldMasterId id="2147483796" r:id="rId2"/>
  </p:sldMasterIdLst>
  <p:notesMasterIdLst>
    <p:notesMasterId r:id="rId33"/>
  </p:notesMasterIdLst>
  <p:handoutMasterIdLst>
    <p:handoutMasterId r:id="rId34"/>
  </p:handoutMasterIdLst>
  <p:sldIdLst>
    <p:sldId id="776" r:id="rId3"/>
    <p:sldId id="265" r:id="rId4"/>
    <p:sldId id="266" r:id="rId5"/>
    <p:sldId id="268" r:id="rId6"/>
    <p:sldId id="269" r:id="rId7"/>
    <p:sldId id="703" r:id="rId8"/>
    <p:sldId id="812" r:id="rId9"/>
    <p:sldId id="704" r:id="rId10"/>
    <p:sldId id="706" r:id="rId11"/>
    <p:sldId id="707" r:id="rId12"/>
    <p:sldId id="804" r:id="rId13"/>
    <p:sldId id="709" r:id="rId14"/>
    <p:sldId id="816" r:id="rId15"/>
    <p:sldId id="817" r:id="rId16"/>
    <p:sldId id="815" r:id="rId17"/>
    <p:sldId id="710" r:id="rId18"/>
    <p:sldId id="747" r:id="rId19"/>
    <p:sldId id="749" r:id="rId20"/>
    <p:sldId id="806" r:id="rId21"/>
    <p:sldId id="807" r:id="rId22"/>
    <p:sldId id="808" r:id="rId23"/>
    <p:sldId id="809" r:id="rId24"/>
    <p:sldId id="810" r:id="rId25"/>
    <p:sldId id="637" r:id="rId26"/>
    <p:sldId id="638" r:id="rId27"/>
    <p:sldId id="751" r:id="rId28"/>
    <p:sldId id="639" r:id="rId29"/>
    <p:sldId id="753" r:id="rId30"/>
    <p:sldId id="813" r:id="rId31"/>
    <p:sldId id="775" r:id="rId32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Optimist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Optimist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Optimist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Optimist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Optimist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SEOptimist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SEOptimist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SEOptimist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SEOptimist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7">
          <p15:clr>
            <a:srgbClr val="A4A3A4"/>
          </p15:clr>
        </p15:guide>
        <p15:guide id="2" pos="66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BFDFF"/>
    <a:srgbClr val="FFFFFF"/>
    <a:srgbClr val="87D200"/>
    <a:srgbClr val="E47F00"/>
    <a:srgbClr val="4FA600"/>
    <a:srgbClr val="626469"/>
    <a:srgbClr val="62C7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97" autoAdjust="0"/>
    <p:restoredTop sz="93661" autoAdjust="0"/>
  </p:normalViewPr>
  <p:slideViewPr>
    <p:cSldViewPr snapToGrid="0">
      <p:cViewPr varScale="1">
        <p:scale>
          <a:sx n="80" d="100"/>
          <a:sy n="80" d="100"/>
        </p:scale>
        <p:origin x="1738" y="62"/>
      </p:cViewPr>
      <p:guideLst>
        <p:guide orient="horz" pos="3407"/>
        <p:guide pos="6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924" y="-72"/>
      </p:cViewPr>
      <p:guideLst>
        <p:guide orient="horz" pos="3224"/>
        <p:guide pos="223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6100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  <a:spAutoFit/>
          </a:bodyPr>
          <a:lstStyle>
            <a:lvl1pPr algn="l" defTabSz="920750">
              <a:defRPr sz="1200" noProof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9238" y="0"/>
            <a:ext cx="3005137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  <a:spAutoFit/>
          </a:bodyPr>
          <a:lstStyle>
            <a:lvl1pPr algn="r" defTabSz="920750">
              <a:defRPr sz="1200" noProof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955213"/>
            <a:ext cx="30861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  <a:spAutoFit/>
          </a:bodyPr>
          <a:lstStyle>
            <a:lvl1pPr algn="l" defTabSz="920750">
              <a:defRPr sz="1200" noProof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95750" y="9956800"/>
            <a:ext cx="3003550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  <a:spAutoFit/>
          </a:bodyPr>
          <a:lstStyle>
            <a:lvl1pPr algn="r" defTabSz="920750">
              <a:defRPr sz="1200" noProof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60D7C15-913C-448C-A065-E935570231FF}" type="slidenum">
              <a:rPr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61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</a:bodyPr>
          <a:lstStyle>
            <a:lvl1pPr algn="l" defTabSz="920750">
              <a:defRPr sz="1200" noProof="1">
                <a:latin typeface="FuturaA Md B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9238" y="0"/>
            <a:ext cx="30051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</a:bodyPr>
          <a:lstStyle>
            <a:lvl1pPr algn="r" defTabSz="920750">
              <a:defRPr sz="1200" noProof="1">
                <a:latin typeface="FuturaA Md B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36638" y="793750"/>
            <a:ext cx="5072062" cy="38052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838700"/>
            <a:ext cx="5195888" cy="459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58363"/>
            <a:ext cx="30861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</a:bodyPr>
          <a:lstStyle>
            <a:lvl1pPr algn="l" defTabSz="920750">
              <a:defRPr sz="1200" noProof="1">
                <a:latin typeface="FuturaA Md B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95750" y="9758363"/>
            <a:ext cx="30035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</a:bodyPr>
          <a:lstStyle>
            <a:lvl1pPr algn="r" defTabSz="920750">
              <a:defRPr sz="1200" noProof="1" smtClean="0">
                <a:latin typeface="FuturaA Md BT" pitchFamily="34" charset="0"/>
              </a:defRPr>
            </a:lvl1pPr>
          </a:lstStyle>
          <a:p>
            <a:pPr>
              <a:defRPr/>
            </a:pPr>
            <a:fld id="{BB8DFBC0-4686-45F2-A717-0611B0BADD36}" type="slidenum">
              <a:rPr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D2EEE6C0-939E-4BE0-B22D-FB739A30ACD7}" type="slidenum">
              <a:rPr altLang="en-US">
                <a:latin typeface="FuturaA Md BT" pitchFamily="34" charset="0"/>
              </a:rPr>
              <a:pPr algn="r"/>
              <a:t>2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95EA1DF9-7E67-4619-8F28-2F898296CCB2}" type="slidenum">
              <a:rPr altLang="en-US">
                <a:latin typeface="FuturaA Md BT" pitchFamily="34" charset="0"/>
              </a:rPr>
              <a:pPr algn="r"/>
              <a:t>3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1266C3BD-A1F6-4486-9163-4CD1192BFE31}" type="slidenum">
              <a:rPr altLang="en-US">
                <a:latin typeface="FuturaA Md BT" pitchFamily="34" charset="0"/>
              </a:rPr>
              <a:pPr algn="r"/>
              <a:t>4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2ECC758F-315E-4B2B-99E1-FC00F76582DC}" type="slidenum">
              <a:rPr altLang="en-US">
                <a:latin typeface="FuturaA Md BT" pitchFamily="34" charset="0"/>
              </a:rPr>
              <a:pPr algn="r"/>
              <a:t>5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441374A8-8AC7-4A73-B201-DC49E8CA4DC2}" type="slidenum">
              <a:rPr altLang="en-US">
                <a:latin typeface="FuturaA Md BT" pitchFamily="34" charset="0"/>
              </a:rPr>
              <a:pPr algn="r"/>
              <a:t>6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r" defTabSz="920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17FB1B-7AEB-4669-BB40-235D08D7B982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A Md BT" pitchFamily="34" charset="0"/>
                <a:ea typeface="+mn-ea"/>
                <a:cs typeface="+mn-cs"/>
              </a:rPr>
              <a:pPr marL="0" marR="0" lvl="0" indent="0" algn="r" defTabSz="9207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turaA Md BT" pitchFamily="34" charset="0"/>
              <a:ea typeface="+mn-ea"/>
              <a:cs typeface="+mn-cs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351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46353F02-9E67-4678-9F60-6A1590911426}" type="slidenum">
              <a:rPr altLang="en-US">
                <a:latin typeface="FuturaA Md BT" pitchFamily="34" charset="0"/>
              </a:rPr>
              <a:pPr algn="r"/>
              <a:t>8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43A7BFCC-FB9C-4FFD-862A-5804A998EA49}" type="slidenum">
              <a:rPr altLang="en-US">
                <a:latin typeface="FuturaA Md BT" pitchFamily="34" charset="0"/>
              </a:rPr>
              <a:pPr algn="r"/>
              <a:t>9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36817BC3-4E24-44ED-8AEA-7635E68244ED}" type="slidenum">
              <a:rPr altLang="en-US">
                <a:latin typeface="FuturaA Md BT" pitchFamily="34" charset="0"/>
              </a:rPr>
              <a:pPr algn="r"/>
              <a:t>10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r" defTabSz="920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17FB1B-7AEB-4669-BB40-235D08D7B982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A Md BT" pitchFamily="34" charset="0"/>
                <a:ea typeface="+mn-ea"/>
                <a:cs typeface="+mn-cs"/>
              </a:rPr>
              <a:pPr marL="0" marR="0" lvl="0" indent="0" algn="r" defTabSz="9207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turaA Md BT" pitchFamily="34" charset="0"/>
              <a:ea typeface="+mn-ea"/>
              <a:cs typeface="+mn-cs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3294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45A595B4-98D9-45CE-A573-8CA9CCE70C76}" type="slidenum">
              <a:rPr altLang="en-US">
                <a:latin typeface="FuturaA Md BT" pitchFamily="34" charset="0"/>
              </a:rPr>
              <a:pPr algn="r"/>
              <a:t>12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fld id="{F6E51E41-0F7D-4FC4-966A-AC1B2B1D1825}" type="slidenum">
              <a:rPr altLang="en-US">
                <a:latin typeface="FuturaA Md BT" pitchFamily="34" charset="0"/>
              </a:rPr>
              <a:pPr/>
              <a:t>13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21013" y="566738"/>
            <a:ext cx="3629025" cy="2720975"/>
          </a:xfrm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83" tIns="45991" rIns="91983" bIns="45991"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Synchronous Optical Networking (SONET) and Synchronous Digital Hierarchy (SDH) are standardized protocols that transfer multiple digital bit streams synchronously over optical fiber using lasers or highly coherent light from light-emitting diodes (LEDs)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SONET and SDH, which are essentially the same, were originally designed to transport circuit mode communications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6221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fld id="{1CEFC229-F20C-44A6-8D60-BD39D0194A79}" type="slidenum">
              <a:rPr altLang="en-US">
                <a:latin typeface="FuturaA Md BT" pitchFamily="34" charset="0"/>
              </a:rPr>
              <a:pPr/>
              <a:t>14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21013" y="566738"/>
            <a:ext cx="3629025" cy="2720975"/>
          </a:xfrm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83" tIns="45991" rIns="91983" bIns="45991"/>
          <a:lstStyle/>
          <a:p>
            <a:pPr eaLnBrk="1" hangingPunct="1"/>
            <a:r>
              <a:rPr lang="en-GB" altLang="en-US"/>
              <a:t>The diagram shows a typical Sonnet/SDH ring.</a:t>
            </a:r>
          </a:p>
          <a:p>
            <a:pPr eaLnBrk="1" hangingPunct="1"/>
            <a:r>
              <a:rPr lang="en-GB" altLang="en-US"/>
              <a:t>Normally comms messages will be routed by the worker path.  If a channel break occurs in the worker path messages will be re-routed by the protection path.</a:t>
            </a:r>
          </a:p>
          <a:p>
            <a:pPr eaLnBrk="1" hangingPunct="1"/>
            <a:r>
              <a:rPr lang="en-GB" altLang="en-US"/>
              <a:t>If one channel is routed by the worker path and the other routed by the protection path a differential comms delay will occur.  This will normally occur as part of the comms self healing process when a fault is detected.  Under certain circumstances this conditions may be present for a long time.</a:t>
            </a:r>
          </a:p>
          <a:p>
            <a:pPr eaLnBrk="1" hangingPunct="1"/>
            <a:r>
              <a:rPr lang="en-GB" altLang="en-US"/>
              <a:t>On some comms systems the difference between the worker path and protection path is greater than 1ms.  If this condition is present for more than 1/2 cycle the P541/4 may trip the circuit breaker due to measuring a high differential current.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555547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fld id="{22CD3A30-DD57-4613-B255-78F0D8A21609}" type="slidenum">
              <a:rPr altLang="en-US">
                <a:latin typeface="FuturaA Md BT" pitchFamily="34" charset="0"/>
              </a:rPr>
              <a:pPr/>
              <a:t>15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226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94075" y="550863"/>
            <a:ext cx="3519488" cy="2640012"/>
          </a:xfrm>
          <a:ln/>
        </p:spPr>
      </p:sp>
      <p:sp>
        <p:nvSpPr>
          <p:cNvPr id="226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83" tIns="45991" rIns="91983" bIns="45991"/>
          <a:lstStyle/>
          <a:p>
            <a:pPr eaLnBrk="1" hangingPunct="1"/>
            <a:r>
              <a:rPr lang="en-GB" altLang="en-US" dirty="0"/>
              <a:t>The diagram shows a typical Sonnet/SDH ring.</a:t>
            </a:r>
          </a:p>
          <a:p>
            <a:pPr eaLnBrk="1" hangingPunct="1"/>
            <a:r>
              <a:rPr lang="en-GB" altLang="en-US" dirty="0"/>
              <a:t>Normally </a:t>
            </a:r>
            <a:r>
              <a:rPr lang="en-GB" altLang="en-US" dirty="0" err="1"/>
              <a:t>comms</a:t>
            </a:r>
            <a:r>
              <a:rPr lang="en-GB" altLang="en-US" dirty="0"/>
              <a:t> messages will be routed by the worker path.  If a channel break occurs in the worker path messages will be re-routed by the protection path.</a:t>
            </a:r>
          </a:p>
          <a:p>
            <a:pPr eaLnBrk="1" hangingPunct="1"/>
            <a:r>
              <a:rPr lang="en-GB" altLang="en-US" dirty="0"/>
              <a:t>If one channel is routed by the worker path and the other routed by the protection path a differential </a:t>
            </a:r>
            <a:r>
              <a:rPr lang="en-GB" altLang="en-US" dirty="0" err="1"/>
              <a:t>comms</a:t>
            </a:r>
            <a:r>
              <a:rPr lang="en-GB" altLang="en-US" dirty="0"/>
              <a:t> delay will occur.  This will normally occur as part of the </a:t>
            </a:r>
            <a:r>
              <a:rPr lang="en-GB" altLang="en-US" dirty="0" err="1"/>
              <a:t>comms</a:t>
            </a:r>
            <a:r>
              <a:rPr lang="en-GB" altLang="en-US" dirty="0"/>
              <a:t> self healing process when a fault is detected.  Under certain circumstances this conditions may be present for a long time.</a:t>
            </a:r>
          </a:p>
          <a:p>
            <a:pPr eaLnBrk="1" hangingPunct="1"/>
            <a:r>
              <a:rPr lang="en-GB" altLang="en-US" dirty="0"/>
              <a:t>On some </a:t>
            </a:r>
            <a:r>
              <a:rPr lang="en-GB" altLang="en-US" dirty="0" err="1"/>
              <a:t>comms</a:t>
            </a:r>
            <a:r>
              <a:rPr lang="en-GB" altLang="en-US" dirty="0"/>
              <a:t> systems the difference between the worker path and protection path is greater than 1ms.  If this condition is present for more than 1/2 cycle the P541/4 may trip the circuit breaker due to measuring a high differential current.</a:t>
            </a: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132240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C6AA83D1-42A1-4EC1-AFE6-7112F6F8B4A0}" type="slidenum">
              <a:rPr altLang="en-US">
                <a:latin typeface="FuturaA Md BT" pitchFamily="34" charset="0"/>
              </a:rPr>
              <a:pPr algn="r"/>
              <a:t>16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3F214A52-51C5-4159-9189-DD0A63E022D3}" type="slidenum">
              <a:rPr altLang="en-US">
                <a:latin typeface="FuturaA Md BT" pitchFamily="34" charset="0"/>
              </a:rPr>
              <a:pPr algn="r"/>
              <a:t>17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7617FB1B-7AEB-4669-BB40-235D08D7B982}" type="slidenum">
              <a:rPr altLang="en-US">
                <a:latin typeface="FuturaA Md BT" pitchFamily="34" charset="0"/>
              </a:rPr>
              <a:pPr algn="r"/>
              <a:t>18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r" defTabSz="920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F49A4B-75F1-4F1B-84EC-C161B2291939}" type="slidenum">
              <a:rPr kumimoji="0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A Md BT" pitchFamily="34" charset="0"/>
                <a:ea typeface="+mn-ea"/>
                <a:cs typeface="+mn-cs"/>
              </a:rPr>
              <a:pPr marL="0" marR="0" lvl="0" indent="0" algn="r" defTabSz="9207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turaA Md BT" pitchFamily="34" charset="0"/>
              <a:ea typeface="+mn-ea"/>
              <a:cs typeface="+mn-cs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26729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r" defTabSz="920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76CF52-D856-4602-9682-08796715CB81}" type="slidenum">
              <a:rPr kumimoji="0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A Md BT" pitchFamily="34" charset="0"/>
                <a:ea typeface="+mn-ea"/>
                <a:cs typeface="+mn-cs"/>
              </a:rPr>
              <a:pPr marL="0" marR="0" lvl="0" indent="0" algn="r" defTabSz="9207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turaA Md BT" pitchFamily="34" charset="0"/>
              <a:ea typeface="+mn-ea"/>
              <a:cs typeface="+mn-cs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33544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r" defTabSz="920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90DE1F-3E1D-498B-9897-44DA3FE8B5E9}" type="slidenum">
              <a:rPr kumimoji="0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A Md BT" pitchFamily="34" charset="0"/>
                <a:ea typeface="+mn-ea"/>
                <a:cs typeface="+mn-cs"/>
              </a:rPr>
              <a:pPr marL="0" marR="0" lvl="0" indent="0" algn="r" defTabSz="9207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turaA Md BT" pitchFamily="34" charset="0"/>
              <a:ea typeface="+mn-ea"/>
              <a:cs typeface="+mn-cs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34504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r" defTabSz="920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A498AD-BFD3-4963-B9E2-B5AF1FF0A53D}" type="slidenum">
              <a:rPr kumimoji="0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A Md BT" pitchFamily="34" charset="0"/>
                <a:ea typeface="+mn-ea"/>
                <a:cs typeface="+mn-cs"/>
              </a:rPr>
              <a:pPr marL="0" marR="0" lvl="0" indent="0" algn="r" defTabSz="9207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turaA Md BT" pitchFamily="34" charset="0"/>
              <a:ea typeface="+mn-ea"/>
              <a:cs typeface="+mn-cs"/>
            </a:endParaRPr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95595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r" defTabSz="920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878447-78ED-4608-B010-5EA6F72F7A1E}" type="slidenum">
              <a:rPr kumimoji="0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A Md BT" pitchFamily="34" charset="0"/>
                <a:ea typeface="+mn-ea"/>
                <a:cs typeface="+mn-cs"/>
              </a:rPr>
              <a:pPr marL="0" marR="0" lvl="0" indent="0" algn="r" defTabSz="9207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turaA Md BT" pitchFamily="34" charset="0"/>
              <a:ea typeface="+mn-ea"/>
              <a:cs typeface="+mn-cs"/>
            </a:endParaRP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82619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4E301958-C3E1-4664-B52C-4B744B853958}" type="slidenum">
              <a:rPr altLang="en-US">
                <a:latin typeface="FuturaA Md BT" pitchFamily="34" charset="0"/>
              </a:rPr>
              <a:pPr algn="r"/>
              <a:t>24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BBF00DF5-4112-4152-B61A-780D997B5A1F}" type="slidenum">
              <a:rPr altLang="en-US">
                <a:latin typeface="FuturaA Md BT" pitchFamily="34" charset="0"/>
              </a:rPr>
              <a:pPr algn="r"/>
              <a:t>25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993F6851-D2E6-43CA-9003-8144E0EF2CD8}" type="slidenum">
              <a:rPr altLang="en-US">
                <a:latin typeface="FuturaA Md BT" pitchFamily="34" charset="0"/>
              </a:rPr>
              <a:pPr algn="r"/>
              <a:t>26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3797A1A4-FFBC-4E0E-81F9-5AB5CF40E8D7}" type="slidenum">
              <a:rPr altLang="en-US">
                <a:latin typeface="FuturaA Md BT" pitchFamily="34" charset="0"/>
              </a:rPr>
              <a:pPr algn="r"/>
              <a:t>27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/>
              <a:t>No InterMiCOM (no pass-through)</a:t>
            </a:r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88830B87-03A3-461C-93C6-AA53FA07B954}" type="slidenum">
              <a:rPr altLang="en-US">
                <a:latin typeface="FuturaA Md BT" pitchFamily="34" charset="0"/>
              </a:rPr>
              <a:pPr algn="r"/>
              <a:t>28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/>
              <a:t>No InterMiCOM (no pass-through)</a:t>
            </a:r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fld id="{187D651C-89BF-441B-A4D8-2A2043817B42}" type="slidenum">
              <a:rPr altLang="en-US">
                <a:latin typeface="FuturaA Md BT" pitchFamily="34" charset="0"/>
              </a:rPr>
              <a:pPr/>
              <a:t>29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/>
              <a:t>.</a:t>
            </a:r>
          </a:p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942984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92075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920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fld id="{CD3A7A43-3786-4C0B-A9F1-A0E318013003}" type="slidenum">
              <a:rPr altLang="en-US">
                <a:latin typeface="FuturaA Md BT" pitchFamily="34" charset="0"/>
              </a:rPr>
              <a:pPr algn="r"/>
              <a:t>30</a:t>
            </a:fld>
            <a:endParaRPr lang="en-US" altLang="en-US">
              <a:latin typeface="FuturaA Md BT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50863" y="641350"/>
            <a:ext cx="6002337" cy="4503738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5499100"/>
            <a:ext cx="6048375" cy="1258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Logo SE A4 Blan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5734050"/>
            <a:ext cx="2576512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7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1800" y="77788"/>
            <a:ext cx="8280400" cy="155098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title</a:t>
            </a:r>
          </a:p>
        </p:txBody>
      </p:sp>
      <p:sp>
        <p:nvSpPr>
          <p:cNvPr id="10076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1800" y="1773238"/>
            <a:ext cx="4968875" cy="1655762"/>
          </a:xfrm>
        </p:spPr>
        <p:txBody>
          <a:bodyPr tIns="45720" rIns="54000" bIns="45720"/>
          <a:lstStyle>
            <a:lvl1pPr marL="0" indent="0">
              <a:buFont typeface="Arial" charset="0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sub-title</a:t>
            </a: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372225" y="5229225"/>
            <a:ext cx="2270125" cy="13684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96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914548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00" y="77788"/>
            <a:ext cx="7642352" cy="1150937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1828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10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1800" y="1773238"/>
            <a:ext cx="4064000" cy="4525962"/>
          </a:xfrm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0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8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238"/>
            <a:ext cx="4064000" cy="4525962"/>
          </a:xfrm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0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8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7647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6325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9289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105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501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601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0159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2100" y="77788"/>
            <a:ext cx="2070100" cy="622141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1800" y="77788"/>
            <a:ext cx="6057900" cy="622141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8216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Title, Ch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00" y="77788"/>
            <a:ext cx="8280400" cy="11509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half" idx="1"/>
          </p:nvPr>
        </p:nvSpPr>
        <p:spPr>
          <a:xfrm>
            <a:off x="431800" y="1773238"/>
            <a:ext cx="4064000" cy="4525962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773238"/>
            <a:ext cx="4064000" cy="4525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9023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Logo SE A4 Blan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5734050"/>
            <a:ext cx="2576512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7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1800" y="77788"/>
            <a:ext cx="8280400" cy="155098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title</a:t>
            </a:r>
          </a:p>
        </p:txBody>
      </p:sp>
      <p:sp>
        <p:nvSpPr>
          <p:cNvPr id="10076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1800" y="1773238"/>
            <a:ext cx="4968875" cy="1655762"/>
          </a:xfrm>
        </p:spPr>
        <p:txBody>
          <a:bodyPr tIns="45720" rIns="54000" bIns="45720"/>
          <a:lstStyle>
            <a:lvl1pPr marL="0" indent="0">
              <a:buFont typeface="Arial" charset="0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sub-title</a:t>
            </a: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372225" y="5229225"/>
            <a:ext cx="2270125" cy="13684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9600">
                <a:latin typeface="Arial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9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7946103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0489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1526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1800" y="1773238"/>
            <a:ext cx="4064000" cy="4525962"/>
          </a:xfrm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0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8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238"/>
            <a:ext cx="4064000" cy="4525962"/>
          </a:xfrm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0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8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2613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26941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50672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8716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566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34913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22609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2100" y="77788"/>
            <a:ext cx="2070100" cy="622141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1800" y="77788"/>
            <a:ext cx="6057900" cy="622141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354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Title, Ch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00" y="77788"/>
            <a:ext cx="8280400" cy="11509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half" idx="1"/>
          </p:nvPr>
        </p:nvSpPr>
        <p:spPr>
          <a:xfrm>
            <a:off x="431800" y="1773238"/>
            <a:ext cx="4064000" cy="4525962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773238"/>
            <a:ext cx="4064000" cy="4525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4088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 userDrawn="1"/>
        </p:nvSpPr>
        <p:spPr bwMode="auto">
          <a:xfrm>
            <a:off x="468313" y="6577013"/>
            <a:ext cx="3313112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ctr" defTabSz="661988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661988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661988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661988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661988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661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661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661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661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CA" altLang="en-US" sz="800">
                <a:solidFill>
                  <a:schemeClr val="bg2"/>
                </a:solidFill>
              </a:rPr>
              <a:t>Schneider- Electric  WSU Relay school –March 2013</a:t>
            </a:r>
            <a:endParaRPr lang="en-US" altLang="en-US" sz="800">
              <a:solidFill>
                <a:schemeClr val="bg2"/>
              </a:solidFill>
            </a:endParaRPr>
          </a:p>
        </p:txBody>
      </p:sp>
      <p:sp>
        <p:nvSpPr>
          <p:cNvPr id="1006595" name="Rectangle 3"/>
          <p:cNvSpPr>
            <a:spLocks noChangeArrowheads="1"/>
          </p:cNvSpPr>
          <p:nvPr/>
        </p:nvSpPr>
        <p:spPr bwMode="auto">
          <a:xfrm>
            <a:off x="8604250" y="6599238"/>
            <a:ext cx="288925" cy="6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>
            <a:lvl1pPr defTabSz="661988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661988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661988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661988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661988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661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661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661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661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defRPr/>
            </a:pPr>
            <a:fld id="{474E3973-A962-4D49-98A7-5B3D107179F9}" type="slidenum">
              <a:rPr lang="en-US" altLang="en-US" sz="800" smtClean="0">
                <a:solidFill>
                  <a:schemeClr val="bg2"/>
                </a:solidFill>
              </a:rPr>
              <a:pPr>
                <a:defRPr/>
              </a:pPr>
              <a:t>‹#›</a:t>
            </a:fld>
            <a:endParaRPr lang="en-US" altLang="en-US" sz="800">
              <a:solidFill>
                <a:schemeClr val="bg2"/>
              </a:solidFill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773238"/>
            <a:ext cx="82804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000" bIns="1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First level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77788"/>
            <a:ext cx="8280400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0800" rIns="0" bIns="1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SEOptimist" pitchFamily="2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SEOptimist" pitchFamily="2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SEOptimist" pitchFamily="2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SEOptimist" pitchFamily="2" charset="0"/>
        </a:defRPr>
      </a:lvl9pPr>
    </p:titleStyle>
    <p:bodyStyle>
      <a:lvl1pPr marL="180975" indent="-1809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●"/>
        <a:defRPr sz="2000">
          <a:solidFill>
            <a:schemeClr val="accent1"/>
          </a:solidFill>
          <a:latin typeface="Arial" pitchFamily="34" charset="0"/>
          <a:ea typeface="+mn-ea"/>
          <a:cs typeface="Arial" pitchFamily="34" charset="0"/>
        </a:defRPr>
      </a:lvl1pPr>
      <a:lvl2pPr marL="541338" indent="-18097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●"/>
        <a:defRPr>
          <a:solidFill>
            <a:schemeClr val="bg2"/>
          </a:solidFill>
          <a:latin typeface="Arial" pitchFamily="34" charset="0"/>
          <a:cs typeface="Arial" pitchFamily="34" charset="0"/>
        </a:defRPr>
      </a:lvl2pPr>
      <a:lvl3pPr marL="990600" indent="-173038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●"/>
        <a:defRPr sz="1600">
          <a:solidFill>
            <a:schemeClr val="bg2"/>
          </a:solidFill>
          <a:latin typeface="Arial" pitchFamily="34" charset="0"/>
          <a:cs typeface="Arial" pitchFamily="34" charset="0"/>
        </a:defRPr>
      </a:lvl3pPr>
      <a:lvl4pPr marL="175101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cs typeface="Arial" charset="0"/>
        </a:defRPr>
      </a:lvl4pPr>
      <a:lvl5pPr marL="215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cs typeface="Arial" charset="0"/>
        </a:defRPr>
      </a:lvl5pPr>
      <a:lvl6pPr marL="261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3073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530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987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4" name="Rectangle 2"/>
          <p:cNvSpPr>
            <a:spLocks noChangeArrowheads="1"/>
          </p:cNvSpPr>
          <p:nvPr/>
        </p:nvSpPr>
        <p:spPr bwMode="auto">
          <a:xfrm>
            <a:off x="468313" y="6577013"/>
            <a:ext cx="806450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l" defTabSz="6619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rPr>
              <a:t>Schneider Electric</a:t>
            </a:r>
          </a:p>
        </p:txBody>
      </p:sp>
      <p:sp>
        <p:nvSpPr>
          <p:cNvPr id="1006595" name="Rectangle 3"/>
          <p:cNvSpPr>
            <a:spLocks noChangeArrowheads="1"/>
          </p:cNvSpPr>
          <p:nvPr/>
        </p:nvSpPr>
        <p:spPr bwMode="auto">
          <a:xfrm>
            <a:off x="8604250" y="6599238"/>
            <a:ext cx="288925" cy="6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>
            <a:lvl1pPr defTabSz="661988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661988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661988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661988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661988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661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661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661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661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l" defTabSz="6619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A0C58B-3B98-4F75-9FB5-8A8A71930DE6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rPr>
              <a:pPr marL="0" marR="0" lvl="0" indent="0" algn="l" defTabSz="6619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773238"/>
            <a:ext cx="82804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000" bIns="1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First level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77788"/>
            <a:ext cx="8280400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0800" rIns="0" bIns="1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Title</a:t>
            </a:r>
          </a:p>
        </p:txBody>
      </p:sp>
      <p:sp>
        <p:nvSpPr>
          <p:cNvPr id="1006598" name="Rectangle 6"/>
          <p:cNvSpPr>
            <a:spLocks noChangeArrowheads="1"/>
          </p:cNvSpPr>
          <p:nvPr/>
        </p:nvSpPr>
        <p:spPr bwMode="auto">
          <a:xfrm>
            <a:off x="1325563" y="6577013"/>
            <a:ext cx="1584325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l" defTabSz="6619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rPr>
              <a:t>- AFS/M-F – Jens Eilart – March 2011 </a:t>
            </a:r>
          </a:p>
        </p:txBody>
      </p:sp>
    </p:spTree>
    <p:extLst>
      <p:ext uri="{BB962C8B-B14F-4D97-AF65-F5344CB8AC3E}">
        <p14:creationId xmlns:p14="http://schemas.microsoft.com/office/powerpoint/2010/main" val="228675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SEOptimist" pitchFamily="2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SEOptimist" pitchFamily="2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SEOptimist" pitchFamily="2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SEOptimist" pitchFamily="2" charset="0"/>
        </a:defRPr>
      </a:lvl9pPr>
    </p:titleStyle>
    <p:bodyStyle>
      <a:lvl1pPr marL="180975" indent="-1809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●"/>
        <a:defRPr sz="2000">
          <a:solidFill>
            <a:schemeClr val="accent1"/>
          </a:solidFill>
          <a:latin typeface="Arial" pitchFamily="34" charset="0"/>
          <a:ea typeface="+mn-ea"/>
          <a:cs typeface="Arial" pitchFamily="34" charset="0"/>
        </a:defRPr>
      </a:lvl1pPr>
      <a:lvl2pPr marL="541338" indent="-18097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●"/>
        <a:defRPr>
          <a:solidFill>
            <a:schemeClr val="bg2"/>
          </a:solidFill>
          <a:latin typeface="Arial" pitchFamily="34" charset="0"/>
          <a:cs typeface="Arial" pitchFamily="34" charset="0"/>
        </a:defRPr>
      </a:lvl2pPr>
      <a:lvl3pPr marL="990600" indent="-173038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●"/>
        <a:defRPr sz="1600">
          <a:solidFill>
            <a:schemeClr val="bg2"/>
          </a:solidFill>
          <a:latin typeface="Arial" pitchFamily="34" charset="0"/>
          <a:cs typeface="Arial" pitchFamily="34" charset="0"/>
        </a:defRPr>
      </a:lvl3pPr>
      <a:lvl4pPr marL="175101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cs typeface="Arial" charset="0"/>
        </a:defRPr>
      </a:lvl4pPr>
      <a:lvl5pPr marL="215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cs typeface="Arial" charset="0"/>
        </a:defRPr>
      </a:lvl5pPr>
      <a:lvl6pPr marL="261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3073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530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987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jpeg"/><Relationship Id="rId5" Type="http://schemas.openxmlformats.org/officeDocument/2006/relationships/image" Target="../media/image8.png"/><Relationship Id="rId4" Type="http://schemas.openxmlformats.org/officeDocument/2006/relationships/oleObject" Target="../embeddings/oleObject5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1052513" y="1090613"/>
            <a:ext cx="6896100" cy="1550987"/>
          </a:xfrm>
        </p:spPr>
        <p:txBody>
          <a:bodyPr/>
          <a:lstStyle/>
          <a:p>
            <a:r>
              <a:rPr lang="en-CA" altLang="en-US" sz="4800" dirty="0"/>
              <a:t>Line Differential</a:t>
            </a:r>
            <a:endParaRPr lang="en-US" alt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4"/>
          <p:cNvSpPr>
            <a:spLocks noChangeShapeType="1"/>
          </p:cNvSpPr>
          <p:nvPr/>
        </p:nvSpPr>
        <p:spPr bwMode="auto">
          <a:xfrm>
            <a:off x="2460625" y="4238625"/>
            <a:ext cx="4057650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9" name="Freeform 12"/>
          <p:cNvSpPr>
            <a:spLocks/>
          </p:cNvSpPr>
          <p:nvPr/>
        </p:nvSpPr>
        <p:spPr bwMode="auto">
          <a:xfrm>
            <a:off x="1504950" y="3409950"/>
            <a:ext cx="217488" cy="615950"/>
          </a:xfrm>
          <a:custGeom>
            <a:avLst/>
            <a:gdLst>
              <a:gd name="T0" fmla="*/ 2147483646 w 122"/>
              <a:gd name="T1" fmla="*/ 0 h 388"/>
              <a:gd name="T2" fmla="*/ 0 w 122"/>
              <a:gd name="T3" fmla="*/ 0 h 388"/>
              <a:gd name="T4" fmla="*/ 0 w 122"/>
              <a:gd name="T5" fmla="*/ 2147483646 h 388"/>
              <a:gd name="T6" fmla="*/ 0 60000 65536"/>
              <a:gd name="T7" fmla="*/ 0 60000 65536"/>
              <a:gd name="T8" fmla="*/ 0 60000 65536"/>
              <a:gd name="T9" fmla="*/ 0 w 122"/>
              <a:gd name="T10" fmla="*/ 0 h 388"/>
              <a:gd name="T11" fmla="*/ 122 w 122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2" h="388">
                <a:moveTo>
                  <a:pt x="121" y="0"/>
                </a:moveTo>
                <a:lnTo>
                  <a:pt x="0" y="0"/>
                </a:lnTo>
                <a:lnTo>
                  <a:pt x="0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Freeform 13"/>
          <p:cNvSpPr>
            <a:spLocks/>
          </p:cNvSpPr>
          <p:nvPr/>
        </p:nvSpPr>
        <p:spPr bwMode="auto">
          <a:xfrm>
            <a:off x="2139950" y="3402013"/>
            <a:ext cx="163513" cy="615950"/>
          </a:xfrm>
          <a:custGeom>
            <a:avLst/>
            <a:gdLst>
              <a:gd name="T0" fmla="*/ 0 w 118"/>
              <a:gd name="T1" fmla="*/ 0 h 388"/>
              <a:gd name="T2" fmla="*/ 2147483646 w 118"/>
              <a:gd name="T3" fmla="*/ 0 h 388"/>
              <a:gd name="T4" fmla="*/ 2147483646 w 118"/>
              <a:gd name="T5" fmla="*/ 2147483646 h 388"/>
              <a:gd name="T6" fmla="*/ 0 60000 65536"/>
              <a:gd name="T7" fmla="*/ 0 60000 65536"/>
              <a:gd name="T8" fmla="*/ 0 60000 65536"/>
              <a:gd name="T9" fmla="*/ 0 w 118"/>
              <a:gd name="T10" fmla="*/ 0 h 388"/>
              <a:gd name="T11" fmla="*/ 118 w 118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8" h="388">
                <a:moveTo>
                  <a:pt x="0" y="0"/>
                </a:moveTo>
                <a:lnTo>
                  <a:pt x="117" y="0"/>
                </a:lnTo>
                <a:lnTo>
                  <a:pt x="117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1" name="Freeform 15"/>
          <p:cNvSpPr>
            <a:spLocks/>
          </p:cNvSpPr>
          <p:nvPr/>
        </p:nvSpPr>
        <p:spPr bwMode="auto">
          <a:xfrm>
            <a:off x="2149475" y="2711450"/>
            <a:ext cx="153988" cy="746125"/>
          </a:xfrm>
          <a:custGeom>
            <a:avLst/>
            <a:gdLst>
              <a:gd name="T0" fmla="*/ 2147483646 w 113"/>
              <a:gd name="T1" fmla="*/ 2147483646 h 470"/>
              <a:gd name="T2" fmla="*/ 2147483646 w 113"/>
              <a:gd name="T3" fmla="*/ 0 h 470"/>
              <a:gd name="T4" fmla="*/ 0 w 113"/>
              <a:gd name="T5" fmla="*/ 0 h 470"/>
              <a:gd name="T6" fmla="*/ 0 60000 65536"/>
              <a:gd name="T7" fmla="*/ 0 60000 65536"/>
              <a:gd name="T8" fmla="*/ 0 60000 65536"/>
              <a:gd name="T9" fmla="*/ 0 w 113"/>
              <a:gd name="T10" fmla="*/ 0 h 470"/>
              <a:gd name="T11" fmla="*/ 113 w 113"/>
              <a:gd name="T12" fmla="*/ 470 h 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3" h="470">
                <a:moveTo>
                  <a:pt x="112" y="469"/>
                </a:moveTo>
                <a:lnTo>
                  <a:pt x="112" y="0"/>
                </a:lnTo>
                <a:lnTo>
                  <a:pt x="0" y="0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2" name="Freeform 16"/>
          <p:cNvSpPr>
            <a:spLocks/>
          </p:cNvSpPr>
          <p:nvPr/>
        </p:nvSpPr>
        <p:spPr bwMode="auto">
          <a:xfrm>
            <a:off x="2138363" y="1997075"/>
            <a:ext cx="166687" cy="746125"/>
          </a:xfrm>
          <a:custGeom>
            <a:avLst/>
            <a:gdLst>
              <a:gd name="T0" fmla="*/ 2147483646 w 105"/>
              <a:gd name="T1" fmla="*/ 2147483646 h 470"/>
              <a:gd name="T2" fmla="*/ 2147483646 w 105"/>
              <a:gd name="T3" fmla="*/ 0 h 470"/>
              <a:gd name="T4" fmla="*/ 0 w 105"/>
              <a:gd name="T5" fmla="*/ 0 h 470"/>
              <a:gd name="T6" fmla="*/ 0 60000 65536"/>
              <a:gd name="T7" fmla="*/ 0 60000 65536"/>
              <a:gd name="T8" fmla="*/ 0 60000 65536"/>
              <a:gd name="T9" fmla="*/ 0 w 105"/>
              <a:gd name="T10" fmla="*/ 0 h 470"/>
              <a:gd name="T11" fmla="*/ 105 w 105"/>
              <a:gd name="T12" fmla="*/ 470 h 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" h="470">
                <a:moveTo>
                  <a:pt x="104" y="469"/>
                </a:moveTo>
                <a:lnTo>
                  <a:pt x="104" y="0"/>
                </a:lnTo>
                <a:lnTo>
                  <a:pt x="0" y="0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3" name="Freeform 17"/>
          <p:cNvSpPr>
            <a:spLocks/>
          </p:cNvSpPr>
          <p:nvPr/>
        </p:nvSpPr>
        <p:spPr bwMode="auto">
          <a:xfrm>
            <a:off x="1060450" y="2009775"/>
            <a:ext cx="649288" cy="1925638"/>
          </a:xfrm>
          <a:custGeom>
            <a:avLst/>
            <a:gdLst>
              <a:gd name="T0" fmla="*/ 2147483646 w 409"/>
              <a:gd name="T1" fmla="*/ 0 h 1213"/>
              <a:gd name="T2" fmla="*/ 0 w 409"/>
              <a:gd name="T3" fmla="*/ 0 h 1213"/>
              <a:gd name="T4" fmla="*/ 0 w 409"/>
              <a:gd name="T5" fmla="*/ 2147483646 h 1213"/>
              <a:gd name="T6" fmla="*/ 0 60000 65536"/>
              <a:gd name="T7" fmla="*/ 0 60000 65536"/>
              <a:gd name="T8" fmla="*/ 0 60000 65536"/>
              <a:gd name="T9" fmla="*/ 0 w 409"/>
              <a:gd name="T10" fmla="*/ 0 h 1213"/>
              <a:gd name="T11" fmla="*/ 409 w 409"/>
              <a:gd name="T12" fmla="*/ 1213 h 12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9" h="1213">
                <a:moveTo>
                  <a:pt x="408" y="0"/>
                </a:moveTo>
                <a:lnTo>
                  <a:pt x="0" y="0"/>
                </a:lnTo>
                <a:lnTo>
                  <a:pt x="0" y="1212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4" name="Freeform 18"/>
          <p:cNvSpPr>
            <a:spLocks/>
          </p:cNvSpPr>
          <p:nvPr/>
        </p:nvSpPr>
        <p:spPr bwMode="auto">
          <a:xfrm>
            <a:off x="1296988" y="2701925"/>
            <a:ext cx="412750" cy="1230313"/>
          </a:xfrm>
          <a:custGeom>
            <a:avLst/>
            <a:gdLst>
              <a:gd name="T0" fmla="*/ 2147483646 w 260"/>
              <a:gd name="T1" fmla="*/ 0 h 775"/>
              <a:gd name="T2" fmla="*/ 0 w 260"/>
              <a:gd name="T3" fmla="*/ 0 h 775"/>
              <a:gd name="T4" fmla="*/ 0 w 260"/>
              <a:gd name="T5" fmla="*/ 2147483646 h 775"/>
              <a:gd name="T6" fmla="*/ 0 60000 65536"/>
              <a:gd name="T7" fmla="*/ 0 60000 65536"/>
              <a:gd name="T8" fmla="*/ 0 60000 65536"/>
              <a:gd name="T9" fmla="*/ 0 w 260"/>
              <a:gd name="T10" fmla="*/ 0 h 775"/>
              <a:gd name="T11" fmla="*/ 260 w 260"/>
              <a:gd name="T12" fmla="*/ 775 h 7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0" h="775">
                <a:moveTo>
                  <a:pt x="259" y="0"/>
                </a:moveTo>
                <a:lnTo>
                  <a:pt x="0" y="0"/>
                </a:lnTo>
                <a:lnTo>
                  <a:pt x="0" y="774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5" name="AutoShape 85"/>
          <p:cNvSpPr>
            <a:spLocks noChangeArrowheads="1"/>
          </p:cNvSpPr>
          <p:nvPr/>
        </p:nvSpPr>
        <p:spPr bwMode="auto">
          <a:xfrm>
            <a:off x="847725" y="3921125"/>
            <a:ext cx="1665288" cy="855663"/>
          </a:xfrm>
          <a:prstGeom prst="roundRect">
            <a:avLst>
              <a:gd name="adj" fmla="val 16667"/>
            </a:avLst>
          </a:prstGeom>
          <a:solidFill>
            <a:srgbClr val="4FA600"/>
          </a:solidFill>
          <a:ln w="25400">
            <a:solidFill>
              <a:srgbClr val="E47F00"/>
            </a:solidFill>
            <a:round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77789"/>
            <a:ext cx="8280400" cy="698500"/>
          </a:xfrm>
        </p:spPr>
        <p:txBody>
          <a:bodyPr/>
          <a:lstStyle/>
          <a:p>
            <a:pPr eaLnBrk="1" hangingPunct="1"/>
            <a:r>
              <a:rPr lang="en-US" altLang="en-US" dirty="0"/>
              <a:t>Current Differential Principle</a:t>
            </a:r>
            <a:endParaRPr lang="en-GB" altLang="en-US" dirty="0"/>
          </a:p>
        </p:txBody>
      </p:sp>
      <p:sp>
        <p:nvSpPr>
          <p:cNvPr id="9227" name="Line 3"/>
          <p:cNvSpPr>
            <a:spLocks noChangeShapeType="1"/>
          </p:cNvSpPr>
          <p:nvPr/>
        </p:nvSpPr>
        <p:spPr bwMode="auto">
          <a:xfrm>
            <a:off x="2724150" y="4452938"/>
            <a:ext cx="4138613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Rectangle 5"/>
          <p:cNvSpPr>
            <a:spLocks noChangeArrowheads="1"/>
          </p:cNvSpPr>
          <p:nvPr/>
        </p:nvSpPr>
        <p:spPr bwMode="auto">
          <a:xfrm>
            <a:off x="501650" y="1282700"/>
            <a:ext cx="1370013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en-US" altLang="en-US"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229" name="Rectangle 6"/>
          <p:cNvSpPr>
            <a:spLocks noChangeArrowheads="1"/>
          </p:cNvSpPr>
          <p:nvPr/>
        </p:nvSpPr>
        <p:spPr bwMode="auto">
          <a:xfrm>
            <a:off x="2311400" y="4606925"/>
            <a:ext cx="46720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Communication Link</a:t>
            </a:r>
          </a:p>
        </p:txBody>
      </p:sp>
      <p:sp>
        <p:nvSpPr>
          <p:cNvPr id="9230" name="Freeform 7"/>
          <p:cNvSpPr>
            <a:spLocks/>
          </p:cNvSpPr>
          <p:nvPr/>
        </p:nvSpPr>
        <p:spPr bwMode="auto">
          <a:xfrm>
            <a:off x="4565650" y="3313113"/>
            <a:ext cx="255588" cy="584200"/>
          </a:xfrm>
          <a:custGeom>
            <a:avLst/>
            <a:gdLst>
              <a:gd name="T0" fmla="*/ 2147483646 w 161"/>
              <a:gd name="T1" fmla="*/ 0 h 451"/>
              <a:gd name="T2" fmla="*/ 0 w 161"/>
              <a:gd name="T3" fmla="*/ 2147483646 h 451"/>
              <a:gd name="T4" fmla="*/ 2147483646 w 161"/>
              <a:gd name="T5" fmla="*/ 2147483646 h 451"/>
              <a:gd name="T6" fmla="*/ 2147483646 w 161"/>
              <a:gd name="T7" fmla="*/ 2147483646 h 451"/>
              <a:gd name="T8" fmla="*/ 0 60000 65536"/>
              <a:gd name="T9" fmla="*/ 0 60000 65536"/>
              <a:gd name="T10" fmla="*/ 0 60000 65536"/>
              <a:gd name="T11" fmla="*/ 0 60000 65536"/>
              <a:gd name="T12" fmla="*/ 0 w 161"/>
              <a:gd name="T13" fmla="*/ 0 h 451"/>
              <a:gd name="T14" fmla="*/ 161 w 161"/>
              <a:gd name="T15" fmla="*/ 451 h 45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1" h="451">
                <a:moveTo>
                  <a:pt x="114" y="0"/>
                </a:moveTo>
                <a:lnTo>
                  <a:pt x="0" y="237"/>
                </a:lnTo>
                <a:lnTo>
                  <a:pt x="160" y="172"/>
                </a:lnTo>
                <a:lnTo>
                  <a:pt x="27" y="450"/>
                </a:lnTo>
              </a:path>
            </a:pathLst>
          </a:custGeom>
          <a:noFill/>
          <a:ln w="50800" cap="rnd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1" name="Rectangle 8"/>
          <p:cNvSpPr>
            <a:spLocks noChangeArrowheads="1"/>
          </p:cNvSpPr>
          <p:nvPr/>
        </p:nvSpPr>
        <p:spPr bwMode="auto">
          <a:xfrm>
            <a:off x="7456488" y="1282700"/>
            <a:ext cx="13700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B</a:t>
            </a:r>
          </a:p>
        </p:txBody>
      </p:sp>
      <p:sp>
        <p:nvSpPr>
          <p:cNvPr id="9232" name="Line 9"/>
          <p:cNvSpPr>
            <a:spLocks noChangeShapeType="1"/>
          </p:cNvSpPr>
          <p:nvPr/>
        </p:nvSpPr>
        <p:spPr bwMode="auto">
          <a:xfrm>
            <a:off x="638175" y="1885950"/>
            <a:ext cx="7875588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3" name="Line 10"/>
          <p:cNvSpPr>
            <a:spLocks noChangeShapeType="1"/>
          </p:cNvSpPr>
          <p:nvPr/>
        </p:nvSpPr>
        <p:spPr bwMode="auto">
          <a:xfrm>
            <a:off x="641350" y="2608263"/>
            <a:ext cx="7875588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Line 11"/>
          <p:cNvSpPr>
            <a:spLocks noChangeShapeType="1"/>
          </p:cNvSpPr>
          <p:nvPr/>
        </p:nvSpPr>
        <p:spPr bwMode="auto">
          <a:xfrm>
            <a:off x="635000" y="3311525"/>
            <a:ext cx="7875588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5" name="Freeform 19"/>
          <p:cNvSpPr>
            <a:spLocks/>
          </p:cNvSpPr>
          <p:nvPr/>
        </p:nvSpPr>
        <p:spPr bwMode="auto">
          <a:xfrm>
            <a:off x="7572375" y="3402013"/>
            <a:ext cx="193675" cy="615950"/>
          </a:xfrm>
          <a:custGeom>
            <a:avLst/>
            <a:gdLst>
              <a:gd name="T0" fmla="*/ 0 w 122"/>
              <a:gd name="T1" fmla="*/ 0 h 388"/>
              <a:gd name="T2" fmla="*/ 2147483646 w 122"/>
              <a:gd name="T3" fmla="*/ 0 h 388"/>
              <a:gd name="T4" fmla="*/ 2147483646 w 122"/>
              <a:gd name="T5" fmla="*/ 2147483646 h 388"/>
              <a:gd name="T6" fmla="*/ 0 60000 65536"/>
              <a:gd name="T7" fmla="*/ 0 60000 65536"/>
              <a:gd name="T8" fmla="*/ 0 60000 65536"/>
              <a:gd name="T9" fmla="*/ 0 w 122"/>
              <a:gd name="T10" fmla="*/ 0 h 388"/>
              <a:gd name="T11" fmla="*/ 122 w 122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2" h="388">
                <a:moveTo>
                  <a:pt x="0" y="0"/>
                </a:moveTo>
                <a:lnTo>
                  <a:pt x="121" y="0"/>
                </a:lnTo>
                <a:lnTo>
                  <a:pt x="121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6" name="Freeform 20"/>
          <p:cNvSpPr>
            <a:spLocks/>
          </p:cNvSpPr>
          <p:nvPr/>
        </p:nvSpPr>
        <p:spPr bwMode="auto">
          <a:xfrm>
            <a:off x="6964363" y="3390900"/>
            <a:ext cx="182562" cy="615950"/>
          </a:xfrm>
          <a:custGeom>
            <a:avLst/>
            <a:gdLst>
              <a:gd name="T0" fmla="*/ 2147483646 w 118"/>
              <a:gd name="T1" fmla="*/ 0 h 388"/>
              <a:gd name="T2" fmla="*/ 0 w 118"/>
              <a:gd name="T3" fmla="*/ 0 h 388"/>
              <a:gd name="T4" fmla="*/ 0 w 118"/>
              <a:gd name="T5" fmla="*/ 2147483646 h 388"/>
              <a:gd name="T6" fmla="*/ 0 60000 65536"/>
              <a:gd name="T7" fmla="*/ 0 60000 65536"/>
              <a:gd name="T8" fmla="*/ 0 60000 65536"/>
              <a:gd name="T9" fmla="*/ 0 w 118"/>
              <a:gd name="T10" fmla="*/ 0 h 388"/>
              <a:gd name="T11" fmla="*/ 118 w 118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8" h="388">
                <a:moveTo>
                  <a:pt x="117" y="0"/>
                </a:moveTo>
                <a:lnTo>
                  <a:pt x="0" y="0"/>
                </a:lnTo>
                <a:lnTo>
                  <a:pt x="0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7" name="Freeform 22"/>
          <p:cNvSpPr>
            <a:spLocks/>
          </p:cNvSpPr>
          <p:nvPr/>
        </p:nvSpPr>
        <p:spPr bwMode="auto">
          <a:xfrm>
            <a:off x="6965950" y="1989138"/>
            <a:ext cx="166688" cy="1527175"/>
          </a:xfrm>
          <a:custGeom>
            <a:avLst/>
            <a:gdLst>
              <a:gd name="T0" fmla="*/ 0 w 105"/>
              <a:gd name="T1" fmla="*/ 2147483646 h 470"/>
              <a:gd name="T2" fmla="*/ 0 w 105"/>
              <a:gd name="T3" fmla="*/ 0 h 470"/>
              <a:gd name="T4" fmla="*/ 2147483646 w 105"/>
              <a:gd name="T5" fmla="*/ 0 h 470"/>
              <a:gd name="T6" fmla="*/ 0 60000 65536"/>
              <a:gd name="T7" fmla="*/ 0 60000 65536"/>
              <a:gd name="T8" fmla="*/ 0 60000 65536"/>
              <a:gd name="T9" fmla="*/ 0 w 105"/>
              <a:gd name="T10" fmla="*/ 0 h 470"/>
              <a:gd name="T11" fmla="*/ 105 w 105"/>
              <a:gd name="T12" fmla="*/ 470 h 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" h="470">
                <a:moveTo>
                  <a:pt x="0" y="469"/>
                </a:moveTo>
                <a:lnTo>
                  <a:pt x="0" y="0"/>
                </a:lnTo>
                <a:lnTo>
                  <a:pt x="104" y="0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8" name="Freeform 23"/>
          <p:cNvSpPr>
            <a:spLocks/>
          </p:cNvSpPr>
          <p:nvPr/>
        </p:nvSpPr>
        <p:spPr bwMode="auto">
          <a:xfrm>
            <a:off x="7561263" y="2001838"/>
            <a:ext cx="649287" cy="1925637"/>
          </a:xfrm>
          <a:custGeom>
            <a:avLst/>
            <a:gdLst>
              <a:gd name="T0" fmla="*/ 0 w 409"/>
              <a:gd name="T1" fmla="*/ 0 h 1213"/>
              <a:gd name="T2" fmla="*/ 2147483646 w 409"/>
              <a:gd name="T3" fmla="*/ 0 h 1213"/>
              <a:gd name="T4" fmla="*/ 2147483646 w 409"/>
              <a:gd name="T5" fmla="*/ 2147483646 h 1213"/>
              <a:gd name="T6" fmla="*/ 0 60000 65536"/>
              <a:gd name="T7" fmla="*/ 0 60000 65536"/>
              <a:gd name="T8" fmla="*/ 0 60000 65536"/>
              <a:gd name="T9" fmla="*/ 0 w 409"/>
              <a:gd name="T10" fmla="*/ 0 h 1213"/>
              <a:gd name="T11" fmla="*/ 409 w 409"/>
              <a:gd name="T12" fmla="*/ 1213 h 12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9" h="1213">
                <a:moveTo>
                  <a:pt x="0" y="0"/>
                </a:moveTo>
                <a:lnTo>
                  <a:pt x="408" y="0"/>
                </a:lnTo>
                <a:lnTo>
                  <a:pt x="408" y="1212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9" name="Freeform 24"/>
          <p:cNvSpPr>
            <a:spLocks/>
          </p:cNvSpPr>
          <p:nvPr/>
        </p:nvSpPr>
        <p:spPr bwMode="auto">
          <a:xfrm>
            <a:off x="7561263" y="2693988"/>
            <a:ext cx="412750" cy="1230312"/>
          </a:xfrm>
          <a:custGeom>
            <a:avLst/>
            <a:gdLst>
              <a:gd name="T0" fmla="*/ 0 w 260"/>
              <a:gd name="T1" fmla="*/ 0 h 775"/>
              <a:gd name="T2" fmla="*/ 2147483646 w 260"/>
              <a:gd name="T3" fmla="*/ 0 h 775"/>
              <a:gd name="T4" fmla="*/ 2147483646 w 260"/>
              <a:gd name="T5" fmla="*/ 2147483646 h 775"/>
              <a:gd name="T6" fmla="*/ 0 60000 65536"/>
              <a:gd name="T7" fmla="*/ 0 60000 65536"/>
              <a:gd name="T8" fmla="*/ 0 60000 65536"/>
              <a:gd name="T9" fmla="*/ 0 w 260"/>
              <a:gd name="T10" fmla="*/ 0 h 775"/>
              <a:gd name="T11" fmla="*/ 260 w 260"/>
              <a:gd name="T12" fmla="*/ 775 h 7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0" h="775">
                <a:moveTo>
                  <a:pt x="0" y="0"/>
                </a:moveTo>
                <a:lnTo>
                  <a:pt x="259" y="0"/>
                </a:lnTo>
                <a:lnTo>
                  <a:pt x="259" y="774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0" name="Rectangle 25"/>
          <p:cNvSpPr>
            <a:spLocks noChangeArrowheads="1"/>
          </p:cNvSpPr>
          <p:nvPr/>
        </p:nvSpPr>
        <p:spPr bwMode="auto">
          <a:xfrm>
            <a:off x="1023938" y="4092575"/>
            <a:ext cx="13700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Relay A</a:t>
            </a:r>
          </a:p>
        </p:txBody>
      </p:sp>
      <p:sp>
        <p:nvSpPr>
          <p:cNvPr id="9241" name="AutoShape 27"/>
          <p:cNvSpPr>
            <a:spLocks noChangeArrowheads="1"/>
          </p:cNvSpPr>
          <p:nvPr/>
        </p:nvSpPr>
        <p:spPr bwMode="auto">
          <a:xfrm rot="-5400000">
            <a:off x="2576513" y="4357688"/>
            <a:ext cx="149225" cy="174625"/>
          </a:xfrm>
          <a:prstGeom prst="triangle">
            <a:avLst>
              <a:gd name="adj" fmla="val 49986"/>
            </a:avLst>
          </a:prstGeom>
          <a:solidFill>
            <a:schemeClr val="tx1"/>
          </a:solidFill>
          <a:ln w="12700">
            <a:solidFill>
              <a:srgbClr val="62646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42" name="AutoShape 28"/>
          <p:cNvSpPr>
            <a:spLocks noChangeArrowheads="1"/>
          </p:cNvSpPr>
          <p:nvPr/>
        </p:nvSpPr>
        <p:spPr bwMode="auto">
          <a:xfrm rot="5400000" flipH="1">
            <a:off x="6529388" y="4133850"/>
            <a:ext cx="149225" cy="174625"/>
          </a:xfrm>
          <a:prstGeom prst="triangle">
            <a:avLst>
              <a:gd name="adj" fmla="val 49986"/>
            </a:avLst>
          </a:prstGeom>
          <a:solidFill>
            <a:schemeClr val="tx1"/>
          </a:solidFill>
          <a:ln w="12700">
            <a:solidFill>
              <a:srgbClr val="62646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243" name="Group 29"/>
          <p:cNvGrpSpPr>
            <a:grpSpLocks/>
          </p:cNvGrpSpPr>
          <p:nvPr/>
        </p:nvGrpSpPr>
        <p:grpSpPr bwMode="auto">
          <a:xfrm>
            <a:off x="2759075" y="3592513"/>
            <a:ext cx="479425" cy="549275"/>
            <a:chOff x="1977" y="2489"/>
            <a:chExt cx="302" cy="346"/>
          </a:xfrm>
        </p:grpSpPr>
        <p:sp>
          <p:nvSpPr>
            <p:cNvPr id="9294" name="Rectangle 30"/>
            <p:cNvSpPr>
              <a:spLocks noChangeArrowheads="1"/>
            </p:cNvSpPr>
            <p:nvPr/>
          </p:nvSpPr>
          <p:spPr bwMode="auto">
            <a:xfrm>
              <a:off x="2044" y="2546"/>
              <a:ext cx="235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r>
                <a:rPr lang="en-US" altLang="en-US" sz="240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9295" name="Rectangle 31"/>
            <p:cNvSpPr>
              <a:spLocks noChangeArrowheads="1"/>
            </p:cNvSpPr>
            <p:nvPr/>
          </p:nvSpPr>
          <p:spPr bwMode="auto">
            <a:xfrm>
              <a:off x="1977" y="2489"/>
              <a:ext cx="164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r>
                <a:rPr lang="en-US" altLang="en-US" sz="240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</p:grpSp>
      <p:grpSp>
        <p:nvGrpSpPr>
          <p:cNvPr id="9244" name="Group 32"/>
          <p:cNvGrpSpPr>
            <a:grpSpLocks/>
          </p:cNvGrpSpPr>
          <p:nvPr/>
        </p:nvGrpSpPr>
        <p:grpSpPr bwMode="auto">
          <a:xfrm>
            <a:off x="5854700" y="3594100"/>
            <a:ext cx="479425" cy="549275"/>
            <a:chOff x="3927" y="2490"/>
            <a:chExt cx="302" cy="346"/>
          </a:xfrm>
        </p:grpSpPr>
        <p:sp>
          <p:nvSpPr>
            <p:cNvPr id="9292" name="Rectangle 33"/>
            <p:cNvSpPr>
              <a:spLocks noChangeArrowheads="1"/>
            </p:cNvSpPr>
            <p:nvPr/>
          </p:nvSpPr>
          <p:spPr bwMode="auto">
            <a:xfrm>
              <a:off x="3994" y="2547"/>
              <a:ext cx="235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r>
                <a:rPr lang="en-US" altLang="en-US" sz="240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9293" name="Rectangle 34"/>
            <p:cNvSpPr>
              <a:spLocks noChangeArrowheads="1"/>
            </p:cNvSpPr>
            <p:nvPr/>
          </p:nvSpPr>
          <p:spPr bwMode="auto">
            <a:xfrm>
              <a:off x="3927" y="2490"/>
              <a:ext cx="164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r>
                <a:rPr lang="en-US" altLang="en-US" sz="240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</p:grpSp>
      <p:sp>
        <p:nvSpPr>
          <p:cNvPr id="9245" name="AutoShape 35"/>
          <p:cNvSpPr>
            <a:spLocks noChangeArrowheads="1"/>
          </p:cNvSpPr>
          <p:nvPr/>
        </p:nvSpPr>
        <p:spPr bwMode="auto">
          <a:xfrm rot="-5400000">
            <a:off x="5748338" y="3497263"/>
            <a:ext cx="127000" cy="146050"/>
          </a:xfrm>
          <a:prstGeom prst="triangle">
            <a:avLst>
              <a:gd name="adj" fmla="val 49986"/>
            </a:avLst>
          </a:prstGeom>
          <a:solidFill>
            <a:schemeClr val="tx2"/>
          </a:solidFill>
          <a:ln w="12700">
            <a:solidFill>
              <a:srgbClr val="62646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46" name="Line 36"/>
          <p:cNvSpPr>
            <a:spLocks noChangeShapeType="1"/>
          </p:cNvSpPr>
          <p:nvPr/>
        </p:nvSpPr>
        <p:spPr bwMode="auto">
          <a:xfrm>
            <a:off x="5886450" y="3567113"/>
            <a:ext cx="357188" cy="0"/>
          </a:xfrm>
          <a:prstGeom prst="line">
            <a:avLst/>
          </a:prstGeom>
          <a:noFill/>
          <a:ln w="254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7" name="AutoShape 37"/>
          <p:cNvSpPr>
            <a:spLocks noChangeArrowheads="1"/>
          </p:cNvSpPr>
          <p:nvPr/>
        </p:nvSpPr>
        <p:spPr bwMode="auto">
          <a:xfrm rot="5400000" flipH="1">
            <a:off x="3109913" y="3500438"/>
            <a:ext cx="127000" cy="146050"/>
          </a:xfrm>
          <a:prstGeom prst="triangle">
            <a:avLst>
              <a:gd name="adj" fmla="val 49986"/>
            </a:avLst>
          </a:prstGeom>
          <a:solidFill>
            <a:schemeClr val="tx2"/>
          </a:solidFill>
          <a:ln w="12700">
            <a:solidFill>
              <a:srgbClr val="62646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48" name="Line 38"/>
          <p:cNvSpPr>
            <a:spLocks noChangeShapeType="1"/>
          </p:cNvSpPr>
          <p:nvPr/>
        </p:nvSpPr>
        <p:spPr bwMode="auto">
          <a:xfrm flipH="1">
            <a:off x="2636838" y="3582988"/>
            <a:ext cx="458787" cy="0"/>
          </a:xfrm>
          <a:prstGeom prst="line">
            <a:avLst/>
          </a:prstGeom>
          <a:noFill/>
          <a:ln w="254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249" name="Group 39"/>
          <p:cNvGrpSpPr>
            <a:grpSpLocks/>
          </p:cNvGrpSpPr>
          <p:nvPr/>
        </p:nvGrpSpPr>
        <p:grpSpPr bwMode="auto">
          <a:xfrm>
            <a:off x="3997325" y="3308350"/>
            <a:ext cx="479425" cy="549275"/>
            <a:chOff x="2757" y="2310"/>
            <a:chExt cx="302" cy="346"/>
          </a:xfrm>
        </p:grpSpPr>
        <p:sp>
          <p:nvSpPr>
            <p:cNvPr id="9290" name="Rectangle 40"/>
            <p:cNvSpPr>
              <a:spLocks noChangeArrowheads="1"/>
            </p:cNvSpPr>
            <p:nvPr/>
          </p:nvSpPr>
          <p:spPr bwMode="auto">
            <a:xfrm>
              <a:off x="2824" y="2367"/>
              <a:ext cx="235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9291" name="Rectangle 41"/>
            <p:cNvSpPr>
              <a:spLocks noChangeArrowheads="1"/>
            </p:cNvSpPr>
            <p:nvPr/>
          </p:nvSpPr>
          <p:spPr bwMode="auto">
            <a:xfrm>
              <a:off x="2757" y="2310"/>
              <a:ext cx="164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</p:grpSp>
      <p:sp>
        <p:nvSpPr>
          <p:cNvPr id="9250" name="Line 61"/>
          <p:cNvSpPr>
            <a:spLocks noChangeShapeType="1"/>
          </p:cNvSpPr>
          <p:nvPr/>
        </p:nvSpPr>
        <p:spPr bwMode="auto">
          <a:xfrm flipH="1">
            <a:off x="6945313" y="2701925"/>
            <a:ext cx="217487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1" name="Rectangle 83"/>
          <p:cNvSpPr>
            <a:spLocks noChangeArrowheads="1"/>
          </p:cNvSpPr>
          <p:nvPr/>
        </p:nvSpPr>
        <p:spPr bwMode="auto">
          <a:xfrm>
            <a:off x="1373188" y="5653088"/>
            <a:ext cx="74850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18000" bIns="10800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 + IB  =  0 Healthy</a:t>
            </a:r>
          </a:p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  +  IB ≠ 0 (= IF) Fault </a:t>
            </a:r>
          </a:p>
          <a:p>
            <a:pPr algn="l"/>
            <a:endParaRPr lang="de-DE" altLang="en-US" sz="2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52" name="AutoShape 86"/>
          <p:cNvSpPr>
            <a:spLocks noChangeArrowheads="1"/>
          </p:cNvSpPr>
          <p:nvPr/>
        </p:nvSpPr>
        <p:spPr bwMode="auto">
          <a:xfrm>
            <a:off x="6702425" y="3921125"/>
            <a:ext cx="1665288" cy="855663"/>
          </a:xfrm>
          <a:prstGeom prst="roundRect">
            <a:avLst>
              <a:gd name="adj" fmla="val 16667"/>
            </a:avLst>
          </a:prstGeom>
          <a:solidFill>
            <a:srgbClr val="4FA600"/>
          </a:solidFill>
          <a:ln w="25400">
            <a:solidFill>
              <a:srgbClr val="E47F00"/>
            </a:solidFill>
            <a:round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53" name="Rectangle 82"/>
          <p:cNvSpPr>
            <a:spLocks noChangeArrowheads="1"/>
          </p:cNvSpPr>
          <p:nvPr/>
        </p:nvSpPr>
        <p:spPr bwMode="auto">
          <a:xfrm>
            <a:off x="6899275" y="4090988"/>
            <a:ext cx="1370013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Relay B</a:t>
            </a:r>
          </a:p>
        </p:txBody>
      </p:sp>
      <p:grpSp>
        <p:nvGrpSpPr>
          <p:cNvPr id="9254" name="Group 33"/>
          <p:cNvGrpSpPr>
            <a:grpSpLocks/>
          </p:cNvGrpSpPr>
          <p:nvPr/>
        </p:nvGrpSpPr>
        <p:grpSpPr bwMode="auto">
          <a:xfrm rot="16200000" flipH="1">
            <a:off x="1807369" y="1712119"/>
            <a:ext cx="215900" cy="420688"/>
            <a:chOff x="1931" y="1612"/>
            <a:chExt cx="565" cy="1097"/>
          </a:xfrm>
        </p:grpSpPr>
        <p:sp>
          <p:nvSpPr>
            <p:cNvPr id="9285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286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287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88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89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9255" name="Group 33"/>
          <p:cNvGrpSpPr>
            <a:grpSpLocks/>
          </p:cNvGrpSpPr>
          <p:nvPr/>
        </p:nvGrpSpPr>
        <p:grpSpPr bwMode="auto">
          <a:xfrm rot="16200000" flipH="1">
            <a:off x="1813719" y="2397919"/>
            <a:ext cx="215900" cy="420688"/>
            <a:chOff x="1931" y="1612"/>
            <a:chExt cx="565" cy="1097"/>
          </a:xfrm>
        </p:grpSpPr>
        <p:sp>
          <p:nvSpPr>
            <p:cNvPr id="9280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281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282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83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84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9256" name="Group 33"/>
          <p:cNvGrpSpPr>
            <a:grpSpLocks/>
          </p:cNvGrpSpPr>
          <p:nvPr/>
        </p:nvGrpSpPr>
        <p:grpSpPr bwMode="auto">
          <a:xfrm rot="16200000" flipH="1">
            <a:off x="7236619" y="2378869"/>
            <a:ext cx="215900" cy="420688"/>
            <a:chOff x="1931" y="1612"/>
            <a:chExt cx="565" cy="1097"/>
          </a:xfrm>
        </p:grpSpPr>
        <p:sp>
          <p:nvSpPr>
            <p:cNvPr id="9275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276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277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78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79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9257" name="Group 33"/>
          <p:cNvGrpSpPr>
            <a:grpSpLocks/>
          </p:cNvGrpSpPr>
          <p:nvPr/>
        </p:nvGrpSpPr>
        <p:grpSpPr bwMode="auto">
          <a:xfrm rot="16200000" flipH="1">
            <a:off x="7230269" y="1699419"/>
            <a:ext cx="215900" cy="420688"/>
            <a:chOff x="1931" y="1612"/>
            <a:chExt cx="565" cy="1097"/>
          </a:xfrm>
        </p:grpSpPr>
        <p:sp>
          <p:nvSpPr>
            <p:cNvPr id="9270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271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272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73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74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9258" name="Group 33"/>
          <p:cNvGrpSpPr>
            <a:grpSpLocks/>
          </p:cNvGrpSpPr>
          <p:nvPr/>
        </p:nvGrpSpPr>
        <p:grpSpPr bwMode="auto">
          <a:xfrm rot="16200000" flipH="1">
            <a:off x="1807369" y="3096419"/>
            <a:ext cx="215900" cy="420688"/>
            <a:chOff x="1931" y="1612"/>
            <a:chExt cx="565" cy="1097"/>
          </a:xfrm>
        </p:grpSpPr>
        <p:sp>
          <p:nvSpPr>
            <p:cNvPr id="9265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266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267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68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69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9259" name="Group 33"/>
          <p:cNvGrpSpPr>
            <a:grpSpLocks/>
          </p:cNvGrpSpPr>
          <p:nvPr/>
        </p:nvGrpSpPr>
        <p:grpSpPr bwMode="auto">
          <a:xfrm rot="16200000" flipH="1">
            <a:off x="7249319" y="3096419"/>
            <a:ext cx="215900" cy="420688"/>
            <a:chOff x="1931" y="1612"/>
            <a:chExt cx="565" cy="1097"/>
          </a:xfrm>
        </p:grpSpPr>
        <p:sp>
          <p:nvSpPr>
            <p:cNvPr id="9260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261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262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63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64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0"/>
            <a:ext cx="8280400" cy="682626"/>
          </a:xfrm>
        </p:spPr>
        <p:txBody>
          <a:bodyPr/>
          <a:lstStyle/>
          <a:p>
            <a:pPr eaLnBrk="1" hangingPunct="1"/>
            <a:r>
              <a:rPr lang="en-US" altLang="en-US" dirty="0"/>
              <a:t>Three Ended Line Protection</a:t>
            </a:r>
            <a:endParaRPr lang="en-GB" altLang="en-US" dirty="0">
              <a:solidFill>
                <a:schemeClr val="tx1"/>
              </a:solidFill>
            </a:endParaRPr>
          </a:p>
        </p:txBody>
      </p:sp>
      <p:grpSp>
        <p:nvGrpSpPr>
          <p:cNvPr id="11267" name="Group 108"/>
          <p:cNvGrpSpPr>
            <a:grpSpLocks/>
          </p:cNvGrpSpPr>
          <p:nvPr/>
        </p:nvGrpSpPr>
        <p:grpSpPr bwMode="auto">
          <a:xfrm flipH="1">
            <a:off x="7045325" y="1585913"/>
            <a:ext cx="1255713" cy="2224087"/>
            <a:chOff x="7045325" y="1585913"/>
            <a:chExt cx="1255713" cy="2224087"/>
          </a:xfrm>
        </p:grpSpPr>
        <p:sp>
          <p:nvSpPr>
            <p:cNvPr id="11350" name="Freeform 3"/>
            <p:cNvSpPr>
              <a:spLocks/>
            </p:cNvSpPr>
            <p:nvPr/>
          </p:nvSpPr>
          <p:spPr bwMode="auto">
            <a:xfrm flipH="1">
              <a:off x="7489825" y="3192463"/>
              <a:ext cx="193675" cy="615950"/>
            </a:xfrm>
            <a:custGeom>
              <a:avLst/>
              <a:gdLst>
                <a:gd name="T0" fmla="*/ 0 w 122"/>
                <a:gd name="T1" fmla="*/ 0 h 388"/>
                <a:gd name="T2" fmla="*/ 2147483646 w 122"/>
                <a:gd name="T3" fmla="*/ 0 h 388"/>
                <a:gd name="T4" fmla="*/ 2147483646 w 122"/>
                <a:gd name="T5" fmla="*/ 2147483646 h 388"/>
                <a:gd name="T6" fmla="*/ 0 60000 65536"/>
                <a:gd name="T7" fmla="*/ 0 60000 65536"/>
                <a:gd name="T8" fmla="*/ 0 60000 65536"/>
                <a:gd name="T9" fmla="*/ 0 w 122"/>
                <a:gd name="T10" fmla="*/ 0 h 388"/>
                <a:gd name="T11" fmla="*/ 122 w 122"/>
                <a:gd name="T12" fmla="*/ 388 h 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2" h="388">
                  <a:moveTo>
                    <a:pt x="0" y="0"/>
                  </a:moveTo>
                  <a:lnTo>
                    <a:pt x="121" y="0"/>
                  </a:lnTo>
                  <a:lnTo>
                    <a:pt x="121" y="387"/>
                  </a:lnTo>
                </a:path>
              </a:pathLst>
            </a:custGeom>
            <a:noFill/>
            <a:ln w="508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1" name="Freeform 4"/>
            <p:cNvSpPr>
              <a:spLocks/>
            </p:cNvSpPr>
            <p:nvPr/>
          </p:nvSpPr>
          <p:spPr bwMode="auto">
            <a:xfrm flipH="1">
              <a:off x="8110538" y="3194050"/>
              <a:ext cx="168275" cy="615950"/>
            </a:xfrm>
            <a:custGeom>
              <a:avLst/>
              <a:gdLst>
                <a:gd name="T0" fmla="*/ 2147483646 w 118"/>
                <a:gd name="T1" fmla="*/ 0 h 388"/>
                <a:gd name="T2" fmla="*/ 0 w 118"/>
                <a:gd name="T3" fmla="*/ 0 h 388"/>
                <a:gd name="T4" fmla="*/ 0 w 118"/>
                <a:gd name="T5" fmla="*/ 2147483646 h 388"/>
                <a:gd name="T6" fmla="*/ 0 60000 65536"/>
                <a:gd name="T7" fmla="*/ 0 60000 65536"/>
                <a:gd name="T8" fmla="*/ 0 60000 65536"/>
                <a:gd name="T9" fmla="*/ 0 w 118"/>
                <a:gd name="T10" fmla="*/ 0 h 388"/>
                <a:gd name="T11" fmla="*/ 118 w 118"/>
                <a:gd name="T12" fmla="*/ 388 h 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8" h="388">
                  <a:moveTo>
                    <a:pt x="117" y="0"/>
                  </a:moveTo>
                  <a:lnTo>
                    <a:pt x="0" y="0"/>
                  </a:lnTo>
                  <a:lnTo>
                    <a:pt x="0" y="387"/>
                  </a:lnTo>
                </a:path>
              </a:pathLst>
            </a:custGeom>
            <a:noFill/>
            <a:ln w="508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2" name="Freeform 5"/>
            <p:cNvSpPr>
              <a:spLocks/>
            </p:cNvSpPr>
            <p:nvPr/>
          </p:nvSpPr>
          <p:spPr bwMode="auto">
            <a:xfrm flipH="1">
              <a:off x="8113713" y="1793875"/>
              <a:ext cx="166687" cy="1527175"/>
            </a:xfrm>
            <a:custGeom>
              <a:avLst/>
              <a:gdLst>
                <a:gd name="T0" fmla="*/ 0 w 105"/>
                <a:gd name="T1" fmla="*/ 2147483646 h 470"/>
                <a:gd name="T2" fmla="*/ 0 w 105"/>
                <a:gd name="T3" fmla="*/ 0 h 470"/>
                <a:gd name="T4" fmla="*/ 2147483646 w 105"/>
                <a:gd name="T5" fmla="*/ 0 h 470"/>
                <a:gd name="T6" fmla="*/ 0 60000 65536"/>
                <a:gd name="T7" fmla="*/ 0 60000 65536"/>
                <a:gd name="T8" fmla="*/ 0 60000 65536"/>
                <a:gd name="T9" fmla="*/ 0 w 105"/>
                <a:gd name="T10" fmla="*/ 0 h 470"/>
                <a:gd name="T11" fmla="*/ 105 w 105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" h="470">
                  <a:moveTo>
                    <a:pt x="0" y="469"/>
                  </a:moveTo>
                  <a:lnTo>
                    <a:pt x="0" y="0"/>
                  </a:lnTo>
                  <a:lnTo>
                    <a:pt x="104" y="0"/>
                  </a:lnTo>
                </a:path>
              </a:pathLst>
            </a:custGeom>
            <a:noFill/>
            <a:ln w="50800" cap="rnd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3" name="Freeform 6"/>
            <p:cNvSpPr>
              <a:spLocks/>
            </p:cNvSpPr>
            <p:nvPr/>
          </p:nvSpPr>
          <p:spPr bwMode="auto">
            <a:xfrm flipH="1">
              <a:off x="7045325" y="1792288"/>
              <a:ext cx="649288" cy="1925637"/>
            </a:xfrm>
            <a:custGeom>
              <a:avLst/>
              <a:gdLst>
                <a:gd name="T0" fmla="*/ 0 w 409"/>
                <a:gd name="T1" fmla="*/ 0 h 1213"/>
                <a:gd name="T2" fmla="*/ 2147483646 w 409"/>
                <a:gd name="T3" fmla="*/ 0 h 1213"/>
                <a:gd name="T4" fmla="*/ 2147483646 w 409"/>
                <a:gd name="T5" fmla="*/ 2147483646 h 1213"/>
                <a:gd name="T6" fmla="*/ 0 60000 65536"/>
                <a:gd name="T7" fmla="*/ 0 60000 65536"/>
                <a:gd name="T8" fmla="*/ 0 60000 65536"/>
                <a:gd name="T9" fmla="*/ 0 w 409"/>
                <a:gd name="T10" fmla="*/ 0 h 1213"/>
                <a:gd name="T11" fmla="*/ 409 w 409"/>
                <a:gd name="T12" fmla="*/ 1213 h 12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9" h="1213">
                  <a:moveTo>
                    <a:pt x="0" y="0"/>
                  </a:moveTo>
                  <a:lnTo>
                    <a:pt x="408" y="0"/>
                  </a:lnTo>
                  <a:lnTo>
                    <a:pt x="408" y="1212"/>
                  </a:lnTo>
                </a:path>
              </a:pathLst>
            </a:custGeom>
            <a:noFill/>
            <a:ln w="50800" cap="rnd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4" name="Freeform 7"/>
            <p:cNvSpPr>
              <a:spLocks/>
            </p:cNvSpPr>
            <p:nvPr/>
          </p:nvSpPr>
          <p:spPr bwMode="auto">
            <a:xfrm flipH="1">
              <a:off x="7281863" y="2484438"/>
              <a:ext cx="412750" cy="1230312"/>
            </a:xfrm>
            <a:custGeom>
              <a:avLst/>
              <a:gdLst>
                <a:gd name="T0" fmla="*/ 0 w 260"/>
                <a:gd name="T1" fmla="*/ 0 h 775"/>
                <a:gd name="T2" fmla="*/ 2147483646 w 260"/>
                <a:gd name="T3" fmla="*/ 0 h 775"/>
                <a:gd name="T4" fmla="*/ 2147483646 w 260"/>
                <a:gd name="T5" fmla="*/ 2147483646 h 775"/>
                <a:gd name="T6" fmla="*/ 0 60000 65536"/>
                <a:gd name="T7" fmla="*/ 0 60000 65536"/>
                <a:gd name="T8" fmla="*/ 0 60000 65536"/>
                <a:gd name="T9" fmla="*/ 0 w 260"/>
                <a:gd name="T10" fmla="*/ 0 h 775"/>
                <a:gd name="T11" fmla="*/ 260 w 260"/>
                <a:gd name="T12" fmla="*/ 775 h 7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0" h="775">
                  <a:moveTo>
                    <a:pt x="0" y="0"/>
                  </a:moveTo>
                  <a:lnTo>
                    <a:pt x="259" y="0"/>
                  </a:lnTo>
                  <a:lnTo>
                    <a:pt x="259" y="774"/>
                  </a:lnTo>
                </a:path>
              </a:pathLst>
            </a:custGeom>
            <a:noFill/>
            <a:ln w="50800" cap="rnd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55" name="Group 8"/>
            <p:cNvGrpSpPr>
              <a:grpSpLocks/>
            </p:cNvGrpSpPr>
            <p:nvPr/>
          </p:nvGrpSpPr>
          <p:grpSpPr bwMode="auto">
            <a:xfrm rot="16200000" flipH="1">
              <a:off x="7798594" y="1483519"/>
              <a:ext cx="215900" cy="420688"/>
              <a:chOff x="1931" y="1612"/>
              <a:chExt cx="565" cy="1097"/>
            </a:xfrm>
          </p:grpSpPr>
          <p:sp>
            <p:nvSpPr>
              <p:cNvPr id="11369" name="Freeform 9"/>
              <p:cNvSpPr>
                <a:spLocks/>
              </p:cNvSpPr>
              <p:nvPr/>
            </p:nvSpPr>
            <p:spPr bwMode="auto">
              <a:xfrm>
                <a:off x="1931" y="1612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70" name="Freeform 10"/>
              <p:cNvSpPr>
                <a:spLocks/>
              </p:cNvSpPr>
              <p:nvPr/>
            </p:nvSpPr>
            <p:spPr bwMode="auto">
              <a:xfrm>
                <a:off x="1931" y="2160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71" name="Line 11"/>
              <p:cNvSpPr>
                <a:spLocks noChangeShapeType="1"/>
              </p:cNvSpPr>
              <p:nvPr/>
            </p:nvSpPr>
            <p:spPr bwMode="auto">
              <a:xfrm>
                <a:off x="2211" y="1617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72" name="Line 12"/>
              <p:cNvSpPr>
                <a:spLocks noChangeShapeType="1"/>
              </p:cNvSpPr>
              <p:nvPr/>
            </p:nvSpPr>
            <p:spPr bwMode="auto">
              <a:xfrm>
                <a:off x="2211" y="2163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73" name="Line 13"/>
              <p:cNvSpPr>
                <a:spLocks noChangeShapeType="1"/>
              </p:cNvSpPr>
              <p:nvPr/>
            </p:nvSpPr>
            <p:spPr bwMode="auto">
              <a:xfrm>
                <a:off x="2211" y="2709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1356" name="Group 14"/>
            <p:cNvGrpSpPr>
              <a:grpSpLocks/>
            </p:cNvGrpSpPr>
            <p:nvPr/>
          </p:nvGrpSpPr>
          <p:grpSpPr bwMode="auto">
            <a:xfrm rot="16200000" flipH="1">
              <a:off x="7792244" y="2886869"/>
              <a:ext cx="215900" cy="420688"/>
              <a:chOff x="1931" y="1612"/>
              <a:chExt cx="565" cy="1097"/>
            </a:xfrm>
          </p:grpSpPr>
          <p:sp>
            <p:nvSpPr>
              <p:cNvPr id="11364" name="Freeform 15"/>
              <p:cNvSpPr>
                <a:spLocks/>
              </p:cNvSpPr>
              <p:nvPr/>
            </p:nvSpPr>
            <p:spPr bwMode="auto">
              <a:xfrm>
                <a:off x="1931" y="1612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65" name="Freeform 16"/>
              <p:cNvSpPr>
                <a:spLocks/>
              </p:cNvSpPr>
              <p:nvPr/>
            </p:nvSpPr>
            <p:spPr bwMode="auto">
              <a:xfrm>
                <a:off x="1931" y="2160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66" name="Line 17"/>
              <p:cNvSpPr>
                <a:spLocks noChangeShapeType="1"/>
              </p:cNvSpPr>
              <p:nvPr/>
            </p:nvSpPr>
            <p:spPr bwMode="auto">
              <a:xfrm>
                <a:off x="2211" y="1617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67" name="Line 18"/>
              <p:cNvSpPr>
                <a:spLocks noChangeShapeType="1"/>
              </p:cNvSpPr>
              <p:nvPr/>
            </p:nvSpPr>
            <p:spPr bwMode="auto">
              <a:xfrm>
                <a:off x="2211" y="2163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68" name="Line 19"/>
              <p:cNvSpPr>
                <a:spLocks noChangeShapeType="1"/>
              </p:cNvSpPr>
              <p:nvPr/>
            </p:nvSpPr>
            <p:spPr bwMode="auto">
              <a:xfrm>
                <a:off x="2211" y="2709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1357" name="Group 20"/>
            <p:cNvGrpSpPr>
              <a:grpSpLocks/>
            </p:cNvGrpSpPr>
            <p:nvPr/>
          </p:nvGrpSpPr>
          <p:grpSpPr bwMode="auto">
            <a:xfrm rot="16200000" flipH="1">
              <a:off x="7797007" y="2183606"/>
              <a:ext cx="215900" cy="420687"/>
              <a:chOff x="1931" y="1612"/>
              <a:chExt cx="565" cy="1097"/>
            </a:xfrm>
          </p:grpSpPr>
          <p:sp>
            <p:nvSpPr>
              <p:cNvPr id="11359" name="Freeform 21"/>
              <p:cNvSpPr>
                <a:spLocks/>
              </p:cNvSpPr>
              <p:nvPr/>
            </p:nvSpPr>
            <p:spPr bwMode="auto">
              <a:xfrm>
                <a:off x="1931" y="1612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60" name="Freeform 22"/>
              <p:cNvSpPr>
                <a:spLocks/>
              </p:cNvSpPr>
              <p:nvPr/>
            </p:nvSpPr>
            <p:spPr bwMode="auto">
              <a:xfrm>
                <a:off x="1931" y="2160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61" name="Line 23"/>
              <p:cNvSpPr>
                <a:spLocks noChangeShapeType="1"/>
              </p:cNvSpPr>
              <p:nvPr/>
            </p:nvSpPr>
            <p:spPr bwMode="auto">
              <a:xfrm>
                <a:off x="2211" y="1617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62" name="Line 24"/>
              <p:cNvSpPr>
                <a:spLocks noChangeShapeType="1"/>
              </p:cNvSpPr>
              <p:nvPr/>
            </p:nvSpPr>
            <p:spPr bwMode="auto">
              <a:xfrm>
                <a:off x="2211" y="2163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63" name="Line 25"/>
              <p:cNvSpPr>
                <a:spLocks noChangeShapeType="1"/>
              </p:cNvSpPr>
              <p:nvPr/>
            </p:nvSpPr>
            <p:spPr bwMode="auto">
              <a:xfrm>
                <a:off x="2211" y="2709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1358" name="Line 26"/>
            <p:cNvSpPr>
              <a:spLocks noChangeShapeType="1"/>
            </p:cNvSpPr>
            <p:nvPr/>
          </p:nvSpPr>
          <p:spPr bwMode="auto">
            <a:xfrm>
              <a:off x="8097838" y="2492375"/>
              <a:ext cx="203200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268" name="Group 107"/>
          <p:cNvGrpSpPr>
            <a:grpSpLocks/>
          </p:cNvGrpSpPr>
          <p:nvPr/>
        </p:nvGrpSpPr>
        <p:grpSpPr bwMode="auto">
          <a:xfrm flipH="1">
            <a:off x="1162050" y="1592263"/>
            <a:ext cx="1230313" cy="2228850"/>
            <a:chOff x="1162050" y="1592263"/>
            <a:chExt cx="1230313" cy="2228850"/>
          </a:xfrm>
        </p:grpSpPr>
        <p:sp>
          <p:nvSpPr>
            <p:cNvPr id="11326" name="Freeform 27"/>
            <p:cNvSpPr>
              <a:spLocks/>
            </p:cNvSpPr>
            <p:nvPr/>
          </p:nvSpPr>
          <p:spPr bwMode="auto">
            <a:xfrm flipH="1">
              <a:off x="1744663" y="3194050"/>
              <a:ext cx="193675" cy="615950"/>
            </a:xfrm>
            <a:custGeom>
              <a:avLst/>
              <a:gdLst>
                <a:gd name="T0" fmla="*/ 2147483646 w 122"/>
                <a:gd name="T1" fmla="*/ 0 h 388"/>
                <a:gd name="T2" fmla="*/ 0 w 122"/>
                <a:gd name="T3" fmla="*/ 0 h 388"/>
                <a:gd name="T4" fmla="*/ 0 w 122"/>
                <a:gd name="T5" fmla="*/ 2147483646 h 388"/>
                <a:gd name="T6" fmla="*/ 0 60000 65536"/>
                <a:gd name="T7" fmla="*/ 0 60000 65536"/>
                <a:gd name="T8" fmla="*/ 0 60000 65536"/>
                <a:gd name="T9" fmla="*/ 0 w 122"/>
                <a:gd name="T10" fmla="*/ 0 h 388"/>
                <a:gd name="T11" fmla="*/ 122 w 122"/>
                <a:gd name="T12" fmla="*/ 388 h 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2" h="388">
                  <a:moveTo>
                    <a:pt x="121" y="0"/>
                  </a:moveTo>
                  <a:lnTo>
                    <a:pt x="0" y="0"/>
                  </a:lnTo>
                  <a:lnTo>
                    <a:pt x="0" y="387"/>
                  </a:lnTo>
                </a:path>
              </a:pathLst>
            </a:custGeom>
            <a:noFill/>
            <a:ln w="50800" cap="rnd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7" name="Freeform 28"/>
            <p:cNvSpPr>
              <a:spLocks/>
            </p:cNvSpPr>
            <p:nvPr/>
          </p:nvSpPr>
          <p:spPr bwMode="auto">
            <a:xfrm flipH="1">
              <a:off x="1163638" y="3205163"/>
              <a:ext cx="158750" cy="615950"/>
            </a:xfrm>
            <a:custGeom>
              <a:avLst/>
              <a:gdLst>
                <a:gd name="T0" fmla="*/ 0 w 118"/>
                <a:gd name="T1" fmla="*/ 0 h 388"/>
                <a:gd name="T2" fmla="*/ 2147483646 w 118"/>
                <a:gd name="T3" fmla="*/ 0 h 388"/>
                <a:gd name="T4" fmla="*/ 2147483646 w 118"/>
                <a:gd name="T5" fmla="*/ 2147483646 h 388"/>
                <a:gd name="T6" fmla="*/ 0 60000 65536"/>
                <a:gd name="T7" fmla="*/ 0 60000 65536"/>
                <a:gd name="T8" fmla="*/ 0 60000 65536"/>
                <a:gd name="T9" fmla="*/ 0 w 118"/>
                <a:gd name="T10" fmla="*/ 0 h 388"/>
                <a:gd name="T11" fmla="*/ 118 w 118"/>
                <a:gd name="T12" fmla="*/ 388 h 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8" h="388">
                  <a:moveTo>
                    <a:pt x="0" y="0"/>
                  </a:moveTo>
                  <a:lnTo>
                    <a:pt x="117" y="0"/>
                  </a:lnTo>
                  <a:lnTo>
                    <a:pt x="117" y="387"/>
                  </a:lnTo>
                </a:path>
              </a:pathLst>
            </a:custGeom>
            <a:noFill/>
            <a:ln w="50800" cap="rnd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8" name="Freeform 29"/>
            <p:cNvSpPr>
              <a:spLocks/>
            </p:cNvSpPr>
            <p:nvPr/>
          </p:nvSpPr>
          <p:spPr bwMode="auto">
            <a:xfrm flipH="1">
              <a:off x="1163638" y="2500313"/>
              <a:ext cx="153987" cy="746125"/>
            </a:xfrm>
            <a:custGeom>
              <a:avLst/>
              <a:gdLst>
                <a:gd name="T0" fmla="*/ 2147483646 w 113"/>
                <a:gd name="T1" fmla="*/ 2147483646 h 470"/>
                <a:gd name="T2" fmla="*/ 2147483646 w 113"/>
                <a:gd name="T3" fmla="*/ 0 h 470"/>
                <a:gd name="T4" fmla="*/ 0 w 113"/>
                <a:gd name="T5" fmla="*/ 0 h 470"/>
                <a:gd name="T6" fmla="*/ 0 60000 65536"/>
                <a:gd name="T7" fmla="*/ 0 60000 65536"/>
                <a:gd name="T8" fmla="*/ 0 60000 65536"/>
                <a:gd name="T9" fmla="*/ 0 w 113"/>
                <a:gd name="T10" fmla="*/ 0 h 470"/>
                <a:gd name="T11" fmla="*/ 113 w 113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" h="470">
                  <a:moveTo>
                    <a:pt x="112" y="469"/>
                  </a:moveTo>
                  <a:lnTo>
                    <a:pt x="112" y="0"/>
                  </a:lnTo>
                  <a:lnTo>
                    <a:pt x="0" y="0"/>
                  </a:lnTo>
                </a:path>
              </a:pathLst>
            </a:custGeom>
            <a:noFill/>
            <a:ln w="50800" cap="rnd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9" name="Freeform 30"/>
            <p:cNvSpPr>
              <a:spLocks/>
            </p:cNvSpPr>
            <p:nvPr/>
          </p:nvSpPr>
          <p:spPr bwMode="auto">
            <a:xfrm flipH="1">
              <a:off x="1162050" y="1800225"/>
              <a:ext cx="166688" cy="746125"/>
            </a:xfrm>
            <a:custGeom>
              <a:avLst/>
              <a:gdLst>
                <a:gd name="T0" fmla="*/ 2147483646 w 105"/>
                <a:gd name="T1" fmla="*/ 2147483646 h 470"/>
                <a:gd name="T2" fmla="*/ 2147483646 w 105"/>
                <a:gd name="T3" fmla="*/ 0 h 470"/>
                <a:gd name="T4" fmla="*/ 0 w 105"/>
                <a:gd name="T5" fmla="*/ 0 h 470"/>
                <a:gd name="T6" fmla="*/ 0 60000 65536"/>
                <a:gd name="T7" fmla="*/ 0 60000 65536"/>
                <a:gd name="T8" fmla="*/ 0 60000 65536"/>
                <a:gd name="T9" fmla="*/ 0 w 105"/>
                <a:gd name="T10" fmla="*/ 0 h 470"/>
                <a:gd name="T11" fmla="*/ 105 w 105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" h="470">
                  <a:moveTo>
                    <a:pt x="104" y="469"/>
                  </a:moveTo>
                  <a:lnTo>
                    <a:pt x="104" y="0"/>
                  </a:lnTo>
                  <a:lnTo>
                    <a:pt x="0" y="0"/>
                  </a:lnTo>
                </a:path>
              </a:pathLst>
            </a:custGeom>
            <a:noFill/>
            <a:ln w="50800" cap="rnd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0" name="Freeform 31"/>
            <p:cNvSpPr>
              <a:spLocks/>
            </p:cNvSpPr>
            <p:nvPr/>
          </p:nvSpPr>
          <p:spPr bwMode="auto">
            <a:xfrm flipH="1">
              <a:off x="1743075" y="1798638"/>
              <a:ext cx="649288" cy="1949450"/>
            </a:xfrm>
            <a:custGeom>
              <a:avLst/>
              <a:gdLst>
                <a:gd name="T0" fmla="*/ 2147483646 w 409"/>
                <a:gd name="T1" fmla="*/ 0 h 1213"/>
                <a:gd name="T2" fmla="*/ 0 w 409"/>
                <a:gd name="T3" fmla="*/ 0 h 1213"/>
                <a:gd name="T4" fmla="*/ 0 w 409"/>
                <a:gd name="T5" fmla="*/ 2147483646 h 1213"/>
                <a:gd name="T6" fmla="*/ 0 60000 65536"/>
                <a:gd name="T7" fmla="*/ 0 60000 65536"/>
                <a:gd name="T8" fmla="*/ 0 60000 65536"/>
                <a:gd name="T9" fmla="*/ 0 w 409"/>
                <a:gd name="T10" fmla="*/ 0 h 1213"/>
                <a:gd name="T11" fmla="*/ 409 w 409"/>
                <a:gd name="T12" fmla="*/ 1213 h 12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9" h="1213">
                  <a:moveTo>
                    <a:pt x="408" y="0"/>
                  </a:moveTo>
                  <a:lnTo>
                    <a:pt x="0" y="0"/>
                  </a:lnTo>
                  <a:lnTo>
                    <a:pt x="0" y="1212"/>
                  </a:lnTo>
                </a:path>
              </a:pathLst>
            </a:custGeom>
            <a:noFill/>
            <a:ln w="50800" cap="rnd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1" name="Freeform 32"/>
            <p:cNvSpPr>
              <a:spLocks/>
            </p:cNvSpPr>
            <p:nvPr/>
          </p:nvSpPr>
          <p:spPr bwMode="auto">
            <a:xfrm flipH="1">
              <a:off x="1752600" y="2486025"/>
              <a:ext cx="412750" cy="1258888"/>
            </a:xfrm>
            <a:custGeom>
              <a:avLst/>
              <a:gdLst>
                <a:gd name="T0" fmla="*/ 2147483646 w 260"/>
                <a:gd name="T1" fmla="*/ 0 h 775"/>
                <a:gd name="T2" fmla="*/ 0 w 260"/>
                <a:gd name="T3" fmla="*/ 0 h 775"/>
                <a:gd name="T4" fmla="*/ 0 w 260"/>
                <a:gd name="T5" fmla="*/ 2147483646 h 775"/>
                <a:gd name="T6" fmla="*/ 0 60000 65536"/>
                <a:gd name="T7" fmla="*/ 0 60000 65536"/>
                <a:gd name="T8" fmla="*/ 0 60000 65536"/>
                <a:gd name="T9" fmla="*/ 0 w 260"/>
                <a:gd name="T10" fmla="*/ 0 h 775"/>
                <a:gd name="T11" fmla="*/ 260 w 260"/>
                <a:gd name="T12" fmla="*/ 775 h 7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0" h="775">
                  <a:moveTo>
                    <a:pt x="259" y="0"/>
                  </a:moveTo>
                  <a:lnTo>
                    <a:pt x="0" y="0"/>
                  </a:lnTo>
                  <a:lnTo>
                    <a:pt x="0" y="774"/>
                  </a:lnTo>
                </a:path>
              </a:pathLst>
            </a:custGeom>
            <a:noFill/>
            <a:ln w="50800" cap="rnd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32" name="Group 33"/>
            <p:cNvGrpSpPr>
              <a:grpSpLocks/>
            </p:cNvGrpSpPr>
            <p:nvPr/>
          </p:nvGrpSpPr>
          <p:grpSpPr bwMode="auto">
            <a:xfrm rot="16200000" flipH="1">
              <a:off x="1432719" y="1489869"/>
              <a:ext cx="215900" cy="420688"/>
              <a:chOff x="1931" y="1612"/>
              <a:chExt cx="565" cy="1097"/>
            </a:xfrm>
          </p:grpSpPr>
          <p:sp>
            <p:nvSpPr>
              <p:cNvPr id="11345" name="Freeform 34"/>
              <p:cNvSpPr>
                <a:spLocks/>
              </p:cNvSpPr>
              <p:nvPr/>
            </p:nvSpPr>
            <p:spPr bwMode="auto">
              <a:xfrm>
                <a:off x="1931" y="1612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46" name="Freeform 35"/>
              <p:cNvSpPr>
                <a:spLocks/>
              </p:cNvSpPr>
              <p:nvPr/>
            </p:nvSpPr>
            <p:spPr bwMode="auto">
              <a:xfrm>
                <a:off x="1931" y="2160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47" name="Line 36"/>
              <p:cNvSpPr>
                <a:spLocks noChangeShapeType="1"/>
              </p:cNvSpPr>
              <p:nvPr/>
            </p:nvSpPr>
            <p:spPr bwMode="auto">
              <a:xfrm>
                <a:off x="2211" y="1617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48" name="Line 37"/>
              <p:cNvSpPr>
                <a:spLocks noChangeShapeType="1"/>
              </p:cNvSpPr>
              <p:nvPr/>
            </p:nvSpPr>
            <p:spPr bwMode="auto">
              <a:xfrm>
                <a:off x="2211" y="2163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49" name="Line 38"/>
              <p:cNvSpPr>
                <a:spLocks noChangeShapeType="1"/>
              </p:cNvSpPr>
              <p:nvPr/>
            </p:nvSpPr>
            <p:spPr bwMode="auto">
              <a:xfrm>
                <a:off x="2211" y="2709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1333" name="Group 39"/>
            <p:cNvGrpSpPr>
              <a:grpSpLocks/>
            </p:cNvGrpSpPr>
            <p:nvPr/>
          </p:nvGrpSpPr>
          <p:grpSpPr bwMode="auto">
            <a:xfrm rot="16200000" flipH="1">
              <a:off x="1426369" y="2893219"/>
              <a:ext cx="215900" cy="420688"/>
              <a:chOff x="1931" y="1612"/>
              <a:chExt cx="565" cy="1097"/>
            </a:xfrm>
          </p:grpSpPr>
          <p:sp>
            <p:nvSpPr>
              <p:cNvPr id="11340" name="Freeform 40"/>
              <p:cNvSpPr>
                <a:spLocks/>
              </p:cNvSpPr>
              <p:nvPr/>
            </p:nvSpPr>
            <p:spPr bwMode="auto">
              <a:xfrm>
                <a:off x="1931" y="1612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41" name="Freeform 41"/>
              <p:cNvSpPr>
                <a:spLocks/>
              </p:cNvSpPr>
              <p:nvPr/>
            </p:nvSpPr>
            <p:spPr bwMode="auto">
              <a:xfrm>
                <a:off x="1931" y="2160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42" name="Line 42"/>
              <p:cNvSpPr>
                <a:spLocks noChangeShapeType="1"/>
              </p:cNvSpPr>
              <p:nvPr/>
            </p:nvSpPr>
            <p:spPr bwMode="auto">
              <a:xfrm>
                <a:off x="2211" y="1617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43" name="Line 43"/>
              <p:cNvSpPr>
                <a:spLocks noChangeShapeType="1"/>
              </p:cNvSpPr>
              <p:nvPr/>
            </p:nvSpPr>
            <p:spPr bwMode="auto">
              <a:xfrm>
                <a:off x="2211" y="2163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44" name="Line 44"/>
              <p:cNvSpPr>
                <a:spLocks noChangeShapeType="1"/>
              </p:cNvSpPr>
              <p:nvPr/>
            </p:nvSpPr>
            <p:spPr bwMode="auto">
              <a:xfrm>
                <a:off x="2211" y="2709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1334" name="Group 45"/>
            <p:cNvGrpSpPr>
              <a:grpSpLocks/>
            </p:cNvGrpSpPr>
            <p:nvPr/>
          </p:nvGrpSpPr>
          <p:grpSpPr bwMode="auto">
            <a:xfrm rot="16200000" flipH="1">
              <a:off x="1431132" y="2189956"/>
              <a:ext cx="215900" cy="420687"/>
              <a:chOff x="1931" y="1612"/>
              <a:chExt cx="565" cy="1097"/>
            </a:xfrm>
          </p:grpSpPr>
          <p:sp>
            <p:nvSpPr>
              <p:cNvPr id="11335" name="Freeform 46"/>
              <p:cNvSpPr>
                <a:spLocks/>
              </p:cNvSpPr>
              <p:nvPr/>
            </p:nvSpPr>
            <p:spPr bwMode="auto">
              <a:xfrm>
                <a:off x="1931" y="1612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36" name="Freeform 47"/>
              <p:cNvSpPr>
                <a:spLocks/>
              </p:cNvSpPr>
              <p:nvPr/>
            </p:nvSpPr>
            <p:spPr bwMode="auto">
              <a:xfrm>
                <a:off x="1931" y="2160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37" name="Line 48"/>
              <p:cNvSpPr>
                <a:spLocks noChangeShapeType="1"/>
              </p:cNvSpPr>
              <p:nvPr/>
            </p:nvSpPr>
            <p:spPr bwMode="auto">
              <a:xfrm>
                <a:off x="2211" y="1617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38" name="Line 49"/>
              <p:cNvSpPr>
                <a:spLocks noChangeShapeType="1"/>
              </p:cNvSpPr>
              <p:nvPr/>
            </p:nvSpPr>
            <p:spPr bwMode="auto">
              <a:xfrm>
                <a:off x="2211" y="2163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39" name="Line 50"/>
              <p:cNvSpPr>
                <a:spLocks noChangeShapeType="1"/>
              </p:cNvSpPr>
              <p:nvPr/>
            </p:nvSpPr>
            <p:spPr bwMode="auto">
              <a:xfrm>
                <a:off x="2211" y="2709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11269" name="Line 51"/>
          <p:cNvSpPr>
            <a:spLocks noChangeShapeType="1"/>
          </p:cNvSpPr>
          <p:nvPr/>
        </p:nvSpPr>
        <p:spPr bwMode="auto">
          <a:xfrm flipH="1" flipV="1">
            <a:off x="4121150" y="2398713"/>
            <a:ext cx="11113" cy="313055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0" name="Line 52"/>
          <p:cNvSpPr>
            <a:spLocks noChangeShapeType="1"/>
          </p:cNvSpPr>
          <p:nvPr/>
        </p:nvSpPr>
        <p:spPr bwMode="auto">
          <a:xfrm flipV="1">
            <a:off x="3665538" y="3087688"/>
            <a:ext cx="4762" cy="2441575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1" name="Line 53"/>
          <p:cNvSpPr>
            <a:spLocks noChangeShapeType="1"/>
          </p:cNvSpPr>
          <p:nvPr/>
        </p:nvSpPr>
        <p:spPr bwMode="auto">
          <a:xfrm flipV="1">
            <a:off x="4554538" y="1690688"/>
            <a:ext cx="17462" cy="382905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Line 54"/>
          <p:cNvSpPr>
            <a:spLocks noChangeShapeType="1"/>
          </p:cNvSpPr>
          <p:nvPr/>
        </p:nvSpPr>
        <p:spPr bwMode="auto">
          <a:xfrm>
            <a:off x="735013" y="1692275"/>
            <a:ext cx="7875587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Line 55"/>
          <p:cNvSpPr>
            <a:spLocks noChangeShapeType="1"/>
          </p:cNvSpPr>
          <p:nvPr/>
        </p:nvSpPr>
        <p:spPr bwMode="auto">
          <a:xfrm>
            <a:off x="728663" y="2395538"/>
            <a:ext cx="7875587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" name="Line 56"/>
          <p:cNvSpPr>
            <a:spLocks noChangeShapeType="1"/>
          </p:cNvSpPr>
          <p:nvPr/>
        </p:nvSpPr>
        <p:spPr bwMode="auto">
          <a:xfrm>
            <a:off x="722313" y="3098800"/>
            <a:ext cx="7875587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5" name="AutoShape 57"/>
          <p:cNvSpPr>
            <a:spLocks noChangeArrowheads="1"/>
          </p:cNvSpPr>
          <p:nvPr/>
        </p:nvSpPr>
        <p:spPr bwMode="auto">
          <a:xfrm rot="5400000" flipH="1">
            <a:off x="2798763" y="2973388"/>
            <a:ext cx="206375" cy="238125"/>
          </a:xfrm>
          <a:prstGeom prst="triangle">
            <a:avLst>
              <a:gd name="adj" fmla="val 49986"/>
            </a:avLst>
          </a:prstGeom>
          <a:solidFill>
            <a:schemeClr val="tx2"/>
          </a:solidFill>
          <a:ln w="12700">
            <a:solidFill>
              <a:srgbClr val="62646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/>
          </a:p>
        </p:txBody>
      </p:sp>
      <p:sp>
        <p:nvSpPr>
          <p:cNvPr id="11276" name="AutoShape 58"/>
          <p:cNvSpPr>
            <a:spLocks noChangeArrowheads="1"/>
          </p:cNvSpPr>
          <p:nvPr/>
        </p:nvSpPr>
        <p:spPr bwMode="auto">
          <a:xfrm rot="-5400000">
            <a:off x="6508750" y="2976563"/>
            <a:ext cx="206375" cy="238125"/>
          </a:xfrm>
          <a:prstGeom prst="triangle">
            <a:avLst>
              <a:gd name="adj" fmla="val 49986"/>
            </a:avLst>
          </a:prstGeom>
          <a:solidFill>
            <a:schemeClr val="tx2"/>
          </a:solidFill>
          <a:ln w="12700">
            <a:solidFill>
              <a:srgbClr val="62646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/>
          </a:p>
        </p:txBody>
      </p:sp>
      <p:sp>
        <p:nvSpPr>
          <p:cNvPr id="11277" name="AutoShape 59"/>
          <p:cNvSpPr>
            <a:spLocks noChangeArrowheads="1"/>
          </p:cNvSpPr>
          <p:nvPr/>
        </p:nvSpPr>
        <p:spPr bwMode="auto">
          <a:xfrm flipH="1">
            <a:off x="3559175" y="3449638"/>
            <a:ext cx="206375" cy="238125"/>
          </a:xfrm>
          <a:prstGeom prst="triangle">
            <a:avLst>
              <a:gd name="adj" fmla="val 49986"/>
            </a:avLst>
          </a:prstGeom>
          <a:solidFill>
            <a:schemeClr val="tx2"/>
          </a:solidFill>
          <a:ln w="12700">
            <a:solidFill>
              <a:srgbClr val="62646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/>
          </a:p>
        </p:txBody>
      </p:sp>
      <p:sp>
        <p:nvSpPr>
          <p:cNvPr id="11278" name="Rectangle 60"/>
          <p:cNvSpPr>
            <a:spLocks noChangeArrowheads="1"/>
          </p:cNvSpPr>
          <p:nvPr/>
        </p:nvSpPr>
        <p:spPr bwMode="auto">
          <a:xfrm>
            <a:off x="3290888" y="3725863"/>
            <a:ext cx="4032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4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1279" name="Rectangle 61"/>
          <p:cNvSpPr>
            <a:spLocks noChangeArrowheads="1"/>
          </p:cNvSpPr>
          <p:nvPr/>
        </p:nvSpPr>
        <p:spPr bwMode="auto">
          <a:xfrm>
            <a:off x="3182938" y="3643313"/>
            <a:ext cx="4032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4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11280" name="Rectangle 62"/>
          <p:cNvSpPr>
            <a:spLocks noChangeArrowheads="1"/>
          </p:cNvSpPr>
          <p:nvPr/>
        </p:nvSpPr>
        <p:spPr bwMode="auto">
          <a:xfrm>
            <a:off x="2741613" y="3275013"/>
            <a:ext cx="4032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4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1281" name="Rectangle 63"/>
          <p:cNvSpPr>
            <a:spLocks noChangeArrowheads="1"/>
          </p:cNvSpPr>
          <p:nvPr/>
        </p:nvSpPr>
        <p:spPr bwMode="auto">
          <a:xfrm>
            <a:off x="2647950" y="3135313"/>
            <a:ext cx="4032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4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11282" name="Rectangle 64"/>
          <p:cNvSpPr>
            <a:spLocks noChangeArrowheads="1"/>
          </p:cNvSpPr>
          <p:nvPr/>
        </p:nvSpPr>
        <p:spPr bwMode="auto">
          <a:xfrm>
            <a:off x="6516688" y="3275013"/>
            <a:ext cx="4032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4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11283" name="Rectangle 65"/>
          <p:cNvSpPr>
            <a:spLocks noChangeArrowheads="1"/>
          </p:cNvSpPr>
          <p:nvPr/>
        </p:nvSpPr>
        <p:spPr bwMode="auto">
          <a:xfrm>
            <a:off x="6411913" y="3135313"/>
            <a:ext cx="4032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4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11284" name="Rectangle 66"/>
          <p:cNvSpPr>
            <a:spLocks noChangeArrowheads="1"/>
          </p:cNvSpPr>
          <p:nvPr/>
        </p:nvSpPr>
        <p:spPr bwMode="auto">
          <a:xfrm>
            <a:off x="4986338" y="3275013"/>
            <a:ext cx="4032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400">
                <a:solidFill>
                  <a:schemeClr val="accent2"/>
                </a:solidFill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11285" name="Rectangle 67"/>
          <p:cNvSpPr>
            <a:spLocks noChangeArrowheads="1"/>
          </p:cNvSpPr>
          <p:nvPr/>
        </p:nvSpPr>
        <p:spPr bwMode="auto">
          <a:xfrm>
            <a:off x="4895850" y="3135313"/>
            <a:ext cx="4032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400">
                <a:solidFill>
                  <a:schemeClr val="accent2"/>
                </a:solidFill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11286" name="Freeform 69"/>
          <p:cNvSpPr>
            <a:spLocks/>
          </p:cNvSpPr>
          <p:nvPr/>
        </p:nvSpPr>
        <p:spPr bwMode="auto">
          <a:xfrm>
            <a:off x="5422900" y="3089275"/>
            <a:ext cx="255588" cy="715963"/>
          </a:xfrm>
          <a:custGeom>
            <a:avLst/>
            <a:gdLst>
              <a:gd name="T0" fmla="*/ 2147483646 w 161"/>
              <a:gd name="T1" fmla="*/ 0 h 451"/>
              <a:gd name="T2" fmla="*/ 0 w 161"/>
              <a:gd name="T3" fmla="*/ 2147483646 h 451"/>
              <a:gd name="T4" fmla="*/ 2147483646 w 161"/>
              <a:gd name="T5" fmla="*/ 2147483646 h 451"/>
              <a:gd name="T6" fmla="*/ 2147483646 w 161"/>
              <a:gd name="T7" fmla="*/ 2147483646 h 451"/>
              <a:gd name="T8" fmla="*/ 0 60000 65536"/>
              <a:gd name="T9" fmla="*/ 0 60000 65536"/>
              <a:gd name="T10" fmla="*/ 0 60000 65536"/>
              <a:gd name="T11" fmla="*/ 0 60000 65536"/>
              <a:gd name="T12" fmla="*/ 0 w 161"/>
              <a:gd name="T13" fmla="*/ 0 h 451"/>
              <a:gd name="T14" fmla="*/ 161 w 161"/>
              <a:gd name="T15" fmla="*/ 451 h 45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1" h="451">
                <a:moveTo>
                  <a:pt x="114" y="0"/>
                </a:moveTo>
                <a:lnTo>
                  <a:pt x="0" y="237"/>
                </a:lnTo>
                <a:lnTo>
                  <a:pt x="160" y="172"/>
                </a:lnTo>
                <a:lnTo>
                  <a:pt x="27" y="450"/>
                </a:lnTo>
              </a:path>
            </a:pathLst>
          </a:custGeom>
          <a:noFill/>
          <a:ln w="50800" cap="rnd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7" name="Rectangle 107"/>
          <p:cNvSpPr>
            <a:spLocks noChangeArrowheads="1"/>
          </p:cNvSpPr>
          <p:nvPr/>
        </p:nvSpPr>
        <p:spPr bwMode="auto">
          <a:xfrm>
            <a:off x="1143000" y="5632450"/>
            <a:ext cx="4932363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18000" bIns="10800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 + IB  + IC =  0 Healthy</a:t>
            </a:r>
          </a:p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  +  IB + IC ≠ 0 (= IF) Fault </a:t>
            </a:r>
          </a:p>
          <a:p>
            <a:pPr algn="l"/>
            <a:endParaRPr lang="de-DE" altLang="en-US" sz="2000">
              <a:solidFill>
                <a:schemeClr val="accent1"/>
              </a:solidFill>
            </a:endParaRPr>
          </a:p>
        </p:txBody>
      </p:sp>
      <p:sp>
        <p:nvSpPr>
          <p:cNvPr id="11288" name="AutoShape 109"/>
          <p:cNvSpPr>
            <a:spLocks noChangeArrowheads="1"/>
          </p:cNvSpPr>
          <p:nvPr/>
        </p:nvSpPr>
        <p:spPr bwMode="auto">
          <a:xfrm>
            <a:off x="936625" y="3641725"/>
            <a:ext cx="1665288" cy="855663"/>
          </a:xfrm>
          <a:prstGeom prst="roundRect">
            <a:avLst>
              <a:gd name="adj" fmla="val 16667"/>
            </a:avLst>
          </a:prstGeom>
          <a:solidFill>
            <a:srgbClr val="4FA600"/>
          </a:solidFill>
          <a:ln w="25400">
            <a:solidFill>
              <a:srgbClr val="E47F00"/>
            </a:solidFill>
            <a:round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1289" name="Rectangle 71"/>
          <p:cNvSpPr>
            <a:spLocks noChangeArrowheads="1"/>
          </p:cNvSpPr>
          <p:nvPr/>
        </p:nvSpPr>
        <p:spPr bwMode="auto">
          <a:xfrm>
            <a:off x="1100138" y="3895725"/>
            <a:ext cx="13700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</a:rPr>
              <a:t>End A</a:t>
            </a:r>
          </a:p>
        </p:txBody>
      </p:sp>
      <p:sp>
        <p:nvSpPr>
          <p:cNvPr id="11290" name="AutoShape 110"/>
          <p:cNvSpPr>
            <a:spLocks noChangeArrowheads="1"/>
          </p:cNvSpPr>
          <p:nvPr/>
        </p:nvSpPr>
        <p:spPr bwMode="auto">
          <a:xfrm>
            <a:off x="6829425" y="3641725"/>
            <a:ext cx="1665288" cy="855663"/>
          </a:xfrm>
          <a:prstGeom prst="roundRect">
            <a:avLst>
              <a:gd name="adj" fmla="val 16667"/>
            </a:avLst>
          </a:prstGeom>
          <a:solidFill>
            <a:srgbClr val="4FA600"/>
          </a:solidFill>
          <a:ln w="25400">
            <a:solidFill>
              <a:srgbClr val="E47F00"/>
            </a:solidFill>
            <a:round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1291" name="Rectangle 73"/>
          <p:cNvSpPr>
            <a:spLocks noChangeArrowheads="1"/>
          </p:cNvSpPr>
          <p:nvPr/>
        </p:nvSpPr>
        <p:spPr bwMode="auto">
          <a:xfrm>
            <a:off x="6975475" y="3875088"/>
            <a:ext cx="13700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</a:rPr>
              <a:t>End B</a:t>
            </a:r>
          </a:p>
        </p:txBody>
      </p:sp>
      <p:sp>
        <p:nvSpPr>
          <p:cNvPr id="11292" name="AutoShape 111"/>
          <p:cNvSpPr>
            <a:spLocks noChangeArrowheads="1"/>
          </p:cNvSpPr>
          <p:nvPr/>
        </p:nvSpPr>
        <p:spPr bwMode="auto">
          <a:xfrm>
            <a:off x="4868863" y="4276725"/>
            <a:ext cx="1665287" cy="855663"/>
          </a:xfrm>
          <a:prstGeom prst="roundRect">
            <a:avLst>
              <a:gd name="adj" fmla="val 16667"/>
            </a:avLst>
          </a:prstGeom>
          <a:solidFill>
            <a:srgbClr val="4FA600"/>
          </a:solidFill>
          <a:ln w="25400">
            <a:solidFill>
              <a:srgbClr val="E47F00"/>
            </a:solidFill>
            <a:round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1293" name="Rectangle 100"/>
          <p:cNvSpPr>
            <a:spLocks noChangeArrowheads="1"/>
          </p:cNvSpPr>
          <p:nvPr/>
        </p:nvSpPr>
        <p:spPr bwMode="auto">
          <a:xfrm>
            <a:off x="4999038" y="4459288"/>
            <a:ext cx="13700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</a:rPr>
              <a:t>End C</a:t>
            </a:r>
          </a:p>
        </p:txBody>
      </p:sp>
      <p:grpSp>
        <p:nvGrpSpPr>
          <p:cNvPr id="11294" name="Group 109"/>
          <p:cNvGrpSpPr>
            <a:grpSpLocks/>
          </p:cNvGrpSpPr>
          <p:nvPr/>
        </p:nvGrpSpPr>
        <p:grpSpPr bwMode="auto">
          <a:xfrm flipV="1">
            <a:off x="3559175" y="4356100"/>
            <a:ext cx="2532063" cy="1081088"/>
            <a:chOff x="3559175" y="4355583"/>
            <a:chExt cx="2532063" cy="1081088"/>
          </a:xfrm>
        </p:grpSpPr>
        <p:grpSp>
          <p:nvGrpSpPr>
            <p:cNvPr id="11295" name="Group 74"/>
            <p:cNvGrpSpPr>
              <a:grpSpLocks/>
            </p:cNvGrpSpPr>
            <p:nvPr/>
          </p:nvGrpSpPr>
          <p:grpSpPr bwMode="auto">
            <a:xfrm flipV="1">
              <a:off x="3559175" y="4804846"/>
              <a:ext cx="215900" cy="420688"/>
              <a:chOff x="1931" y="1612"/>
              <a:chExt cx="565" cy="1097"/>
            </a:xfrm>
          </p:grpSpPr>
          <p:sp>
            <p:nvSpPr>
              <p:cNvPr id="11321" name="Freeform 75"/>
              <p:cNvSpPr>
                <a:spLocks/>
              </p:cNvSpPr>
              <p:nvPr/>
            </p:nvSpPr>
            <p:spPr bwMode="auto">
              <a:xfrm>
                <a:off x="1931" y="1612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22" name="Freeform 76"/>
              <p:cNvSpPr>
                <a:spLocks/>
              </p:cNvSpPr>
              <p:nvPr/>
            </p:nvSpPr>
            <p:spPr bwMode="auto">
              <a:xfrm>
                <a:off x="1931" y="2160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23" name="Line 77"/>
              <p:cNvSpPr>
                <a:spLocks noChangeShapeType="1"/>
              </p:cNvSpPr>
              <p:nvPr/>
            </p:nvSpPr>
            <p:spPr bwMode="auto">
              <a:xfrm>
                <a:off x="2211" y="1617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24" name="Line 78"/>
              <p:cNvSpPr>
                <a:spLocks noChangeShapeType="1"/>
              </p:cNvSpPr>
              <p:nvPr/>
            </p:nvSpPr>
            <p:spPr bwMode="auto">
              <a:xfrm>
                <a:off x="2211" y="2163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25" name="Line 79"/>
              <p:cNvSpPr>
                <a:spLocks noChangeShapeType="1"/>
              </p:cNvSpPr>
              <p:nvPr/>
            </p:nvSpPr>
            <p:spPr bwMode="auto">
              <a:xfrm>
                <a:off x="2211" y="2709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1296" name="Group 80"/>
            <p:cNvGrpSpPr>
              <a:grpSpLocks/>
            </p:cNvGrpSpPr>
            <p:nvPr/>
          </p:nvGrpSpPr>
          <p:grpSpPr bwMode="auto">
            <a:xfrm flipV="1">
              <a:off x="4457700" y="4811196"/>
              <a:ext cx="215900" cy="420688"/>
              <a:chOff x="1931" y="1612"/>
              <a:chExt cx="565" cy="1097"/>
            </a:xfrm>
          </p:grpSpPr>
          <p:sp>
            <p:nvSpPr>
              <p:cNvPr id="11316" name="Freeform 81"/>
              <p:cNvSpPr>
                <a:spLocks/>
              </p:cNvSpPr>
              <p:nvPr/>
            </p:nvSpPr>
            <p:spPr bwMode="auto">
              <a:xfrm>
                <a:off x="1931" y="1612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17" name="Freeform 82"/>
              <p:cNvSpPr>
                <a:spLocks/>
              </p:cNvSpPr>
              <p:nvPr/>
            </p:nvSpPr>
            <p:spPr bwMode="auto">
              <a:xfrm>
                <a:off x="1931" y="2160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18" name="Line 83"/>
              <p:cNvSpPr>
                <a:spLocks noChangeShapeType="1"/>
              </p:cNvSpPr>
              <p:nvPr/>
            </p:nvSpPr>
            <p:spPr bwMode="auto">
              <a:xfrm>
                <a:off x="2211" y="1617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19" name="Line 84"/>
              <p:cNvSpPr>
                <a:spLocks noChangeShapeType="1"/>
              </p:cNvSpPr>
              <p:nvPr/>
            </p:nvSpPr>
            <p:spPr bwMode="auto">
              <a:xfrm>
                <a:off x="2211" y="2163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20" name="Line 85"/>
              <p:cNvSpPr>
                <a:spLocks noChangeShapeType="1"/>
              </p:cNvSpPr>
              <p:nvPr/>
            </p:nvSpPr>
            <p:spPr bwMode="auto">
              <a:xfrm>
                <a:off x="2211" y="2709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1297" name="Group 86"/>
            <p:cNvGrpSpPr>
              <a:grpSpLocks/>
            </p:cNvGrpSpPr>
            <p:nvPr/>
          </p:nvGrpSpPr>
          <p:grpSpPr bwMode="auto">
            <a:xfrm flipV="1">
              <a:off x="4024313" y="4806434"/>
              <a:ext cx="215900" cy="420687"/>
              <a:chOff x="1931" y="1612"/>
              <a:chExt cx="565" cy="1097"/>
            </a:xfrm>
          </p:grpSpPr>
          <p:sp>
            <p:nvSpPr>
              <p:cNvPr id="11311" name="Freeform 87"/>
              <p:cNvSpPr>
                <a:spLocks/>
              </p:cNvSpPr>
              <p:nvPr/>
            </p:nvSpPr>
            <p:spPr bwMode="auto">
              <a:xfrm>
                <a:off x="1931" y="1612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12" name="Freeform 88"/>
              <p:cNvSpPr>
                <a:spLocks/>
              </p:cNvSpPr>
              <p:nvPr/>
            </p:nvSpPr>
            <p:spPr bwMode="auto">
              <a:xfrm>
                <a:off x="1931" y="2160"/>
                <a:ext cx="285" cy="548"/>
              </a:xfrm>
              <a:custGeom>
                <a:avLst/>
                <a:gdLst>
                  <a:gd name="T0" fmla="*/ 285 w 285"/>
                  <a:gd name="T1" fmla="*/ 5 h 548"/>
                  <a:gd name="T2" fmla="*/ 169 w 285"/>
                  <a:gd name="T3" fmla="*/ 21 h 548"/>
                  <a:gd name="T4" fmla="*/ 43 w 285"/>
                  <a:gd name="T5" fmla="*/ 132 h 548"/>
                  <a:gd name="T6" fmla="*/ 1 w 285"/>
                  <a:gd name="T7" fmla="*/ 288 h 548"/>
                  <a:gd name="T8" fmla="*/ 49 w 285"/>
                  <a:gd name="T9" fmla="*/ 432 h 548"/>
                  <a:gd name="T10" fmla="*/ 154 w 285"/>
                  <a:gd name="T11" fmla="*/ 522 h 548"/>
                  <a:gd name="T12" fmla="*/ 285 w 285"/>
                  <a:gd name="T13" fmla="*/ 548 h 5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5"/>
                  <a:gd name="T22" fmla="*/ 0 h 548"/>
                  <a:gd name="T23" fmla="*/ 285 w 285"/>
                  <a:gd name="T24" fmla="*/ 548 h 5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5" h="548">
                    <a:moveTo>
                      <a:pt x="285" y="5"/>
                    </a:moveTo>
                    <a:cubicBezTo>
                      <a:pt x="266" y="8"/>
                      <a:pt x="209" y="0"/>
                      <a:pt x="169" y="21"/>
                    </a:cubicBezTo>
                    <a:cubicBezTo>
                      <a:pt x="129" y="42"/>
                      <a:pt x="71" y="88"/>
                      <a:pt x="43" y="132"/>
                    </a:cubicBezTo>
                    <a:cubicBezTo>
                      <a:pt x="15" y="176"/>
                      <a:pt x="0" y="238"/>
                      <a:pt x="1" y="288"/>
                    </a:cubicBezTo>
                    <a:cubicBezTo>
                      <a:pt x="2" y="338"/>
                      <a:pt x="24" y="393"/>
                      <a:pt x="49" y="432"/>
                    </a:cubicBezTo>
                    <a:cubicBezTo>
                      <a:pt x="74" y="471"/>
                      <a:pt x="115" y="503"/>
                      <a:pt x="154" y="522"/>
                    </a:cubicBezTo>
                    <a:cubicBezTo>
                      <a:pt x="193" y="541"/>
                      <a:pt x="258" y="543"/>
                      <a:pt x="285" y="548"/>
                    </a:cubicBezTo>
                  </a:path>
                </a:pathLst>
              </a:custGeom>
              <a:noFill/>
              <a:ln w="50800" cap="flat" cmpd="sng">
                <a:solidFill>
                  <a:srgbClr val="62646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13" name="Line 89"/>
              <p:cNvSpPr>
                <a:spLocks noChangeShapeType="1"/>
              </p:cNvSpPr>
              <p:nvPr/>
            </p:nvSpPr>
            <p:spPr bwMode="auto">
              <a:xfrm>
                <a:off x="2211" y="1617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14" name="Line 90"/>
              <p:cNvSpPr>
                <a:spLocks noChangeShapeType="1"/>
              </p:cNvSpPr>
              <p:nvPr/>
            </p:nvSpPr>
            <p:spPr bwMode="auto">
              <a:xfrm>
                <a:off x="2211" y="2163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15" name="Line 91"/>
              <p:cNvSpPr>
                <a:spLocks noChangeShapeType="1"/>
              </p:cNvSpPr>
              <p:nvPr/>
            </p:nvSpPr>
            <p:spPr bwMode="auto">
              <a:xfrm>
                <a:off x="2211" y="2709"/>
                <a:ext cx="285" cy="0"/>
              </a:xfrm>
              <a:prstGeom prst="line">
                <a:avLst/>
              </a:prstGeom>
              <a:noFill/>
              <a:ln w="50800">
                <a:solidFill>
                  <a:srgbClr val="6264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1298" name="Line 92"/>
            <p:cNvSpPr>
              <a:spLocks noChangeShapeType="1"/>
            </p:cNvSpPr>
            <p:nvPr/>
          </p:nvSpPr>
          <p:spPr bwMode="auto">
            <a:xfrm flipV="1">
              <a:off x="3746500" y="4355583"/>
              <a:ext cx="1588" cy="439737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9" name="Line 93"/>
            <p:cNvSpPr>
              <a:spLocks noChangeShapeType="1"/>
            </p:cNvSpPr>
            <p:nvPr/>
          </p:nvSpPr>
          <p:spPr bwMode="auto">
            <a:xfrm flipV="1">
              <a:off x="4214813" y="4503221"/>
              <a:ext cx="4762" cy="287338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0" name="Line 94"/>
            <p:cNvSpPr>
              <a:spLocks noChangeShapeType="1"/>
            </p:cNvSpPr>
            <p:nvPr/>
          </p:nvSpPr>
          <p:spPr bwMode="auto">
            <a:xfrm flipV="1">
              <a:off x="4654550" y="4576246"/>
              <a:ext cx="0" cy="22860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1" name="Line 95"/>
            <p:cNvSpPr>
              <a:spLocks noChangeShapeType="1"/>
            </p:cNvSpPr>
            <p:nvPr/>
          </p:nvSpPr>
          <p:spPr bwMode="auto">
            <a:xfrm flipV="1">
              <a:off x="3746500" y="5208071"/>
              <a:ext cx="0" cy="22860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2" name="Line 96"/>
            <p:cNvSpPr>
              <a:spLocks noChangeShapeType="1"/>
            </p:cNvSpPr>
            <p:nvPr/>
          </p:nvSpPr>
          <p:spPr bwMode="auto">
            <a:xfrm flipV="1">
              <a:off x="4210050" y="5208071"/>
              <a:ext cx="0" cy="22860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3" name="Line 97"/>
            <p:cNvSpPr>
              <a:spLocks noChangeShapeType="1"/>
            </p:cNvSpPr>
            <p:nvPr/>
          </p:nvSpPr>
          <p:spPr bwMode="auto">
            <a:xfrm flipV="1">
              <a:off x="4654550" y="5208071"/>
              <a:ext cx="0" cy="22860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4" name="Line 98"/>
            <p:cNvSpPr>
              <a:spLocks noChangeShapeType="1"/>
            </p:cNvSpPr>
            <p:nvPr/>
          </p:nvSpPr>
          <p:spPr bwMode="auto">
            <a:xfrm>
              <a:off x="3741738" y="5409684"/>
              <a:ext cx="112712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5" name="Line 98"/>
            <p:cNvSpPr>
              <a:spLocks noChangeShapeType="1"/>
            </p:cNvSpPr>
            <p:nvPr/>
          </p:nvSpPr>
          <p:spPr bwMode="auto">
            <a:xfrm flipV="1">
              <a:off x="3760788" y="4374634"/>
              <a:ext cx="2330450" cy="635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6" name="Line 92"/>
            <p:cNvSpPr>
              <a:spLocks noChangeShapeType="1"/>
            </p:cNvSpPr>
            <p:nvPr/>
          </p:nvSpPr>
          <p:spPr bwMode="auto">
            <a:xfrm flipH="1" flipV="1">
              <a:off x="6067424" y="4355583"/>
              <a:ext cx="4763" cy="319088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7" name="Line 98"/>
            <p:cNvSpPr>
              <a:spLocks noChangeShapeType="1"/>
            </p:cNvSpPr>
            <p:nvPr/>
          </p:nvSpPr>
          <p:spPr bwMode="auto">
            <a:xfrm flipV="1">
              <a:off x="4189413" y="4488934"/>
              <a:ext cx="1535112" cy="11112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8" name="Line 94"/>
            <p:cNvSpPr>
              <a:spLocks noChangeShapeType="1"/>
            </p:cNvSpPr>
            <p:nvPr/>
          </p:nvSpPr>
          <p:spPr bwMode="auto">
            <a:xfrm flipV="1">
              <a:off x="5711825" y="4466709"/>
              <a:ext cx="0" cy="22860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9" name="Line 98"/>
            <p:cNvSpPr>
              <a:spLocks noChangeShapeType="1"/>
            </p:cNvSpPr>
            <p:nvPr/>
          </p:nvSpPr>
          <p:spPr bwMode="auto">
            <a:xfrm flipV="1">
              <a:off x="4622800" y="4588946"/>
              <a:ext cx="739775" cy="635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0" name="Line 94"/>
            <p:cNvSpPr>
              <a:spLocks noChangeShapeType="1"/>
            </p:cNvSpPr>
            <p:nvPr/>
          </p:nvSpPr>
          <p:spPr bwMode="auto">
            <a:xfrm flipV="1">
              <a:off x="5353050" y="4561959"/>
              <a:ext cx="1587" cy="122237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1"/>
          <p:cNvSpPr>
            <a:spLocks noChangeArrowheads="1"/>
          </p:cNvSpPr>
          <p:nvPr/>
        </p:nvSpPr>
        <p:spPr bwMode="auto">
          <a:xfrm>
            <a:off x="2170113" y="3443288"/>
            <a:ext cx="4819650" cy="295275"/>
          </a:xfrm>
          <a:prstGeom prst="rect">
            <a:avLst/>
          </a:prstGeom>
          <a:solidFill>
            <a:srgbClr val="87D200"/>
          </a:solidFill>
          <a:ln w="12700">
            <a:solidFill>
              <a:srgbClr val="E47F00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/>
          </a:p>
        </p:txBody>
      </p:sp>
      <p:sp>
        <p:nvSpPr>
          <p:cNvPr id="15363" name="Rectangle 62"/>
          <p:cNvSpPr>
            <a:spLocks noChangeArrowheads="1"/>
          </p:cNvSpPr>
          <p:nvPr/>
        </p:nvSpPr>
        <p:spPr bwMode="auto">
          <a:xfrm>
            <a:off x="2098675" y="3376613"/>
            <a:ext cx="494506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>
                <a:latin typeface="Arial" panose="020B0604020202020204" pitchFamily="34" charset="0"/>
              </a:rPr>
              <a:t>0 I I I I I I 0 I 0 . . . . . 0 I 0 I I I I I I 0</a:t>
            </a: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MiCOM P54x</a:t>
            </a:r>
            <a:br>
              <a:rPr lang="en-US" altLang="en-US"/>
            </a:br>
            <a:r>
              <a:rPr lang="en-US" altLang="en-US"/>
              <a:t>All Digital/Numerical Design</a:t>
            </a:r>
            <a:endParaRPr lang="en-GB" altLang="en-US"/>
          </a:p>
        </p:txBody>
      </p:sp>
      <p:sp>
        <p:nvSpPr>
          <p:cNvPr id="15365" name="Rectangle 58"/>
          <p:cNvSpPr>
            <a:spLocks noChangeArrowheads="1"/>
          </p:cNvSpPr>
          <p:nvPr/>
        </p:nvSpPr>
        <p:spPr bwMode="auto">
          <a:xfrm>
            <a:off x="3236913" y="3729038"/>
            <a:ext cx="28289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Digital</a:t>
            </a:r>
            <a:r>
              <a:rPr lang="en-US" altLang="en-US" sz="2400"/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messages</a:t>
            </a:r>
          </a:p>
        </p:txBody>
      </p:sp>
      <p:sp>
        <p:nvSpPr>
          <p:cNvPr id="15366" name="Line 63"/>
          <p:cNvSpPr>
            <a:spLocks noChangeShapeType="1"/>
          </p:cNvSpPr>
          <p:nvPr/>
        </p:nvSpPr>
        <p:spPr bwMode="auto">
          <a:xfrm>
            <a:off x="3432175" y="5516563"/>
            <a:ext cx="288925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Line 64"/>
          <p:cNvSpPr>
            <a:spLocks noChangeShapeType="1"/>
          </p:cNvSpPr>
          <p:nvPr/>
        </p:nvSpPr>
        <p:spPr bwMode="auto">
          <a:xfrm>
            <a:off x="6175375" y="5421313"/>
            <a:ext cx="287338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Rectangle 65"/>
          <p:cNvSpPr>
            <a:spLocks noChangeArrowheads="1"/>
          </p:cNvSpPr>
          <p:nvPr/>
        </p:nvSpPr>
        <p:spPr bwMode="auto">
          <a:xfrm>
            <a:off x="1989138" y="4922838"/>
            <a:ext cx="5073650" cy="1147762"/>
          </a:xfrm>
          <a:prstGeom prst="rect">
            <a:avLst/>
          </a:prstGeom>
          <a:noFill/>
          <a:ln w="50800">
            <a:solidFill>
              <a:srgbClr val="E47F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/>
          </a:p>
        </p:txBody>
      </p:sp>
      <p:sp>
        <p:nvSpPr>
          <p:cNvPr id="15369" name="Freeform 66"/>
          <p:cNvSpPr>
            <a:spLocks/>
          </p:cNvSpPr>
          <p:nvPr/>
        </p:nvSpPr>
        <p:spPr bwMode="auto">
          <a:xfrm>
            <a:off x="2103438" y="5075238"/>
            <a:ext cx="469900" cy="319087"/>
          </a:xfrm>
          <a:custGeom>
            <a:avLst/>
            <a:gdLst>
              <a:gd name="T0" fmla="*/ 0 w 310"/>
              <a:gd name="T1" fmla="*/ 2147483646 h 211"/>
              <a:gd name="T2" fmla="*/ 2147483646 w 310"/>
              <a:gd name="T3" fmla="*/ 2147483646 h 211"/>
              <a:gd name="T4" fmla="*/ 2147483646 w 310"/>
              <a:gd name="T5" fmla="*/ 2147483646 h 211"/>
              <a:gd name="T6" fmla="*/ 2147483646 w 310"/>
              <a:gd name="T7" fmla="*/ 2147483646 h 211"/>
              <a:gd name="T8" fmla="*/ 2147483646 w 310"/>
              <a:gd name="T9" fmla="*/ 0 h 211"/>
              <a:gd name="T10" fmla="*/ 0 w 310"/>
              <a:gd name="T11" fmla="*/ 2147483646 h 21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0"/>
              <a:gd name="T19" fmla="*/ 0 h 211"/>
              <a:gd name="T20" fmla="*/ 310 w 310"/>
              <a:gd name="T21" fmla="*/ 211 h 21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0" h="211">
                <a:moveTo>
                  <a:pt x="0" y="110"/>
                </a:moveTo>
                <a:lnTo>
                  <a:pt x="309" y="110"/>
                </a:lnTo>
                <a:lnTo>
                  <a:pt x="255" y="2"/>
                </a:lnTo>
                <a:lnTo>
                  <a:pt x="159" y="210"/>
                </a:lnTo>
                <a:lnTo>
                  <a:pt x="53" y="0"/>
                </a:lnTo>
                <a:lnTo>
                  <a:pt x="0" y="11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0" name="Rectangle 67"/>
          <p:cNvSpPr>
            <a:spLocks noChangeArrowheads="1"/>
          </p:cNvSpPr>
          <p:nvPr/>
        </p:nvSpPr>
        <p:spPr bwMode="auto">
          <a:xfrm>
            <a:off x="2643188" y="5162550"/>
            <a:ext cx="728662" cy="717550"/>
          </a:xfrm>
          <a:prstGeom prst="rect">
            <a:avLst/>
          </a:prstGeom>
          <a:gradFill rotWithShape="1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5400000" scaled="1"/>
          </a:gradFill>
          <a:ln w="25400" algn="ctr">
            <a:solidFill>
              <a:srgbClr val="E47F00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/>
          </a:p>
        </p:txBody>
      </p:sp>
      <p:sp>
        <p:nvSpPr>
          <p:cNvPr id="15371" name="Rectangle 68"/>
          <p:cNvSpPr>
            <a:spLocks noChangeArrowheads="1"/>
          </p:cNvSpPr>
          <p:nvPr/>
        </p:nvSpPr>
        <p:spPr bwMode="auto">
          <a:xfrm>
            <a:off x="3857625" y="5172075"/>
            <a:ext cx="895350" cy="717550"/>
          </a:xfrm>
          <a:prstGeom prst="rect">
            <a:avLst/>
          </a:prstGeom>
          <a:gradFill rotWithShape="1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5400000" scaled="1"/>
          </a:gradFill>
          <a:ln w="25400" algn="ctr">
            <a:solidFill>
              <a:srgbClr val="E47F00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/>
          </a:p>
        </p:txBody>
      </p:sp>
      <p:sp>
        <p:nvSpPr>
          <p:cNvPr id="15372" name="Rectangle 69"/>
          <p:cNvSpPr>
            <a:spLocks noChangeArrowheads="1"/>
          </p:cNvSpPr>
          <p:nvPr/>
        </p:nvSpPr>
        <p:spPr bwMode="auto">
          <a:xfrm>
            <a:off x="5233988" y="5180013"/>
            <a:ext cx="895350" cy="715962"/>
          </a:xfrm>
          <a:prstGeom prst="rect">
            <a:avLst/>
          </a:prstGeom>
          <a:gradFill rotWithShape="1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5400000" scaled="1"/>
          </a:gradFill>
          <a:ln w="25400" algn="ctr">
            <a:solidFill>
              <a:srgbClr val="E47F00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/>
          </a:p>
        </p:txBody>
      </p:sp>
      <p:sp>
        <p:nvSpPr>
          <p:cNvPr id="15373" name="Line 70"/>
          <p:cNvSpPr>
            <a:spLocks noChangeShapeType="1"/>
          </p:cNvSpPr>
          <p:nvPr/>
        </p:nvSpPr>
        <p:spPr bwMode="auto">
          <a:xfrm>
            <a:off x="2189163" y="5511800"/>
            <a:ext cx="2857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Freeform 71"/>
          <p:cNvSpPr>
            <a:spLocks/>
          </p:cNvSpPr>
          <p:nvPr/>
        </p:nvSpPr>
        <p:spPr bwMode="auto">
          <a:xfrm>
            <a:off x="4768850" y="5322888"/>
            <a:ext cx="460375" cy="401637"/>
          </a:xfrm>
          <a:custGeom>
            <a:avLst/>
            <a:gdLst>
              <a:gd name="T0" fmla="*/ 2147483646 w 304"/>
              <a:gd name="T1" fmla="*/ 2147483646 h 265"/>
              <a:gd name="T2" fmla="*/ 2147483646 w 304"/>
              <a:gd name="T3" fmla="*/ 0 h 265"/>
              <a:gd name="T4" fmla="*/ 2147483646 w 304"/>
              <a:gd name="T5" fmla="*/ 2147483646 h 265"/>
              <a:gd name="T6" fmla="*/ 2147483646 w 304"/>
              <a:gd name="T7" fmla="*/ 2147483646 h 265"/>
              <a:gd name="T8" fmla="*/ 2147483646 w 304"/>
              <a:gd name="T9" fmla="*/ 2147483646 h 265"/>
              <a:gd name="T10" fmla="*/ 2147483646 w 304"/>
              <a:gd name="T11" fmla="*/ 2147483646 h 265"/>
              <a:gd name="T12" fmla="*/ 2147483646 w 304"/>
              <a:gd name="T13" fmla="*/ 2147483646 h 265"/>
              <a:gd name="T14" fmla="*/ 2147483646 w 304"/>
              <a:gd name="T15" fmla="*/ 2147483646 h 265"/>
              <a:gd name="T16" fmla="*/ 2147483646 w 304"/>
              <a:gd name="T17" fmla="*/ 2147483646 h 265"/>
              <a:gd name="T18" fmla="*/ 2147483646 w 304"/>
              <a:gd name="T19" fmla="*/ 2147483646 h 265"/>
              <a:gd name="T20" fmla="*/ 0 w 304"/>
              <a:gd name="T21" fmla="*/ 2147483646 h 265"/>
              <a:gd name="T22" fmla="*/ 2147483646 w 304"/>
              <a:gd name="T23" fmla="*/ 2147483646 h 26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04"/>
              <a:gd name="T37" fmla="*/ 0 h 265"/>
              <a:gd name="T38" fmla="*/ 304 w 304"/>
              <a:gd name="T39" fmla="*/ 265 h 26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04" h="265">
                <a:moveTo>
                  <a:pt x="33" y="92"/>
                </a:moveTo>
                <a:lnTo>
                  <a:pt x="110" y="0"/>
                </a:lnTo>
                <a:lnTo>
                  <a:pt x="110" y="97"/>
                </a:lnTo>
                <a:lnTo>
                  <a:pt x="212" y="97"/>
                </a:lnTo>
                <a:lnTo>
                  <a:pt x="212" y="8"/>
                </a:lnTo>
                <a:lnTo>
                  <a:pt x="303" y="138"/>
                </a:lnTo>
                <a:lnTo>
                  <a:pt x="212" y="264"/>
                </a:lnTo>
                <a:lnTo>
                  <a:pt x="212" y="171"/>
                </a:lnTo>
                <a:lnTo>
                  <a:pt x="113" y="172"/>
                </a:lnTo>
                <a:lnTo>
                  <a:pt x="112" y="264"/>
                </a:lnTo>
                <a:lnTo>
                  <a:pt x="0" y="132"/>
                </a:lnTo>
                <a:lnTo>
                  <a:pt x="33" y="92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5" name="AutoShape 72"/>
          <p:cNvSpPr>
            <a:spLocks noChangeArrowheads="1"/>
          </p:cNvSpPr>
          <p:nvPr/>
        </p:nvSpPr>
        <p:spPr bwMode="auto">
          <a:xfrm rot="5400000" flipH="1">
            <a:off x="2490788" y="5427663"/>
            <a:ext cx="112712" cy="157162"/>
          </a:xfrm>
          <a:prstGeom prst="triangle">
            <a:avLst>
              <a:gd name="adj" fmla="val 499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/>
          </a:p>
        </p:txBody>
      </p:sp>
      <p:sp>
        <p:nvSpPr>
          <p:cNvPr id="15376" name="AutoShape 73"/>
          <p:cNvSpPr>
            <a:spLocks noChangeArrowheads="1"/>
          </p:cNvSpPr>
          <p:nvPr/>
        </p:nvSpPr>
        <p:spPr bwMode="auto">
          <a:xfrm rot="5400000" flipH="1">
            <a:off x="3710782" y="5431631"/>
            <a:ext cx="107950" cy="160337"/>
          </a:xfrm>
          <a:prstGeom prst="triangle">
            <a:avLst>
              <a:gd name="adj" fmla="val 499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/>
          </a:p>
        </p:txBody>
      </p:sp>
      <p:sp>
        <p:nvSpPr>
          <p:cNvPr id="15377" name="AutoShape 74"/>
          <p:cNvSpPr>
            <a:spLocks noChangeArrowheads="1"/>
          </p:cNvSpPr>
          <p:nvPr/>
        </p:nvSpPr>
        <p:spPr bwMode="auto">
          <a:xfrm rot="5400000" flipH="1">
            <a:off x="6668294" y="5339556"/>
            <a:ext cx="111125" cy="157163"/>
          </a:xfrm>
          <a:prstGeom prst="triangle">
            <a:avLst>
              <a:gd name="adj" fmla="val 499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/>
          </a:p>
        </p:txBody>
      </p:sp>
      <p:sp>
        <p:nvSpPr>
          <p:cNvPr id="15378" name="AutoShape 75"/>
          <p:cNvSpPr>
            <a:spLocks noChangeArrowheads="1"/>
          </p:cNvSpPr>
          <p:nvPr/>
        </p:nvSpPr>
        <p:spPr bwMode="auto">
          <a:xfrm rot="-5400000">
            <a:off x="6169025" y="5595938"/>
            <a:ext cx="111125" cy="158750"/>
          </a:xfrm>
          <a:prstGeom prst="triangle">
            <a:avLst>
              <a:gd name="adj" fmla="val 499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/>
          </a:p>
        </p:txBody>
      </p:sp>
      <p:sp>
        <p:nvSpPr>
          <p:cNvPr id="15379" name="Line 76"/>
          <p:cNvSpPr>
            <a:spLocks noChangeShapeType="1"/>
          </p:cNvSpPr>
          <p:nvPr/>
        </p:nvSpPr>
        <p:spPr bwMode="auto">
          <a:xfrm>
            <a:off x="6284913" y="5675313"/>
            <a:ext cx="320675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0" name="Rectangle 77"/>
          <p:cNvSpPr>
            <a:spLocks noChangeArrowheads="1"/>
          </p:cNvSpPr>
          <p:nvPr/>
        </p:nvSpPr>
        <p:spPr bwMode="auto">
          <a:xfrm>
            <a:off x="2628900" y="5294313"/>
            <a:ext cx="75565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A/D</a:t>
            </a:r>
          </a:p>
        </p:txBody>
      </p:sp>
      <p:sp>
        <p:nvSpPr>
          <p:cNvPr id="15381" name="Rectangle 78"/>
          <p:cNvSpPr>
            <a:spLocks noChangeArrowheads="1"/>
          </p:cNvSpPr>
          <p:nvPr/>
        </p:nvSpPr>
        <p:spPr bwMode="auto">
          <a:xfrm>
            <a:off x="3935413" y="5303838"/>
            <a:ext cx="75565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>
                <a:solidFill>
                  <a:schemeClr val="accent2"/>
                </a:solidFill>
                <a:latin typeface="Symbol" panose="05050102010706020507" pitchFamily="18" charset="2"/>
              </a:rPr>
              <a:t></a:t>
            </a:r>
            <a:r>
              <a:rPr lang="en-US" altLang="en-US" sz="2400">
                <a:solidFill>
                  <a:schemeClr val="accent2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5382" name="Rectangle 79"/>
          <p:cNvSpPr>
            <a:spLocks noChangeArrowheads="1"/>
          </p:cNvSpPr>
          <p:nvPr/>
        </p:nvSpPr>
        <p:spPr bwMode="auto">
          <a:xfrm>
            <a:off x="3411538" y="6264275"/>
            <a:ext cx="48545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Digital communication interface</a:t>
            </a:r>
          </a:p>
        </p:txBody>
      </p:sp>
      <p:sp>
        <p:nvSpPr>
          <p:cNvPr id="15383" name="Line 80"/>
          <p:cNvSpPr>
            <a:spLocks noChangeShapeType="1"/>
          </p:cNvSpPr>
          <p:nvPr/>
        </p:nvSpPr>
        <p:spPr bwMode="auto">
          <a:xfrm flipV="1">
            <a:off x="5692775" y="5629275"/>
            <a:ext cx="0" cy="6985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AutoShape 81"/>
          <p:cNvSpPr>
            <a:spLocks noChangeArrowheads="1"/>
          </p:cNvSpPr>
          <p:nvPr/>
        </p:nvSpPr>
        <p:spPr bwMode="auto">
          <a:xfrm flipH="1">
            <a:off x="5641975" y="5545138"/>
            <a:ext cx="111125" cy="160337"/>
          </a:xfrm>
          <a:prstGeom prst="triangle">
            <a:avLst>
              <a:gd name="adj" fmla="val 49986"/>
            </a:avLst>
          </a:prstGeom>
          <a:solidFill>
            <a:schemeClr val="tx2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/>
          </a:p>
        </p:txBody>
      </p:sp>
      <p:sp>
        <p:nvSpPr>
          <p:cNvPr id="15385" name="Line 82"/>
          <p:cNvSpPr>
            <a:spLocks noChangeShapeType="1"/>
          </p:cNvSpPr>
          <p:nvPr/>
        </p:nvSpPr>
        <p:spPr bwMode="auto">
          <a:xfrm>
            <a:off x="3889375" y="3446463"/>
            <a:ext cx="0" cy="276225"/>
          </a:xfrm>
          <a:prstGeom prst="line">
            <a:avLst/>
          </a:prstGeom>
          <a:noFill/>
          <a:ln w="28575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6" name="Line 83"/>
          <p:cNvSpPr>
            <a:spLocks noChangeShapeType="1"/>
          </p:cNvSpPr>
          <p:nvPr/>
        </p:nvSpPr>
        <p:spPr bwMode="auto">
          <a:xfrm>
            <a:off x="5640388" y="3448050"/>
            <a:ext cx="0" cy="276225"/>
          </a:xfrm>
          <a:prstGeom prst="line">
            <a:avLst/>
          </a:prstGeom>
          <a:noFill/>
          <a:ln w="28575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7" name="Freeform 167"/>
          <p:cNvSpPr>
            <a:spLocks/>
          </p:cNvSpPr>
          <p:nvPr/>
        </p:nvSpPr>
        <p:spPr bwMode="auto">
          <a:xfrm>
            <a:off x="1187450" y="3409950"/>
            <a:ext cx="217488" cy="615950"/>
          </a:xfrm>
          <a:custGeom>
            <a:avLst/>
            <a:gdLst>
              <a:gd name="T0" fmla="*/ 2147483646 w 122"/>
              <a:gd name="T1" fmla="*/ 0 h 388"/>
              <a:gd name="T2" fmla="*/ 0 w 122"/>
              <a:gd name="T3" fmla="*/ 0 h 388"/>
              <a:gd name="T4" fmla="*/ 0 w 122"/>
              <a:gd name="T5" fmla="*/ 2147483646 h 388"/>
              <a:gd name="T6" fmla="*/ 0 60000 65536"/>
              <a:gd name="T7" fmla="*/ 0 60000 65536"/>
              <a:gd name="T8" fmla="*/ 0 60000 65536"/>
              <a:gd name="T9" fmla="*/ 0 w 122"/>
              <a:gd name="T10" fmla="*/ 0 h 388"/>
              <a:gd name="T11" fmla="*/ 122 w 122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2" h="388">
                <a:moveTo>
                  <a:pt x="121" y="0"/>
                </a:moveTo>
                <a:lnTo>
                  <a:pt x="0" y="0"/>
                </a:lnTo>
                <a:lnTo>
                  <a:pt x="0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8" name="Freeform 168"/>
          <p:cNvSpPr>
            <a:spLocks/>
          </p:cNvSpPr>
          <p:nvPr/>
        </p:nvSpPr>
        <p:spPr bwMode="auto">
          <a:xfrm>
            <a:off x="1822450" y="3402013"/>
            <a:ext cx="163513" cy="615950"/>
          </a:xfrm>
          <a:custGeom>
            <a:avLst/>
            <a:gdLst>
              <a:gd name="T0" fmla="*/ 0 w 118"/>
              <a:gd name="T1" fmla="*/ 0 h 388"/>
              <a:gd name="T2" fmla="*/ 2147483646 w 118"/>
              <a:gd name="T3" fmla="*/ 0 h 388"/>
              <a:gd name="T4" fmla="*/ 2147483646 w 118"/>
              <a:gd name="T5" fmla="*/ 2147483646 h 388"/>
              <a:gd name="T6" fmla="*/ 0 60000 65536"/>
              <a:gd name="T7" fmla="*/ 0 60000 65536"/>
              <a:gd name="T8" fmla="*/ 0 60000 65536"/>
              <a:gd name="T9" fmla="*/ 0 w 118"/>
              <a:gd name="T10" fmla="*/ 0 h 388"/>
              <a:gd name="T11" fmla="*/ 118 w 118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8" h="388">
                <a:moveTo>
                  <a:pt x="0" y="0"/>
                </a:moveTo>
                <a:lnTo>
                  <a:pt x="117" y="0"/>
                </a:lnTo>
                <a:lnTo>
                  <a:pt x="117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9" name="Freeform 169"/>
          <p:cNvSpPr>
            <a:spLocks/>
          </p:cNvSpPr>
          <p:nvPr/>
        </p:nvSpPr>
        <p:spPr bwMode="auto">
          <a:xfrm>
            <a:off x="1831975" y="2711450"/>
            <a:ext cx="153988" cy="746125"/>
          </a:xfrm>
          <a:custGeom>
            <a:avLst/>
            <a:gdLst>
              <a:gd name="T0" fmla="*/ 2147483646 w 113"/>
              <a:gd name="T1" fmla="*/ 2147483646 h 470"/>
              <a:gd name="T2" fmla="*/ 2147483646 w 113"/>
              <a:gd name="T3" fmla="*/ 0 h 470"/>
              <a:gd name="T4" fmla="*/ 0 w 113"/>
              <a:gd name="T5" fmla="*/ 0 h 470"/>
              <a:gd name="T6" fmla="*/ 0 60000 65536"/>
              <a:gd name="T7" fmla="*/ 0 60000 65536"/>
              <a:gd name="T8" fmla="*/ 0 60000 65536"/>
              <a:gd name="T9" fmla="*/ 0 w 113"/>
              <a:gd name="T10" fmla="*/ 0 h 470"/>
              <a:gd name="T11" fmla="*/ 113 w 113"/>
              <a:gd name="T12" fmla="*/ 470 h 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3" h="470">
                <a:moveTo>
                  <a:pt x="112" y="469"/>
                </a:moveTo>
                <a:lnTo>
                  <a:pt x="112" y="0"/>
                </a:lnTo>
                <a:lnTo>
                  <a:pt x="0" y="0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0" name="Freeform 170"/>
          <p:cNvSpPr>
            <a:spLocks/>
          </p:cNvSpPr>
          <p:nvPr/>
        </p:nvSpPr>
        <p:spPr bwMode="auto">
          <a:xfrm>
            <a:off x="1820863" y="1997075"/>
            <a:ext cx="166687" cy="746125"/>
          </a:xfrm>
          <a:custGeom>
            <a:avLst/>
            <a:gdLst>
              <a:gd name="T0" fmla="*/ 2147483646 w 105"/>
              <a:gd name="T1" fmla="*/ 2147483646 h 470"/>
              <a:gd name="T2" fmla="*/ 2147483646 w 105"/>
              <a:gd name="T3" fmla="*/ 0 h 470"/>
              <a:gd name="T4" fmla="*/ 0 w 105"/>
              <a:gd name="T5" fmla="*/ 0 h 470"/>
              <a:gd name="T6" fmla="*/ 0 60000 65536"/>
              <a:gd name="T7" fmla="*/ 0 60000 65536"/>
              <a:gd name="T8" fmla="*/ 0 60000 65536"/>
              <a:gd name="T9" fmla="*/ 0 w 105"/>
              <a:gd name="T10" fmla="*/ 0 h 470"/>
              <a:gd name="T11" fmla="*/ 105 w 105"/>
              <a:gd name="T12" fmla="*/ 470 h 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" h="470">
                <a:moveTo>
                  <a:pt x="104" y="469"/>
                </a:moveTo>
                <a:lnTo>
                  <a:pt x="104" y="0"/>
                </a:lnTo>
                <a:lnTo>
                  <a:pt x="0" y="0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1" name="Freeform 171"/>
          <p:cNvSpPr>
            <a:spLocks/>
          </p:cNvSpPr>
          <p:nvPr/>
        </p:nvSpPr>
        <p:spPr bwMode="auto">
          <a:xfrm>
            <a:off x="742950" y="2009775"/>
            <a:ext cx="649288" cy="1925638"/>
          </a:xfrm>
          <a:custGeom>
            <a:avLst/>
            <a:gdLst>
              <a:gd name="T0" fmla="*/ 2147483646 w 409"/>
              <a:gd name="T1" fmla="*/ 0 h 1213"/>
              <a:gd name="T2" fmla="*/ 0 w 409"/>
              <a:gd name="T3" fmla="*/ 0 h 1213"/>
              <a:gd name="T4" fmla="*/ 0 w 409"/>
              <a:gd name="T5" fmla="*/ 2147483646 h 1213"/>
              <a:gd name="T6" fmla="*/ 0 60000 65536"/>
              <a:gd name="T7" fmla="*/ 0 60000 65536"/>
              <a:gd name="T8" fmla="*/ 0 60000 65536"/>
              <a:gd name="T9" fmla="*/ 0 w 409"/>
              <a:gd name="T10" fmla="*/ 0 h 1213"/>
              <a:gd name="T11" fmla="*/ 409 w 409"/>
              <a:gd name="T12" fmla="*/ 1213 h 12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9" h="1213">
                <a:moveTo>
                  <a:pt x="408" y="0"/>
                </a:moveTo>
                <a:lnTo>
                  <a:pt x="0" y="0"/>
                </a:lnTo>
                <a:lnTo>
                  <a:pt x="0" y="1212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2" name="Freeform 172"/>
          <p:cNvSpPr>
            <a:spLocks/>
          </p:cNvSpPr>
          <p:nvPr/>
        </p:nvSpPr>
        <p:spPr bwMode="auto">
          <a:xfrm>
            <a:off x="979488" y="2701925"/>
            <a:ext cx="412750" cy="1230313"/>
          </a:xfrm>
          <a:custGeom>
            <a:avLst/>
            <a:gdLst>
              <a:gd name="T0" fmla="*/ 2147483646 w 260"/>
              <a:gd name="T1" fmla="*/ 0 h 775"/>
              <a:gd name="T2" fmla="*/ 0 w 260"/>
              <a:gd name="T3" fmla="*/ 0 h 775"/>
              <a:gd name="T4" fmla="*/ 0 w 260"/>
              <a:gd name="T5" fmla="*/ 2147483646 h 775"/>
              <a:gd name="T6" fmla="*/ 0 60000 65536"/>
              <a:gd name="T7" fmla="*/ 0 60000 65536"/>
              <a:gd name="T8" fmla="*/ 0 60000 65536"/>
              <a:gd name="T9" fmla="*/ 0 w 260"/>
              <a:gd name="T10" fmla="*/ 0 h 775"/>
              <a:gd name="T11" fmla="*/ 260 w 260"/>
              <a:gd name="T12" fmla="*/ 775 h 7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0" h="775">
                <a:moveTo>
                  <a:pt x="259" y="0"/>
                </a:moveTo>
                <a:lnTo>
                  <a:pt x="0" y="0"/>
                </a:lnTo>
                <a:lnTo>
                  <a:pt x="0" y="774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5393" name="Group 173"/>
          <p:cNvGrpSpPr>
            <a:grpSpLocks/>
          </p:cNvGrpSpPr>
          <p:nvPr/>
        </p:nvGrpSpPr>
        <p:grpSpPr bwMode="auto">
          <a:xfrm rot="5400000">
            <a:off x="1500982" y="1686719"/>
            <a:ext cx="215900" cy="420687"/>
            <a:chOff x="1931" y="1612"/>
            <a:chExt cx="565" cy="1097"/>
          </a:xfrm>
        </p:grpSpPr>
        <p:sp>
          <p:nvSpPr>
            <p:cNvPr id="15439" name="Freeform 17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440" name="Freeform 17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441" name="Line 17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442" name="Line 17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443" name="Line 17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5394" name="Group 179"/>
          <p:cNvGrpSpPr>
            <a:grpSpLocks/>
          </p:cNvGrpSpPr>
          <p:nvPr/>
        </p:nvGrpSpPr>
        <p:grpSpPr bwMode="auto">
          <a:xfrm rot="5400000">
            <a:off x="1507332" y="3104356"/>
            <a:ext cx="215900" cy="420687"/>
            <a:chOff x="1931" y="1612"/>
            <a:chExt cx="565" cy="1097"/>
          </a:xfrm>
        </p:grpSpPr>
        <p:sp>
          <p:nvSpPr>
            <p:cNvPr id="15434" name="Freeform 180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435" name="Freeform 181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436" name="Line 182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437" name="Line 183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438" name="Line 184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5395" name="Group 185"/>
          <p:cNvGrpSpPr>
            <a:grpSpLocks/>
          </p:cNvGrpSpPr>
          <p:nvPr/>
        </p:nvGrpSpPr>
        <p:grpSpPr bwMode="auto">
          <a:xfrm rot="5400000">
            <a:off x="1497807" y="2401094"/>
            <a:ext cx="215900" cy="420687"/>
            <a:chOff x="1931" y="1612"/>
            <a:chExt cx="565" cy="1097"/>
          </a:xfrm>
        </p:grpSpPr>
        <p:sp>
          <p:nvSpPr>
            <p:cNvPr id="15429" name="Freeform 186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430" name="Freeform 187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431" name="Line 188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432" name="Line 189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433" name="Line 190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5396" name="AutoShape 191"/>
          <p:cNvSpPr>
            <a:spLocks noChangeArrowheads="1"/>
          </p:cNvSpPr>
          <p:nvPr/>
        </p:nvSpPr>
        <p:spPr bwMode="auto">
          <a:xfrm>
            <a:off x="530225" y="3921125"/>
            <a:ext cx="1665288" cy="855663"/>
          </a:xfrm>
          <a:prstGeom prst="roundRect">
            <a:avLst>
              <a:gd name="adj" fmla="val 16667"/>
            </a:avLst>
          </a:prstGeom>
          <a:solidFill>
            <a:srgbClr val="4FA600"/>
          </a:solidFill>
          <a:ln w="25400">
            <a:solidFill>
              <a:srgbClr val="E47F00"/>
            </a:solidFill>
            <a:round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5397" name="Rectangle 193"/>
          <p:cNvSpPr>
            <a:spLocks noChangeArrowheads="1"/>
          </p:cNvSpPr>
          <p:nvPr/>
        </p:nvSpPr>
        <p:spPr bwMode="auto">
          <a:xfrm>
            <a:off x="501650" y="1282700"/>
            <a:ext cx="13700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A</a:t>
            </a:r>
          </a:p>
        </p:txBody>
      </p:sp>
      <p:sp>
        <p:nvSpPr>
          <p:cNvPr id="15398" name="Rectangle 195"/>
          <p:cNvSpPr>
            <a:spLocks noChangeArrowheads="1"/>
          </p:cNvSpPr>
          <p:nvPr/>
        </p:nvSpPr>
        <p:spPr bwMode="auto">
          <a:xfrm>
            <a:off x="7456488" y="1282700"/>
            <a:ext cx="13700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en-US" altLang="en-US" sz="2400" b="1">
                <a:solidFill>
                  <a:schemeClr val="accent2"/>
                </a:solidFill>
              </a:rPr>
              <a:t> </a:t>
            </a:r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5399" name="Line 196"/>
          <p:cNvSpPr>
            <a:spLocks noChangeShapeType="1"/>
          </p:cNvSpPr>
          <p:nvPr/>
        </p:nvSpPr>
        <p:spPr bwMode="auto">
          <a:xfrm flipV="1">
            <a:off x="393700" y="1892300"/>
            <a:ext cx="8496300" cy="1270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0" name="Line 197"/>
          <p:cNvSpPr>
            <a:spLocks noChangeShapeType="1"/>
          </p:cNvSpPr>
          <p:nvPr/>
        </p:nvSpPr>
        <p:spPr bwMode="auto">
          <a:xfrm>
            <a:off x="387350" y="2608263"/>
            <a:ext cx="8502650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1" name="Line 198"/>
          <p:cNvSpPr>
            <a:spLocks noChangeShapeType="1"/>
          </p:cNvSpPr>
          <p:nvPr/>
        </p:nvSpPr>
        <p:spPr bwMode="auto">
          <a:xfrm>
            <a:off x="381000" y="3311525"/>
            <a:ext cx="8509000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2" name="Freeform 199"/>
          <p:cNvSpPr>
            <a:spLocks/>
          </p:cNvSpPr>
          <p:nvPr/>
        </p:nvSpPr>
        <p:spPr bwMode="auto">
          <a:xfrm>
            <a:off x="7762875" y="3402013"/>
            <a:ext cx="193675" cy="615950"/>
          </a:xfrm>
          <a:custGeom>
            <a:avLst/>
            <a:gdLst>
              <a:gd name="T0" fmla="*/ 0 w 122"/>
              <a:gd name="T1" fmla="*/ 0 h 388"/>
              <a:gd name="T2" fmla="*/ 2147483646 w 122"/>
              <a:gd name="T3" fmla="*/ 0 h 388"/>
              <a:gd name="T4" fmla="*/ 2147483646 w 122"/>
              <a:gd name="T5" fmla="*/ 2147483646 h 388"/>
              <a:gd name="T6" fmla="*/ 0 60000 65536"/>
              <a:gd name="T7" fmla="*/ 0 60000 65536"/>
              <a:gd name="T8" fmla="*/ 0 60000 65536"/>
              <a:gd name="T9" fmla="*/ 0 w 122"/>
              <a:gd name="T10" fmla="*/ 0 h 388"/>
              <a:gd name="T11" fmla="*/ 122 w 122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2" h="388">
                <a:moveTo>
                  <a:pt x="0" y="0"/>
                </a:moveTo>
                <a:lnTo>
                  <a:pt x="121" y="0"/>
                </a:lnTo>
                <a:lnTo>
                  <a:pt x="121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3" name="Freeform 200"/>
          <p:cNvSpPr>
            <a:spLocks/>
          </p:cNvSpPr>
          <p:nvPr/>
        </p:nvSpPr>
        <p:spPr bwMode="auto">
          <a:xfrm>
            <a:off x="7154863" y="3390900"/>
            <a:ext cx="182562" cy="615950"/>
          </a:xfrm>
          <a:custGeom>
            <a:avLst/>
            <a:gdLst>
              <a:gd name="T0" fmla="*/ 2147483646 w 118"/>
              <a:gd name="T1" fmla="*/ 0 h 388"/>
              <a:gd name="T2" fmla="*/ 0 w 118"/>
              <a:gd name="T3" fmla="*/ 0 h 388"/>
              <a:gd name="T4" fmla="*/ 0 w 118"/>
              <a:gd name="T5" fmla="*/ 2147483646 h 388"/>
              <a:gd name="T6" fmla="*/ 0 60000 65536"/>
              <a:gd name="T7" fmla="*/ 0 60000 65536"/>
              <a:gd name="T8" fmla="*/ 0 60000 65536"/>
              <a:gd name="T9" fmla="*/ 0 w 118"/>
              <a:gd name="T10" fmla="*/ 0 h 388"/>
              <a:gd name="T11" fmla="*/ 118 w 118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8" h="388">
                <a:moveTo>
                  <a:pt x="117" y="0"/>
                </a:moveTo>
                <a:lnTo>
                  <a:pt x="0" y="0"/>
                </a:lnTo>
                <a:lnTo>
                  <a:pt x="0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4" name="Freeform 201"/>
          <p:cNvSpPr>
            <a:spLocks/>
          </p:cNvSpPr>
          <p:nvPr/>
        </p:nvSpPr>
        <p:spPr bwMode="auto">
          <a:xfrm>
            <a:off x="7156450" y="1989138"/>
            <a:ext cx="166688" cy="1527175"/>
          </a:xfrm>
          <a:custGeom>
            <a:avLst/>
            <a:gdLst>
              <a:gd name="T0" fmla="*/ 0 w 105"/>
              <a:gd name="T1" fmla="*/ 2147483646 h 470"/>
              <a:gd name="T2" fmla="*/ 0 w 105"/>
              <a:gd name="T3" fmla="*/ 0 h 470"/>
              <a:gd name="T4" fmla="*/ 2147483646 w 105"/>
              <a:gd name="T5" fmla="*/ 0 h 470"/>
              <a:gd name="T6" fmla="*/ 0 60000 65536"/>
              <a:gd name="T7" fmla="*/ 0 60000 65536"/>
              <a:gd name="T8" fmla="*/ 0 60000 65536"/>
              <a:gd name="T9" fmla="*/ 0 w 105"/>
              <a:gd name="T10" fmla="*/ 0 h 470"/>
              <a:gd name="T11" fmla="*/ 105 w 105"/>
              <a:gd name="T12" fmla="*/ 470 h 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" h="470">
                <a:moveTo>
                  <a:pt x="0" y="469"/>
                </a:moveTo>
                <a:lnTo>
                  <a:pt x="0" y="0"/>
                </a:lnTo>
                <a:lnTo>
                  <a:pt x="104" y="0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5" name="Freeform 202"/>
          <p:cNvSpPr>
            <a:spLocks/>
          </p:cNvSpPr>
          <p:nvPr/>
        </p:nvSpPr>
        <p:spPr bwMode="auto">
          <a:xfrm>
            <a:off x="7751763" y="1981960"/>
            <a:ext cx="649287" cy="1925637"/>
          </a:xfrm>
          <a:custGeom>
            <a:avLst/>
            <a:gdLst>
              <a:gd name="T0" fmla="*/ 0 w 409"/>
              <a:gd name="T1" fmla="*/ 0 h 1213"/>
              <a:gd name="T2" fmla="*/ 2147483646 w 409"/>
              <a:gd name="T3" fmla="*/ 0 h 1213"/>
              <a:gd name="T4" fmla="*/ 2147483646 w 409"/>
              <a:gd name="T5" fmla="*/ 2147483646 h 1213"/>
              <a:gd name="T6" fmla="*/ 0 60000 65536"/>
              <a:gd name="T7" fmla="*/ 0 60000 65536"/>
              <a:gd name="T8" fmla="*/ 0 60000 65536"/>
              <a:gd name="T9" fmla="*/ 0 w 409"/>
              <a:gd name="T10" fmla="*/ 0 h 1213"/>
              <a:gd name="T11" fmla="*/ 409 w 409"/>
              <a:gd name="T12" fmla="*/ 1213 h 12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9" h="1213">
                <a:moveTo>
                  <a:pt x="0" y="0"/>
                </a:moveTo>
                <a:lnTo>
                  <a:pt x="408" y="0"/>
                </a:lnTo>
                <a:lnTo>
                  <a:pt x="408" y="1212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6" name="Freeform 203"/>
          <p:cNvSpPr>
            <a:spLocks/>
          </p:cNvSpPr>
          <p:nvPr/>
        </p:nvSpPr>
        <p:spPr bwMode="auto">
          <a:xfrm>
            <a:off x="7751763" y="2693988"/>
            <a:ext cx="412750" cy="1230312"/>
          </a:xfrm>
          <a:custGeom>
            <a:avLst/>
            <a:gdLst>
              <a:gd name="T0" fmla="*/ 0 w 260"/>
              <a:gd name="T1" fmla="*/ 0 h 775"/>
              <a:gd name="T2" fmla="*/ 2147483646 w 260"/>
              <a:gd name="T3" fmla="*/ 0 h 775"/>
              <a:gd name="T4" fmla="*/ 2147483646 w 260"/>
              <a:gd name="T5" fmla="*/ 2147483646 h 775"/>
              <a:gd name="T6" fmla="*/ 0 60000 65536"/>
              <a:gd name="T7" fmla="*/ 0 60000 65536"/>
              <a:gd name="T8" fmla="*/ 0 60000 65536"/>
              <a:gd name="T9" fmla="*/ 0 w 260"/>
              <a:gd name="T10" fmla="*/ 0 h 775"/>
              <a:gd name="T11" fmla="*/ 260 w 260"/>
              <a:gd name="T12" fmla="*/ 775 h 7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0" h="775">
                <a:moveTo>
                  <a:pt x="0" y="0"/>
                </a:moveTo>
                <a:lnTo>
                  <a:pt x="259" y="0"/>
                </a:lnTo>
                <a:lnTo>
                  <a:pt x="259" y="774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7" name="Rectangle 204"/>
          <p:cNvSpPr>
            <a:spLocks noChangeArrowheads="1"/>
          </p:cNvSpPr>
          <p:nvPr/>
        </p:nvSpPr>
        <p:spPr bwMode="auto">
          <a:xfrm>
            <a:off x="706438" y="4092575"/>
            <a:ext cx="13700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Relay A</a:t>
            </a:r>
          </a:p>
        </p:txBody>
      </p:sp>
      <p:grpSp>
        <p:nvGrpSpPr>
          <p:cNvPr id="15408" name="Group 220"/>
          <p:cNvGrpSpPr>
            <a:grpSpLocks/>
          </p:cNvGrpSpPr>
          <p:nvPr/>
        </p:nvGrpSpPr>
        <p:grpSpPr bwMode="auto">
          <a:xfrm rot="5400000">
            <a:off x="7431882" y="1693069"/>
            <a:ext cx="215900" cy="420687"/>
            <a:chOff x="1931" y="1612"/>
            <a:chExt cx="565" cy="1097"/>
          </a:xfrm>
        </p:grpSpPr>
        <p:sp>
          <p:nvSpPr>
            <p:cNvPr id="15424" name="Freeform 221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425" name="Freeform 222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426" name="Line 223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427" name="Line 224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428" name="Line 225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5409" name="Group 226"/>
          <p:cNvGrpSpPr>
            <a:grpSpLocks/>
          </p:cNvGrpSpPr>
          <p:nvPr/>
        </p:nvGrpSpPr>
        <p:grpSpPr bwMode="auto">
          <a:xfrm rot="5400000">
            <a:off x="7438232" y="3096419"/>
            <a:ext cx="215900" cy="420687"/>
            <a:chOff x="1931" y="1612"/>
            <a:chExt cx="565" cy="1097"/>
          </a:xfrm>
        </p:grpSpPr>
        <p:sp>
          <p:nvSpPr>
            <p:cNvPr id="15419" name="Freeform 227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420" name="Freeform 228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421" name="Line 229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422" name="Line 230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423" name="Line 231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5410" name="Group 232"/>
          <p:cNvGrpSpPr>
            <a:grpSpLocks/>
          </p:cNvGrpSpPr>
          <p:nvPr/>
        </p:nvGrpSpPr>
        <p:grpSpPr bwMode="auto">
          <a:xfrm rot="5400000">
            <a:off x="7433469" y="2393156"/>
            <a:ext cx="215900" cy="420688"/>
            <a:chOff x="1931" y="1612"/>
            <a:chExt cx="565" cy="1097"/>
          </a:xfrm>
        </p:grpSpPr>
        <p:sp>
          <p:nvSpPr>
            <p:cNvPr id="15414" name="Freeform 233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415" name="Freeform 234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416" name="Line 235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417" name="Line 236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418" name="Line 237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5411" name="Line 238"/>
          <p:cNvSpPr>
            <a:spLocks noChangeShapeType="1"/>
          </p:cNvSpPr>
          <p:nvPr/>
        </p:nvSpPr>
        <p:spPr bwMode="auto">
          <a:xfrm flipH="1">
            <a:off x="7135813" y="2701925"/>
            <a:ext cx="217487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12" name="AutoShape 239"/>
          <p:cNvSpPr>
            <a:spLocks noChangeArrowheads="1"/>
          </p:cNvSpPr>
          <p:nvPr/>
        </p:nvSpPr>
        <p:spPr bwMode="auto">
          <a:xfrm>
            <a:off x="6892925" y="3921125"/>
            <a:ext cx="1665288" cy="855663"/>
          </a:xfrm>
          <a:prstGeom prst="roundRect">
            <a:avLst>
              <a:gd name="adj" fmla="val 16667"/>
            </a:avLst>
          </a:prstGeom>
          <a:solidFill>
            <a:srgbClr val="4FA600"/>
          </a:solidFill>
          <a:ln w="25400">
            <a:solidFill>
              <a:srgbClr val="E47F00"/>
            </a:solidFill>
            <a:round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5413" name="Rectangle 240"/>
          <p:cNvSpPr>
            <a:spLocks noChangeArrowheads="1"/>
          </p:cNvSpPr>
          <p:nvPr/>
        </p:nvSpPr>
        <p:spPr bwMode="auto">
          <a:xfrm>
            <a:off x="7089775" y="4090988"/>
            <a:ext cx="1370013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Relay B</a:t>
            </a: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MiCOM P54x</a:t>
            </a:r>
            <a:br>
              <a:rPr lang="en-US" altLang="en-US"/>
            </a:br>
            <a:r>
              <a:rPr lang="en-US" altLang="en-US"/>
              <a:t>Current Differential Elements</a:t>
            </a:r>
            <a:endParaRPr lang="en-GB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9432" y="1516477"/>
            <a:ext cx="8445910" cy="4525962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Fully numerical design</a:t>
            </a:r>
          </a:p>
          <a:p>
            <a:pPr eaLnBrk="1" hangingPunct="1"/>
            <a:r>
              <a:rPr lang="en-US" altLang="en-US" dirty="0"/>
              <a:t>Use standard 56 or 64 </a:t>
            </a:r>
            <a:r>
              <a:rPr lang="en-US" altLang="en-US" dirty="0" err="1"/>
              <a:t>kbits</a:t>
            </a:r>
            <a:r>
              <a:rPr lang="en-US" altLang="en-US" dirty="0"/>
              <a:t>/s </a:t>
            </a:r>
            <a:r>
              <a:rPr lang="en-US" altLang="en-US" dirty="0" err="1"/>
              <a:t>comms</a:t>
            </a:r>
            <a:r>
              <a:rPr lang="en-US" altLang="en-US" dirty="0"/>
              <a:t> channel</a:t>
            </a:r>
          </a:p>
          <a:p>
            <a:pPr eaLnBrk="1" hangingPunct="1"/>
            <a:r>
              <a:rPr lang="en-US" altLang="en-US" dirty="0"/>
              <a:t>Also work with dedicated optical </a:t>
            </a:r>
            <a:r>
              <a:rPr lang="en-US" altLang="en-US" dirty="0" err="1"/>
              <a:t>fibre</a:t>
            </a:r>
            <a:r>
              <a:rPr lang="en-US" altLang="en-US" dirty="0"/>
              <a:t> links</a:t>
            </a:r>
          </a:p>
          <a:p>
            <a:pPr eaLnBrk="1" hangingPunct="1"/>
            <a:r>
              <a:rPr lang="en-US" altLang="en-US" dirty="0"/>
              <a:t>Phase discrimination</a:t>
            </a:r>
          </a:p>
          <a:p>
            <a:pPr eaLnBrk="1" hangingPunct="1"/>
            <a:r>
              <a:rPr lang="en-US" altLang="en-US" dirty="0"/>
              <a:t>Capacitive charging current compensation</a:t>
            </a:r>
          </a:p>
          <a:p>
            <a:pPr eaLnBrk="1" hangingPunct="1"/>
            <a:r>
              <a:rPr lang="en-US" altLang="en-US" dirty="0"/>
              <a:t>Two and three ended feeder protection</a:t>
            </a:r>
          </a:p>
          <a:p>
            <a:pPr eaLnBrk="1" hangingPunct="1"/>
            <a:r>
              <a:rPr lang="en-US" altLang="en-US" dirty="0"/>
              <a:t>Continuous propagation delay time measurement and compensation</a:t>
            </a:r>
          </a:p>
          <a:p>
            <a:pPr eaLnBrk="1" hangingPunct="1"/>
            <a:r>
              <a:rPr lang="de-DE" altLang="en-US" dirty="0"/>
              <a:t>Additional InterMiCOM and permissive intertrip (PIT) commands transfer</a:t>
            </a:r>
          </a:p>
          <a:p>
            <a:pPr lvl="1" eaLnBrk="1" hangingPunct="1"/>
            <a:r>
              <a:rPr lang="de-DE" altLang="en-US" dirty="0"/>
              <a:t>Includes 8 freely-programmable commands (per channel) and status transfer bits between line ends</a:t>
            </a:r>
          </a:p>
          <a:p>
            <a:pPr eaLnBrk="1" hangingPunct="1"/>
            <a:r>
              <a:rPr lang="de-DE" altLang="en-US" dirty="0"/>
              <a:t>Powerful error checking for secure signalling</a:t>
            </a:r>
            <a:endParaRPr lang="en-GB" altLang="en-US" dirty="0"/>
          </a:p>
          <a:p>
            <a:pPr eaLnBrk="1" hangingPunct="1"/>
            <a:endParaRPr lang="en-GB" altLang="en-US" dirty="0"/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Line 3"/>
          <p:cNvSpPr>
            <a:spLocks noChangeShapeType="1"/>
          </p:cNvSpPr>
          <p:nvPr/>
        </p:nvSpPr>
        <p:spPr bwMode="auto">
          <a:xfrm flipH="1">
            <a:off x="2533650" y="4910138"/>
            <a:ext cx="773113" cy="0"/>
          </a:xfrm>
          <a:prstGeom prst="line">
            <a:avLst/>
          </a:prstGeom>
          <a:noFill/>
          <a:ln w="254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3321050" y="1455738"/>
            <a:ext cx="5505450" cy="3916362"/>
          </a:xfrm>
          <a:prstGeom prst="rect">
            <a:avLst/>
          </a:prstGeom>
          <a:solidFill>
            <a:srgbClr val="4FA600">
              <a:alpha val="25098"/>
            </a:srgbClr>
          </a:soli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2011363" y="4699000"/>
            <a:ext cx="782637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Is1</a:t>
            </a:r>
            <a:endParaRPr lang="en-US" altLang="en-US" sz="24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9" name="Oval 6"/>
          <p:cNvSpPr>
            <a:spLocks noChangeArrowheads="1"/>
          </p:cNvSpPr>
          <p:nvPr/>
        </p:nvSpPr>
        <p:spPr bwMode="auto">
          <a:xfrm>
            <a:off x="3741738" y="1949450"/>
            <a:ext cx="474662" cy="473075"/>
          </a:xfrm>
          <a:prstGeom prst="ellips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10" name="Oval 7"/>
          <p:cNvSpPr>
            <a:spLocks noChangeArrowheads="1"/>
          </p:cNvSpPr>
          <p:nvPr/>
        </p:nvSpPr>
        <p:spPr bwMode="auto">
          <a:xfrm>
            <a:off x="6483350" y="1952625"/>
            <a:ext cx="471488" cy="474663"/>
          </a:xfrm>
          <a:prstGeom prst="ellips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11" name="Line 8"/>
          <p:cNvSpPr>
            <a:spLocks noChangeShapeType="1"/>
          </p:cNvSpPr>
          <p:nvPr/>
        </p:nvSpPr>
        <p:spPr bwMode="auto">
          <a:xfrm>
            <a:off x="4192588" y="2208213"/>
            <a:ext cx="2301875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Line 9"/>
          <p:cNvSpPr>
            <a:spLocks noChangeShapeType="1"/>
          </p:cNvSpPr>
          <p:nvPr/>
        </p:nvSpPr>
        <p:spPr bwMode="auto">
          <a:xfrm>
            <a:off x="4454525" y="2089150"/>
            <a:ext cx="0" cy="238125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3" name="Line 10"/>
          <p:cNvSpPr>
            <a:spLocks noChangeShapeType="1"/>
          </p:cNvSpPr>
          <p:nvPr/>
        </p:nvSpPr>
        <p:spPr bwMode="auto">
          <a:xfrm>
            <a:off x="6243638" y="2106613"/>
            <a:ext cx="0" cy="236537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Line 11"/>
          <p:cNvSpPr>
            <a:spLocks noChangeShapeType="1"/>
          </p:cNvSpPr>
          <p:nvPr/>
        </p:nvSpPr>
        <p:spPr bwMode="auto">
          <a:xfrm>
            <a:off x="5567363" y="2214563"/>
            <a:ext cx="0" cy="1012825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Oval 12"/>
          <p:cNvSpPr>
            <a:spLocks noChangeArrowheads="1"/>
          </p:cNvSpPr>
          <p:nvPr/>
        </p:nvSpPr>
        <p:spPr bwMode="auto">
          <a:xfrm>
            <a:off x="5329238" y="3203575"/>
            <a:ext cx="474662" cy="473075"/>
          </a:xfrm>
          <a:prstGeom prst="ellips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16" name="Line 13"/>
          <p:cNvSpPr>
            <a:spLocks noChangeShapeType="1"/>
          </p:cNvSpPr>
          <p:nvPr/>
        </p:nvSpPr>
        <p:spPr bwMode="auto">
          <a:xfrm flipH="1">
            <a:off x="5332413" y="2949575"/>
            <a:ext cx="439737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7" name="Freeform 14"/>
          <p:cNvSpPr>
            <a:spLocks/>
          </p:cNvSpPr>
          <p:nvPr/>
        </p:nvSpPr>
        <p:spPr bwMode="auto">
          <a:xfrm>
            <a:off x="3336925" y="2384425"/>
            <a:ext cx="5462588" cy="2511425"/>
          </a:xfrm>
          <a:custGeom>
            <a:avLst/>
            <a:gdLst>
              <a:gd name="T0" fmla="*/ 0 w 3441"/>
              <a:gd name="T1" fmla="*/ 2147483646 h 1582"/>
              <a:gd name="T2" fmla="*/ 2147483646 w 3441"/>
              <a:gd name="T3" fmla="*/ 2147483646 h 1582"/>
              <a:gd name="T4" fmla="*/ 2147483646 w 3441"/>
              <a:gd name="T5" fmla="*/ 0 h 1582"/>
              <a:gd name="T6" fmla="*/ 0 60000 65536"/>
              <a:gd name="T7" fmla="*/ 0 60000 65536"/>
              <a:gd name="T8" fmla="*/ 0 60000 65536"/>
              <a:gd name="T9" fmla="*/ 0 w 3441"/>
              <a:gd name="T10" fmla="*/ 0 h 1582"/>
              <a:gd name="T11" fmla="*/ 3441 w 3441"/>
              <a:gd name="T12" fmla="*/ 1582 h 15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1" h="1582">
                <a:moveTo>
                  <a:pt x="0" y="1581"/>
                </a:moveTo>
                <a:lnTo>
                  <a:pt x="1669" y="1269"/>
                </a:lnTo>
                <a:lnTo>
                  <a:pt x="3440" y="0"/>
                </a:lnTo>
              </a:path>
            </a:pathLst>
          </a:custGeom>
          <a:noFill/>
          <a:ln w="50800" cap="rnd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8" name="Line 15"/>
          <p:cNvSpPr>
            <a:spLocks noChangeShapeType="1"/>
          </p:cNvSpPr>
          <p:nvPr/>
        </p:nvSpPr>
        <p:spPr bwMode="auto">
          <a:xfrm>
            <a:off x="6000750" y="4438650"/>
            <a:ext cx="0" cy="739775"/>
          </a:xfrm>
          <a:prstGeom prst="line">
            <a:avLst/>
          </a:prstGeom>
          <a:noFill/>
          <a:ln w="254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519" name="Group 16"/>
          <p:cNvGrpSpPr>
            <a:grpSpLocks/>
          </p:cNvGrpSpPr>
          <p:nvPr/>
        </p:nvGrpSpPr>
        <p:grpSpPr bwMode="auto">
          <a:xfrm>
            <a:off x="3865563" y="2144713"/>
            <a:ext cx="244475" cy="111125"/>
            <a:chOff x="2627" y="1471"/>
            <a:chExt cx="154" cy="70"/>
          </a:xfrm>
        </p:grpSpPr>
        <p:sp>
          <p:nvSpPr>
            <p:cNvPr id="21550" name="Arc 17"/>
            <p:cNvSpPr>
              <a:spLocks/>
            </p:cNvSpPr>
            <p:nvPr/>
          </p:nvSpPr>
          <p:spPr bwMode="auto">
            <a:xfrm>
              <a:off x="2710" y="1471"/>
              <a:ext cx="37" cy="30"/>
            </a:xfrm>
            <a:custGeom>
              <a:avLst/>
              <a:gdLst>
                <a:gd name="T0" fmla="*/ 0 w 21588"/>
                <a:gd name="T1" fmla="*/ 0 h 21592"/>
                <a:gd name="T2" fmla="*/ 0 w 21588"/>
                <a:gd name="T3" fmla="*/ 0 h 21592"/>
                <a:gd name="T4" fmla="*/ 0 w 21588"/>
                <a:gd name="T5" fmla="*/ 0 h 21592"/>
                <a:gd name="T6" fmla="*/ 0 60000 65536"/>
                <a:gd name="T7" fmla="*/ 0 60000 65536"/>
                <a:gd name="T8" fmla="*/ 0 60000 65536"/>
                <a:gd name="T9" fmla="*/ 0 w 21588"/>
                <a:gd name="T10" fmla="*/ 0 h 21592"/>
                <a:gd name="T11" fmla="*/ 21588 w 21588"/>
                <a:gd name="T12" fmla="*/ 21592 h 215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88" h="21592" fill="none" extrusionOk="0">
                  <a:moveTo>
                    <a:pt x="0" y="20872"/>
                  </a:moveTo>
                  <a:cubicBezTo>
                    <a:pt x="380" y="9455"/>
                    <a:pt x="9585" y="308"/>
                    <a:pt x="21003" y="-1"/>
                  </a:cubicBezTo>
                </a:path>
                <a:path w="21588" h="21592" stroke="0" extrusionOk="0">
                  <a:moveTo>
                    <a:pt x="0" y="20872"/>
                  </a:moveTo>
                  <a:cubicBezTo>
                    <a:pt x="380" y="9455"/>
                    <a:pt x="9585" y="308"/>
                    <a:pt x="21003" y="-1"/>
                  </a:cubicBezTo>
                  <a:lnTo>
                    <a:pt x="21588" y="21592"/>
                  </a:lnTo>
                  <a:lnTo>
                    <a:pt x="0" y="20872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1" name="Arc 18"/>
            <p:cNvSpPr>
              <a:spLocks/>
            </p:cNvSpPr>
            <p:nvPr/>
          </p:nvSpPr>
          <p:spPr bwMode="auto">
            <a:xfrm>
              <a:off x="2742" y="1471"/>
              <a:ext cx="39" cy="30"/>
            </a:xfrm>
            <a:custGeom>
              <a:avLst/>
              <a:gdLst>
                <a:gd name="T0" fmla="*/ 0 w 22168"/>
                <a:gd name="T1" fmla="*/ 0 h 21600"/>
                <a:gd name="T2" fmla="*/ 0 w 22168"/>
                <a:gd name="T3" fmla="*/ 0 h 21600"/>
                <a:gd name="T4" fmla="*/ 0 w 22168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68"/>
                <a:gd name="T10" fmla="*/ 0 h 21600"/>
                <a:gd name="T11" fmla="*/ 22168 w 2216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68" h="21600" fill="none" extrusionOk="0">
                  <a:moveTo>
                    <a:pt x="0" y="7"/>
                  </a:moveTo>
                  <a:cubicBezTo>
                    <a:pt x="189" y="2"/>
                    <a:pt x="378" y="-1"/>
                    <a:pt x="568" y="0"/>
                  </a:cubicBezTo>
                  <a:cubicBezTo>
                    <a:pt x="12497" y="0"/>
                    <a:pt x="22168" y="9670"/>
                    <a:pt x="22168" y="21600"/>
                  </a:cubicBezTo>
                </a:path>
                <a:path w="22168" h="21600" stroke="0" extrusionOk="0">
                  <a:moveTo>
                    <a:pt x="0" y="7"/>
                  </a:moveTo>
                  <a:cubicBezTo>
                    <a:pt x="189" y="2"/>
                    <a:pt x="378" y="-1"/>
                    <a:pt x="568" y="0"/>
                  </a:cubicBezTo>
                  <a:cubicBezTo>
                    <a:pt x="12497" y="0"/>
                    <a:pt x="22168" y="9670"/>
                    <a:pt x="22168" y="21600"/>
                  </a:cubicBezTo>
                  <a:lnTo>
                    <a:pt x="568" y="21600"/>
                  </a:lnTo>
                  <a:lnTo>
                    <a:pt x="0" y="7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2" name="Arc 19"/>
            <p:cNvSpPr>
              <a:spLocks/>
            </p:cNvSpPr>
            <p:nvPr/>
          </p:nvSpPr>
          <p:spPr bwMode="auto">
            <a:xfrm rot="10800000">
              <a:off x="2627" y="1511"/>
              <a:ext cx="38" cy="30"/>
            </a:xfrm>
            <a:custGeom>
              <a:avLst/>
              <a:gdLst>
                <a:gd name="T0" fmla="*/ 0 w 22184"/>
                <a:gd name="T1" fmla="*/ 0 h 21600"/>
                <a:gd name="T2" fmla="*/ 0 w 22184"/>
                <a:gd name="T3" fmla="*/ 0 h 21600"/>
                <a:gd name="T4" fmla="*/ 0 w 22184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84"/>
                <a:gd name="T10" fmla="*/ 0 h 21600"/>
                <a:gd name="T11" fmla="*/ 22184 w 2218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84" h="21600" fill="none" extrusionOk="0">
                  <a:moveTo>
                    <a:pt x="-1" y="7"/>
                  </a:moveTo>
                  <a:cubicBezTo>
                    <a:pt x="194" y="2"/>
                    <a:pt x="389" y="-1"/>
                    <a:pt x="584" y="0"/>
                  </a:cubicBezTo>
                  <a:cubicBezTo>
                    <a:pt x="12513" y="0"/>
                    <a:pt x="22184" y="9670"/>
                    <a:pt x="22184" y="21600"/>
                  </a:cubicBezTo>
                </a:path>
                <a:path w="22184" h="21600" stroke="0" extrusionOk="0">
                  <a:moveTo>
                    <a:pt x="-1" y="7"/>
                  </a:moveTo>
                  <a:cubicBezTo>
                    <a:pt x="194" y="2"/>
                    <a:pt x="389" y="-1"/>
                    <a:pt x="584" y="0"/>
                  </a:cubicBezTo>
                  <a:cubicBezTo>
                    <a:pt x="12513" y="0"/>
                    <a:pt x="22184" y="9670"/>
                    <a:pt x="22184" y="21600"/>
                  </a:cubicBezTo>
                  <a:lnTo>
                    <a:pt x="584" y="21600"/>
                  </a:lnTo>
                  <a:lnTo>
                    <a:pt x="-1" y="7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3" name="Arc 20"/>
            <p:cNvSpPr>
              <a:spLocks/>
            </p:cNvSpPr>
            <p:nvPr/>
          </p:nvSpPr>
          <p:spPr bwMode="auto">
            <a:xfrm rot="10800000">
              <a:off x="2670" y="1511"/>
              <a:ext cx="37" cy="30"/>
            </a:xfrm>
            <a:custGeom>
              <a:avLst/>
              <a:gdLst>
                <a:gd name="T0" fmla="*/ 0 w 21588"/>
                <a:gd name="T1" fmla="*/ 0 h 21592"/>
                <a:gd name="T2" fmla="*/ 0 w 21588"/>
                <a:gd name="T3" fmla="*/ 0 h 21592"/>
                <a:gd name="T4" fmla="*/ 0 w 21588"/>
                <a:gd name="T5" fmla="*/ 0 h 21592"/>
                <a:gd name="T6" fmla="*/ 0 60000 65536"/>
                <a:gd name="T7" fmla="*/ 0 60000 65536"/>
                <a:gd name="T8" fmla="*/ 0 60000 65536"/>
                <a:gd name="T9" fmla="*/ 0 w 21588"/>
                <a:gd name="T10" fmla="*/ 0 h 21592"/>
                <a:gd name="T11" fmla="*/ 21588 w 21588"/>
                <a:gd name="T12" fmla="*/ 21592 h 215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88" h="21592" fill="none" extrusionOk="0">
                  <a:moveTo>
                    <a:pt x="0" y="20872"/>
                  </a:moveTo>
                  <a:cubicBezTo>
                    <a:pt x="380" y="9455"/>
                    <a:pt x="9585" y="308"/>
                    <a:pt x="21003" y="-1"/>
                  </a:cubicBezTo>
                </a:path>
                <a:path w="21588" h="21592" stroke="0" extrusionOk="0">
                  <a:moveTo>
                    <a:pt x="0" y="20872"/>
                  </a:moveTo>
                  <a:cubicBezTo>
                    <a:pt x="380" y="9455"/>
                    <a:pt x="9585" y="308"/>
                    <a:pt x="21003" y="-1"/>
                  </a:cubicBezTo>
                  <a:lnTo>
                    <a:pt x="21588" y="21592"/>
                  </a:lnTo>
                  <a:lnTo>
                    <a:pt x="0" y="20872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520" name="Rectangle 21"/>
          <p:cNvSpPr>
            <a:spLocks noChangeArrowheads="1"/>
          </p:cNvSpPr>
          <p:nvPr/>
        </p:nvSpPr>
        <p:spPr bwMode="auto">
          <a:xfrm rot="-660000">
            <a:off x="3303588" y="4225925"/>
            <a:ext cx="3441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Percentage bias k1</a:t>
            </a:r>
          </a:p>
        </p:txBody>
      </p:sp>
      <p:sp>
        <p:nvSpPr>
          <p:cNvPr id="21521" name="Line 22"/>
          <p:cNvSpPr>
            <a:spLocks noChangeShapeType="1"/>
          </p:cNvSpPr>
          <p:nvPr/>
        </p:nvSpPr>
        <p:spPr bwMode="auto">
          <a:xfrm flipH="1">
            <a:off x="5692775" y="2049463"/>
            <a:ext cx="4254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2" name="Rectangle 23"/>
          <p:cNvSpPr>
            <a:spLocks noChangeArrowheads="1"/>
          </p:cNvSpPr>
          <p:nvPr/>
        </p:nvSpPr>
        <p:spPr bwMode="auto">
          <a:xfrm>
            <a:off x="6900863" y="4262438"/>
            <a:ext cx="13335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No trip</a:t>
            </a:r>
          </a:p>
        </p:txBody>
      </p:sp>
      <p:grpSp>
        <p:nvGrpSpPr>
          <p:cNvPr id="21523" name="Group 24"/>
          <p:cNvGrpSpPr>
            <a:grpSpLocks/>
          </p:cNvGrpSpPr>
          <p:nvPr/>
        </p:nvGrpSpPr>
        <p:grpSpPr bwMode="auto">
          <a:xfrm>
            <a:off x="5719763" y="2473325"/>
            <a:ext cx="485775" cy="579438"/>
            <a:chOff x="3795" y="1678"/>
            <a:chExt cx="306" cy="365"/>
          </a:xfrm>
        </p:grpSpPr>
        <p:sp>
          <p:nvSpPr>
            <p:cNvPr id="21548" name="Rectangle 25"/>
            <p:cNvSpPr>
              <a:spLocks noChangeArrowheads="1"/>
            </p:cNvSpPr>
            <p:nvPr/>
          </p:nvSpPr>
          <p:spPr bwMode="auto">
            <a:xfrm>
              <a:off x="3795" y="1678"/>
              <a:ext cx="16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algn="l"/>
              <a:r>
                <a:rPr lang="en-US" altLang="en-US" sz="240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21549" name="Rectangle 26"/>
            <p:cNvSpPr>
              <a:spLocks noChangeArrowheads="1"/>
            </p:cNvSpPr>
            <p:nvPr/>
          </p:nvSpPr>
          <p:spPr bwMode="auto">
            <a:xfrm>
              <a:off x="3864" y="1754"/>
              <a:ext cx="23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algn="l"/>
              <a:r>
                <a:rPr lang="en-US" altLang="en-US" sz="240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</p:grpSp>
      <p:grpSp>
        <p:nvGrpSpPr>
          <p:cNvPr id="21524" name="Group 27"/>
          <p:cNvGrpSpPr>
            <a:grpSpLocks/>
          </p:cNvGrpSpPr>
          <p:nvPr/>
        </p:nvGrpSpPr>
        <p:grpSpPr bwMode="auto">
          <a:xfrm>
            <a:off x="5684838" y="1470025"/>
            <a:ext cx="485775" cy="579438"/>
            <a:chOff x="3773" y="1046"/>
            <a:chExt cx="306" cy="365"/>
          </a:xfrm>
        </p:grpSpPr>
        <p:sp>
          <p:nvSpPr>
            <p:cNvPr id="21546" name="Rectangle 28"/>
            <p:cNvSpPr>
              <a:spLocks noChangeArrowheads="1"/>
            </p:cNvSpPr>
            <p:nvPr/>
          </p:nvSpPr>
          <p:spPr bwMode="auto">
            <a:xfrm>
              <a:off x="3773" y="1046"/>
              <a:ext cx="16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algn="l"/>
              <a:r>
                <a:rPr lang="en-US" altLang="en-US" sz="240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21547" name="Rectangle 29"/>
            <p:cNvSpPr>
              <a:spLocks noChangeArrowheads="1"/>
            </p:cNvSpPr>
            <p:nvPr/>
          </p:nvSpPr>
          <p:spPr bwMode="auto">
            <a:xfrm>
              <a:off x="3842" y="1122"/>
              <a:ext cx="23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algn="l"/>
              <a:r>
                <a:rPr lang="en-US" altLang="en-US" sz="240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</p:grpSp>
      <p:grpSp>
        <p:nvGrpSpPr>
          <p:cNvPr id="21525" name="Group 30"/>
          <p:cNvGrpSpPr>
            <a:grpSpLocks/>
          </p:cNvGrpSpPr>
          <p:nvPr/>
        </p:nvGrpSpPr>
        <p:grpSpPr bwMode="auto">
          <a:xfrm>
            <a:off x="4594225" y="1479550"/>
            <a:ext cx="485775" cy="579438"/>
            <a:chOff x="3086" y="1052"/>
            <a:chExt cx="306" cy="365"/>
          </a:xfrm>
        </p:grpSpPr>
        <p:sp>
          <p:nvSpPr>
            <p:cNvPr id="21544" name="Rectangle 31"/>
            <p:cNvSpPr>
              <a:spLocks noChangeArrowheads="1"/>
            </p:cNvSpPr>
            <p:nvPr/>
          </p:nvSpPr>
          <p:spPr bwMode="auto">
            <a:xfrm>
              <a:off x="3086" y="1052"/>
              <a:ext cx="16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algn="l"/>
              <a:r>
                <a:rPr lang="en-US" altLang="en-US" sz="240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21545" name="Rectangle 32"/>
            <p:cNvSpPr>
              <a:spLocks noChangeArrowheads="1"/>
            </p:cNvSpPr>
            <p:nvPr/>
          </p:nvSpPr>
          <p:spPr bwMode="auto">
            <a:xfrm>
              <a:off x="3155" y="1128"/>
              <a:ext cx="23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algn="l"/>
              <a:r>
                <a:rPr lang="en-US" altLang="en-US" sz="240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</p:grpSp>
      <p:sp>
        <p:nvSpPr>
          <p:cNvPr id="21526" name="Line 33"/>
          <p:cNvSpPr>
            <a:spLocks noChangeShapeType="1"/>
          </p:cNvSpPr>
          <p:nvPr/>
        </p:nvSpPr>
        <p:spPr bwMode="auto">
          <a:xfrm>
            <a:off x="4692650" y="2044700"/>
            <a:ext cx="3238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7" name="Line 34"/>
          <p:cNvSpPr>
            <a:spLocks noChangeShapeType="1"/>
          </p:cNvSpPr>
          <p:nvPr/>
        </p:nvSpPr>
        <p:spPr bwMode="auto">
          <a:xfrm flipV="1">
            <a:off x="5705475" y="2438400"/>
            <a:ext cx="0" cy="4254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8" name="Rectangle 35"/>
          <p:cNvSpPr>
            <a:spLocks noChangeArrowheads="1"/>
          </p:cNvSpPr>
          <p:nvPr/>
        </p:nvSpPr>
        <p:spPr bwMode="auto">
          <a:xfrm rot="-2100000">
            <a:off x="5764213" y="2954338"/>
            <a:ext cx="3441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Percentage bias k2</a:t>
            </a:r>
          </a:p>
        </p:txBody>
      </p:sp>
      <p:sp>
        <p:nvSpPr>
          <p:cNvPr id="21529" name="Rectangle 36"/>
          <p:cNvSpPr>
            <a:spLocks noChangeArrowheads="1"/>
          </p:cNvSpPr>
          <p:nvPr/>
        </p:nvSpPr>
        <p:spPr bwMode="auto">
          <a:xfrm>
            <a:off x="3700463" y="3454400"/>
            <a:ext cx="13335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Trip</a:t>
            </a:r>
          </a:p>
        </p:txBody>
      </p:sp>
      <p:grpSp>
        <p:nvGrpSpPr>
          <p:cNvPr id="21530" name="Group 37"/>
          <p:cNvGrpSpPr>
            <a:grpSpLocks/>
          </p:cNvGrpSpPr>
          <p:nvPr/>
        </p:nvGrpSpPr>
        <p:grpSpPr bwMode="auto">
          <a:xfrm>
            <a:off x="6608763" y="2157413"/>
            <a:ext cx="244475" cy="111125"/>
            <a:chOff x="2627" y="1471"/>
            <a:chExt cx="154" cy="70"/>
          </a:xfrm>
        </p:grpSpPr>
        <p:sp>
          <p:nvSpPr>
            <p:cNvPr id="21540" name="Arc 38"/>
            <p:cNvSpPr>
              <a:spLocks/>
            </p:cNvSpPr>
            <p:nvPr/>
          </p:nvSpPr>
          <p:spPr bwMode="auto">
            <a:xfrm>
              <a:off x="2710" y="1471"/>
              <a:ext cx="37" cy="30"/>
            </a:xfrm>
            <a:custGeom>
              <a:avLst/>
              <a:gdLst>
                <a:gd name="T0" fmla="*/ 0 w 21588"/>
                <a:gd name="T1" fmla="*/ 0 h 21592"/>
                <a:gd name="T2" fmla="*/ 0 w 21588"/>
                <a:gd name="T3" fmla="*/ 0 h 21592"/>
                <a:gd name="T4" fmla="*/ 0 w 21588"/>
                <a:gd name="T5" fmla="*/ 0 h 21592"/>
                <a:gd name="T6" fmla="*/ 0 60000 65536"/>
                <a:gd name="T7" fmla="*/ 0 60000 65536"/>
                <a:gd name="T8" fmla="*/ 0 60000 65536"/>
                <a:gd name="T9" fmla="*/ 0 w 21588"/>
                <a:gd name="T10" fmla="*/ 0 h 21592"/>
                <a:gd name="T11" fmla="*/ 21588 w 21588"/>
                <a:gd name="T12" fmla="*/ 21592 h 215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88" h="21592" fill="none" extrusionOk="0">
                  <a:moveTo>
                    <a:pt x="0" y="20872"/>
                  </a:moveTo>
                  <a:cubicBezTo>
                    <a:pt x="380" y="9455"/>
                    <a:pt x="9585" y="308"/>
                    <a:pt x="21003" y="-1"/>
                  </a:cubicBezTo>
                </a:path>
                <a:path w="21588" h="21592" stroke="0" extrusionOk="0">
                  <a:moveTo>
                    <a:pt x="0" y="20872"/>
                  </a:moveTo>
                  <a:cubicBezTo>
                    <a:pt x="380" y="9455"/>
                    <a:pt x="9585" y="308"/>
                    <a:pt x="21003" y="-1"/>
                  </a:cubicBezTo>
                  <a:lnTo>
                    <a:pt x="21588" y="21592"/>
                  </a:lnTo>
                  <a:lnTo>
                    <a:pt x="0" y="20872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1" name="Arc 39"/>
            <p:cNvSpPr>
              <a:spLocks/>
            </p:cNvSpPr>
            <p:nvPr/>
          </p:nvSpPr>
          <p:spPr bwMode="auto">
            <a:xfrm>
              <a:off x="2742" y="1471"/>
              <a:ext cx="39" cy="30"/>
            </a:xfrm>
            <a:custGeom>
              <a:avLst/>
              <a:gdLst>
                <a:gd name="T0" fmla="*/ 0 w 22168"/>
                <a:gd name="T1" fmla="*/ 0 h 21600"/>
                <a:gd name="T2" fmla="*/ 0 w 22168"/>
                <a:gd name="T3" fmla="*/ 0 h 21600"/>
                <a:gd name="T4" fmla="*/ 0 w 22168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68"/>
                <a:gd name="T10" fmla="*/ 0 h 21600"/>
                <a:gd name="T11" fmla="*/ 22168 w 2216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68" h="21600" fill="none" extrusionOk="0">
                  <a:moveTo>
                    <a:pt x="0" y="7"/>
                  </a:moveTo>
                  <a:cubicBezTo>
                    <a:pt x="189" y="2"/>
                    <a:pt x="378" y="-1"/>
                    <a:pt x="568" y="0"/>
                  </a:cubicBezTo>
                  <a:cubicBezTo>
                    <a:pt x="12497" y="0"/>
                    <a:pt x="22168" y="9670"/>
                    <a:pt x="22168" y="21600"/>
                  </a:cubicBezTo>
                </a:path>
                <a:path w="22168" h="21600" stroke="0" extrusionOk="0">
                  <a:moveTo>
                    <a:pt x="0" y="7"/>
                  </a:moveTo>
                  <a:cubicBezTo>
                    <a:pt x="189" y="2"/>
                    <a:pt x="378" y="-1"/>
                    <a:pt x="568" y="0"/>
                  </a:cubicBezTo>
                  <a:cubicBezTo>
                    <a:pt x="12497" y="0"/>
                    <a:pt x="22168" y="9670"/>
                    <a:pt x="22168" y="21600"/>
                  </a:cubicBezTo>
                  <a:lnTo>
                    <a:pt x="568" y="21600"/>
                  </a:lnTo>
                  <a:lnTo>
                    <a:pt x="0" y="7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2" name="Arc 40"/>
            <p:cNvSpPr>
              <a:spLocks/>
            </p:cNvSpPr>
            <p:nvPr/>
          </p:nvSpPr>
          <p:spPr bwMode="auto">
            <a:xfrm rot="10800000">
              <a:off x="2627" y="1511"/>
              <a:ext cx="38" cy="30"/>
            </a:xfrm>
            <a:custGeom>
              <a:avLst/>
              <a:gdLst>
                <a:gd name="T0" fmla="*/ 0 w 22184"/>
                <a:gd name="T1" fmla="*/ 0 h 21600"/>
                <a:gd name="T2" fmla="*/ 0 w 22184"/>
                <a:gd name="T3" fmla="*/ 0 h 21600"/>
                <a:gd name="T4" fmla="*/ 0 w 22184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84"/>
                <a:gd name="T10" fmla="*/ 0 h 21600"/>
                <a:gd name="T11" fmla="*/ 22184 w 2218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84" h="21600" fill="none" extrusionOk="0">
                  <a:moveTo>
                    <a:pt x="-1" y="7"/>
                  </a:moveTo>
                  <a:cubicBezTo>
                    <a:pt x="194" y="2"/>
                    <a:pt x="389" y="-1"/>
                    <a:pt x="584" y="0"/>
                  </a:cubicBezTo>
                  <a:cubicBezTo>
                    <a:pt x="12513" y="0"/>
                    <a:pt x="22184" y="9670"/>
                    <a:pt x="22184" y="21600"/>
                  </a:cubicBezTo>
                </a:path>
                <a:path w="22184" h="21600" stroke="0" extrusionOk="0">
                  <a:moveTo>
                    <a:pt x="-1" y="7"/>
                  </a:moveTo>
                  <a:cubicBezTo>
                    <a:pt x="194" y="2"/>
                    <a:pt x="389" y="-1"/>
                    <a:pt x="584" y="0"/>
                  </a:cubicBezTo>
                  <a:cubicBezTo>
                    <a:pt x="12513" y="0"/>
                    <a:pt x="22184" y="9670"/>
                    <a:pt x="22184" y="21600"/>
                  </a:cubicBezTo>
                  <a:lnTo>
                    <a:pt x="584" y="21600"/>
                  </a:lnTo>
                  <a:lnTo>
                    <a:pt x="-1" y="7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3" name="Arc 41"/>
            <p:cNvSpPr>
              <a:spLocks/>
            </p:cNvSpPr>
            <p:nvPr/>
          </p:nvSpPr>
          <p:spPr bwMode="auto">
            <a:xfrm rot="10800000">
              <a:off x="2670" y="1511"/>
              <a:ext cx="37" cy="30"/>
            </a:xfrm>
            <a:custGeom>
              <a:avLst/>
              <a:gdLst>
                <a:gd name="T0" fmla="*/ 0 w 21588"/>
                <a:gd name="T1" fmla="*/ 0 h 21592"/>
                <a:gd name="T2" fmla="*/ 0 w 21588"/>
                <a:gd name="T3" fmla="*/ 0 h 21592"/>
                <a:gd name="T4" fmla="*/ 0 w 21588"/>
                <a:gd name="T5" fmla="*/ 0 h 21592"/>
                <a:gd name="T6" fmla="*/ 0 60000 65536"/>
                <a:gd name="T7" fmla="*/ 0 60000 65536"/>
                <a:gd name="T8" fmla="*/ 0 60000 65536"/>
                <a:gd name="T9" fmla="*/ 0 w 21588"/>
                <a:gd name="T10" fmla="*/ 0 h 21592"/>
                <a:gd name="T11" fmla="*/ 21588 w 21588"/>
                <a:gd name="T12" fmla="*/ 21592 h 215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88" h="21592" fill="none" extrusionOk="0">
                  <a:moveTo>
                    <a:pt x="0" y="20872"/>
                  </a:moveTo>
                  <a:cubicBezTo>
                    <a:pt x="380" y="9455"/>
                    <a:pt x="9585" y="308"/>
                    <a:pt x="21003" y="-1"/>
                  </a:cubicBezTo>
                </a:path>
                <a:path w="21588" h="21592" stroke="0" extrusionOk="0">
                  <a:moveTo>
                    <a:pt x="0" y="20872"/>
                  </a:moveTo>
                  <a:cubicBezTo>
                    <a:pt x="380" y="9455"/>
                    <a:pt x="9585" y="308"/>
                    <a:pt x="21003" y="-1"/>
                  </a:cubicBezTo>
                  <a:lnTo>
                    <a:pt x="21588" y="21592"/>
                  </a:lnTo>
                  <a:lnTo>
                    <a:pt x="0" y="20872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531" name="Group 42"/>
          <p:cNvGrpSpPr>
            <a:grpSpLocks/>
          </p:cNvGrpSpPr>
          <p:nvPr/>
        </p:nvGrpSpPr>
        <p:grpSpPr bwMode="auto">
          <a:xfrm>
            <a:off x="5453063" y="3402013"/>
            <a:ext cx="244475" cy="111125"/>
            <a:chOff x="2627" y="1471"/>
            <a:chExt cx="154" cy="70"/>
          </a:xfrm>
        </p:grpSpPr>
        <p:sp>
          <p:nvSpPr>
            <p:cNvPr id="21536" name="Arc 43"/>
            <p:cNvSpPr>
              <a:spLocks/>
            </p:cNvSpPr>
            <p:nvPr/>
          </p:nvSpPr>
          <p:spPr bwMode="auto">
            <a:xfrm>
              <a:off x="2710" y="1471"/>
              <a:ext cx="37" cy="30"/>
            </a:xfrm>
            <a:custGeom>
              <a:avLst/>
              <a:gdLst>
                <a:gd name="T0" fmla="*/ 0 w 21588"/>
                <a:gd name="T1" fmla="*/ 0 h 21592"/>
                <a:gd name="T2" fmla="*/ 0 w 21588"/>
                <a:gd name="T3" fmla="*/ 0 h 21592"/>
                <a:gd name="T4" fmla="*/ 0 w 21588"/>
                <a:gd name="T5" fmla="*/ 0 h 21592"/>
                <a:gd name="T6" fmla="*/ 0 60000 65536"/>
                <a:gd name="T7" fmla="*/ 0 60000 65536"/>
                <a:gd name="T8" fmla="*/ 0 60000 65536"/>
                <a:gd name="T9" fmla="*/ 0 w 21588"/>
                <a:gd name="T10" fmla="*/ 0 h 21592"/>
                <a:gd name="T11" fmla="*/ 21588 w 21588"/>
                <a:gd name="T12" fmla="*/ 21592 h 215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88" h="21592" fill="none" extrusionOk="0">
                  <a:moveTo>
                    <a:pt x="0" y="20872"/>
                  </a:moveTo>
                  <a:cubicBezTo>
                    <a:pt x="380" y="9455"/>
                    <a:pt x="9585" y="308"/>
                    <a:pt x="21003" y="-1"/>
                  </a:cubicBezTo>
                </a:path>
                <a:path w="21588" h="21592" stroke="0" extrusionOk="0">
                  <a:moveTo>
                    <a:pt x="0" y="20872"/>
                  </a:moveTo>
                  <a:cubicBezTo>
                    <a:pt x="380" y="9455"/>
                    <a:pt x="9585" y="308"/>
                    <a:pt x="21003" y="-1"/>
                  </a:cubicBezTo>
                  <a:lnTo>
                    <a:pt x="21588" y="21592"/>
                  </a:lnTo>
                  <a:lnTo>
                    <a:pt x="0" y="20872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7" name="Arc 44"/>
            <p:cNvSpPr>
              <a:spLocks/>
            </p:cNvSpPr>
            <p:nvPr/>
          </p:nvSpPr>
          <p:spPr bwMode="auto">
            <a:xfrm>
              <a:off x="2742" y="1471"/>
              <a:ext cx="39" cy="30"/>
            </a:xfrm>
            <a:custGeom>
              <a:avLst/>
              <a:gdLst>
                <a:gd name="T0" fmla="*/ 0 w 22168"/>
                <a:gd name="T1" fmla="*/ 0 h 21600"/>
                <a:gd name="T2" fmla="*/ 0 w 22168"/>
                <a:gd name="T3" fmla="*/ 0 h 21600"/>
                <a:gd name="T4" fmla="*/ 0 w 22168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68"/>
                <a:gd name="T10" fmla="*/ 0 h 21600"/>
                <a:gd name="T11" fmla="*/ 22168 w 2216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68" h="21600" fill="none" extrusionOk="0">
                  <a:moveTo>
                    <a:pt x="0" y="7"/>
                  </a:moveTo>
                  <a:cubicBezTo>
                    <a:pt x="189" y="2"/>
                    <a:pt x="378" y="-1"/>
                    <a:pt x="568" y="0"/>
                  </a:cubicBezTo>
                  <a:cubicBezTo>
                    <a:pt x="12497" y="0"/>
                    <a:pt x="22168" y="9670"/>
                    <a:pt x="22168" y="21600"/>
                  </a:cubicBezTo>
                </a:path>
                <a:path w="22168" h="21600" stroke="0" extrusionOk="0">
                  <a:moveTo>
                    <a:pt x="0" y="7"/>
                  </a:moveTo>
                  <a:cubicBezTo>
                    <a:pt x="189" y="2"/>
                    <a:pt x="378" y="-1"/>
                    <a:pt x="568" y="0"/>
                  </a:cubicBezTo>
                  <a:cubicBezTo>
                    <a:pt x="12497" y="0"/>
                    <a:pt x="22168" y="9670"/>
                    <a:pt x="22168" y="21600"/>
                  </a:cubicBezTo>
                  <a:lnTo>
                    <a:pt x="568" y="21600"/>
                  </a:lnTo>
                  <a:lnTo>
                    <a:pt x="0" y="7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8" name="Arc 45"/>
            <p:cNvSpPr>
              <a:spLocks/>
            </p:cNvSpPr>
            <p:nvPr/>
          </p:nvSpPr>
          <p:spPr bwMode="auto">
            <a:xfrm rot="10800000">
              <a:off x="2627" y="1511"/>
              <a:ext cx="38" cy="30"/>
            </a:xfrm>
            <a:custGeom>
              <a:avLst/>
              <a:gdLst>
                <a:gd name="T0" fmla="*/ 0 w 22184"/>
                <a:gd name="T1" fmla="*/ 0 h 21600"/>
                <a:gd name="T2" fmla="*/ 0 w 22184"/>
                <a:gd name="T3" fmla="*/ 0 h 21600"/>
                <a:gd name="T4" fmla="*/ 0 w 22184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84"/>
                <a:gd name="T10" fmla="*/ 0 h 21600"/>
                <a:gd name="T11" fmla="*/ 22184 w 2218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84" h="21600" fill="none" extrusionOk="0">
                  <a:moveTo>
                    <a:pt x="-1" y="7"/>
                  </a:moveTo>
                  <a:cubicBezTo>
                    <a:pt x="194" y="2"/>
                    <a:pt x="389" y="-1"/>
                    <a:pt x="584" y="0"/>
                  </a:cubicBezTo>
                  <a:cubicBezTo>
                    <a:pt x="12513" y="0"/>
                    <a:pt x="22184" y="9670"/>
                    <a:pt x="22184" y="21600"/>
                  </a:cubicBezTo>
                </a:path>
                <a:path w="22184" h="21600" stroke="0" extrusionOk="0">
                  <a:moveTo>
                    <a:pt x="-1" y="7"/>
                  </a:moveTo>
                  <a:cubicBezTo>
                    <a:pt x="194" y="2"/>
                    <a:pt x="389" y="-1"/>
                    <a:pt x="584" y="0"/>
                  </a:cubicBezTo>
                  <a:cubicBezTo>
                    <a:pt x="12513" y="0"/>
                    <a:pt x="22184" y="9670"/>
                    <a:pt x="22184" y="21600"/>
                  </a:cubicBezTo>
                  <a:lnTo>
                    <a:pt x="584" y="21600"/>
                  </a:lnTo>
                  <a:lnTo>
                    <a:pt x="-1" y="7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9" name="Arc 46"/>
            <p:cNvSpPr>
              <a:spLocks/>
            </p:cNvSpPr>
            <p:nvPr/>
          </p:nvSpPr>
          <p:spPr bwMode="auto">
            <a:xfrm rot="10800000">
              <a:off x="2670" y="1511"/>
              <a:ext cx="37" cy="30"/>
            </a:xfrm>
            <a:custGeom>
              <a:avLst/>
              <a:gdLst>
                <a:gd name="T0" fmla="*/ 0 w 21588"/>
                <a:gd name="T1" fmla="*/ 0 h 21592"/>
                <a:gd name="T2" fmla="*/ 0 w 21588"/>
                <a:gd name="T3" fmla="*/ 0 h 21592"/>
                <a:gd name="T4" fmla="*/ 0 w 21588"/>
                <a:gd name="T5" fmla="*/ 0 h 21592"/>
                <a:gd name="T6" fmla="*/ 0 60000 65536"/>
                <a:gd name="T7" fmla="*/ 0 60000 65536"/>
                <a:gd name="T8" fmla="*/ 0 60000 65536"/>
                <a:gd name="T9" fmla="*/ 0 w 21588"/>
                <a:gd name="T10" fmla="*/ 0 h 21592"/>
                <a:gd name="T11" fmla="*/ 21588 w 21588"/>
                <a:gd name="T12" fmla="*/ 21592 h 215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88" h="21592" fill="none" extrusionOk="0">
                  <a:moveTo>
                    <a:pt x="0" y="20872"/>
                  </a:moveTo>
                  <a:cubicBezTo>
                    <a:pt x="380" y="9455"/>
                    <a:pt x="9585" y="308"/>
                    <a:pt x="21003" y="-1"/>
                  </a:cubicBezTo>
                </a:path>
                <a:path w="21588" h="21592" stroke="0" extrusionOk="0">
                  <a:moveTo>
                    <a:pt x="0" y="20872"/>
                  </a:moveTo>
                  <a:cubicBezTo>
                    <a:pt x="380" y="9455"/>
                    <a:pt x="9585" y="308"/>
                    <a:pt x="21003" y="-1"/>
                  </a:cubicBezTo>
                  <a:lnTo>
                    <a:pt x="21588" y="21592"/>
                  </a:lnTo>
                  <a:lnTo>
                    <a:pt x="0" y="20872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532" name="Text Box 48"/>
          <p:cNvSpPr txBox="1">
            <a:spLocks noChangeArrowheads="1"/>
          </p:cNvSpPr>
          <p:nvPr/>
        </p:nvSpPr>
        <p:spPr bwMode="auto">
          <a:xfrm>
            <a:off x="165100" y="2219325"/>
            <a:ext cx="3276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Differential current</a:t>
            </a:r>
          </a:p>
          <a:p>
            <a:pPr>
              <a:spcBef>
                <a:spcPct val="50000"/>
              </a:spcBef>
            </a:pP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│Idiff│ =│I</a:t>
            </a:r>
            <a:r>
              <a:rPr lang="en-GB" alt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+ I</a:t>
            </a:r>
            <a:r>
              <a:rPr lang="en-GB" alt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+ I</a:t>
            </a:r>
            <a:r>
              <a:rPr lang="en-GB" alt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│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33" name="Text Box 49"/>
          <p:cNvSpPr txBox="1">
            <a:spLocks noChangeArrowheads="1"/>
          </p:cNvSpPr>
          <p:nvPr/>
        </p:nvSpPr>
        <p:spPr bwMode="auto">
          <a:xfrm>
            <a:off x="3840163" y="5487988"/>
            <a:ext cx="48466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Bias Current</a:t>
            </a:r>
          </a:p>
          <a:p>
            <a:pPr>
              <a:spcBef>
                <a:spcPct val="50000"/>
              </a:spcBef>
            </a:pP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│Ibias│ =  ½(│I</a:t>
            </a:r>
            <a:r>
              <a:rPr lang="en-GB" alt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│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│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alt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│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│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alt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│)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34" name="Rectangle 50"/>
          <p:cNvSpPr>
            <a:spLocks noChangeArrowheads="1"/>
          </p:cNvSpPr>
          <p:nvPr/>
        </p:nvSpPr>
        <p:spPr bwMode="auto">
          <a:xfrm>
            <a:off x="5984875" y="4900613"/>
            <a:ext cx="78263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Is2</a:t>
            </a:r>
            <a:endParaRPr lang="en-US" altLang="en-US" sz="24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35" name="Rectangle 5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MiCOM P54x</a:t>
            </a:r>
            <a:br>
              <a:rPr lang="en-US" altLang="en-US"/>
            </a:br>
            <a:r>
              <a:rPr lang="en-US" altLang="en-US"/>
              <a:t>Differential protection</a:t>
            </a:r>
            <a:endParaRPr lang="en-GB" altLang="en-US"/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611188" y="2718213"/>
            <a:ext cx="8137525" cy="1317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Time Synchronization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alignment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76203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AutoShape 40"/>
          <p:cNvSpPr>
            <a:spLocks noChangeArrowheads="1"/>
          </p:cNvSpPr>
          <p:nvPr/>
        </p:nvSpPr>
        <p:spPr bwMode="auto">
          <a:xfrm>
            <a:off x="6169025" y="2994025"/>
            <a:ext cx="1665288" cy="690563"/>
          </a:xfrm>
          <a:prstGeom prst="roundRect">
            <a:avLst>
              <a:gd name="adj" fmla="val 16667"/>
            </a:avLst>
          </a:prstGeom>
          <a:solidFill>
            <a:srgbClr val="4FA600"/>
          </a:solidFill>
          <a:ln w="25400">
            <a:solidFill>
              <a:srgbClr val="E47F00"/>
            </a:solidFill>
            <a:round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AutoShape 39"/>
          <p:cNvSpPr>
            <a:spLocks noChangeArrowheads="1"/>
          </p:cNvSpPr>
          <p:nvPr/>
        </p:nvSpPr>
        <p:spPr bwMode="auto">
          <a:xfrm>
            <a:off x="1482725" y="2994025"/>
            <a:ext cx="1665288" cy="690563"/>
          </a:xfrm>
          <a:prstGeom prst="roundRect">
            <a:avLst>
              <a:gd name="adj" fmla="val 16667"/>
            </a:avLst>
          </a:prstGeom>
          <a:solidFill>
            <a:srgbClr val="4FA600"/>
          </a:solidFill>
          <a:ln w="25400">
            <a:solidFill>
              <a:srgbClr val="E47F00"/>
            </a:solidFill>
            <a:round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MiCOM P54x</a:t>
            </a:r>
            <a:br>
              <a:rPr lang="en-US" altLang="en-US"/>
            </a:br>
            <a:r>
              <a:rPr lang="en-US" altLang="en-US"/>
              <a:t>Propagation Delay Problem</a:t>
            </a:r>
            <a:endParaRPr lang="en-GB" altLang="en-US"/>
          </a:p>
        </p:txBody>
      </p:sp>
      <p:sp>
        <p:nvSpPr>
          <p:cNvPr id="23557" name="Line 3"/>
          <p:cNvSpPr>
            <a:spLocks noChangeShapeType="1"/>
          </p:cNvSpPr>
          <p:nvPr/>
        </p:nvSpPr>
        <p:spPr bwMode="auto">
          <a:xfrm>
            <a:off x="1404938" y="2682875"/>
            <a:ext cx="6362700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Rectangle 4"/>
          <p:cNvSpPr>
            <a:spLocks noChangeArrowheads="1"/>
          </p:cNvSpPr>
          <p:nvPr/>
        </p:nvSpPr>
        <p:spPr bwMode="auto">
          <a:xfrm>
            <a:off x="3214688" y="3911600"/>
            <a:ext cx="2220912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r>
              <a:rPr lang="en-US" altLang="en-US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at B</a:t>
            </a:r>
          </a:p>
        </p:txBody>
      </p:sp>
      <p:sp>
        <p:nvSpPr>
          <p:cNvPr id="23559" name="Rectangle 5"/>
          <p:cNvSpPr>
            <a:spLocks noChangeArrowheads="1"/>
          </p:cNvSpPr>
          <p:nvPr/>
        </p:nvSpPr>
        <p:spPr bwMode="auto">
          <a:xfrm>
            <a:off x="1509713" y="4616450"/>
            <a:ext cx="38735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/>
            <a:r>
              <a:rPr lang="en-US" altLang="en-US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received from A</a:t>
            </a:r>
          </a:p>
        </p:txBody>
      </p:sp>
      <p:sp>
        <p:nvSpPr>
          <p:cNvPr id="23560" name="Rectangle 6"/>
          <p:cNvSpPr>
            <a:spLocks noChangeArrowheads="1"/>
          </p:cNvSpPr>
          <p:nvPr/>
        </p:nvSpPr>
        <p:spPr bwMode="auto">
          <a:xfrm>
            <a:off x="3902075" y="5572125"/>
            <a:ext cx="38735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Propagation delay</a:t>
            </a:r>
          </a:p>
        </p:txBody>
      </p:sp>
      <p:sp>
        <p:nvSpPr>
          <p:cNvPr id="23561" name="Line 7"/>
          <p:cNvSpPr>
            <a:spLocks noChangeShapeType="1"/>
          </p:cNvSpPr>
          <p:nvPr/>
        </p:nvSpPr>
        <p:spPr bwMode="auto">
          <a:xfrm>
            <a:off x="1493838" y="1936750"/>
            <a:ext cx="2006600" cy="0"/>
          </a:xfrm>
          <a:prstGeom prst="line">
            <a:avLst/>
          </a:prstGeom>
          <a:noFill/>
          <a:ln w="254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Freeform 8"/>
          <p:cNvSpPr>
            <a:spLocks/>
          </p:cNvSpPr>
          <p:nvPr/>
        </p:nvSpPr>
        <p:spPr bwMode="auto">
          <a:xfrm>
            <a:off x="1687513" y="1600200"/>
            <a:ext cx="1670050" cy="681038"/>
          </a:xfrm>
          <a:custGeom>
            <a:avLst/>
            <a:gdLst>
              <a:gd name="T0" fmla="*/ 0 w 1052"/>
              <a:gd name="T1" fmla="*/ 2147483646 h 429"/>
              <a:gd name="T2" fmla="*/ 2147483646 w 1052"/>
              <a:gd name="T3" fmla="*/ 2147483646 h 429"/>
              <a:gd name="T4" fmla="*/ 2147483646 w 1052"/>
              <a:gd name="T5" fmla="*/ 2147483646 h 429"/>
              <a:gd name="T6" fmla="*/ 2147483646 w 1052"/>
              <a:gd name="T7" fmla="*/ 2147483646 h 429"/>
              <a:gd name="T8" fmla="*/ 2147483646 w 1052"/>
              <a:gd name="T9" fmla="*/ 2147483646 h 429"/>
              <a:gd name="T10" fmla="*/ 2147483646 w 1052"/>
              <a:gd name="T11" fmla="*/ 2147483646 h 429"/>
              <a:gd name="T12" fmla="*/ 2147483646 w 1052"/>
              <a:gd name="T13" fmla="*/ 2147483646 h 429"/>
              <a:gd name="T14" fmla="*/ 2147483646 w 1052"/>
              <a:gd name="T15" fmla="*/ 2147483646 h 429"/>
              <a:gd name="T16" fmla="*/ 2147483646 w 1052"/>
              <a:gd name="T17" fmla="*/ 0 h 429"/>
              <a:gd name="T18" fmla="*/ 2147483646 w 1052"/>
              <a:gd name="T19" fmla="*/ 2147483646 h 429"/>
              <a:gd name="T20" fmla="*/ 2147483646 w 1052"/>
              <a:gd name="T21" fmla="*/ 2147483646 h 429"/>
              <a:gd name="T22" fmla="*/ 2147483646 w 1052"/>
              <a:gd name="T23" fmla="*/ 2147483646 h 429"/>
              <a:gd name="T24" fmla="*/ 2147483646 w 1052"/>
              <a:gd name="T25" fmla="*/ 2147483646 h 429"/>
              <a:gd name="T26" fmla="*/ 2147483646 w 1052"/>
              <a:gd name="T27" fmla="*/ 2147483646 h 429"/>
              <a:gd name="T28" fmla="*/ 2147483646 w 1052"/>
              <a:gd name="T29" fmla="*/ 2147483646 h 429"/>
              <a:gd name="T30" fmla="*/ 2147483646 w 1052"/>
              <a:gd name="T31" fmla="*/ 2147483646 h 429"/>
              <a:gd name="T32" fmla="*/ 2147483646 w 1052"/>
              <a:gd name="T33" fmla="*/ 2147483646 h 429"/>
              <a:gd name="T34" fmla="*/ 2147483646 w 1052"/>
              <a:gd name="T35" fmla="*/ 2147483646 h 429"/>
              <a:gd name="T36" fmla="*/ 2147483646 w 1052"/>
              <a:gd name="T37" fmla="*/ 2147483646 h 429"/>
              <a:gd name="T38" fmla="*/ 2147483646 w 1052"/>
              <a:gd name="T39" fmla="*/ 2147483646 h 429"/>
              <a:gd name="T40" fmla="*/ 2147483646 w 1052"/>
              <a:gd name="T41" fmla="*/ 2147483646 h 429"/>
              <a:gd name="T42" fmla="*/ 2147483646 w 1052"/>
              <a:gd name="T43" fmla="*/ 2147483646 h 429"/>
              <a:gd name="T44" fmla="*/ 2147483646 w 1052"/>
              <a:gd name="T45" fmla="*/ 2147483646 h 429"/>
              <a:gd name="T46" fmla="*/ 2147483646 w 1052"/>
              <a:gd name="T47" fmla="*/ 2147483646 h 429"/>
              <a:gd name="T48" fmla="*/ 2147483646 w 1052"/>
              <a:gd name="T49" fmla="*/ 2147483646 h 429"/>
              <a:gd name="T50" fmla="*/ 2147483646 w 1052"/>
              <a:gd name="T51" fmla="*/ 2147483646 h 429"/>
              <a:gd name="T52" fmla="*/ 2147483646 w 1052"/>
              <a:gd name="T53" fmla="*/ 2147483646 h 429"/>
              <a:gd name="T54" fmla="*/ 2147483646 w 1052"/>
              <a:gd name="T55" fmla="*/ 2147483646 h 429"/>
              <a:gd name="T56" fmla="*/ 2147483646 w 1052"/>
              <a:gd name="T57" fmla="*/ 2147483646 h 429"/>
              <a:gd name="T58" fmla="*/ 2147483646 w 1052"/>
              <a:gd name="T59" fmla="*/ 2147483646 h 429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1052"/>
              <a:gd name="T91" fmla="*/ 0 h 429"/>
              <a:gd name="T92" fmla="*/ 1052 w 1052"/>
              <a:gd name="T93" fmla="*/ 429 h 429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1052" h="429">
                <a:moveTo>
                  <a:pt x="0" y="209"/>
                </a:moveTo>
                <a:lnTo>
                  <a:pt x="32" y="164"/>
                </a:lnTo>
                <a:lnTo>
                  <a:pt x="66" y="120"/>
                </a:lnTo>
                <a:lnTo>
                  <a:pt x="111" y="71"/>
                </a:lnTo>
                <a:lnTo>
                  <a:pt x="139" y="46"/>
                </a:lnTo>
                <a:lnTo>
                  <a:pt x="170" y="23"/>
                </a:lnTo>
                <a:lnTo>
                  <a:pt x="194" y="11"/>
                </a:lnTo>
                <a:lnTo>
                  <a:pt x="222" y="4"/>
                </a:lnTo>
                <a:lnTo>
                  <a:pt x="255" y="0"/>
                </a:lnTo>
                <a:lnTo>
                  <a:pt x="295" y="1"/>
                </a:lnTo>
                <a:lnTo>
                  <a:pt x="325" y="7"/>
                </a:lnTo>
                <a:lnTo>
                  <a:pt x="360" y="21"/>
                </a:lnTo>
                <a:lnTo>
                  <a:pt x="391" y="42"/>
                </a:lnTo>
                <a:lnTo>
                  <a:pt x="415" y="70"/>
                </a:lnTo>
                <a:lnTo>
                  <a:pt x="463" y="141"/>
                </a:lnTo>
                <a:lnTo>
                  <a:pt x="560" y="276"/>
                </a:lnTo>
                <a:lnTo>
                  <a:pt x="603" y="330"/>
                </a:lnTo>
                <a:lnTo>
                  <a:pt x="630" y="362"/>
                </a:lnTo>
                <a:lnTo>
                  <a:pt x="666" y="386"/>
                </a:lnTo>
                <a:lnTo>
                  <a:pt x="699" y="402"/>
                </a:lnTo>
                <a:lnTo>
                  <a:pt x="735" y="417"/>
                </a:lnTo>
                <a:lnTo>
                  <a:pt x="776" y="426"/>
                </a:lnTo>
                <a:lnTo>
                  <a:pt x="810" y="428"/>
                </a:lnTo>
                <a:lnTo>
                  <a:pt x="850" y="423"/>
                </a:lnTo>
                <a:lnTo>
                  <a:pt x="887" y="412"/>
                </a:lnTo>
                <a:lnTo>
                  <a:pt x="932" y="385"/>
                </a:lnTo>
                <a:lnTo>
                  <a:pt x="986" y="337"/>
                </a:lnTo>
                <a:lnTo>
                  <a:pt x="1027" y="280"/>
                </a:lnTo>
                <a:lnTo>
                  <a:pt x="1046" y="239"/>
                </a:lnTo>
                <a:lnTo>
                  <a:pt x="1051" y="218"/>
                </a:lnTo>
              </a:path>
            </a:pathLst>
          </a:custGeom>
          <a:noFill/>
          <a:ln w="50800" cap="rnd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3" name="Freeform 9"/>
          <p:cNvSpPr>
            <a:spLocks/>
          </p:cNvSpPr>
          <p:nvPr/>
        </p:nvSpPr>
        <p:spPr bwMode="auto">
          <a:xfrm>
            <a:off x="6015038" y="1608138"/>
            <a:ext cx="1671637" cy="681037"/>
          </a:xfrm>
          <a:custGeom>
            <a:avLst/>
            <a:gdLst>
              <a:gd name="T0" fmla="*/ 0 w 1053"/>
              <a:gd name="T1" fmla="*/ 2147483646 h 429"/>
              <a:gd name="T2" fmla="*/ 2147483646 w 1053"/>
              <a:gd name="T3" fmla="*/ 2147483646 h 429"/>
              <a:gd name="T4" fmla="*/ 2147483646 w 1053"/>
              <a:gd name="T5" fmla="*/ 2147483646 h 429"/>
              <a:gd name="T6" fmla="*/ 2147483646 w 1053"/>
              <a:gd name="T7" fmla="*/ 2147483646 h 429"/>
              <a:gd name="T8" fmla="*/ 2147483646 w 1053"/>
              <a:gd name="T9" fmla="*/ 2147483646 h 429"/>
              <a:gd name="T10" fmla="*/ 2147483646 w 1053"/>
              <a:gd name="T11" fmla="*/ 2147483646 h 429"/>
              <a:gd name="T12" fmla="*/ 2147483646 w 1053"/>
              <a:gd name="T13" fmla="*/ 2147483646 h 429"/>
              <a:gd name="T14" fmla="*/ 2147483646 w 1053"/>
              <a:gd name="T15" fmla="*/ 2147483646 h 429"/>
              <a:gd name="T16" fmla="*/ 2147483646 w 1053"/>
              <a:gd name="T17" fmla="*/ 0 h 429"/>
              <a:gd name="T18" fmla="*/ 2147483646 w 1053"/>
              <a:gd name="T19" fmla="*/ 2147483646 h 429"/>
              <a:gd name="T20" fmla="*/ 2147483646 w 1053"/>
              <a:gd name="T21" fmla="*/ 2147483646 h 429"/>
              <a:gd name="T22" fmla="*/ 2147483646 w 1053"/>
              <a:gd name="T23" fmla="*/ 2147483646 h 429"/>
              <a:gd name="T24" fmla="*/ 2147483646 w 1053"/>
              <a:gd name="T25" fmla="*/ 2147483646 h 429"/>
              <a:gd name="T26" fmla="*/ 2147483646 w 1053"/>
              <a:gd name="T27" fmla="*/ 2147483646 h 429"/>
              <a:gd name="T28" fmla="*/ 2147483646 w 1053"/>
              <a:gd name="T29" fmla="*/ 2147483646 h 429"/>
              <a:gd name="T30" fmla="*/ 2147483646 w 1053"/>
              <a:gd name="T31" fmla="*/ 2147483646 h 429"/>
              <a:gd name="T32" fmla="*/ 2147483646 w 1053"/>
              <a:gd name="T33" fmla="*/ 2147483646 h 429"/>
              <a:gd name="T34" fmla="*/ 2147483646 w 1053"/>
              <a:gd name="T35" fmla="*/ 2147483646 h 429"/>
              <a:gd name="T36" fmla="*/ 2147483646 w 1053"/>
              <a:gd name="T37" fmla="*/ 2147483646 h 429"/>
              <a:gd name="T38" fmla="*/ 2147483646 w 1053"/>
              <a:gd name="T39" fmla="*/ 2147483646 h 429"/>
              <a:gd name="T40" fmla="*/ 2147483646 w 1053"/>
              <a:gd name="T41" fmla="*/ 2147483646 h 429"/>
              <a:gd name="T42" fmla="*/ 2147483646 w 1053"/>
              <a:gd name="T43" fmla="*/ 2147483646 h 429"/>
              <a:gd name="T44" fmla="*/ 2147483646 w 1053"/>
              <a:gd name="T45" fmla="*/ 2147483646 h 429"/>
              <a:gd name="T46" fmla="*/ 2147483646 w 1053"/>
              <a:gd name="T47" fmla="*/ 2147483646 h 429"/>
              <a:gd name="T48" fmla="*/ 2147483646 w 1053"/>
              <a:gd name="T49" fmla="*/ 2147483646 h 429"/>
              <a:gd name="T50" fmla="*/ 2147483646 w 1053"/>
              <a:gd name="T51" fmla="*/ 2147483646 h 429"/>
              <a:gd name="T52" fmla="*/ 2147483646 w 1053"/>
              <a:gd name="T53" fmla="*/ 2147483646 h 429"/>
              <a:gd name="T54" fmla="*/ 2147483646 w 1053"/>
              <a:gd name="T55" fmla="*/ 2147483646 h 429"/>
              <a:gd name="T56" fmla="*/ 2147483646 w 1053"/>
              <a:gd name="T57" fmla="*/ 2147483646 h 429"/>
              <a:gd name="T58" fmla="*/ 2147483646 w 1053"/>
              <a:gd name="T59" fmla="*/ 2147483646 h 429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1053"/>
              <a:gd name="T91" fmla="*/ 0 h 429"/>
              <a:gd name="T92" fmla="*/ 1053 w 1053"/>
              <a:gd name="T93" fmla="*/ 429 h 429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1053" h="429">
                <a:moveTo>
                  <a:pt x="0" y="209"/>
                </a:moveTo>
                <a:lnTo>
                  <a:pt x="32" y="164"/>
                </a:lnTo>
                <a:lnTo>
                  <a:pt x="66" y="120"/>
                </a:lnTo>
                <a:lnTo>
                  <a:pt x="112" y="71"/>
                </a:lnTo>
                <a:lnTo>
                  <a:pt x="139" y="46"/>
                </a:lnTo>
                <a:lnTo>
                  <a:pt x="170" y="23"/>
                </a:lnTo>
                <a:lnTo>
                  <a:pt x="195" y="11"/>
                </a:lnTo>
                <a:lnTo>
                  <a:pt x="222" y="4"/>
                </a:lnTo>
                <a:lnTo>
                  <a:pt x="255" y="0"/>
                </a:lnTo>
                <a:lnTo>
                  <a:pt x="295" y="1"/>
                </a:lnTo>
                <a:lnTo>
                  <a:pt x="325" y="7"/>
                </a:lnTo>
                <a:lnTo>
                  <a:pt x="360" y="21"/>
                </a:lnTo>
                <a:lnTo>
                  <a:pt x="391" y="42"/>
                </a:lnTo>
                <a:lnTo>
                  <a:pt x="416" y="70"/>
                </a:lnTo>
                <a:lnTo>
                  <a:pt x="463" y="141"/>
                </a:lnTo>
                <a:lnTo>
                  <a:pt x="560" y="276"/>
                </a:lnTo>
                <a:lnTo>
                  <a:pt x="603" y="330"/>
                </a:lnTo>
                <a:lnTo>
                  <a:pt x="631" y="362"/>
                </a:lnTo>
                <a:lnTo>
                  <a:pt x="667" y="386"/>
                </a:lnTo>
                <a:lnTo>
                  <a:pt x="699" y="402"/>
                </a:lnTo>
                <a:lnTo>
                  <a:pt x="736" y="417"/>
                </a:lnTo>
                <a:lnTo>
                  <a:pt x="777" y="426"/>
                </a:lnTo>
                <a:lnTo>
                  <a:pt x="810" y="428"/>
                </a:lnTo>
                <a:lnTo>
                  <a:pt x="851" y="423"/>
                </a:lnTo>
                <a:lnTo>
                  <a:pt x="888" y="412"/>
                </a:lnTo>
                <a:lnTo>
                  <a:pt x="933" y="385"/>
                </a:lnTo>
                <a:lnTo>
                  <a:pt x="987" y="337"/>
                </a:lnTo>
                <a:lnTo>
                  <a:pt x="1028" y="280"/>
                </a:lnTo>
                <a:lnTo>
                  <a:pt x="1047" y="239"/>
                </a:lnTo>
                <a:lnTo>
                  <a:pt x="1052" y="218"/>
                </a:lnTo>
              </a:path>
            </a:pathLst>
          </a:custGeom>
          <a:noFill/>
          <a:ln w="5080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4" name="Freeform 10"/>
          <p:cNvSpPr>
            <a:spLocks/>
          </p:cNvSpPr>
          <p:nvPr/>
        </p:nvSpPr>
        <p:spPr bwMode="auto">
          <a:xfrm>
            <a:off x="5703888" y="3897313"/>
            <a:ext cx="1362075" cy="596900"/>
          </a:xfrm>
          <a:custGeom>
            <a:avLst/>
            <a:gdLst>
              <a:gd name="T0" fmla="*/ 0 w 858"/>
              <a:gd name="T1" fmla="*/ 2147483646 h 376"/>
              <a:gd name="T2" fmla="*/ 2147483646 w 858"/>
              <a:gd name="T3" fmla="*/ 2147483646 h 376"/>
              <a:gd name="T4" fmla="*/ 2147483646 w 858"/>
              <a:gd name="T5" fmla="*/ 2147483646 h 376"/>
              <a:gd name="T6" fmla="*/ 2147483646 w 858"/>
              <a:gd name="T7" fmla="*/ 2147483646 h 376"/>
              <a:gd name="T8" fmla="*/ 2147483646 w 858"/>
              <a:gd name="T9" fmla="*/ 2147483646 h 376"/>
              <a:gd name="T10" fmla="*/ 2147483646 w 858"/>
              <a:gd name="T11" fmla="*/ 2147483646 h 376"/>
              <a:gd name="T12" fmla="*/ 2147483646 w 858"/>
              <a:gd name="T13" fmla="*/ 2147483646 h 376"/>
              <a:gd name="T14" fmla="*/ 2147483646 w 858"/>
              <a:gd name="T15" fmla="*/ 2147483646 h 376"/>
              <a:gd name="T16" fmla="*/ 2147483646 w 858"/>
              <a:gd name="T17" fmla="*/ 0 h 376"/>
              <a:gd name="T18" fmla="*/ 2147483646 w 858"/>
              <a:gd name="T19" fmla="*/ 2147483646 h 376"/>
              <a:gd name="T20" fmla="*/ 2147483646 w 858"/>
              <a:gd name="T21" fmla="*/ 2147483646 h 376"/>
              <a:gd name="T22" fmla="*/ 2147483646 w 858"/>
              <a:gd name="T23" fmla="*/ 2147483646 h 376"/>
              <a:gd name="T24" fmla="*/ 2147483646 w 858"/>
              <a:gd name="T25" fmla="*/ 2147483646 h 376"/>
              <a:gd name="T26" fmla="*/ 2147483646 w 858"/>
              <a:gd name="T27" fmla="*/ 2147483646 h 376"/>
              <a:gd name="T28" fmla="*/ 2147483646 w 858"/>
              <a:gd name="T29" fmla="*/ 2147483646 h 376"/>
              <a:gd name="T30" fmla="*/ 2147483646 w 858"/>
              <a:gd name="T31" fmla="*/ 2147483646 h 376"/>
              <a:gd name="T32" fmla="*/ 2147483646 w 858"/>
              <a:gd name="T33" fmla="*/ 2147483646 h 376"/>
              <a:gd name="T34" fmla="*/ 2147483646 w 858"/>
              <a:gd name="T35" fmla="*/ 2147483646 h 376"/>
              <a:gd name="T36" fmla="*/ 2147483646 w 858"/>
              <a:gd name="T37" fmla="*/ 2147483646 h 376"/>
              <a:gd name="T38" fmla="*/ 2147483646 w 858"/>
              <a:gd name="T39" fmla="*/ 2147483646 h 376"/>
              <a:gd name="T40" fmla="*/ 2147483646 w 858"/>
              <a:gd name="T41" fmla="*/ 2147483646 h 376"/>
              <a:gd name="T42" fmla="*/ 2147483646 w 858"/>
              <a:gd name="T43" fmla="*/ 2147483646 h 376"/>
              <a:gd name="T44" fmla="*/ 2147483646 w 858"/>
              <a:gd name="T45" fmla="*/ 2147483646 h 376"/>
              <a:gd name="T46" fmla="*/ 2147483646 w 858"/>
              <a:gd name="T47" fmla="*/ 2147483646 h 376"/>
              <a:gd name="T48" fmla="*/ 2147483646 w 858"/>
              <a:gd name="T49" fmla="*/ 2147483646 h 376"/>
              <a:gd name="T50" fmla="*/ 2147483646 w 858"/>
              <a:gd name="T51" fmla="*/ 2147483646 h 376"/>
              <a:gd name="T52" fmla="*/ 2147483646 w 858"/>
              <a:gd name="T53" fmla="*/ 2147483646 h 376"/>
              <a:gd name="T54" fmla="*/ 2147483646 w 858"/>
              <a:gd name="T55" fmla="*/ 2147483646 h 376"/>
              <a:gd name="T56" fmla="*/ 2147483646 w 858"/>
              <a:gd name="T57" fmla="*/ 2147483646 h 376"/>
              <a:gd name="T58" fmla="*/ 2147483646 w 858"/>
              <a:gd name="T59" fmla="*/ 2147483646 h 37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858"/>
              <a:gd name="T91" fmla="*/ 0 h 376"/>
              <a:gd name="T92" fmla="*/ 858 w 858"/>
              <a:gd name="T93" fmla="*/ 376 h 37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858" h="376">
                <a:moveTo>
                  <a:pt x="0" y="183"/>
                </a:moveTo>
                <a:lnTo>
                  <a:pt x="26" y="143"/>
                </a:lnTo>
                <a:lnTo>
                  <a:pt x="54" y="105"/>
                </a:lnTo>
                <a:lnTo>
                  <a:pt x="91" y="62"/>
                </a:lnTo>
                <a:lnTo>
                  <a:pt x="113" y="40"/>
                </a:lnTo>
                <a:lnTo>
                  <a:pt x="139" y="20"/>
                </a:lnTo>
                <a:lnTo>
                  <a:pt x="159" y="10"/>
                </a:lnTo>
                <a:lnTo>
                  <a:pt x="181" y="4"/>
                </a:lnTo>
                <a:lnTo>
                  <a:pt x="208" y="0"/>
                </a:lnTo>
                <a:lnTo>
                  <a:pt x="241" y="1"/>
                </a:lnTo>
                <a:lnTo>
                  <a:pt x="265" y="6"/>
                </a:lnTo>
                <a:lnTo>
                  <a:pt x="294" y="19"/>
                </a:lnTo>
                <a:lnTo>
                  <a:pt x="319" y="37"/>
                </a:lnTo>
                <a:lnTo>
                  <a:pt x="339" y="61"/>
                </a:lnTo>
                <a:lnTo>
                  <a:pt x="378" y="123"/>
                </a:lnTo>
                <a:lnTo>
                  <a:pt x="456" y="242"/>
                </a:lnTo>
                <a:lnTo>
                  <a:pt x="492" y="289"/>
                </a:lnTo>
                <a:lnTo>
                  <a:pt x="514" y="317"/>
                </a:lnTo>
                <a:lnTo>
                  <a:pt x="543" y="338"/>
                </a:lnTo>
                <a:lnTo>
                  <a:pt x="570" y="352"/>
                </a:lnTo>
                <a:lnTo>
                  <a:pt x="600" y="365"/>
                </a:lnTo>
                <a:lnTo>
                  <a:pt x="633" y="373"/>
                </a:lnTo>
                <a:lnTo>
                  <a:pt x="660" y="375"/>
                </a:lnTo>
                <a:lnTo>
                  <a:pt x="693" y="371"/>
                </a:lnTo>
                <a:lnTo>
                  <a:pt x="723" y="361"/>
                </a:lnTo>
                <a:lnTo>
                  <a:pt x="760" y="338"/>
                </a:lnTo>
                <a:lnTo>
                  <a:pt x="804" y="295"/>
                </a:lnTo>
                <a:lnTo>
                  <a:pt x="838" y="246"/>
                </a:lnTo>
                <a:lnTo>
                  <a:pt x="853" y="209"/>
                </a:lnTo>
                <a:lnTo>
                  <a:pt x="857" y="191"/>
                </a:lnTo>
              </a:path>
            </a:pathLst>
          </a:custGeom>
          <a:noFill/>
          <a:ln w="5080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5" name="Freeform 11"/>
          <p:cNvSpPr>
            <a:spLocks/>
          </p:cNvSpPr>
          <p:nvPr/>
        </p:nvSpPr>
        <p:spPr bwMode="auto">
          <a:xfrm>
            <a:off x="6067425" y="4573588"/>
            <a:ext cx="1362075" cy="596900"/>
          </a:xfrm>
          <a:custGeom>
            <a:avLst/>
            <a:gdLst>
              <a:gd name="T0" fmla="*/ 0 w 858"/>
              <a:gd name="T1" fmla="*/ 2147483646 h 376"/>
              <a:gd name="T2" fmla="*/ 2147483646 w 858"/>
              <a:gd name="T3" fmla="*/ 2147483646 h 376"/>
              <a:gd name="T4" fmla="*/ 2147483646 w 858"/>
              <a:gd name="T5" fmla="*/ 2147483646 h 376"/>
              <a:gd name="T6" fmla="*/ 2147483646 w 858"/>
              <a:gd name="T7" fmla="*/ 2147483646 h 376"/>
              <a:gd name="T8" fmla="*/ 2147483646 w 858"/>
              <a:gd name="T9" fmla="*/ 2147483646 h 376"/>
              <a:gd name="T10" fmla="*/ 2147483646 w 858"/>
              <a:gd name="T11" fmla="*/ 2147483646 h 376"/>
              <a:gd name="T12" fmla="*/ 2147483646 w 858"/>
              <a:gd name="T13" fmla="*/ 2147483646 h 376"/>
              <a:gd name="T14" fmla="*/ 2147483646 w 858"/>
              <a:gd name="T15" fmla="*/ 2147483646 h 376"/>
              <a:gd name="T16" fmla="*/ 2147483646 w 858"/>
              <a:gd name="T17" fmla="*/ 0 h 376"/>
              <a:gd name="T18" fmla="*/ 2147483646 w 858"/>
              <a:gd name="T19" fmla="*/ 2147483646 h 376"/>
              <a:gd name="T20" fmla="*/ 2147483646 w 858"/>
              <a:gd name="T21" fmla="*/ 2147483646 h 376"/>
              <a:gd name="T22" fmla="*/ 2147483646 w 858"/>
              <a:gd name="T23" fmla="*/ 2147483646 h 376"/>
              <a:gd name="T24" fmla="*/ 2147483646 w 858"/>
              <a:gd name="T25" fmla="*/ 2147483646 h 376"/>
              <a:gd name="T26" fmla="*/ 2147483646 w 858"/>
              <a:gd name="T27" fmla="*/ 2147483646 h 376"/>
              <a:gd name="T28" fmla="*/ 2147483646 w 858"/>
              <a:gd name="T29" fmla="*/ 2147483646 h 376"/>
              <a:gd name="T30" fmla="*/ 2147483646 w 858"/>
              <a:gd name="T31" fmla="*/ 2147483646 h 376"/>
              <a:gd name="T32" fmla="*/ 2147483646 w 858"/>
              <a:gd name="T33" fmla="*/ 2147483646 h 376"/>
              <a:gd name="T34" fmla="*/ 2147483646 w 858"/>
              <a:gd name="T35" fmla="*/ 2147483646 h 376"/>
              <a:gd name="T36" fmla="*/ 2147483646 w 858"/>
              <a:gd name="T37" fmla="*/ 2147483646 h 376"/>
              <a:gd name="T38" fmla="*/ 2147483646 w 858"/>
              <a:gd name="T39" fmla="*/ 2147483646 h 376"/>
              <a:gd name="T40" fmla="*/ 2147483646 w 858"/>
              <a:gd name="T41" fmla="*/ 2147483646 h 376"/>
              <a:gd name="T42" fmla="*/ 2147483646 w 858"/>
              <a:gd name="T43" fmla="*/ 2147483646 h 376"/>
              <a:gd name="T44" fmla="*/ 2147483646 w 858"/>
              <a:gd name="T45" fmla="*/ 2147483646 h 376"/>
              <a:gd name="T46" fmla="*/ 2147483646 w 858"/>
              <a:gd name="T47" fmla="*/ 2147483646 h 376"/>
              <a:gd name="T48" fmla="*/ 2147483646 w 858"/>
              <a:gd name="T49" fmla="*/ 2147483646 h 376"/>
              <a:gd name="T50" fmla="*/ 2147483646 w 858"/>
              <a:gd name="T51" fmla="*/ 2147483646 h 376"/>
              <a:gd name="T52" fmla="*/ 2147483646 w 858"/>
              <a:gd name="T53" fmla="*/ 2147483646 h 376"/>
              <a:gd name="T54" fmla="*/ 2147483646 w 858"/>
              <a:gd name="T55" fmla="*/ 2147483646 h 376"/>
              <a:gd name="T56" fmla="*/ 2147483646 w 858"/>
              <a:gd name="T57" fmla="*/ 2147483646 h 376"/>
              <a:gd name="T58" fmla="*/ 2147483646 w 858"/>
              <a:gd name="T59" fmla="*/ 2147483646 h 37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858"/>
              <a:gd name="T91" fmla="*/ 0 h 376"/>
              <a:gd name="T92" fmla="*/ 858 w 858"/>
              <a:gd name="T93" fmla="*/ 376 h 37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858" h="376">
                <a:moveTo>
                  <a:pt x="0" y="183"/>
                </a:moveTo>
                <a:lnTo>
                  <a:pt x="26" y="143"/>
                </a:lnTo>
                <a:lnTo>
                  <a:pt x="54" y="105"/>
                </a:lnTo>
                <a:lnTo>
                  <a:pt x="91" y="62"/>
                </a:lnTo>
                <a:lnTo>
                  <a:pt x="113" y="40"/>
                </a:lnTo>
                <a:lnTo>
                  <a:pt x="139" y="20"/>
                </a:lnTo>
                <a:lnTo>
                  <a:pt x="159" y="10"/>
                </a:lnTo>
                <a:lnTo>
                  <a:pt x="181" y="4"/>
                </a:lnTo>
                <a:lnTo>
                  <a:pt x="208" y="0"/>
                </a:lnTo>
                <a:lnTo>
                  <a:pt x="241" y="1"/>
                </a:lnTo>
                <a:lnTo>
                  <a:pt x="265" y="6"/>
                </a:lnTo>
                <a:lnTo>
                  <a:pt x="294" y="19"/>
                </a:lnTo>
                <a:lnTo>
                  <a:pt x="319" y="37"/>
                </a:lnTo>
                <a:lnTo>
                  <a:pt x="339" y="61"/>
                </a:lnTo>
                <a:lnTo>
                  <a:pt x="378" y="123"/>
                </a:lnTo>
                <a:lnTo>
                  <a:pt x="456" y="242"/>
                </a:lnTo>
                <a:lnTo>
                  <a:pt x="492" y="289"/>
                </a:lnTo>
                <a:lnTo>
                  <a:pt x="514" y="317"/>
                </a:lnTo>
                <a:lnTo>
                  <a:pt x="543" y="338"/>
                </a:lnTo>
                <a:lnTo>
                  <a:pt x="570" y="352"/>
                </a:lnTo>
                <a:lnTo>
                  <a:pt x="600" y="365"/>
                </a:lnTo>
                <a:lnTo>
                  <a:pt x="633" y="373"/>
                </a:lnTo>
                <a:lnTo>
                  <a:pt x="660" y="375"/>
                </a:lnTo>
                <a:lnTo>
                  <a:pt x="693" y="371"/>
                </a:lnTo>
                <a:lnTo>
                  <a:pt x="723" y="361"/>
                </a:lnTo>
                <a:lnTo>
                  <a:pt x="760" y="338"/>
                </a:lnTo>
                <a:lnTo>
                  <a:pt x="804" y="295"/>
                </a:lnTo>
                <a:lnTo>
                  <a:pt x="838" y="246"/>
                </a:lnTo>
                <a:lnTo>
                  <a:pt x="853" y="209"/>
                </a:lnTo>
                <a:lnTo>
                  <a:pt x="857" y="191"/>
                </a:lnTo>
              </a:path>
            </a:pathLst>
          </a:custGeom>
          <a:noFill/>
          <a:ln w="50800" cap="rnd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3566" name="Group 12"/>
          <p:cNvGrpSpPr>
            <a:grpSpLocks/>
          </p:cNvGrpSpPr>
          <p:nvPr/>
        </p:nvGrpSpPr>
        <p:grpSpPr bwMode="auto">
          <a:xfrm>
            <a:off x="1978025" y="2524125"/>
            <a:ext cx="657225" cy="463550"/>
            <a:chOff x="1542" y="1775"/>
            <a:chExt cx="414" cy="292"/>
          </a:xfrm>
        </p:grpSpPr>
        <p:sp>
          <p:nvSpPr>
            <p:cNvPr id="23585" name="Arc 13"/>
            <p:cNvSpPr>
              <a:spLocks/>
            </p:cNvSpPr>
            <p:nvPr/>
          </p:nvSpPr>
          <p:spPr bwMode="auto">
            <a:xfrm>
              <a:off x="1542" y="1775"/>
              <a:ext cx="109" cy="88"/>
            </a:xfrm>
            <a:custGeom>
              <a:avLst/>
              <a:gdLst>
                <a:gd name="T0" fmla="*/ 0 w 21599"/>
                <a:gd name="T1" fmla="*/ 0 h 21599"/>
                <a:gd name="T2" fmla="*/ 0 w 21599"/>
                <a:gd name="T3" fmla="*/ 0 h 21599"/>
                <a:gd name="T4" fmla="*/ 0 w 21599"/>
                <a:gd name="T5" fmla="*/ 0 h 21599"/>
                <a:gd name="T6" fmla="*/ 0 60000 65536"/>
                <a:gd name="T7" fmla="*/ 0 60000 65536"/>
                <a:gd name="T8" fmla="*/ 0 60000 65536"/>
                <a:gd name="T9" fmla="*/ 0 w 21599"/>
                <a:gd name="T10" fmla="*/ 0 h 21599"/>
                <a:gd name="T11" fmla="*/ 21599 w 21599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9" h="21599" fill="none" extrusionOk="0">
                  <a:moveTo>
                    <a:pt x="0" y="21354"/>
                  </a:moveTo>
                  <a:cubicBezTo>
                    <a:pt x="133" y="9598"/>
                    <a:pt x="9644" y="107"/>
                    <a:pt x="21400" y="-1"/>
                  </a:cubicBezTo>
                </a:path>
                <a:path w="21599" h="21599" stroke="0" extrusionOk="0">
                  <a:moveTo>
                    <a:pt x="0" y="21354"/>
                  </a:moveTo>
                  <a:cubicBezTo>
                    <a:pt x="133" y="9598"/>
                    <a:pt x="9644" y="107"/>
                    <a:pt x="21400" y="-1"/>
                  </a:cubicBezTo>
                  <a:lnTo>
                    <a:pt x="21599" y="21599"/>
                  </a:lnTo>
                  <a:lnTo>
                    <a:pt x="0" y="21354"/>
                  </a:lnTo>
                  <a:close/>
                </a:path>
              </a:pathLst>
            </a:custGeom>
            <a:noFill/>
            <a:ln w="50800" cap="rnd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6" name="Arc 14"/>
            <p:cNvSpPr>
              <a:spLocks/>
            </p:cNvSpPr>
            <p:nvPr/>
          </p:nvSpPr>
          <p:spPr bwMode="auto">
            <a:xfrm>
              <a:off x="1630" y="1775"/>
              <a:ext cx="112" cy="88"/>
            </a:xfrm>
            <a:custGeom>
              <a:avLst/>
              <a:gdLst>
                <a:gd name="T0" fmla="*/ 0 w 21795"/>
                <a:gd name="T1" fmla="*/ 0 h 21600"/>
                <a:gd name="T2" fmla="*/ 0 w 21795"/>
                <a:gd name="T3" fmla="*/ 0 h 21600"/>
                <a:gd name="T4" fmla="*/ 0 w 21795"/>
                <a:gd name="T5" fmla="*/ 0 h 21600"/>
                <a:gd name="T6" fmla="*/ 0 60000 65536"/>
                <a:gd name="T7" fmla="*/ 0 60000 65536"/>
                <a:gd name="T8" fmla="*/ 0 60000 65536"/>
                <a:gd name="T9" fmla="*/ 0 w 21795"/>
                <a:gd name="T10" fmla="*/ 0 h 21600"/>
                <a:gd name="T11" fmla="*/ 21795 w 2179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95" h="21600" fill="none" extrusionOk="0">
                  <a:moveTo>
                    <a:pt x="-1" y="0"/>
                  </a:moveTo>
                  <a:cubicBezTo>
                    <a:pt x="64" y="0"/>
                    <a:pt x="129" y="-1"/>
                    <a:pt x="195" y="0"/>
                  </a:cubicBezTo>
                  <a:cubicBezTo>
                    <a:pt x="12124" y="0"/>
                    <a:pt x="21795" y="9670"/>
                    <a:pt x="21795" y="21600"/>
                  </a:cubicBezTo>
                </a:path>
                <a:path w="21795" h="21600" stroke="0" extrusionOk="0">
                  <a:moveTo>
                    <a:pt x="-1" y="0"/>
                  </a:moveTo>
                  <a:cubicBezTo>
                    <a:pt x="64" y="0"/>
                    <a:pt x="129" y="-1"/>
                    <a:pt x="195" y="0"/>
                  </a:cubicBezTo>
                  <a:cubicBezTo>
                    <a:pt x="12124" y="0"/>
                    <a:pt x="21795" y="9670"/>
                    <a:pt x="21795" y="21600"/>
                  </a:cubicBezTo>
                  <a:lnTo>
                    <a:pt x="195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0800" cap="rnd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7" name="Arc 15"/>
            <p:cNvSpPr>
              <a:spLocks/>
            </p:cNvSpPr>
            <p:nvPr/>
          </p:nvSpPr>
          <p:spPr bwMode="auto">
            <a:xfrm>
              <a:off x="1751" y="1775"/>
              <a:ext cx="111" cy="88"/>
            </a:xfrm>
            <a:custGeom>
              <a:avLst/>
              <a:gdLst>
                <a:gd name="T0" fmla="*/ 0 w 21599"/>
                <a:gd name="T1" fmla="*/ 0 h 21599"/>
                <a:gd name="T2" fmla="*/ 0 w 21599"/>
                <a:gd name="T3" fmla="*/ 0 h 21599"/>
                <a:gd name="T4" fmla="*/ 0 w 21599"/>
                <a:gd name="T5" fmla="*/ 0 h 21599"/>
                <a:gd name="T6" fmla="*/ 0 60000 65536"/>
                <a:gd name="T7" fmla="*/ 0 60000 65536"/>
                <a:gd name="T8" fmla="*/ 0 60000 65536"/>
                <a:gd name="T9" fmla="*/ 0 w 21599"/>
                <a:gd name="T10" fmla="*/ 0 h 21599"/>
                <a:gd name="T11" fmla="*/ 21599 w 21599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9" h="21599" fill="none" extrusionOk="0">
                  <a:moveTo>
                    <a:pt x="0" y="21354"/>
                  </a:moveTo>
                  <a:cubicBezTo>
                    <a:pt x="133" y="9596"/>
                    <a:pt x="9646" y="106"/>
                    <a:pt x="21403" y="-1"/>
                  </a:cubicBezTo>
                </a:path>
                <a:path w="21599" h="21599" stroke="0" extrusionOk="0">
                  <a:moveTo>
                    <a:pt x="0" y="21354"/>
                  </a:moveTo>
                  <a:cubicBezTo>
                    <a:pt x="133" y="9596"/>
                    <a:pt x="9646" y="106"/>
                    <a:pt x="21403" y="-1"/>
                  </a:cubicBezTo>
                  <a:lnTo>
                    <a:pt x="21599" y="21599"/>
                  </a:lnTo>
                  <a:lnTo>
                    <a:pt x="0" y="21354"/>
                  </a:lnTo>
                  <a:close/>
                </a:path>
              </a:pathLst>
            </a:custGeom>
            <a:noFill/>
            <a:ln w="50800" cap="rnd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8" name="Arc 16"/>
            <p:cNvSpPr>
              <a:spLocks/>
            </p:cNvSpPr>
            <p:nvPr/>
          </p:nvSpPr>
          <p:spPr bwMode="auto">
            <a:xfrm>
              <a:off x="1845" y="1775"/>
              <a:ext cx="110" cy="88"/>
            </a:xfrm>
            <a:custGeom>
              <a:avLst/>
              <a:gdLst>
                <a:gd name="T0" fmla="*/ 0 w 21798"/>
                <a:gd name="T1" fmla="*/ 0 h 21600"/>
                <a:gd name="T2" fmla="*/ 0 w 21798"/>
                <a:gd name="T3" fmla="*/ 0 h 21600"/>
                <a:gd name="T4" fmla="*/ 0 w 21798"/>
                <a:gd name="T5" fmla="*/ 0 h 21600"/>
                <a:gd name="T6" fmla="*/ 0 60000 65536"/>
                <a:gd name="T7" fmla="*/ 0 60000 65536"/>
                <a:gd name="T8" fmla="*/ 0 60000 65536"/>
                <a:gd name="T9" fmla="*/ 0 w 21798"/>
                <a:gd name="T10" fmla="*/ 0 h 21600"/>
                <a:gd name="T11" fmla="*/ 21798 w 2179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98" h="21600" fill="none" extrusionOk="0">
                  <a:moveTo>
                    <a:pt x="-1" y="0"/>
                  </a:moveTo>
                  <a:cubicBezTo>
                    <a:pt x="65" y="0"/>
                    <a:pt x="131" y="-1"/>
                    <a:pt x="198" y="0"/>
                  </a:cubicBezTo>
                  <a:cubicBezTo>
                    <a:pt x="12127" y="0"/>
                    <a:pt x="21798" y="9670"/>
                    <a:pt x="21798" y="21600"/>
                  </a:cubicBezTo>
                </a:path>
                <a:path w="21798" h="21600" stroke="0" extrusionOk="0">
                  <a:moveTo>
                    <a:pt x="-1" y="0"/>
                  </a:moveTo>
                  <a:cubicBezTo>
                    <a:pt x="65" y="0"/>
                    <a:pt x="131" y="-1"/>
                    <a:pt x="198" y="0"/>
                  </a:cubicBezTo>
                  <a:cubicBezTo>
                    <a:pt x="12127" y="0"/>
                    <a:pt x="21798" y="9670"/>
                    <a:pt x="21798" y="21600"/>
                  </a:cubicBezTo>
                  <a:lnTo>
                    <a:pt x="198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0800" cap="rnd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9" name="Line 17"/>
            <p:cNvSpPr>
              <a:spLocks noChangeShapeType="1"/>
            </p:cNvSpPr>
            <p:nvPr/>
          </p:nvSpPr>
          <p:spPr bwMode="auto">
            <a:xfrm>
              <a:off x="1751" y="1877"/>
              <a:ext cx="0" cy="78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0" name="Line 18"/>
            <p:cNvSpPr>
              <a:spLocks noChangeShapeType="1"/>
            </p:cNvSpPr>
            <p:nvPr/>
          </p:nvSpPr>
          <p:spPr bwMode="auto">
            <a:xfrm>
              <a:off x="1543" y="1866"/>
              <a:ext cx="0" cy="201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1" name="Line 19"/>
            <p:cNvSpPr>
              <a:spLocks noChangeShapeType="1"/>
            </p:cNvSpPr>
            <p:nvPr/>
          </p:nvSpPr>
          <p:spPr bwMode="auto">
            <a:xfrm>
              <a:off x="1956" y="1872"/>
              <a:ext cx="0" cy="192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567" name="Line 21"/>
          <p:cNvSpPr>
            <a:spLocks noChangeShapeType="1"/>
          </p:cNvSpPr>
          <p:nvPr/>
        </p:nvSpPr>
        <p:spPr bwMode="auto">
          <a:xfrm>
            <a:off x="3244850" y="3268663"/>
            <a:ext cx="2747963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8" name="Line 22"/>
          <p:cNvSpPr>
            <a:spLocks noChangeShapeType="1"/>
          </p:cNvSpPr>
          <p:nvPr/>
        </p:nvSpPr>
        <p:spPr bwMode="auto">
          <a:xfrm>
            <a:off x="5695950" y="4252913"/>
            <a:ext cx="0" cy="1127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9" name="Line 23"/>
          <p:cNvSpPr>
            <a:spLocks noChangeShapeType="1"/>
          </p:cNvSpPr>
          <p:nvPr/>
        </p:nvSpPr>
        <p:spPr bwMode="auto">
          <a:xfrm>
            <a:off x="6045200" y="4935538"/>
            <a:ext cx="0" cy="447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AutoShape 24"/>
          <p:cNvSpPr>
            <a:spLocks noChangeArrowheads="1"/>
          </p:cNvSpPr>
          <p:nvPr/>
        </p:nvSpPr>
        <p:spPr bwMode="auto">
          <a:xfrm rot="5400000">
            <a:off x="5915025" y="3143250"/>
            <a:ext cx="200025" cy="263525"/>
          </a:xfrm>
          <a:prstGeom prst="triangle">
            <a:avLst>
              <a:gd name="adj" fmla="val 49986"/>
            </a:avLst>
          </a:prstGeom>
          <a:solidFill>
            <a:srgbClr val="092165"/>
          </a:solidFill>
          <a:ln w="12700">
            <a:solidFill>
              <a:srgbClr val="092165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71" name="Rectangle 25"/>
          <p:cNvSpPr>
            <a:spLocks noChangeArrowheads="1"/>
          </p:cNvSpPr>
          <p:nvPr/>
        </p:nvSpPr>
        <p:spPr bwMode="auto">
          <a:xfrm>
            <a:off x="1598613" y="3116263"/>
            <a:ext cx="149860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Relay A</a:t>
            </a:r>
          </a:p>
        </p:txBody>
      </p:sp>
      <p:sp>
        <p:nvSpPr>
          <p:cNvPr id="23572" name="Line 26"/>
          <p:cNvSpPr>
            <a:spLocks noChangeShapeType="1"/>
          </p:cNvSpPr>
          <p:nvPr/>
        </p:nvSpPr>
        <p:spPr bwMode="auto">
          <a:xfrm>
            <a:off x="5813425" y="5316538"/>
            <a:ext cx="1222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AutoShape 27"/>
          <p:cNvSpPr>
            <a:spLocks noChangeArrowheads="1"/>
          </p:cNvSpPr>
          <p:nvPr/>
        </p:nvSpPr>
        <p:spPr bwMode="auto">
          <a:xfrm rot="5400000">
            <a:off x="5927725" y="5262563"/>
            <a:ext cx="92075" cy="101600"/>
          </a:xfrm>
          <a:prstGeom prst="triangle">
            <a:avLst>
              <a:gd name="adj" fmla="val 49986"/>
            </a:avLst>
          </a:prstGeom>
          <a:solidFill>
            <a:srgbClr val="092165"/>
          </a:solidFill>
          <a:ln w="12700">
            <a:solidFill>
              <a:srgbClr val="092165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74" name="AutoShape 28"/>
          <p:cNvSpPr>
            <a:spLocks noChangeArrowheads="1"/>
          </p:cNvSpPr>
          <p:nvPr/>
        </p:nvSpPr>
        <p:spPr bwMode="auto">
          <a:xfrm rot="16200000" flipH="1">
            <a:off x="5719762" y="5264151"/>
            <a:ext cx="92075" cy="101600"/>
          </a:xfrm>
          <a:prstGeom prst="triangle">
            <a:avLst>
              <a:gd name="adj" fmla="val 49986"/>
            </a:avLst>
          </a:prstGeom>
          <a:solidFill>
            <a:srgbClr val="092165"/>
          </a:solidFill>
          <a:ln w="12700">
            <a:solidFill>
              <a:srgbClr val="092165"/>
            </a:solidFill>
            <a:miter lim="800000"/>
            <a:headEnd/>
            <a:tailEnd/>
          </a:ln>
        </p:spPr>
        <p:txBody>
          <a:bodyPr vert="eaVert"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575" name="Group 29"/>
          <p:cNvGrpSpPr>
            <a:grpSpLocks/>
          </p:cNvGrpSpPr>
          <p:nvPr/>
        </p:nvGrpSpPr>
        <p:grpSpPr bwMode="auto">
          <a:xfrm>
            <a:off x="6673850" y="2524125"/>
            <a:ext cx="657225" cy="463550"/>
            <a:chOff x="1542" y="1775"/>
            <a:chExt cx="414" cy="292"/>
          </a:xfrm>
        </p:grpSpPr>
        <p:sp>
          <p:nvSpPr>
            <p:cNvPr id="23578" name="Arc 30"/>
            <p:cNvSpPr>
              <a:spLocks/>
            </p:cNvSpPr>
            <p:nvPr/>
          </p:nvSpPr>
          <p:spPr bwMode="auto">
            <a:xfrm>
              <a:off x="1542" y="1775"/>
              <a:ext cx="109" cy="88"/>
            </a:xfrm>
            <a:custGeom>
              <a:avLst/>
              <a:gdLst>
                <a:gd name="T0" fmla="*/ 0 w 21599"/>
                <a:gd name="T1" fmla="*/ 0 h 21599"/>
                <a:gd name="T2" fmla="*/ 0 w 21599"/>
                <a:gd name="T3" fmla="*/ 0 h 21599"/>
                <a:gd name="T4" fmla="*/ 0 w 21599"/>
                <a:gd name="T5" fmla="*/ 0 h 21599"/>
                <a:gd name="T6" fmla="*/ 0 60000 65536"/>
                <a:gd name="T7" fmla="*/ 0 60000 65536"/>
                <a:gd name="T8" fmla="*/ 0 60000 65536"/>
                <a:gd name="T9" fmla="*/ 0 w 21599"/>
                <a:gd name="T10" fmla="*/ 0 h 21599"/>
                <a:gd name="T11" fmla="*/ 21599 w 21599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9" h="21599" fill="none" extrusionOk="0">
                  <a:moveTo>
                    <a:pt x="0" y="21354"/>
                  </a:moveTo>
                  <a:cubicBezTo>
                    <a:pt x="133" y="9598"/>
                    <a:pt x="9644" y="107"/>
                    <a:pt x="21400" y="-1"/>
                  </a:cubicBezTo>
                </a:path>
                <a:path w="21599" h="21599" stroke="0" extrusionOk="0">
                  <a:moveTo>
                    <a:pt x="0" y="21354"/>
                  </a:moveTo>
                  <a:cubicBezTo>
                    <a:pt x="133" y="9598"/>
                    <a:pt x="9644" y="107"/>
                    <a:pt x="21400" y="-1"/>
                  </a:cubicBezTo>
                  <a:lnTo>
                    <a:pt x="21599" y="21599"/>
                  </a:lnTo>
                  <a:lnTo>
                    <a:pt x="0" y="21354"/>
                  </a:lnTo>
                  <a:close/>
                </a:path>
              </a:pathLst>
            </a:custGeom>
            <a:noFill/>
            <a:ln w="50800" cap="rnd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9" name="Arc 31"/>
            <p:cNvSpPr>
              <a:spLocks/>
            </p:cNvSpPr>
            <p:nvPr/>
          </p:nvSpPr>
          <p:spPr bwMode="auto">
            <a:xfrm>
              <a:off x="1630" y="1775"/>
              <a:ext cx="112" cy="88"/>
            </a:xfrm>
            <a:custGeom>
              <a:avLst/>
              <a:gdLst>
                <a:gd name="T0" fmla="*/ 0 w 21795"/>
                <a:gd name="T1" fmla="*/ 0 h 21600"/>
                <a:gd name="T2" fmla="*/ 0 w 21795"/>
                <a:gd name="T3" fmla="*/ 0 h 21600"/>
                <a:gd name="T4" fmla="*/ 0 w 21795"/>
                <a:gd name="T5" fmla="*/ 0 h 21600"/>
                <a:gd name="T6" fmla="*/ 0 60000 65536"/>
                <a:gd name="T7" fmla="*/ 0 60000 65536"/>
                <a:gd name="T8" fmla="*/ 0 60000 65536"/>
                <a:gd name="T9" fmla="*/ 0 w 21795"/>
                <a:gd name="T10" fmla="*/ 0 h 21600"/>
                <a:gd name="T11" fmla="*/ 21795 w 2179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95" h="21600" fill="none" extrusionOk="0">
                  <a:moveTo>
                    <a:pt x="-1" y="0"/>
                  </a:moveTo>
                  <a:cubicBezTo>
                    <a:pt x="64" y="0"/>
                    <a:pt x="129" y="-1"/>
                    <a:pt x="195" y="0"/>
                  </a:cubicBezTo>
                  <a:cubicBezTo>
                    <a:pt x="12124" y="0"/>
                    <a:pt x="21795" y="9670"/>
                    <a:pt x="21795" y="21600"/>
                  </a:cubicBezTo>
                </a:path>
                <a:path w="21795" h="21600" stroke="0" extrusionOk="0">
                  <a:moveTo>
                    <a:pt x="-1" y="0"/>
                  </a:moveTo>
                  <a:cubicBezTo>
                    <a:pt x="64" y="0"/>
                    <a:pt x="129" y="-1"/>
                    <a:pt x="195" y="0"/>
                  </a:cubicBezTo>
                  <a:cubicBezTo>
                    <a:pt x="12124" y="0"/>
                    <a:pt x="21795" y="9670"/>
                    <a:pt x="21795" y="21600"/>
                  </a:cubicBezTo>
                  <a:lnTo>
                    <a:pt x="195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0800" cap="rnd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0" name="Arc 32"/>
            <p:cNvSpPr>
              <a:spLocks/>
            </p:cNvSpPr>
            <p:nvPr/>
          </p:nvSpPr>
          <p:spPr bwMode="auto">
            <a:xfrm>
              <a:off x="1751" y="1775"/>
              <a:ext cx="111" cy="88"/>
            </a:xfrm>
            <a:custGeom>
              <a:avLst/>
              <a:gdLst>
                <a:gd name="T0" fmla="*/ 0 w 21599"/>
                <a:gd name="T1" fmla="*/ 0 h 21599"/>
                <a:gd name="T2" fmla="*/ 0 w 21599"/>
                <a:gd name="T3" fmla="*/ 0 h 21599"/>
                <a:gd name="T4" fmla="*/ 0 w 21599"/>
                <a:gd name="T5" fmla="*/ 0 h 21599"/>
                <a:gd name="T6" fmla="*/ 0 60000 65536"/>
                <a:gd name="T7" fmla="*/ 0 60000 65536"/>
                <a:gd name="T8" fmla="*/ 0 60000 65536"/>
                <a:gd name="T9" fmla="*/ 0 w 21599"/>
                <a:gd name="T10" fmla="*/ 0 h 21599"/>
                <a:gd name="T11" fmla="*/ 21599 w 21599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9" h="21599" fill="none" extrusionOk="0">
                  <a:moveTo>
                    <a:pt x="0" y="21354"/>
                  </a:moveTo>
                  <a:cubicBezTo>
                    <a:pt x="133" y="9596"/>
                    <a:pt x="9646" y="106"/>
                    <a:pt x="21403" y="-1"/>
                  </a:cubicBezTo>
                </a:path>
                <a:path w="21599" h="21599" stroke="0" extrusionOk="0">
                  <a:moveTo>
                    <a:pt x="0" y="21354"/>
                  </a:moveTo>
                  <a:cubicBezTo>
                    <a:pt x="133" y="9596"/>
                    <a:pt x="9646" y="106"/>
                    <a:pt x="21403" y="-1"/>
                  </a:cubicBezTo>
                  <a:lnTo>
                    <a:pt x="21599" y="21599"/>
                  </a:lnTo>
                  <a:lnTo>
                    <a:pt x="0" y="21354"/>
                  </a:lnTo>
                  <a:close/>
                </a:path>
              </a:pathLst>
            </a:custGeom>
            <a:noFill/>
            <a:ln w="50800" cap="rnd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1" name="Arc 33"/>
            <p:cNvSpPr>
              <a:spLocks/>
            </p:cNvSpPr>
            <p:nvPr/>
          </p:nvSpPr>
          <p:spPr bwMode="auto">
            <a:xfrm>
              <a:off x="1845" y="1775"/>
              <a:ext cx="110" cy="88"/>
            </a:xfrm>
            <a:custGeom>
              <a:avLst/>
              <a:gdLst>
                <a:gd name="T0" fmla="*/ 0 w 21798"/>
                <a:gd name="T1" fmla="*/ 0 h 21600"/>
                <a:gd name="T2" fmla="*/ 0 w 21798"/>
                <a:gd name="T3" fmla="*/ 0 h 21600"/>
                <a:gd name="T4" fmla="*/ 0 w 21798"/>
                <a:gd name="T5" fmla="*/ 0 h 21600"/>
                <a:gd name="T6" fmla="*/ 0 60000 65536"/>
                <a:gd name="T7" fmla="*/ 0 60000 65536"/>
                <a:gd name="T8" fmla="*/ 0 60000 65536"/>
                <a:gd name="T9" fmla="*/ 0 w 21798"/>
                <a:gd name="T10" fmla="*/ 0 h 21600"/>
                <a:gd name="T11" fmla="*/ 21798 w 2179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98" h="21600" fill="none" extrusionOk="0">
                  <a:moveTo>
                    <a:pt x="-1" y="0"/>
                  </a:moveTo>
                  <a:cubicBezTo>
                    <a:pt x="65" y="0"/>
                    <a:pt x="131" y="-1"/>
                    <a:pt x="198" y="0"/>
                  </a:cubicBezTo>
                  <a:cubicBezTo>
                    <a:pt x="12127" y="0"/>
                    <a:pt x="21798" y="9670"/>
                    <a:pt x="21798" y="21600"/>
                  </a:cubicBezTo>
                </a:path>
                <a:path w="21798" h="21600" stroke="0" extrusionOk="0">
                  <a:moveTo>
                    <a:pt x="-1" y="0"/>
                  </a:moveTo>
                  <a:cubicBezTo>
                    <a:pt x="65" y="0"/>
                    <a:pt x="131" y="-1"/>
                    <a:pt x="198" y="0"/>
                  </a:cubicBezTo>
                  <a:cubicBezTo>
                    <a:pt x="12127" y="0"/>
                    <a:pt x="21798" y="9670"/>
                    <a:pt x="21798" y="21600"/>
                  </a:cubicBezTo>
                  <a:lnTo>
                    <a:pt x="198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0800" cap="rnd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2" name="Line 34"/>
            <p:cNvSpPr>
              <a:spLocks noChangeShapeType="1"/>
            </p:cNvSpPr>
            <p:nvPr/>
          </p:nvSpPr>
          <p:spPr bwMode="auto">
            <a:xfrm>
              <a:off x="1751" y="1877"/>
              <a:ext cx="0" cy="78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3" name="Line 35"/>
            <p:cNvSpPr>
              <a:spLocks noChangeShapeType="1"/>
            </p:cNvSpPr>
            <p:nvPr/>
          </p:nvSpPr>
          <p:spPr bwMode="auto">
            <a:xfrm>
              <a:off x="1543" y="1866"/>
              <a:ext cx="0" cy="201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4" name="Line 36"/>
            <p:cNvSpPr>
              <a:spLocks noChangeShapeType="1"/>
            </p:cNvSpPr>
            <p:nvPr/>
          </p:nvSpPr>
          <p:spPr bwMode="auto">
            <a:xfrm>
              <a:off x="1956" y="1872"/>
              <a:ext cx="0" cy="192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576" name="Line 41"/>
          <p:cNvSpPr>
            <a:spLocks noChangeShapeType="1"/>
          </p:cNvSpPr>
          <p:nvPr/>
        </p:nvSpPr>
        <p:spPr bwMode="auto">
          <a:xfrm>
            <a:off x="5824538" y="1936750"/>
            <a:ext cx="2006600" cy="0"/>
          </a:xfrm>
          <a:prstGeom prst="line">
            <a:avLst/>
          </a:prstGeom>
          <a:noFill/>
          <a:ln w="254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7" name="Rectangle 42"/>
          <p:cNvSpPr>
            <a:spLocks noChangeArrowheads="1"/>
          </p:cNvSpPr>
          <p:nvPr/>
        </p:nvSpPr>
        <p:spPr bwMode="auto">
          <a:xfrm>
            <a:off x="6284913" y="3128963"/>
            <a:ext cx="149860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Relay B</a:t>
            </a:r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MiCOM P54x</a:t>
            </a:r>
            <a:br>
              <a:rPr lang="en-US" altLang="en-US"/>
            </a:br>
            <a:r>
              <a:rPr lang="en-US" altLang="en-US"/>
              <a:t>Propagation Delay Time, Measurement - 1</a:t>
            </a:r>
            <a:endParaRPr lang="en-GB" altLang="en-US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1349375" y="3578225"/>
            <a:ext cx="7905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tA1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 rot="780000">
            <a:off x="3868738" y="3017838"/>
            <a:ext cx="25400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Data message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6797675" y="1328738"/>
            <a:ext cx="1547813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Relay B</a:t>
            </a: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858838" y="1328738"/>
            <a:ext cx="1379537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Relay A</a:t>
            </a:r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>
            <a:off x="6848475" y="5656263"/>
            <a:ext cx="130175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Freeform 8"/>
          <p:cNvSpPr>
            <a:spLocks/>
          </p:cNvSpPr>
          <p:nvPr/>
        </p:nvSpPr>
        <p:spPr bwMode="auto">
          <a:xfrm>
            <a:off x="3032125" y="3030538"/>
            <a:ext cx="3060700" cy="1320800"/>
          </a:xfrm>
          <a:custGeom>
            <a:avLst/>
            <a:gdLst>
              <a:gd name="T0" fmla="*/ 0 w 1928"/>
              <a:gd name="T1" fmla="*/ 0 h 832"/>
              <a:gd name="T2" fmla="*/ 0 w 1928"/>
              <a:gd name="T3" fmla="*/ 2147483646 h 832"/>
              <a:gd name="T4" fmla="*/ 2147483646 w 1928"/>
              <a:gd name="T5" fmla="*/ 2147483646 h 832"/>
              <a:gd name="T6" fmla="*/ 2147483646 w 1928"/>
              <a:gd name="T7" fmla="*/ 2147483646 h 832"/>
              <a:gd name="T8" fmla="*/ 0 w 1928"/>
              <a:gd name="T9" fmla="*/ 0 h 8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8"/>
              <a:gd name="T16" fmla="*/ 0 h 832"/>
              <a:gd name="T17" fmla="*/ 1928 w 1928"/>
              <a:gd name="T18" fmla="*/ 832 h 8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8" h="832">
                <a:moveTo>
                  <a:pt x="0" y="0"/>
                </a:moveTo>
                <a:lnTo>
                  <a:pt x="0" y="389"/>
                </a:lnTo>
                <a:lnTo>
                  <a:pt x="1927" y="831"/>
                </a:lnTo>
                <a:lnTo>
                  <a:pt x="1927" y="453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0" scaled="1"/>
          </a:gradFill>
          <a:ln w="12700" cap="rnd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657" name="Freeform 9"/>
          <p:cNvSpPr>
            <a:spLocks/>
          </p:cNvSpPr>
          <p:nvPr/>
        </p:nvSpPr>
        <p:spPr bwMode="auto">
          <a:xfrm>
            <a:off x="2251075" y="3576638"/>
            <a:ext cx="1588" cy="2749550"/>
          </a:xfrm>
          <a:custGeom>
            <a:avLst/>
            <a:gdLst>
              <a:gd name="T0" fmla="*/ 0 w 1"/>
              <a:gd name="T1" fmla="*/ 0 h 1732"/>
              <a:gd name="T2" fmla="*/ 0 w 1"/>
              <a:gd name="T3" fmla="*/ 2147483646 h 1732"/>
              <a:gd name="T4" fmla="*/ 0 60000 65536"/>
              <a:gd name="T5" fmla="*/ 0 60000 65536"/>
              <a:gd name="T6" fmla="*/ 0 w 1"/>
              <a:gd name="T7" fmla="*/ 0 h 1732"/>
              <a:gd name="T8" fmla="*/ 1 w 1"/>
              <a:gd name="T9" fmla="*/ 1732 h 17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732">
                <a:moveTo>
                  <a:pt x="0" y="0"/>
                </a:moveTo>
                <a:lnTo>
                  <a:pt x="0" y="1731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8" name="Freeform 10"/>
          <p:cNvSpPr>
            <a:spLocks/>
          </p:cNvSpPr>
          <p:nvPr/>
        </p:nvSpPr>
        <p:spPr bwMode="auto">
          <a:xfrm>
            <a:off x="2109788" y="3789363"/>
            <a:ext cx="4832350" cy="863600"/>
          </a:xfrm>
          <a:custGeom>
            <a:avLst/>
            <a:gdLst>
              <a:gd name="T0" fmla="*/ 0 w 3044"/>
              <a:gd name="T1" fmla="*/ 0 h 544"/>
              <a:gd name="T2" fmla="*/ 2147483646 w 3044"/>
              <a:gd name="T3" fmla="*/ 0 h 544"/>
              <a:gd name="T4" fmla="*/ 2147483646 w 3044"/>
              <a:gd name="T5" fmla="*/ 2147483646 h 544"/>
              <a:gd name="T6" fmla="*/ 0 60000 65536"/>
              <a:gd name="T7" fmla="*/ 0 60000 65536"/>
              <a:gd name="T8" fmla="*/ 0 60000 65536"/>
              <a:gd name="T9" fmla="*/ 0 w 3044"/>
              <a:gd name="T10" fmla="*/ 0 h 544"/>
              <a:gd name="T11" fmla="*/ 3044 w 3044"/>
              <a:gd name="T12" fmla="*/ 544 h 5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44" h="544">
                <a:moveTo>
                  <a:pt x="0" y="0"/>
                </a:moveTo>
                <a:lnTo>
                  <a:pt x="154" y="0"/>
                </a:lnTo>
                <a:lnTo>
                  <a:pt x="3043" y="543"/>
                </a:lnTo>
              </a:path>
            </a:pathLst>
          </a:custGeom>
          <a:noFill/>
          <a:ln w="50800" cap="rnd" cmpd="sng">
            <a:solidFill>
              <a:srgbClr val="4FA6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9" name="Line 11"/>
          <p:cNvSpPr>
            <a:spLocks noChangeShapeType="1"/>
          </p:cNvSpPr>
          <p:nvPr/>
        </p:nvSpPr>
        <p:spPr bwMode="auto">
          <a:xfrm>
            <a:off x="2414588" y="3965575"/>
            <a:ext cx="0" cy="555625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0" name="AutoShape 12"/>
          <p:cNvSpPr>
            <a:spLocks noChangeArrowheads="1"/>
          </p:cNvSpPr>
          <p:nvPr/>
        </p:nvSpPr>
        <p:spPr bwMode="auto">
          <a:xfrm>
            <a:off x="2365375" y="3808413"/>
            <a:ext cx="92075" cy="141287"/>
          </a:xfrm>
          <a:prstGeom prst="triangle">
            <a:avLst>
              <a:gd name="adj" fmla="val 49986"/>
            </a:avLst>
          </a:prstGeom>
          <a:solidFill>
            <a:schemeClr val="tx1"/>
          </a:solidFill>
          <a:ln w="12700">
            <a:solidFill>
              <a:srgbClr val="62646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61" name="AutoShape 13"/>
          <p:cNvSpPr>
            <a:spLocks noChangeArrowheads="1"/>
          </p:cNvSpPr>
          <p:nvPr/>
        </p:nvSpPr>
        <p:spPr bwMode="auto">
          <a:xfrm rot="10800000" flipH="1">
            <a:off x="2362200" y="4538663"/>
            <a:ext cx="90488" cy="141287"/>
          </a:xfrm>
          <a:prstGeom prst="triangle">
            <a:avLst>
              <a:gd name="adj" fmla="val 49986"/>
            </a:avLst>
          </a:prstGeom>
          <a:solidFill>
            <a:schemeClr val="tx1"/>
          </a:solidFill>
          <a:ln w="12700">
            <a:solidFill>
              <a:srgbClr val="62646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>
            <a:off x="2325688" y="4656138"/>
            <a:ext cx="5662612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3" name="Line 15"/>
          <p:cNvSpPr>
            <a:spLocks noChangeShapeType="1"/>
          </p:cNvSpPr>
          <p:nvPr/>
        </p:nvSpPr>
        <p:spPr bwMode="auto">
          <a:xfrm>
            <a:off x="2162175" y="4368800"/>
            <a:ext cx="134938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4" name="Line 16"/>
          <p:cNvSpPr>
            <a:spLocks noChangeShapeType="1"/>
          </p:cNvSpPr>
          <p:nvPr/>
        </p:nvSpPr>
        <p:spPr bwMode="auto">
          <a:xfrm>
            <a:off x="2171700" y="4940300"/>
            <a:ext cx="134938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5" name="Line 17"/>
          <p:cNvSpPr>
            <a:spLocks noChangeShapeType="1"/>
          </p:cNvSpPr>
          <p:nvPr/>
        </p:nvSpPr>
        <p:spPr bwMode="auto">
          <a:xfrm>
            <a:off x="2179638" y="5510213"/>
            <a:ext cx="134937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6" name="Freeform 18"/>
          <p:cNvSpPr>
            <a:spLocks/>
          </p:cNvSpPr>
          <p:nvPr/>
        </p:nvSpPr>
        <p:spPr bwMode="auto">
          <a:xfrm>
            <a:off x="6931025" y="3582988"/>
            <a:ext cx="1588" cy="2751137"/>
          </a:xfrm>
          <a:custGeom>
            <a:avLst/>
            <a:gdLst>
              <a:gd name="T0" fmla="*/ 0 w 1"/>
              <a:gd name="T1" fmla="*/ 0 h 1733"/>
              <a:gd name="T2" fmla="*/ 0 w 1"/>
              <a:gd name="T3" fmla="*/ 2147483646 h 1733"/>
              <a:gd name="T4" fmla="*/ 0 60000 65536"/>
              <a:gd name="T5" fmla="*/ 0 60000 65536"/>
              <a:gd name="T6" fmla="*/ 0 w 1"/>
              <a:gd name="T7" fmla="*/ 0 h 1733"/>
              <a:gd name="T8" fmla="*/ 1 w 1"/>
              <a:gd name="T9" fmla="*/ 1733 h 17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733">
                <a:moveTo>
                  <a:pt x="0" y="0"/>
                </a:moveTo>
                <a:lnTo>
                  <a:pt x="0" y="1732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7" name="Line 19"/>
          <p:cNvSpPr>
            <a:spLocks noChangeShapeType="1"/>
          </p:cNvSpPr>
          <p:nvPr/>
        </p:nvSpPr>
        <p:spPr bwMode="auto">
          <a:xfrm>
            <a:off x="6842125" y="4518025"/>
            <a:ext cx="136525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>
            <a:off x="6851650" y="5126038"/>
            <a:ext cx="134938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>
            <a:off x="6850063" y="6167438"/>
            <a:ext cx="136525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0" name="Line 22"/>
          <p:cNvSpPr>
            <a:spLocks noChangeShapeType="1"/>
          </p:cNvSpPr>
          <p:nvPr/>
        </p:nvSpPr>
        <p:spPr bwMode="auto">
          <a:xfrm>
            <a:off x="6840538" y="3959225"/>
            <a:ext cx="136525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1" name="Line 23"/>
          <p:cNvSpPr>
            <a:spLocks noChangeShapeType="1"/>
          </p:cNvSpPr>
          <p:nvPr/>
        </p:nvSpPr>
        <p:spPr bwMode="auto">
          <a:xfrm>
            <a:off x="6194425" y="4041775"/>
            <a:ext cx="120650" cy="317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2" name="AutoShape 24"/>
          <p:cNvSpPr>
            <a:spLocks noChangeArrowheads="1"/>
          </p:cNvSpPr>
          <p:nvPr/>
        </p:nvSpPr>
        <p:spPr bwMode="auto">
          <a:xfrm rot="5760000" flipH="1">
            <a:off x="6269038" y="3978275"/>
            <a:ext cx="147638" cy="173037"/>
          </a:xfrm>
          <a:prstGeom prst="triangle">
            <a:avLst>
              <a:gd name="adj" fmla="val 49986"/>
            </a:avLst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73" name="Rectangle 25"/>
          <p:cNvSpPr>
            <a:spLocks noChangeArrowheads="1"/>
          </p:cNvSpPr>
          <p:nvPr/>
        </p:nvSpPr>
        <p:spPr bwMode="auto">
          <a:xfrm rot="720000">
            <a:off x="2930525" y="3222625"/>
            <a:ext cx="1498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</a:t>
            </a:r>
          </a:p>
          <a:p>
            <a:pPr>
              <a:lnSpc>
                <a:spcPct val="70000"/>
              </a:lnSpc>
            </a:pPr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vectors</a:t>
            </a:r>
          </a:p>
        </p:txBody>
      </p:sp>
      <p:sp>
        <p:nvSpPr>
          <p:cNvPr id="27674" name="Line 26"/>
          <p:cNvSpPr>
            <a:spLocks noChangeShapeType="1"/>
          </p:cNvSpPr>
          <p:nvPr/>
        </p:nvSpPr>
        <p:spPr bwMode="auto">
          <a:xfrm>
            <a:off x="4291013" y="3341688"/>
            <a:ext cx="0" cy="57785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5" name="Line 27"/>
          <p:cNvSpPr>
            <a:spLocks noChangeShapeType="1"/>
          </p:cNvSpPr>
          <p:nvPr/>
        </p:nvSpPr>
        <p:spPr bwMode="auto">
          <a:xfrm>
            <a:off x="4914900" y="3482975"/>
            <a:ext cx="0" cy="58261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6" name="Line 28"/>
          <p:cNvSpPr>
            <a:spLocks noChangeShapeType="1"/>
          </p:cNvSpPr>
          <p:nvPr/>
        </p:nvSpPr>
        <p:spPr bwMode="auto">
          <a:xfrm>
            <a:off x="5130800" y="3529013"/>
            <a:ext cx="0" cy="58261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7" name="Line 29"/>
          <p:cNvSpPr>
            <a:spLocks noChangeShapeType="1"/>
          </p:cNvSpPr>
          <p:nvPr/>
        </p:nvSpPr>
        <p:spPr bwMode="auto">
          <a:xfrm>
            <a:off x="5353050" y="3586163"/>
            <a:ext cx="0" cy="58261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7678" name="Group 30"/>
          <p:cNvGrpSpPr>
            <a:grpSpLocks/>
          </p:cNvGrpSpPr>
          <p:nvPr/>
        </p:nvGrpSpPr>
        <p:grpSpPr bwMode="auto">
          <a:xfrm>
            <a:off x="4383088" y="3702050"/>
            <a:ext cx="395287" cy="106363"/>
            <a:chOff x="3188" y="2258"/>
            <a:chExt cx="249" cy="67"/>
          </a:xfrm>
        </p:grpSpPr>
        <p:sp>
          <p:nvSpPr>
            <p:cNvPr id="27698" name="Oval 31"/>
            <p:cNvSpPr>
              <a:spLocks noChangeArrowheads="1"/>
            </p:cNvSpPr>
            <p:nvPr/>
          </p:nvSpPr>
          <p:spPr bwMode="auto">
            <a:xfrm rot="-1980000">
              <a:off x="3188" y="2258"/>
              <a:ext cx="16" cy="1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699" name="Oval 32"/>
            <p:cNvSpPr>
              <a:spLocks noChangeArrowheads="1"/>
            </p:cNvSpPr>
            <p:nvPr/>
          </p:nvSpPr>
          <p:spPr bwMode="auto">
            <a:xfrm rot="-1980000">
              <a:off x="3304" y="2283"/>
              <a:ext cx="17" cy="17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00" name="Oval 33"/>
            <p:cNvSpPr>
              <a:spLocks noChangeArrowheads="1"/>
            </p:cNvSpPr>
            <p:nvPr/>
          </p:nvSpPr>
          <p:spPr bwMode="auto">
            <a:xfrm rot="-1980000">
              <a:off x="3421" y="2309"/>
              <a:ext cx="16" cy="1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679" name="Rectangle 34"/>
          <p:cNvSpPr>
            <a:spLocks noChangeArrowheads="1"/>
          </p:cNvSpPr>
          <p:nvPr/>
        </p:nvSpPr>
        <p:spPr bwMode="auto">
          <a:xfrm rot="720000">
            <a:off x="5351463" y="3832225"/>
            <a:ext cx="7381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tA1</a:t>
            </a:r>
          </a:p>
        </p:txBody>
      </p:sp>
      <p:sp>
        <p:nvSpPr>
          <p:cNvPr id="27680" name="Rectangle 35"/>
          <p:cNvSpPr>
            <a:spLocks noChangeArrowheads="1"/>
          </p:cNvSpPr>
          <p:nvPr/>
        </p:nvSpPr>
        <p:spPr bwMode="auto">
          <a:xfrm>
            <a:off x="1354138" y="4159250"/>
            <a:ext cx="7905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tA2</a:t>
            </a:r>
          </a:p>
        </p:txBody>
      </p:sp>
      <p:sp>
        <p:nvSpPr>
          <p:cNvPr id="27681" name="Rectangle 36"/>
          <p:cNvSpPr>
            <a:spLocks noChangeArrowheads="1"/>
          </p:cNvSpPr>
          <p:nvPr/>
        </p:nvSpPr>
        <p:spPr bwMode="auto">
          <a:xfrm>
            <a:off x="1358900" y="4730750"/>
            <a:ext cx="7905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tA3</a:t>
            </a:r>
          </a:p>
        </p:txBody>
      </p:sp>
      <p:sp>
        <p:nvSpPr>
          <p:cNvPr id="27682" name="Rectangle 37"/>
          <p:cNvSpPr>
            <a:spLocks noChangeArrowheads="1"/>
          </p:cNvSpPr>
          <p:nvPr/>
        </p:nvSpPr>
        <p:spPr bwMode="auto">
          <a:xfrm>
            <a:off x="1363663" y="5302250"/>
            <a:ext cx="7905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tA4</a:t>
            </a:r>
          </a:p>
        </p:txBody>
      </p:sp>
      <p:sp>
        <p:nvSpPr>
          <p:cNvPr id="27683" name="Rectangle 38"/>
          <p:cNvSpPr>
            <a:spLocks noChangeArrowheads="1"/>
          </p:cNvSpPr>
          <p:nvPr/>
        </p:nvSpPr>
        <p:spPr bwMode="auto">
          <a:xfrm>
            <a:off x="1368425" y="5873750"/>
            <a:ext cx="7905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tA5</a:t>
            </a:r>
          </a:p>
        </p:txBody>
      </p:sp>
      <p:sp>
        <p:nvSpPr>
          <p:cNvPr id="27684" name="Rectangle 39"/>
          <p:cNvSpPr>
            <a:spLocks noChangeArrowheads="1"/>
          </p:cNvSpPr>
          <p:nvPr/>
        </p:nvSpPr>
        <p:spPr bwMode="auto">
          <a:xfrm>
            <a:off x="7194550" y="3763963"/>
            <a:ext cx="7905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tB1</a:t>
            </a:r>
          </a:p>
        </p:txBody>
      </p:sp>
      <p:sp>
        <p:nvSpPr>
          <p:cNvPr id="27685" name="Rectangle 40"/>
          <p:cNvSpPr>
            <a:spLocks noChangeArrowheads="1"/>
          </p:cNvSpPr>
          <p:nvPr/>
        </p:nvSpPr>
        <p:spPr bwMode="auto">
          <a:xfrm>
            <a:off x="7199313" y="4232275"/>
            <a:ext cx="7905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tB2</a:t>
            </a:r>
          </a:p>
        </p:txBody>
      </p:sp>
      <p:sp>
        <p:nvSpPr>
          <p:cNvPr id="27686" name="Rectangle 41"/>
          <p:cNvSpPr>
            <a:spLocks noChangeArrowheads="1"/>
          </p:cNvSpPr>
          <p:nvPr/>
        </p:nvSpPr>
        <p:spPr bwMode="auto">
          <a:xfrm>
            <a:off x="7204075" y="4891088"/>
            <a:ext cx="7905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tB3</a:t>
            </a:r>
          </a:p>
        </p:txBody>
      </p:sp>
      <p:sp>
        <p:nvSpPr>
          <p:cNvPr id="27687" name="Rectangle 42"/>
          <p:cNvSpPr>
            <a:spLocks noChangeArrowheads="1"/>
          </p:cNvSpPr>
          <p:nvPr/>
        </p:nvSpPr>
        <p:spPr bwMode="auto">
          <a:xfrm>
            <a:off x="7208838" y="5487988"/>
            <a:ext cx="7905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tB4</a:t>
            </a:r>
          </a:p>
        </p:txBody>
      </p:sp>
      <p:sp>
        <p:nvSpPr>
          <p:cNvPr id="27688" name="Rectangle 43"/>
          <p:cNvSpPr>
            <a:spLocks noChangeArrowheads="1"/>
          </p:cNvSpPr>
          <p:nvPr/>
        </p:nvSpPr>
        <p:spPr bwMode="auto">
          <a:xfrm>
            <a:off x="7213600" y="5946775"/>
            <a:ext cx="7905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tB5</a:t>
            </a:r>
          </a:p>
        </p:txBody>
      </p:sp>
      <p:grpSp>
        <p:nvGrpSpPr>
          <p:cNvPr id="27689" name="Group 44"/>
          <p:cNvGrpSpPr>
            <a:grpSpLocks/>
          </p:cNvGrpSpPr>
          <p:nvPr/>
        </p:nvGrpSpPr>
        <p:grpSpPr bwMode="auto">
          <a:xfrm>
            <a:off x="7829550" y="4411663"/>
            <a:ext cx="1090613" cy="441325"/>
            <a:chOff x="5359" y="2705"/>
            <a:chExt cx="687" cy="278"/>
          </a:xfrm>
        </p:grpSpPr>
        <p:sp>
          <p:nvSpPr>
            <p:cNvPr id="27696" name="Rectangle 45"/>
            <p:cNvSpPr>
              <a:spLocks noChangeArrowheads="1"/>
            </p:cNvSpPr>
            <p:nvPr/>
          </p:nvSpPr>
          <p:spPr bwMode="auto">
            <a:xfrm>
              <a:off x="5359" y="2735"/>
              <a:ext cx="498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r>
                <a:rPr lang="en-US" altLang="en-US" sz="20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tB</a:t>
              </a:r>
            </a:p>
          </p:txBody>
        </p:sp>
        <p:sp>
          <p:nvSpPr>
            <p:cNvPr id="27697" name="Rectangle 46"/>
            <p:cNvSpPr>
              <a:spLocks noChangeArrowheads="1"/>
            </p:cNvSpPr>
            <p:nvPr/>
          </p:nvSpPr>
          <p:spPr bwMode="auto">
            <a:xfrm>
              <a:off x="5548" y="2705"/>
              <a:ext cx="498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r>
                <a:rPr lang="en-US" altLang="en-US" sz="20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*</a:t>
              </a:r>
            </a:p>
          </p:txBody>
        </p:sp>
      </p:grpSp>
      <p:sp>
        <p:nvSpPr>
          <p:cNvPr id="27690" name="Rectangle 47"/>
          <p:cNvSpPr>
            <a:spLocks noChangeArrowheads="1"/>
          </p:cNvSpPr>
          <p:nvPr/>
        </p:nvSpPr>
        <p:spPr bwMode="auto">
          <a:xfrm>
            <a:off x="2386013" y="4064000"/>
            <a:ext cx="7905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tp1</a:t>
            </a:r>
          </a:p>
        </p:txBody>
      </p:sp>
      <p:pic>
        <p:nvPicPr>
          <p:cNvPr id="27691" name="Picture 51" descr="Px40_80TE_ph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1778000"/>
            <a:ext cx="2457450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92" name="Picture 52" descr="Px40_80TE_ph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900" y="1790700"/>
            <a:ext cx="2457450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93" name="Line 53"/>
          <p:cNvSpPr>
            <a:spLocks noChangeShapeType="1"/>
          </p:cNvSpPr>
          <p:nvPr/>
        </p:nvSpPr>
        <p:spPr bwMode="auto">
          <a:xfrm>
            <a:off x="2414588" y="3965575"/>
            <a:ext cx="0" cy="555625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94" name="AutoShape 54"/>
          <p:cNvSpPr>
            <a:spLocks noChangeArrowheads="1"/>
          </p:cNvSpPr>
          <p:nvPr/>
        </p:nvSpPr>
        <p:spPr bwMode="auto">
          <a:xfrm>
            <a:off x="2365375" y="3808413"/>
            <a:ext cx="92075" cy="141287"/>
          </a:xfrm>
          <a:prstGeom prst="triangle">
            <a:avLst>
              <a:gd name="adj" fmla="val 499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95" name="AutoShape 55"/>
          <p:cNvSpPr>
            <a:spLocks noChangeArrowheads="1"/>
          </p:cNvSpPr>
          <p:nvPr/>
        </p:nvSpPr>
        <p:spPr bwMode="auto">
          <a:xfrm rot="10800000" flipH="1">
            <a:off x="2362200" y="4538663"/>
            <a:ext cx="90488" cy="141287"/>
          </a:xfrm>
          <a:prstGeom prst="triangle">
            <a:avLst>
              <a:gd name="adj" fmla="val 499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MiCOM P54x </a:t>
            </a:r>
            <a:br>
              <a:rPr lang="en-US" altLang="en-US"/>
            </a:br>
            <a:r>
              <a:rPr lang="en-US" altLang="en-US"/>
              <a:t>Propagation Delay Time, Measurement - 2</a:t>
            </a:r>
            <a:endParaRPr lang="en-GB" altLang="en-US"/>
          </a:p>
        </p:txBody>
      </p:sp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1373188" y="5602288"/>
            <a:ext cx="6919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18000" bIns="10800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Propagation delay time tp = tp1 = tp2 = 1/2 (tA* - tA1 – td)</a:t>
            </a:r>
          </a:p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GB" altLang="en-US"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calculation is sometimes called “ping-pong” method</a:t>
            </a:r>
            <a:endParaRPr lang="en-US" altLang="en-US" sz="2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0" name="Freeform 7"/>
          <p:cNvSpPr>
            <a:spLocks/>
          </p:cNvSpPr>
          <p:nvPr/>
        </p:nvSpPr>
        <p:spPr bwMode="auto">
          <a:xfrm>
            <a:off x="2686050" y="1504950"/>
            <a:ext cx="3614738" cy="1200150"/>
          </a:xfrm>
          <a:custGeom>
            <a:avLst/>
            <a:gdLst>
              <a:gd name="T0" fmla="*/ 2147483646 w 2480"/>
              <a:gd name="T1" fmla="*/ 0 h 860"/>
              <a:gd name="T2" fmla="*/ 0 w 2480"/>
              <a:gd name="T3" fmla="*/ 2147483646 h 860"/>
              <a:gd name="T4" fmla="*/ 2147483646 w 2480"/>
              <a:gd name="T5" fmla="*/ 2147483646 h 860"/>
              <a:gd name="T6" fmla="*/ 2147483646 w 2480"/>
              <a:gd name="T7" fmla="*/ 2147483646 h 860"/>
              <a:gd name="T8" fmla="*/ 2147483646 w 2480"/>
              <a:gd name="T9" fmla="*/ 0 h 8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80"/>
              <a:gd name="T16" fmla="*/ 0 h 860"/>
              <a:gd name="T17" fmla="*/ 2480 w 2480"/>
              <a:gd name="T18" fmla="*/ 860 h 8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80" h="860">
                <a:moveTo>
                  <a:pt x="72" y="0"/>
                </a:moveTo>
                <a:lnTo>
                  <a:pt x="0" y="478"/>
                </a:lnTo>
                <a:lnTo>
                  <a:pt x="2411" y="859"/>
                </a:lnTo>
                <a:lnTo>
                  <a:pt x="2479" y="373"/>
                </a:lnTo>
                <a:lnTo>
                  <a:pt x="72" y="0"/>
                </a:lnTo>
              </a:path>
            </a:pathLst>
          </a:custGeom>
          <a:gradFill rotWithShape="0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0" scaled="1"/>
          </a:gradFill>
          <a:ln w="12700" cap="rnd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9701" name="Rectangle 8"/>
          <p:cNvSpPr>
            <a:spLocks noChangeArrowheads="1"/>
          </p:cNvSpPr>
          <p:nvPr/>
        </p:nvSpPr>
        <p:spPr bwMode="auto">
          <a:xfrm rot="-600000">
            <a:off x="4630738" y="4510088"/>
            <a:ext cx="2330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Data message</a:t>
            </a:r>
          </a:p>
        </p:txBody>
      </p:sp>
      <p:grpSp>
        <p:nvGrpSpPr>
          <p:cNvPr id="29702" name="Group 9"/>
          <p:cNvGrpSpPr>
            <a:grpSpLocks/>
          </p:cNvGrpSpPr>
          <p:nvPr/>
        </p:nvGrpSpPr>
        <p:grpSpPr bwMode="auto">
          <a:xfrm>
            <a:off x="4516438" y="2181225"/>
            <a:ext cx="368300" cy="71438"/>
            <a:chOff x="3134" y="2005"/>
            <a:chExt cx="253" cy="51"/>
          </a:xfrm>
        </p:grpSpPr>
        <p:sp>
          <p:nvSpPr>
            <p:cNvPr id="29766" name="Oval 10"/>
            <p:cNvSpPr>
              <a:spLocks noChangeArrowheads="1"/>
            </p:cNvSpPr>
            <p:nvPr/>
          </p:nvSpPr>
          <p:spPr bwMode="auto">
            <a:xfrm rot="-2220000">
              <a:off x="3134" y="2005"/>
              <a:ext cx="16" cy="1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67" name="Oval 11"/>
            <p:cNvSpPr>
              <a:spLocks noChangeArrowheads="1"/>
            </p:cNvSpPr>
            <p:nvPr/>
          </p:nvSpPr>
          <p:spPr bwMode="auto">
            <a:xfrm rot="-2220000">
              <a:off x="3252" y="2022"/>
              <a:ext cx="17" cy="17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68" name="Oval 12"/>
            <p:cNvSpPr>
              <a:spLocks noChangeArrowheads="1"/>
            </p:cNvSpPr>
            <p:nvPr/>
          </p:nvSpPr>
          <p:spPr bwMode="auto">
            <a:xfrm rot="-2220000">
              <a:off x="3371" y="2040"/>
              <a:ext cx="16" cy="1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703" name="Rectangle 13"/>
          <p:cNvSpPr>
            <a:spLocks noChangeArrowheads="1"/>
          </p:cNvSpPr>
          <p:nvPr/>
        </p:nvSpPr>
        <p:spPr bwMode="auto">
          <a:xfrm>
            <a:off x="7137400" y="2301875"/>
            <a:ext cx="72548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tB1</a:t>
            </a:r>
            <a:endParaRPr lang="en-US" altLang="en-US" sz="2000" b="1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4" name="Rectangle 14"/>
          <p:cNvSpPr>
            <a:spLocks noChangeArrowheads="1"/>
          </p:cNvSpPr>
          <p:nvPr/>
        </p:nvSpPr>
        <p:spPr bwMode="auto">
          <a:xfrm>
            <a:off x="7142163" y="2713038"/>
            <a:ext cx="7254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tB2</a:t>
            </a:r>
            <a:endParaRPr lang="en-US" altLang="en-US" sz="2000" b="1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5" name="Rectangle 15"/>
          <p:cNvSpPr>
            <a:spLocks noChangeArrowheads="1"/>
          </p:cNvSpPr>
          <p:nvPr/>
        </p:nvSpPr>
        <p:spPr bwMode="auto">
          <a:xfrm>
            <a:off x="7146925" y="3214688"/>
            <a:ext cx="72548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tB3</a:t>
            </a:r>
          </a:p>
        </p:txBody>
      </p:sp>
      <p:sp>
        <p:nvSpPr>
          <p:cNvPr id="29706" name="Rectangle 16"/>
          <p:cNvSpPr>
            <a:spLocks noChangeArrowheads="1"/>
          </p:cNvSpPr>
          <p:nvPr/>
        </p:nvSpPr>
        <p:spPr bwMode="auto">
          <a:xfrm>
            <a:off x="7151688" y="3663950"/>
            <a:ext cx="7254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tB4</a:t>
            </a:r>
            <a:endParaRPr lang="en-US" altLang="en-US" sz="2000" b="1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7" name="Rectangle 17"/>
          <p:cNvSpPr>
            <a:spLocks noChangeArrowheads="1"/>
          </p:cNvSpPr>
          <p:nvPr/>
        </p:nvSpPr>
        <p:spPr bwMode="auto">
          <a:xfrm>
            <a:off x="7154863" y="4049713"/>
            <a:ext cx="725487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tB5</a:t>
            </a:r>
            <a:endParaRPr lang="en-US" altLang="en-US" sz="2000" b="1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8" name="Rectangle 18"/>
          <p:cNvSpPr>
            <a:spLocks noChangeArrowheads="1"/>
          </p:cNvSpPr>
          <p:nvPr/>
        </p:nvSpPr>
        <p:spPr bwMode="auto">
          <a:xfrm>
            <a:off x="7775575" y="2881313"/>
            <a:ext cx="723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tB*</a:t>
            </a:r>
          </a:p>
        </p:txBody>
      </p:sp>
      <p:sp>
        <p:nvSpPr>
          <p:cNvPr id="29709" name="Rectangle 19"/>
          <p:cNvSpPr>
            <a:spLocks noChangeArrowheads="1"/>
          </p:cNvSpPr>
          <p:nvPr/>
        </p:nvSpPr>
        <p:spPr bwMode="auto">
          <a:xfrm>
            <a:off x="1573213" y="2155825"/>
            <a:ext cx="7270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tA1</a:t>
            </a:r>
          </a:p>
        </p:txBody>
      </p:sp>
      <p:sp>
        <p:nvSpPr>
          <p:cNvPr id="29710" name="Rectangle 20"/>
          <p:cNvSpPr>
            <a:spLocks noChangeArrowheads="1"/>
          </p:cNvSpPr>
          <p:nvPr/>
        </p:nvSpPr>
        <p:spPr bwMode="auto">
          <a:xfrm>
            <a:off x="1577975" y="2641600"/>
            <a:ext cx="7270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tA2</a:t>
            </a:r>
          </a:p>
        </p:txBody>
      </p:sp>
      <p:sp>
        <p:nvSpPr>
          <p:cNvPr id="29711" name="Rectangle 21"/>
          <p:cNvSpPr>
            <a:spLocks noChangeArrowheads="1"/>
          </p:cNvSpPr>
          <p:nvPr/>
        </p:nvSpPr>
        <p:spPr bwMode="auto">
          <a:xfrm>
            <a:off x="1582738" y="3074988"/>
            <a:ext cx="725487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tA3</a:t>
            </a:r>
          </a:p>
        </p:txBody>
      </p:sp>
      <p:sp>
        <p:nvSpPr>
          <p:cNvPr id="29712" name="Rectangle 22"/>
          <p:cNvSpPr>
            <a:spLocks noChangeArrowheads="1"/>
          </p:cNvSpPr>
          <p:nvPr/>
        </p:nvSpPr>
        <p:spPr bwMode="auto">
          <a:xfrm>
            <a:off x="1587500" y="3525838"/>
            <a:ext cx="72548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tA4</a:t>
            </a:r>
          </a:p>
        </p:txBody>
      </p:sp>
      <p:sp>
        <p:nvSpPr>
          <p:cNvPr id="29713" name="Rectangle 23"/>
          <p:cNvSpPr>
            <a:spLocks noChangeArrowheads="1"/>
          </p:cNvSpPr>
          <p:nvPr/>
        </p:nvSpPr>
        <p:spPr bwMode="auto">
          <a:xfrm>
            <a:off x="2474913" y="2509838"/>
            <a:ext cx="7254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tp1</a:t>
            </a:r>
          </a:p>
        </p:txBody>
      </p:sp>
      <p:sp>
        <p:nvSpPr>
          <p:cNvPr id="29714" name="Line 24"/>
          <p:cNvSpPr>
            <a:spLocks noChangeShapeType="1"/>
          </p:cNvSpPr>
          <p:nvPr/>
        </p:nvSpPr>
        <p:spPr bwMode="auto">
          <a:xfrm>
            <a:off x="6983413" y="2257425"/>
            <a:ext cx="0" cy="2052638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5" name="Line 25"/>
          <p:cNvSpPr>
            <a:spLocks noChangeShapeType="1"/>
          </p:cNvSpPr>
          <p:nvPr/>
        </p:nvSpPr>
        <p:spPr bwMode="auto">
          <a:xfrm>
            <a:off x="6918325" y="3849688"/>
            <a:ext cx="115888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6" name="Line 26"/>
          <p:cNvSpPr>
            <a:spLocks noChangeShapeType="1"/>
          </p:cNvSpPr>
          <p:nvPr/>
        </p:nvSpPr>
        <p:spPr bwMode="auto">
          <a:xfrm>
            <a:off x="6300788" y="2460625"/>
            <a:ext cx="323850" cy="587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7" name="Line 27"/>
          <p:cNvSpPr>
            <a:spLocks noChangeShapeType="1"/>
          </p:cNvSpPr>
          <p:nvPr/>
        </p:nvSpPr>
        <p:spPr bwMode="auto">
          <a:xfrm flipH="1">
            <a:off x="4340225" y="1854200"/>
            <a:ext cx="117475" cy="6318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8" name="Line 28"/>
          <p:cNvSpPr>
            <a:spLocks noChangeShapeType="1"/>
          </p:cNvSpPr>
          <p:nvPr/>
        </p:nvSpPr>
        <p:spPr bwMode="auto">
          <a:xfrm flipH="1">
            <a:off x="4911725" y="1930400"/>
            <a:ext cx="109538" cy="63976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9" name="Line 29"/>
          <p:cNvSpPr>
            <a:spLocks noChangeShapeType="1"/>
          </p:cNvSpPr>
          <p:nvPr/>
        </p:nvSpPr>
        <p:spPr bwMode="auto">
          <a:xfrm flipH="1">
            <a:off x="5248275" y="1987550"/>
            <a:ext cx="109538" cy="63817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0" name="Line 30"/>
          <p:cNvSpPr>
            <a:spLocks noChangeShapeType="1"/>
          </p:cNvSpPr>
          <p:nvPr/>
        </p:nvSpPr>
        <p:spPr bwMode="auto">
          <a:xfrm flipH="1">
            <a:off x="5684838" y="2025650"/>
            <a:ext cx="107950" cy="67151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1" name="Line 31"/>
          <p:cNvSpPr>
            <a:spLocks noChangeShapeType="1"/>
          </p:cNvSpPr>
          <p:nvPr/>
        </p:nvSpPr>
        <p:spPr bwMode="auto">
          <a:xfrm>
            <a:off x="2376488" y="2257425"/>
            <a:ext cx="0" cy="2054225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2" name="Line 32"/>
          <p:cNvSpPr>
            <a:spLocks noChangeShapeType="1"/>
          </p:cNvSpPr>
          <p:nvPr/>
        </p:nvSpPr>
        <p:spPr bwMode="auto">
          <a:xfrm>
            <a:off x="2312988" y="2838450"/>
            <a:ext cx="115887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3" name="Line 33"/>
          <p:cNvSpPr>
            <a:spLocks noChangeShapeType="1"/>
          </p:cNvSpPr>
          <p:nvPr/>
        </p:nvSpPr>
        <p:spPr bwMode="auto">
          <a:xfrm>
            <a:off x="2320925" y="3282950"/>
            <a:ext cx="115888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4" name="Line 34"/>
          <p:cNvSpPr>
            <a:spLocks noChangeShapeType="1"/>
          </p:cNvSpPr>
          <p:nvPr/>
        </p:nvSpPr>
        <p:spPr bwMode="auto">
          <a:xfrm>
            <a:off x="2322513" y="3727450"/>
            <a:ext cx="115887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5" name="Line 35"/>
          <p:cNvSpPr>
            <a:spLocks noChangeShapeType="1"/>
          </p:cNvSpPr>
          <p:nvPr/>
        </p:nvSpPr>
        <p:spPr bwMode="auto">
          <a:xfrm>
            <a:off x="2306638" y="4189413"/>
            <a:ext cx="117475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6" name="Freeform 36"/>
          <p:cNvSpPr>
            <a:spLocks/>
          </p:cNvSpPr>
          <p:nvPr/>
        </p:nvSpPr>
        <p:spPr bwMode="auto">
          <a:xfrm>
            <a:off x="2282825" y="2381250"/>
            <a:ext cx="4700588" cy="684213"/>
          </a:xfrm>
          <a:custGeom>
            <a:avLst/>
            <a:gdLst>
              <a:gd name="T0" fmla="*/ 0 w 3226"/>
              <a:gd name="T1" fmla="*/ 0 h 490"/>
              <a:gd name="T2" fmla="*/ 2147483646 w 3226"/>
              <a:gd name="T3" fmla="*/ 0 h 490"/>
              <a:gd name="T4" fmla="*/ 2147483646 w 3226"/>
              <a:gd name="T5" fmla="*/ 2147483646 h 490"/>
              <a:gd name="T6" fmla="*/ 0 60000 65536"/>
              <a:gd name="T7" fmla="*/ 0 60000 65536"/>
              <a:gd name="T8" fmla="*/ 0 60000 65536"/>
              <a:gd name="T9" fmla="*/ 0 w 3226"/>
              <a:gd name="T10" fmla="*/ 0 h 490"/>
              <a:gd name="T11" fmla="*/ 3226 w 3226"/>
              <a:gd name="T12" fmla="*/ 490 h 4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26" h="490">
                <a:moveTo>
                  <a:pt x="0" y="0"/>
                </a:moveTo>
                <a:lnTo>
                  <a:pt x="169" y="0"/>
                </a:lnTo>
                <a:lnTo>
                  <a:pt x="3225" y="489"/>
                </a:lnTo>
              </a:path>
            </a:pathLst>
          </a:custGeom>
          <a:noFill/>
          <a:ln w="5080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7" name="Line 37"/>
          <p:cNvSpPr>
            <a:spLocks noChangeShapeType="1"/>
          </p:cNvSpPr>
          <p:nvPr/>
        </p:nvSpPr>
        <p:spPr bwMode="auto">
          <a:xfrm>
            <a:off x="2446338" y="3063875"/>
            <a:ext cx="5434012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8" name="Line 38"/>
          <p:cNvSpPr>
            <a:spLocks noChangeShapeType="1"/>
          </p:cNvSpPr>
          <p:nvPr/>
        </p:nvSpPr>
        <p:spPr bwMode="auto">
          <a:xfrm>
            <a:off x="1673225" y="3414713"/>
            <a:ext cx="5162550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9" name="Line 39"/>
          <p:cNvSpPr>
            <a:spLocks noChangeShapeType="1"/>
          </p:cNvSpPr>
          <p:nvPr/>
        </p:nvSpPr>
        <p:spPr bwMode="auto">
          <a:xfrm>
            <a:off x="1590675" y="4116388"/>
            <a:ext cx="727075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0" name="Line 40"/>
          <p:cNvSpPr>
            <a:spLocks noChangeShapeType="1"/>
          </p:cNvSpPr>
          <p:nvPr/>
        </p:nvSpPr>
        <p:spPr bwMode="auto">
          <a:xfrm flipV="1">
            <a:off x="2416175" y="3403600"/>
            <a:ext cx="4500563" cy="75247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1" name="Line 41"/>
          <p:cNvSpPr>
            <a:spLocks noChangeShapeType="1"/>
          </p:cNvSpPr>
          <p:nvPr/>
        </p:nvSpPr>
        <p:spPr bwMode="auto">
          <a:xfrm>
            <a:off x="2552700" y="2549525"/>
            <a:ext cx="0" cy="357188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2" name="AutoShape 42"/>
          <p:cNvSpPr>
            <a:spLocks noChangeArrowheads="1"/>
          </p:cNvSpPr>
          <p:nvPr/>
        </p:nvSpPr>
        <p:spPr bwMode="auto">
          <a:xfrm>
            <a:off x="2505075" y="2409825"/>
            <a:ext cx="82550" cy="139700"/>
          </a:xfrm>
          <a:prstGeom prst="triangle">
            <a:avLst>
              <a:gd name="adj" fmla="val 499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33" name="AutoShape 43"/>
          <p:cNvSpPr>
            <a:spLocks noChangeArrowheads="1"/>
          </p:cNvSpPr>
          <p:nvPr/>
        </p:nvSpPr>
        <p:spPr bwMode="auto">
          <a:xfrm rot="10800000" flipH="1">
            <a:off x="2506663" y="2908300"/>
            <a:ext cx="82550" cy="139700"/>
          </a:xfrm>
          <a:prstGeom prst="triangle">
            <a:avLst>
              <a:gd name="adj" fmla="val 499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34" name="Freeform 44"/>
          <p:cNvSpPr>
            <a:spLocks/>
          </p:cNvSpPr>
          <p:nvPr/>
        </p:nvSpPr>
        <p:spPr bwMode="auto">
          <a:xfrm>
            <a:off x="3079750" y="3686175"/>
            <a:ext cx="3630613" cy="1266825"/>
          </a:xfrm>
          <a:custGeom>
            <a:avLst/>
            <a:gdLst>
              <a:gd name="T0" fmla="*/ 0 w 2492"/>
              <a:gd name="T1" fmla="*/ 2147483646 h 907"/>
              <a:gd name="T2" fmla="*/ 2147483646 w 2492"/>
              <a:gd name="T3" fmla="*/ 2147483646 h 907"/>
              <a:gd name="T4" fmla="*/ 2147483646 w 2492"/>
              <a:gd name="T5" fmla="*/ 2147483646 h 907"/>
              <a:gd name="T6" fmla="*/ 2147483646 w 2492"/>
              <a:gd name="T7" fmla="*/ 0 h 907"/>
              <a:gd name="T8" fmla="*/ 0 w 2492"/>
              <a:gd name="T9" fmla="*/ 2147483646 h 90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92"/>
              <a:gd name="T16" fmla="*/ 0 h 907"/>
              <a:gd name="T17" fmla="*/ 2492 w 2492"/>
              <a:gd name="T18" fmla="*/ 907 h 90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92" h="907">
                <a:moveTo>
                  <a:pt x="0" y="430"/>
                </a:moveTo>
                <a:lnTo>
                  <a:pt x="88" y="906"/>
                </a:lnTo>
                <a:lnTo>
                  <a:pt x="2491" y="482"/>
                </a:lnTo>
                <a:lnTo>
                  <a:pt x="2398" y="0"/>
                </a:lnTo>
                <a:lnTo>
                  <a:pt x="0" y="430"/>
                </a:lnTo>
              </a:path>
            </a:pathLst>
          </a:custGeom>
          <a:gradFill rotWithShape="0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0" scaled="1"/>
          </a:gradFill>
          <a:ln w="12700" cap="rnd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9735" name="Line 45"/>
          <p:cNvSpPr>
            <a:spLocks noChangeShapeType="1"/>
          </p:cNvSpPr>
          <p:nvPr/>
        </p:nvSpPr>
        <p:spPr bwMode="auto">
          <a:xfrm>
            <a:off x="3616325" y="4205288"/>
            <a:ext cx="84138" cy="64611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6" name="Line 46"/>
          <p:cNvSpPr>
            <a:spLocks noChangeShapeType="1"/>
          </p:cNvSpPr>
          <p:nvPr/>
        </p:nvSpPr>
        <p:spPr bwMode="auto">
          <a:xfrm>
            <a:off x="4098925" y="4110038"/>
            <a:ext cx="87313" cy="64611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7" name="Line 47"/>
          <p:cNvSpPr>
            <a:spLocks noChangeShapeType="1"/>
          </p:cNvSpPr>
          <p:nvPr/>
        </p:nvSpPr>
        <p:spPr bwMode="auto">
          <a:xfrm>
            <a:off x="4441825" y="4054475"/>
            <a:ext cx="85725" cy="642938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8" name="Line 48"/>
          <p:cNvSpPr>
            <a:spLocks noChangeShapeType="1"/>
          </p:cNvSpPr>
          <p:nvPr/>
        </p:nvSpPr>
        <p:spPr bwMode="auto">
          <a:xfrm>
            <a:off x="4976813" y="3978275"/>
            <a:ext cx="85725" cy="6445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9" name="Line 49"/>
          <p:cNvSpPr>
            <a:spLocks noChangeShapeType="1"/>
          </p:cNvSpPr>
          <p:nvPr/>
        </p:nvSpPr>
        <p:spPr bwMode="auto">
          <a:xfrm>
            <a:off x="2549525" y="3492500"/>
            <a:ext cx="1588" cy="461963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0" name="AutoShape 50"/>
          <p:cNvSpPr>
            <a:spLocks noChangeArrowheads="1"/>
          </p:cNvSpPr>
          <p:nvPr/>
        </p:nvSpPr>
        <p:spPr bwMode="auto">
          <a:xfrm>
            <a:off x="2498725" y="3422650"/>
            <a:ext cx="80963" cy="139700"/>
          </a:xfrm>
          <a:prstGeom prst="triangle">
            <a:avLst>
              <a:gd name="adj" fmla="val 499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41" name="AutoShape 51"/>
          <p:cNvSpPr>
            <a:spLocks noChangeArrowheads="1"/>
          </p:cNvSpPr>
          <p:nvPr/>
        </p:nvSpPr>
        <p:spPr bwMode="auto">
          <a:xfrm rot="10800000" flipH="1">
            <a:off x="2505075" y="3916363"/>
            <a:ext cx="82550" cy="141287"/>
          </a:xfrm>
          <a:prstGeom prst="triangle">
            <a:avLst>
              <a:gd name="adj" fmla="val 499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42" name="Line 52"/>
          <p:cNvSpPr>
            <a:spLocks noChangeShapeType="1"/>
          </p:cNvSpPr>
          <p:nvPr/>
        </p:nvSpPr>
        <p:spPr bwMode="auto">
          <a:xfrm flipH="1">
            <a:off x="2667000" y="4619625"/>
            <a:ext cx="411163" cy="777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3" name="Line 53"/>
          <p:cNvSpPr>
            <a:spLocks noChangeShapeType="1"/>
          </p:cNvSpPr>
          <p:nvPr/>
        </p:nvSpPr>
        <p:spPr bwMode="auto">
          <a:xfrm>
            <a:off x="6835775" y="3206750"/>
            <a:ext cx="0" cy="141288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4" name="AutoShape 54"/>
          <p:cNvSpPr>
            <a:spLocks noChangeArrowheads="1"/>
          </p:cNvSpPr>
          <p:nvPr/>
        </p:nvSpPr>
        <p:spPr bwMode="auto">
          <a:xfrm rot="10800000" flipH="1">
            <a:off x="6800850" y="3308350"/>
            <a:ext cx="60325" cy="104775"/>
          </a:xfrm>
          <a:prstGeom prst="triangle">
            <a:avLst>
              <a:gd name="adj" fmla="val 499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45" name="Line 55"/>
          <p:cNvSpPr>
            <a:spLocks noChangeShapeType="1"/>
          </p:cNvSpPr>
          <p:nvPr/>
        </p:nvSpPr>
        <p:spPr bwMode="auto">
          <a:xfrm>
            <a:off x="6927850" y="2511425"/>
            <a:ext cx="115888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6" name="Line 56"/>
          <p:cNvSpPr>
            <a:spLocks noChangeShapeType="1"/>
          </p:cNvSpPr>
          <p:nvPr/>
        </p:nvSpPr>
        <p:spPr bwMode="auto">
          <a:xfrm>
            <a:off x="6924675" y="2944813"/>
            <a:ext cx="117475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7" name="Line 57"/>
          <p:cNvSpPr>
            <a:spLocks noChangeShapeType="1"/>
          </p:cNvSpPr>
          <p:nvPr/>
        </p:nvSpPr>
        <p:spPr bwMode="auto">
          <a:xfrm>
            <a:off x="6921500" y="3429000"/>
            <a:ext cx="115888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8" name="Line 58"/>
          <p:cNvSpPr>
            <a:spLocks noChangeShapeType="1"/>
          </p:cNvSpPr>
          <p:nvPr/>
        </p:nvSpPr>
        <p:spPr bwMode="auto">
          <a:xfrm>
            <a:off x="6915150" y="4233863"/>
            <a:ext cx="115888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9" name="AutoShape 59"/>
          <p:cNvSpPr>
            <a:spLocks noChangeArrowheads="1"/>
          </p:cNvSpPr>
          <p:nvPr/>
        </p:nvSpPr>
        <p:spPr bwMode="auto">
          <a:xfrm>
            <a:off x="6800850" y="3086100"/>
            <a:ext cx="60325" cy="104775"/>
          </a:xfrm>
          <a:prstGeom prst="triangle">
            <a:avLst>
              <a:gd name="adj" fmla="val 499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50" name="Rectangle 60"/>
          <p:cNvSpPr>
            <a:spLocks noChangeArrowheads="1"/>
          </p:cNvSpPr>
          <p:nvPr/>
        </p:nvSpPr>
        <p:spPr bwMode="auto">
          <a:xfrm>
            <a:off x="1592263" y="4051300"/>
            <a:ext cx="7254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tA5</a:t>
            </a:r>
          </a:p>
        </p:txBody>
      </p:sp>
      <p:sp>
        <p:nvSpPr>
          <p:cNvPr id="29751" name="Rectangle 61"/>
          <p:cNvSpPr>
            <a:spLocks noChangeArrowheads="1"/>
          </p:cNvSpPr>
          <p:nvPr/>
        </p:nvSpPr>
        <p:spPr bwMode="auto">
          <a:xfrm rot="480000">
            <a:off x="2949575" y="1790700"/>
            <a:ext cx="1374775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</a:t>
            </a:r>
          </a:p>
          <a:p>
            <a:pPr>
              <a:lnSpc>
                <a:spcPct val="70000"/>
              </a:lnSpc>
            </a:pPr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vectors</a:t>
            </a:r>
          </a:p>
        </p:txBody>
      </p:sp>
      <p:sp>
        <p:nvSpPr>
          <p:cNvPr id="29752" name="Rectangle 62"/>
          <p:cNvSpPr>
            <a:spLocks noChangeArrowheads="1"/>
          </p:cNvSpPr>
          <p:nvPr/>
        </p:nvSpPr>
        <p:spPr bwMode="auto">
          <a:xfrm rot="480000">
            <a:off x="5659438" y="2287588"/>
            <a:ext cx="67627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tA1</a:t>
            </a:r>
          </a:p>
        </p:txBody>
      </p:sp>
      <p:sp>
        <p:nvSpPr>
          <p:cNvPr id="29753" name="Rectangle 63"/>
          <p:cNvSpPr>
            <a:spLocks noChangeArrowheads="1"/>
          </p:cNvSpPr>
          <p:nvPr/>
        </p:nvSpPr>
        <p:spPr bwMode="auto">
          <a:xfrm>
            <a:off x="862013" y="3175000"/>
            <a:ext cx="7270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tB3*</a:t>
            </a:r>
          </a:p>
        </p:txBody>
      </p:sp>
      <p:sp>
        <p:nvSpPr>
          <p:cNvPr id="29754" name="Rectangle 64"/>
          <p:cNvSpPr>
            <a:spLocks noChangeArrowheads="1"/>
          </p:cNvSpPr>
          <p:nvPr/>
        </p:nvSpPr>
        <p:spPr bwMode="auto">
          <a:xfrm>
            <a:off x="835025" y="3957638"/>
            <a:ext cx="723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tA*</a:t>
            </a:r>
          </a:p>
        </p:txBody>
      </p:sp>
      <p:sp>
        <p:nvSpPr>
          <p:cNvPr id="29755" name="Rectangle 65"/>
          <p:cNvSpPr>
            <a:spLocks noChangeArrowheads="1"/>
          </p:cNvSpPr>
          <p:nvPr/>
        </p:nvSpPr>
        <p:spPr bwMode="auto">
          <a:xfrm rot="-660000">
            <a:off x="5129213" y="3910013"/>
            <a:ext cx="13747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</a:t>
            </a:r>
          </a:p>
          <a:p>
            <a:pPr>
              <a:lnSpc>
                <a:spcPct val="70000"/>
              </a:lnSpc>
            </a:pPr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vectors</a:t>
            </a:r>
          </a:p>
        </p:txBody>
      </p:sp>
      <p:sp>
        <p:nvSpPr>
          <p:cNvPr id="29756" name="Rectangle 66"/>
          <p:cNvSpPr>
            <a:spLocks noChangeArrowheads="1"/>
          </p:cNvSpPr>
          <p:nvPr/>
        </p:nvSpPr>
        <p:spPr bwMode="auto">
          <a:xfrm rot="-540000">
            <a:off x="3068638" y="4449763"/>
            <a:ext cx="676275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tB3</a:t>
            </a:r>
          </a:p>
        </p:txBody>
      </p:sp>
      <p:sp>
        <p:nvSpPr>
          <p:cNvPr id="29757" name="Rectangle 67"/>
          <p:cNvSpPr>
            <a:spLocks noChangeArrowheads="1"/>
          </p:cNvSpPr>
          <p:nvPr/>
        </p:nvSpPr>
        <p:spPr bwMode="auto">
          <a:xfrm rot="-540000">
            <a:off x="3576638" y="4351338"/>
            <a:ext cx="67945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tA1</a:t>
            </a:r>
          </a:p>
        </p:txBody>
      </p:sp>
      <p:sp>
        <p:nvSpPr>
          <p:cNvPr id="29758" name="Rectangle 68"/>
          <p:cNvSpPr>
            <a:spLocks noChangeArrowheads="1"/>
          </p:cNvSpPr>
          <p:nvPr/>
        </p:nvSpPr>
        <p:spPr bwMode="auto">
          <a:xfrm rot="-540000">
            <a:off x="3979863" y="4252913"/>
            <a:ext cx="67786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td</a:t>
            </a:r>
          </a:p>
        </p:txBody>
      </p:sp>
      <p:grpSp>
        <p:nvGrpSpPr>
          <p:cNvPr id="29759" name="Group 69"/>
          <p:cNvGrpSpPr>
            <a:grpSpLocks/>
          </p:cNvGrpSpPr>
          <p:nvPr/>
        </p:nvGrpSpPr>
        <p:grpSpPr bwMode="auto">
          <a:xfrm>
            <a:off x="4587875" y="4275138"/>
            <a:ext cx="361950" cy="96837"/>
            <a:chOff x="3183" y="3505"/>
            <a:chExt cx="249" cy="68"/>
          </a:xfrm>
        </p:grpSpPr>
        <p:sp>
          <p:nvSpPr>
            <p:cNvPr id="29763" name="Oval 70"/>
            <p:cNvSpPr>
              <a:spLocks noChangeArrowheads="1"/>
            </p:cNvSpPr>
            <p:nvPr/>
          </p:nvSpPr>
          <p:spPr bwMode="auto">
            <a:xfrm rot="-3480000">
              <a:off x="3183" y="3557"/>
              <a:ext cx="16" cy="1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64" name="Oval 71"/>
            <p:cNvSpPr>
              <a:spLocks noChangeArrowheads="1"/>
            </p:cNvSpPr>
            <p:nvPr/>
          </p:nvSpPr>
          <p:spPr bwMode="auto">
            <a:xfrm rot="-3480000">
              <a:off x="3299" y="3531"/>
              <a:ext cx="17" cy="17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65" name="Oval 72"/>
            <p:cNvSpPr>
              <a:spLocks noChangeArrowheads="1"/>
            </p:cNvSpPr>
            <p:nvPr/>
          </p:nvSpPr>
          <p:spPr bwMode="auto">
            <a:xfrm rot="-3480000">
              <a:off x="3416" y="3505"/>
              <a:ext cx="16" cy="1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760" name="Rectangle 73"/>
          <p:cNvSpPr>
            <a:spLocks noChangeArrowheads="1"/>
          </p:cNvSpPr>
          <p:nvPr/>
        </p:nvSpPr>
        <p:spPr bwMode="auto">
          <a:xfrm>
            <a:off x="2451100" y="3525838"/>
            <a:ext cx="72548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tp2</a:t>
            </a:r>
          </a:p>
        </p:txBody>
      </p:sp>
      <p:sp>
        <p:nvSpPr>
          <p:cNvPr id="29761" name="Rectangle 74"/>
          <p:cNvSpPr>
            <a:spLocks noChangeArrowheads="1"/>
          </p:cNvSpPr>
          <p:nvPr/>
        </p:nvSpPr>
        <p:spPr bwMode="auto">
          <a:xfrm>
            <a:off x="6273800" y="3027363"/>
            <a:ext cx="72548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td</a:t>
            </a: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611188" y="2708274"/>
            <a:ext cx="8137525" cy="1317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Communication Error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Compensation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581442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 err="1"/>
              <a:t>MiCOM</a:t>
            </a:r>
            <a:r>
              <a:rPr lang="en-GB" altLang="en-US" dirty="0"/>
              <a:t> P54x</a:t>
            </a:r>
            <a:br>
              <a:rPr lang="en-GB" altLang="en-US" dirty="0"/>
            </a:br>
            <a:r>
              <a:rPr lang="en-GB" altLang="en-US" dirty="0"/>
              <a:t>Transient Change in Propagation Delay 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506538"/>
            <a:ext cx="8280400" cy="4525962"/>
          </a:xfrm>
          <a:noFill/>
        </p:spPr>
        <p:txBody>
          <a:bodyPr/>
          <a:lstStyle/>
          <a:p>
            <a:pPr eaLnBrk="1" hangingPunct="1"/>
            <a:r>
              <a:rPr lang="en-GB" altLang="en-US"/>
              <a:t>Unequal send (tp1) and receive (tp2) delays result in incorrect vector alignment and hence incorrect differential current</a:t>
            </a:r>
          </a:p>
          <a:p>
            <a:pPr eaLnBrk="1" hangingPunct="1"/>
            <a:r>
              <a:rPr lang="en-GB" altLang="en-US"/>
              <a:t>Majority of switched communications networks switch send and receive path simultaneously</a:t>
            </a:r>
          </a:p>
          <a:p>
            <a:pPr eaLnBrk="1" hangingPunct="1"/>
            <a:r>
              <a:rPr lang="en-GB" altLang="en-US"/>
              <a:t>Some networks may produce transient period where send/receive paths differ</a:t>
            </a:r>
          </a:p>
          <a:p>
            <a:pPr eaLnBrk="1" hangingPunct="1"/>
            <a:r>
              <a:rPr lang="en-GB" altLang="en-US"/>
              <a:t>Potential for relay maloperation</a:t>
            </a:r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Line 3"/>
          <p:cNvSpPr>
            <a:spLocks noChangeShapeType="1"/>
          </p:cNvSpPr>
          <p:nvPr/>
        </p:nvSpPr>
        <p:spPr bwMode="auto">
          <a:xfrm>
            <a:off x="4840288" y="5759450"/>
            <a:ext cx="331311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7" name="Line 4"/>
          <p:cNvSpPr>
            <a:spLocks noChangeShapeType="1"/>
          </p:cNvSpPr>
          <p:nvPr/>
        </p:nvSpPr>
        <p:spPr bwMode="auto">
          <a:xfrm>
            <a:off x="4840288" y="2613025"/>
            <a:ext cx="331311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>
            <a:off x="7913688" y="2266950"/>
            <a:ext cx="7747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B</a:t>
            </a:r>
          </a:p>
        </p:txBody>
      </p:sp>
      <p:sp>
        <p:nvSpPr>
          <p:cNvPr id="36869" name="Rectangle 6"/>
          <p:cNvSpPr>
            <a:spLocks noChangeArrowheads="1"/>
          </p:cNvSpPr>
          <p:nvPr/>
        </p:nvSpPr>
        <p:spPr bwMode="auto">
          <a:xfrm>
            <a:off x="7913688" y="5805488"/>
            <a:ext cx="7667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A</a:t>
            </a:r>
          </a:p>
        </p:txBody>
      </p:sp>
      <p:sp>
        <p:nvSpPr>
          <p:cNvPr id="36870" name="Line 7"/>
          <p:cNvSpPr>
            <a:spLocks noChangeShapeType="1"/>
          </p:cNvSpPr>
          <p:nvPr/>
        </p:nvSpPr>
        <p:spPr bwMode="auto">
          <a:xfrm flipV="1">
            <a:off x="5133975" y="2608263"/>
            <a:ext cx="804863" cy="31575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1" name="Line 8"/>
          <p:cNvSpPr>
            <a:spLocks noChangeShapeType="1"/>
          </p:cNvSpPr>
          <p:nvPr/>
        </p:nvSpPr>
        <p:spPr bwMode="auto">
          <a:xfrm>
            <a:off x="6764338" y="2619375"/>
            <a:ext cx="806450" cy="3135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Line 9"/>
          <p:cNvSpPr>
            <a:spLocks noChangeShapeType="1"/>
          </p:cNvSpPr>
          <p:nvPr/>
        </p:nvSpPr>
        <p:spPr bwMode="auto">
          <a:xfrm>
            <a:off x="5943600" y="2619375"/>
            <a:ext cx="0" cy="313531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3" name="Line 10"/>
          <p:cNvSpPr>
            <a:spLocks noChangeShapeType="1"/>
          </p:cNvSpPr>
          <p:nvPr/>
        </p:nvSpPr>
        <p:spPr bwMode="auto">
          <a:xfrm>
            <a:off x="6759575" y="2619375"/>
            <a:ext cx="0" cy="313531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Line 11"/>
          <p:cNvSpPr>
            <a:spLocks noChangeShapeType="1"/>
          </p:cNvSpPr>
          <p:nvPr/>
        </p:nvSpPr>
        <p:spPr bwMode="auto">
          <a:xfrm>
            <a:off x="5133975" y="5891213"/>
            <a:ext cx="804863" cy="0"/>
          </a:xfrm>
          <a:prstGeom prst="line">
            <a:avLst/>
          </a:prstGeom>
          <a:noFill/>
          <a:ln w="28575">
            <a:solidFill>
              <a:srgbClr val="62646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5" name="Line 12"/>
          <p:cNvSpPr>
            <a:spLocks noChangeShapeType="1"/>
          </p:cNvSpPr>
          <p:nvPr/>
        </p:nvSpPr>
        <p:spPr bwMode="auto">
          <a:xfrm>
            <a:off x="5948363" y="2482850"/>
            <a:ext cx="806450" cy="0"/>
          </a:xfrm>
          <a:prstGeom prst="line">
            <a:avLst/>
          </a:prstGeom>
          <a:noFill/>
          <a:ln w="28575">
            <a:solidFill>
              <a:srgbClr val="62646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Line 13"/>
          <p:cNvSpPr>
            <a:spLocks noChangeShapeType="1"/>
          </p:cNvSpPr>
          <p:nvPr/>
        </p:nvSpPr>
        <p:spPr bwMode="auto">
          <a:xfrm>
            <a:off x="6764338" y="5891213"/>
            <a:ext cx="806450" cy="0"/>
          </a:xfrm>
          <a:prstGeom prst="line">
            <a:avLst/>
          </a:prstGeom>
          <a:noFill/>
          <a:ln w="28575">
            <a:solidFill>
              <a:srgbClr val="62646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7" name="Rectangle 14"/>
          <p:cNvSpPr>
            <a:spLocks noChangeArrowheads="1"/>
          </p:cNvSpPr>
          <p:nvPr/>
        </p:nvSpPr>
        <p:spPr bwMode="auto">
          <a:xfrm>
            <a:off x="4826000" y="5805488"/>
            <a:ext cx="344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en-US" b="1" baseline="-25000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6878" name="Rectangle 15"/>
          <p:cNvSpPr>
            <a:spLocks noChangeArrowheads="1"/>
          </p:cNvSpPr>
          <p:nvPr/>
        </p:nvSpPr>
        <p:spPr bwMode="auto">
          <a:xfrm>
            <a:off x="5641975" y="2266950"/>
            <a:ext cx="331788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sz="1600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en-US" sz="1600" b="1" baseline="-25000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6879" name="Rectangle 16"/>
          <p:cNvSpPr>
            <a:spLocks noChangeArrowheads="1"/>
          </p:cNvSpPr>
          <p:nvPr/>
        </p:nvSpPr>
        <p:spPr bwMode="auto">
          <a:xfrm>
            <a:off x="6807200" y="2266950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sz="1600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en-US" sz="1600" b="1" baseline="-25000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6880" name="Rectangle 17"/>
          <p:cNvSpPr>
            <a:spLocks noChangeArrowheads="1"/>
          </p:cNvSpPr>
          <p:nvPr/>
        </p:nvSpPr>
        <p:spPr bwMode="auto">
          <a:xfrm>
            <a:off x="7623175" y="5805488"/>
            <a:ext cx="357188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en-US" b="1" baseline="-25000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6881" name="Rectangle 18"/>
          <p:cNvSpPr>
            <a:spLocks noChangeArrowheads="1"/>
          </p:cNvSpPr>
          <p:nvPr/>
        </p:nvSpPr>
        <p:spPr bwMode="auto">
          <a:xfrm>
            <a:off x="5349875" y="5937250"/>
            <a:ext cx="4397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en-US" b="1" baseline="-25000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p1</a:t>
            </a:r>
          </a:p>
        </p:txBody>
      </p:sp>
      <p:sp>
        <p:nvSpPr>
          <p:cNvPr id="36882" name="Rectangle 19"/>
          <p:cNvSpPr>
            <a:spLocks noChangeArrowheads="1"/>
          </p:cNvSpPr>
          <p:nvPr/>
        </p:nvSpPr>
        <p:spPr bwMode="auto">
          <a:xfrm>
            <a:off x="7040563" y="5937250"/>
            <a:ext cx="4397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en-US" b="1" baseline="-25000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p2</a:t>
            </a:r>
          </a:p>
        </p:txBody>
      </p:sp>
      <p:sp>
        <p:nvSpPr>
          <p:cNvPr id="36883" name="Rectangle 20"/>
          <p:cNvSpPr>
            <a:spLocks noChangeArrowheads="1"/>
          </p:cNvSpPr>
          <p:nvPr/>
        </p:nvSpPr>
        <p:spPr bwMode="auto">
          <a:xfrm>
            <a:off x="6165850" y="2135188"/>
            <a:ext cx="3397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sz="1600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en-US" sz="1600" b="1" baseline="-25000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grpSp>
        <p:nvGrpSpPr>
          <p:cNvPr id="36884" name="Group 21"/>
          <p:cNvGrpSpPr>
            <a:grpSpLocks/>
          </p:cNvGrpSpPr>
          <p:nvPr/>
        </p:nvGrpSpPr>
        <p:grpSpPr bwMode="auto">
          <a:xfrm>
            <a:off x="7145708" y="2662244"/>
            <a:ext cx="764802" cy="3032118"/>
            <a:chOff x="2453" y="1476"/>
            <a:chExt cx="630" cy="2220"/>
          </a:xfrm>
        </p:grpSpPr>
        <p:sp>
          <p:nvSpPr>
            <p:cNvPr id="36895" name="Rectangle 22"/>
            <p:cNvSpPr>
              <a:spLocks noChangeArrowheads="1"/>
            </p:cNvSpPr>
            <p:nvPr/>
          </p:nvSpPr>
          <p:spPr bwMode="auto">
            <a:xfrm rot="4380000">
              <a:off x="1956" y="1973"/>
              <a:ext cx="1246" cy="251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9200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r>
                <a:rPr lang="en-GB" alt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Current vectors</a:t>
              </a:r>
            </a:p>
          </p:txBody>
        </p:sp>
        <p:sp>
          <p:nvSpPr>
            <p:cNvPr id="36896" name="Rectangle 23"/>
            <p:cNvSpPr>
              <a:spLocks noChangeArrowheads="1"/>
            </p:cNvSpPr>
            <p:nvPr/>
          </p:nvSpPr>
          <p:spPr bwMode="auto">
            <a:xfrm rot="4380000">
              <a:off x="2732" y="2678"/>
              <a:ext cx="184" cy="23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9200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r>
                <a:rPr lang="en-GB" alt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GB" altLang="en-US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36897" name="Rectangle 24"/>
            <p:cNvSpPr>
              <a:spLocks noChangeArrowheads="1"/>
            </p:cNvSpPr>
            <p:nvPr/>
          </p:nvSpPr>
          <p:spPr bwMode="auto">
            <a:xfrm rot="4380000">
              <a:off x="2791" y="2840"/>
              <a:ext cx="184" cy="23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9200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r>
                <a:rPr lang="en-GB" alt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GB" altLang="en-US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6898" name="Rectangle 25"/>
            <p:cNvSpPr>
              <a:spLocks noChangeArrowheads="1"/>
            </p:cNvSpPr>
            <p:nvPr/>
          </p:nvSpPr>
          <p:spPr bwMode="auto">
            <a:xfrm rot="4380000">
              <a:off x="2856" y="3014"/>
              <a:ext cx="184" cy="23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9200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r>
                <a:rPr lang="en-GB" alt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GB" altLang="en-US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6899" name="Line 26"/>
            <p:cNvSpPr>
              <a:spLocks noChangeShapeType="1"/>
            </p:cNvSpPr>
            <p:nvPr/>
          </p:nvSpPr>
          <p:spPr bwMode="auto">
            <a:xfrm>
              <a:off x="2965" y="3291"/>
              <a:ext cx="118" cy="405"/>
            </a:xfrm>
            <a:prstGeom prst="line">
              <a:avLst/>
            </a:prstGeom>
            <a:noFill/>
            <a:ln w="28575">
              <a:solidFill>
                <a:srgbClr val="0092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6885" name="Group 27"/>
          <p:cNvGrpSpPr>
            <a:grpSpLocks/>
          </p:cNvGrpSpPr>
          <p:nvPr/>
        </p:nvGrpSpPr>
        <p:grpSpPr bwMode="auto">
          <a:xfrm>
            <a:off x="4814495" y="2647950"/>
            <a:ext cx="784619" cy="3043694"/>
            <a:chOff x="534" y="1465"/>
            <a:chExt cx="646" cy="2229"/>
          </a:xfrm>
        </p:grpSpPr>
        <p:grpSp>
          <p:nvGrpSpPr>
            <p:cNvPr id="36889" name="Group 28"/>
            <p:cNvGrpSpPr>
              <a:grpSpLocks/>
            </p:cNvGrpSpPr>
            <p:nvPr/>
          </p:nvGrpSpPr>
          <p:grpSpPr bwMode="auto">
            <a:xfrm>
              <a:off x="534" y="1903"/>
              <a:ext cx="602" cy="1791"/>
              <a:chOff x="534" y="1903"/>
              <a:chExt cx="602" cy="1791"/>
            </a:xfrm>
          </p:grpSpPr>
          <p:sp>
            <p:nvSpPr>
              <p:cNvPr id="36891" name="Rectangle 29"/>
              <p:cNvSpPr>
                <a:spLocks noChangeArrowheads="1"/>
              </p:cNvSpPr>
              <p:nvPr/>
            </p:nvSpPr>
            <p:spPr bwMode="auto">
              <a:xfrm rot="17220000">
                <a:off x="27" y="2945"/>
                <a:ext cx="1256" cy="241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009200"/>
                </a:solidFill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>
                <a:lvl1pPr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9pPr>
              </a:lstStyle>
              <a:p>
                <a:r>
                  <a:rPr lang="en-GB" alt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Current vectors</a:t>
                </a:r>
              </a:p>
            </p:txBody>
          </p:sp>
          <p:sp>
            <p:nvSpPr>
              <p:cNvPr id="36892" name="Rectangle 30"/>
              <p:cNvSpPr>
                <a:spLocks noChangeArrowheads="1"/>
              </p:cNvSpPr>
              <p:nvPr/>
            </p:nvSpPr>
            <p:spPr bwMode="auto">
              <a:xfrm rot="1020000">
                <a:off x="780" y="2270"/>
                <a:ext cx="232" cy="184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0092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9pPr>
              </a:lstStyle>
              <a:p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893" name="Rectangle 31"/>
              <p:cNvSpPr>
                <a:spLocks noChangeArrowheads="1"/>
              </p:cNvSpPr>
              <p:nvPr/>
            </p:nvSpPr>
            <p:spPr bwMode="auto">
              <a:xfrm rot="1020000">
                <a:off x="845" y="2083"/>
                <a:ext cx="232" cy="184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0092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9pPr>
              </a:lstStyle>
              <a:p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894" name="Rectangle 32"/>
              <p:cNvSpPr>
                <a:spLocks noChangeArrowheads="1"/>
              </p:cNvSpPr>
              <p:nvPr/>
            </p:nvSpPr>
            <p:spPr bwMode="auto">
              <a:xfrm rot="17220000">
                <a:off x="928" y="1879"/>
                <a:ext cx="184" cy="232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009200"/>
                </a:solidFill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>
                <a:lvl1pPr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SEOptimist" pitchFamily="2" charset="0"/>
                  </a:defRPr>
                </a:lvl9pPr>
              </a:lstStyle>
              <a:p>
                <a:r>
                  <a:rPr lang="en-GB" alt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GB" altLang="en-US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6890" name="Line 33"/>
            <p:cNvSpPr>
              <a:spLocks noChangeShapeType="1"/>
            </p:cNvSpPr>
            <p:nvPr/>
          </p:nvSpPr>
          <p:spPr bwMode="auto">
            <a:xfrm flipV="1">
              <a:off x="1062" y="1465"/>
              <a:ext cx="118" cy="420"/>
            </a:xfrm>
            <a:prstGeom prst="line">
              <a:avLst/>
            </a:prstGeom>
            <a:noFill/>
            <a:ln w="28575">
              <a:solidFill>
                <a:srgbClr val="0092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886" name="Rectangle 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MiCOM P54x</a:t>
            </a:r>
            <a:br>
              <a:rPr lang="en-GB" altLang="en-US"/>
            </a:br>
            <a:r>
              <a:rPr lang="en-GB" altLang="en-US"/>
              <a:t>Protection for SONET/SDH Systems</a:t>
            </a:r>
            <a:endParaRPr lang="en-GB" altLang="en-US" sz="2500"/>
          </a:p>
        </p:txBody>
      </p:sp>
      <p:sp>
        <p:nvSpPr>
          <p:cNvPr id="36887" name="Rectangle 39"/>
          <p:cNvSpPr>
            <a:spLocks noChangeArrowheads="1"/>
          </p:cNvSpPr>
          <p:nvPr/>
        </p:nvSpPr>
        <p:spPr bwMode="auto">
          <a:xfrm>
            <a:off x="431800" y="1506538"/>
            <a:ext cx="38354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18000" bIns="10800"/>
          <a:lstStyle>
            <a:lvl1pPr marL="180975" indent="-1809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●"/>
            </a:pPr>
            <a:r>
              <a:rPr lang="en-GB" alt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asynchronous sampling, using the “ping-pong” method is necessary to assume:  	</a:t>
            </a:r>
            <a:br>
              <a:rPr lang="en-GB" alt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tp1 = tp2 </a:t>
            </a:r>
          </a:p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●"/>
            </a:pPr>
            <a:r>
              <a:rPr lang="en-GB" alt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order to realign vectors thus allowing phase and magnitude information to be compared at line ends. 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●"/>
            </a:pPr>
            <a:r>
              <a:rPr lang="en-US" alt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  <a:r>
              <a:rPr lang="en-US" alt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For SONET(</a:t>
            </a:r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Synchronous Optical Network)</a:t>
            </a:r>
            <a:r>
              <a:rPr lang="en-US" alt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systems, tp1 can be different than tp2</a:t>
            </a:r>
          </a:p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●"/>
            </a:pPr>
            <a:endParaRPr lang="en-GB" alt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●"/>
            </a:pPr>
            <a:endParaRPr lang="en-GB" alt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88" name="AutoShape 40"/>
          <p:cNvSpPr>
            <a:spLocks noChangeArrowheads="1"/>
          </p:cNvSpPr>
          <p:nvPr/>
        </p:nvSpPr>
        <p:spPr bwMode="auto">
          <a:xfrm>
            <a:off x="4416425" y="1939925"/>
            <a:ext cx="4268788" cy="4513263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163838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MiCOM P54x</a:t>
            </a:r>
            <a:br>
              <a:rPr lang="en-GB" altLang="en-US"/>
            </a:br>
            <a:r>
              <a:rPr lang="en-GB" altLang="en-US"/>
              <a:t>SONET/SDH Ring, Configuration</a:t>
            </a: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2613025" y="3670300"/>
            <a:ext cx="666750" cy="596900"/>
          </a:xfrm>
          <a:prstGeom prst="rect">
            <a:avLst/>
          </a:prstGeom>
          <a:gradFill rotWithShape="1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0" scaled="1"/>
          </a:gra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5875338" y="3657600"/>
            <a:ext cx="666750" cy="596900"/>
          </a:xfrm>
          <a:prstGeom prst="rect">
            <a:avLst/>
          </a:prstGeom>
          <a:gradFill rotWithShape="1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0" scaled="1"/>
          </a:gra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2613025" y="1384300"/>
            <a:ext cx="666750" cy="596900"/>
          </a:xfrm>
          <a:prstGeom prst="rect">
            <a:avLst/>
          </a:prstGeom>
          <a:gradFill rotWithShape="1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0" scaled="1"/>
          </a:gra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5875338" y="1371600"/>
            <a:ext cx="666750" cy="596900"/>
          </a:xfrm>
          <a:prstGeom prst="rect">
            <a:avLst/>
          </a:prstGeom>
          <a:gradFill rotWithShape="1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0" scaled="1"/>
          </a:gra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1530350" y="2527300"/>
            <a:ext cx="665163" cy="596900"/>
          </a:xfrm>
          <a:prstGeom prst="rect">
            <a:avLst/>
          </a:prstGeom>
          <a:gradFill rotWithShape="1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0" scaled="1"/>
          </a:gra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6959600" y="2514600"/>
            <a:ext cx="666750" cy="596900"/>
          </a:xfrm>
          <a:prstGeom prst="rect">
            <a:avLst/>
          </a:prstGeom>
          <a:gradFill rotWithShape="1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0" scaled="1"/>
          </a:gra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37897" name="Group 9"/>
          <p:cNvGrpSpPr>
            <a:grpSpLocks/>
          </p:cNvGrpSpPr>
          <p:nvPr/>
        </p:nvGrpSpPr>
        <p:grpSpPr bwMode="auto">
          <a:xfrm>
            <a:off x="3290888" y="3892550"/>
            <a:ext cx="2573337" cy="152400"/>
            <a:chOff x="2332" y="2592"/>
            <a:chExt cx="1000" cy="96"/>
          </a:xfrm>
        </p:grpSpPr>
        <p:sp>
          <p:nvSpPr>
            <p:cNvPr id="38333" name="Line 10"/>
            <p:cNvSpPr>
              <a:spLocks noChangeShapeType="1"/>
            </p:cNvSpPr>
            <p:nvPr/>
          </p:nvSpPr>
          <p:spPr bwMode="auto">
            <a:xfrm>
              <a:off x="2332" y="2592"/>
              <a:ext cx="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34" name="Line 11"/>
            <p:cNvSpPr>
              <a:spLocks noChangeShapeType="1"/>
            </p:cNvSpPr>
            <p:nvPr/>
          </p:nvSpPr>
          <p:spPr bwMode="auto">
            <a:xfrm>
              <a:off x="2332" y="2688"/>
              <a:ext cx="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7898" name="Group 12"/>
          <p:cNvGrpSpPr>
            <a:grpSpLocks/>
          </p:cNvGrpSpPr>
          <p:nvPr/>
        </p:nvGrpSpPr>
        <p:grpSpPr bwMode="auto">
          <a:xfrm>
            <a:off x="3290888" y="1606550"/>
            <a:ext cx="2584450" cy="165100"/>
            <a:chOff x="2332" y="1152"/>
            <a:chExt cx="1000" cy="96"/>
          </a:xfrm>
        </p:grpSpPr>
        <p:sp>
          <p:nvSpPr>
            <p:cNvPr id="38331" name="Line 13"/>
            <p:cNvSpPr>
              <a:spLocks noChangeShapeType="1"/>
            </p:cNvSpPr>
            <p:nvPr/>
          </p:nvSpPr>
          <p:spPr bwMode="auto">
            <a:xfrm>
              <a:off x="2332" y="1152"/>
              <a:ext cx="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32" name="Line 14"/>
            <p:cNvSpPr>
              <a:spLocks noChangeShapeType="1"/>
            </p:cNvSpPr>
            <p:nvPr/>
          </p:nvSpPr>
          <p:spPr bwMode="auto">
            <a:xfrm>
              <a:off x="2332" y="1248"/>
              <a:ext cx="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899" name="Line 15"/>
          <p:cNvSpPr>
            <a:spLocks noChangeShapeType="1"/>
          </p:cNvSpPr>
          <p:nvPr/>
        </p:nvSpPr>
        <p:spPr bwMode="auto">
          <a:xfrm>
            <a:off x="6553200" y="1752600"/>
            <a:ext cx="666750" cy="749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0" name="Line 16"/>
          <p:cNvSpPr>
            <a:spLocks noChangeShapeType="1"/>
          </p:cNvSpPr>
          <p:nvPr/>
        </p:nvSpPr>
        <p:spPr bwMode="auto">
          <a:xfrm>
            <a:off x="6553200" y="1600200"/>
            <a:ext cx="801688" cy="901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1" name="Line 17"/>
          <p:cNvSpPr>
            <a:spLocks noChangeShapeType="1"/>
          </p:cNvSpPr>
          <p:nvPr/>
        </p:nvSpPr>
        <p:spPr bwMode="auto">
          <a:xfrm flipH="1">
            <a:off x="6542088" y="3124200"/>
            <a:ext cx="688975" cy="749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2" name="Line 18"/>
          <p:cNvSpPr>
            <a:spLocks noChangeShapeType="1"/>
          </p:cNvSpPr>
          <p:nvPr/>
        </p:nvSpPr>
        <p:spPr bwMode="auto">
          <a:xfrm flipH="1">
            <a:off x="6542088" y="3124200"/>
            <a:ext cx="823912" cy="901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3" name="Line 19"/>
          <p:cNvSpPr>
            <a:spLocks noChangeShapeType="1"/>
          </p:cNvSpPr>
          <p:nvPr/>
        </p:nvSpPr>
        <p:spPr bwMode="auto">
          <a:xfrm flipH="1">
            <a:off x="1789113" y="1612900"/>
            <a:ext cx="823912" cy="901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4" name="Line 20"/>
          <p:cNvSpPr>
            <a:spLocks noChangeShapeType="1"/>
          </p:cNvSpPr>
          <p:nvPr/>
        </p:nvSpPr>
        <p:spPr bwMode="auto">
          <a:xfrm flipH="1">
            <a:off x="1924050" y="1765300"/>
            <a:ext cx="688975" cy="749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5" name="Line 21"/>
          <p:cNvSpPr>
            <a:spLocks noChangeShapeType="1"/>
          </p:cNvSpPr>
          <p:nvPr/>
        </p:nvSpPr>
        <p:spPr bwMode="auto">
          <a:xfrm>
            <a:off x="1800225" y="3136900"/>
            <a:ext cx="801688" cy="901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6" name="Line 22"/>
          <p:cNvSpPr>
            <a:spLocks noChangeShapeType="1"/>
          </p:cNvSpPr>
          <p:nvPr/>
        </p:nvSpPr>
        <p:spPr bwMode="auto">
          <a:xfrm>
            <a:off x="1936750" y="3136900"/>
            <a:ext cx="665163" cy="749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7" name="Line 25"/>
          <p:cNvSpPr>
            <a:spLocks noChangeShapeType="1"/>
          </p:cNvSpPr>
          <p:nvPr/>
        </p:nvSpPr>
        <p:spPr bwMode="auto">
          <a:xfrm>
            <a:off x="3014663" y="4279900"/>
            <a:ext cx="0" cy="444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8" name="Line 26"/>
          <p:cNvSpPr>
            <a:spLocks noChangeShapeType="1"/>
          </p:cNvSpPr>
          <p:nvPr/>
        </p:nvSpPr>
        <p:spPr bwMode="auto">
          <a:xfrm>
            <a:off x="2878138" y="4279900"/>
            <a:ext cx="0" cy="444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9" name="Line 27"/>
          <p:cNvSpPr>
            <a:spLocks noChangeShapeType="1"/>
          </p:cNvSpPr>
          <p:nvPr/>
        </p:nvSpPr>
        <p:spPr bwMode="auto">
          <a:xfrm>
            <a:off x="6276975" y="4267200"/>
            <a:ext cx="0" cy="444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10" name="Line 28"/>
          <p:cNvSpPr>
            <a:spLocks noChangeShapeType="1"/>
          </p:cNvSpPr>
          <p:nvPr/>
        </p:nvSpPr>
        <p:spPr bwMode="auto">
          <a:xfrm>
            <a:off x="6140450" y="4267200"/>
            <a:ext cx="0" cy="444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11" name="Rectangle 29"/>
          <p:cNvSpPr>
            <a:spLocks noChangeArrowheads="1"/>
          </p:cNvSpPr>
          <p:nvPr/>
        </p:nvSpPr>
        <p:spPr bwMode="auto">
          <a:xfrm>
            <a:off x="3986213" y="2511425"/>
            <a:ext cx="10922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Standby</a:t>
            </a:r>
          </a:p>
          <a:p>
            <a:pPr algn="ctr"/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path</a:t>
            </a:r>
          </a:p>
        </p:txBody>
      </p:sp>
      <p:grpSp>
        <p:nvGrpSpPr>
          <p:cNvPr id="37912" name="Group 30"/>
          <p:cNvGrpSpPr>
            <a:grpSpLocks/>
          </p:cNvGrpSpPr>
          <p:nvPr/>
        </p:nvGrpSpPr>
        <p:grpSpPr bwMode="auto">
          <a:xfrm>
            <a:off x="3722215" y="2000250"/>
            <a:ext cx="1618895" cy="1227138"/>
            <a:chOff x="2604" y="1776"/>
            <a:chExt cx="1147" cy="773"/>
          </a:xfrm>
        </p:grpSpPr>
        <p:sp>
          <p:nvSpPr>
            <p:cNvPr id="38328" name="Arc 31"/>
            <p:cNvSpPr>
              <a:spLocks/>
            </p:cNvSpPr>
            <p:nvPr/>
          </p:nvSpPr>
          <p:spPr bwMode="auto">
            <a:xfrm rot="8100000">
              <a:off x="3275" y="2073"/>
              <a:ext cx="476" cy="4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88"/>
                    <a:pt x="9643" y="24"/>
                    <a:pt x="21555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8"/>
                    <a:pt x="9643" y="24"/>
                    <a:pt x="21555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8575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29" name="Arc 32"/>
            <p:cNvSpPr>
              <a:spLocks/>
            </p:cNvSpPr>
            <p:nvPr/>
          </p:nvSpPr>
          <p:spPr bwMode="auto">
            <a:xfrm rot="18900000">
              <a:off x="2604" y="2073"/>
              <a:ext cx="476" cy="4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88"/>
                    <a:pt x="9643" y="24"/>
                    <a:pt x="21555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8"/>
                    <a:pt x="9643" y="24"/>
                    <a:pt x="21555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8575" cap="rnd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30" name="Arc 33"/>
            <p:cNvSpPr>
              <a:spLocks/>
            </p:cNvSpPr>
            <p:nvPr/>
          </p:nvSpPr>
          <p:spPr bwMode="auto">
            <a:xfrm rot="18900000">
              <a:off x="2945" y="1776"/>
              <a:ext cx="476" cy="4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913" name="Rectangle 34"/>
          <p:cNvSpPr>
            <a:spLocks noChangeArrowheads="1"/>
          </p:cNvSpPr>
          <p:nvPr/>
        </p:nvSpPr>
        <p:spPr bwMode="auto">
          <a:xfrm>
            <a:off x="3741738" y="4124325"/>
            <a:ext cx="1674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Worker path</a:t>
            </a:r>
          </a:p>
        </p:txBody>
      </p:sp>
      <p:sp>
        <p:nvSpPr>
          <p:cNvPr id="37914" name="Rectangle 35"/>
          <p:cNvSpPr>
            <a:spLocks noChangeArrowheads="1"/>
          </p:cNvSpPr>
          <p:nvPr/>
        </p:nvSpPr>
        <p:spPr bwMode="auto">
          <a:xfrm>
            <a:off x="5518150" y="3400425"/>
            <a:ext cx="4397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b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en-US" b="1" baseline="-25000">
                <a:latin typeface="Arial" panose="020B0604020202020204" pitchFamily="34" charset="0"/>
                <a:cs typeface="Arial" panose="020B0604020202020204" pitchFamily="34" charset="0"/>
              </a:rPr>
              <a:t>p1</a:t>
            </a:r>
          </a:p>
        </p:txBody>
      </p:sp>
      <p:sp>
        <p:nvSpPr>
          <p:cNvPr id="37915" name="Rectangle 36"/>
          <p:cNvSpPr>
            <a:spLocks noChangeArrowheads="1"/>
          </p:cNvSpPr>
          <p:nvPr/>
        </p:nvSpPr>
        <p:spPr bwMode="auto">
          <a:xfrm>
            <a:off x="3271838" y="4098925"/>
            <a:ext cx="4397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b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en-US" b="1" baseline="-25000">
                <a:latin typeface="Arial" panose="020B0604020202020204" pitchFamily="34" charset="0"/>
                <a:cs typeface="Arial" panose="020B0604020202020204" pitchFamily="34" charset="0"/>
              </a:rPr>
              <a:t>p2</a:t>
            </a:r>
          </a:p>
        </p:txBody>
      </p:sp>
      <p:sp>
        <p:nvSpPr>
          <p:cNvPr id="37916" name="Rectangle 37"/>
          <p:cNvSpPr>
            <a:spLocks noChangeArrowheads="1"/>
          </p:cNvSpPr>
          <p:nvPr/>
        </p:nvSpPr>
        <p:spPr bwMode="auto">
          <a:xfrm>
            <a:off x="6737350" y="3857625"/>
            <a:ext cx="503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b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en-US" b="1" baseline="-25000">
                <a:latin typeface="Arial" panose="020B0604020202020204" pitchFamily="34" charset="0"/>
                <a:cs typeface="Arial" panose="020B0604020202020204" pitchFamily="34" charset="0"/>
              </a:rPr>
              <a:t>p1</a:t>
            </a:r>
            <a:r>
              <a:rPr lang="en-GB" altLang="en-US" b="1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</p:txBody>
      </p:sp>
      <p:sp>
        <p:nvSpPr>
          <p:cNvPr id="37917" name="Rectangle 38"/>
          <p:cNvSpPr>
            <a:spLocks noChangeArrowheads="1"/>
          </p:cNvSpPr>
          <p:nvPr/>
        </p:nvSpPr>
        <p:spPr bwMode="auto">
          <a:xfrm>
            <a:off x="2324100" y="3260725"/>
            <a:ext cx="503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b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en-US" b="1" baseline="-25000">
                <a:latin typeface="Arial" panose="020B0604020202020204" pitchFamily="34" charset="0"/>
                <a:cs typeface="Arial" panose="020B0604020202020204" pitchFamily="34" charset="0"/>
              </a:rPr>
              <a:t>p2</a:t>
            </a:r>
            <a:r>
              <a:rPr lang="en-GB" altLang="en-US" b="1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</p:txBody>
      </p:sp>
      <p:sp>
        <p:nvSpPr>
          <p:cNvPr id="37918" name="Freeform 39"/>
          <p:cNvSpPr>
            <a:spLocks/>
          </p:cNvSpPr>
          <p:nvPr/>
        </p:nvSpPr>
        <p:spPr bwMode="auto">
          <a:xfrm>
            <a:off x="2155825" y="5645150"/>
            <a:ext cx="4945063" cy="241300"/>
          </a:xfrm>
          <a:custGeom>
            <a:avLst/>
            <a:gdLst>
              <a:gd name="T0" fmla="*/ 0 w 3504"/>
              <a:gd name="T1" fmla="*/ 362902453 h 152"/>
              <a:gd name="T2" fmla="*/ 1497729188 w 3504"/>
              <a:gd name="T3" fmla="*/ 362902453 h 152"/>
              <a:gd name="T4" fmla="*/ 1784528649 w 3504"/>
              <a:gd name="T5" fmla="*/ 0 h 152"/>
              <a:gd name="T6" fmla="*/ 2007594113 w 3504"/>
              <a:gd name="T7" fmla="*/ 383063695 h 152"/>
              <a:gd name="T8" fmla="*/ 2147483647 w 3504"/>
              <a:gd name="T9" fmla="*/ 383063695 h 152"/>
              <a:gd name="T10" fmla="*/ 2147483647 w 3504"/>
              <a:gd name="T11" fmla="*/ 0 h 152"/>
              <a:gd name="T12" fmla="*/ 2147483647 w 3504"/>
              <a:gd name="T13" fmla="*/ 342741212 h 152"/>
              <a:gd name="T14" fmla="*/ 2147483647 w 3504"/>
              <a:gd name="T15" fmla="*/ 342741212 h 15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504"/>
              <a:gd name="T25" fmla="*/ 0 h 152"/>
              <a:gd name="T26" fmla="*/ 3504 w 3504"/>
              <a:gd name="T27" fmla="*/ 152 h 15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504" h="152">
                <a:moveTo>
                  <a:pt x="0" y="144"/>
                </a:moveTo>
                <a:lnTo>
                  <a:pt x="752" y="144"/>
                </a:lnTo>
                <a:lnTo>
                  <a:pt x="896" y="0"/>
                </a:lnTo>
                <a:lnTo>
                  <a:pt x="1008" y="152"/>
                </a:lnTo>
                <a:lnTo>
                  <a:pt x="2104" y="152"/>
                </a:lnTo>
                <a:lnTo>
                  <a:pt x="2256" y="0"/>
                </a:lnTo>
                <a:lnTo>
                  <a:pt x="2384" y="136"/>
                </a:lnTo>
                <a:lnTo>
                  <a:pt x="3504" y="136"/>
                </a:lnTo>
              </a:path>
            </a:pathLst>
          </a:custGeom>
          <a:noFill/>
          <a:ln w="38100" cap="flat" cmpd="sng">
            <a:solidFill>
              <a:srgbClr val="0092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7919" name="Group 40"/>
          <p:cNvGrpSpPr>
            <a:grpSpLocks/>
          </p:cNvGrpSpPr>
          <p:nvPr/>
        </p:nvGrpSpPr>
        <p:grpSpPr bwMode="auto">
          <a:xfrm>
            <a:off x="6118225" y="5667375"/>
            <a:ext cx="368300" cy="282575"/>
            <a:chOff x="752" y="3230"/>
            <a:chExt cx="261" cy="178"/>
          </a:xfrm>
        </p:grpSpPr>
        <p:grpSp>
          <p:nvGrpSpPr>
            <p:cNvPr id="38320" name="Group 41"/>
            <p:cNvGrpSpPr>
              <a:grpSpLocks/>
            </p:cNvGrpSpPr>
            <p:nvPr/>
          </p:nvGrpSpPr>
          <p:grpSpPr bwMode="auto">
            <a:xfrm flipV="1">
              <a:off x="754" y="3351"/>
              <a:ext cx="258" cy="57"/>
              <a:chOff x="3338" y="1558"/>
              <a:chExt cx="258" cy="57"/>
            </a:xfrm>
          </p:grpSpPr>
          <p:sp>
            <p:nvSpPr>
              <p:cNvPr id="38324" name="Arc 42"/>
              <p:cNvSpPr>
                <a:spLocks/>
              </p:cNvSpPr>
              <p:nvPr/>
            </p:nvSpPr>
            <p:spPr bwMode="auto">
              <a:xfrm>
                <a:off x="3338" y="1559"/>
                <a:ext cx="69" cy="56"/>
              </a:xfrm>
              <a:custGeom>
                <a:avLst/>
                <a:gdLst>
                  <a:gd name="T0" fmla="*/ 0 w 21597"/>
                  <a:gd name="T1" fmla="*/ 0 h 21598"/>
                  <a:gd name="T2" fmla="*/ 0 w 21597"/>
                  <a:gd name="T3" fmla="*/ 0 h 21598"/>
                  <a:gd name="T4" fmla="*/ 0 w 21597"/>
                  <a:gd name="T5" fmla="*/ 0 h 21598"/>
                  <a:gd name="T6" fmla="*/ 0 60000 65536"/>
                  <a:gd name="T7" fmla="*/ 0 60000 65536"/>
                  <a:gd name="T8" fmla="*/ 0 60000 65536"/>
                  <a:gd name="T9" fmla="*/ 0 w 21597"/>
                  <a:gd name="T10" fmla="*/ 0 h 21598"/>
                  <a:gd name="T11" fmla="*/ 21597 w 21597"/>
                  <a:gd name="T12" fmla="*/ 21598 h 215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97" h="21598" fill="none" extrusionOk="0">
                    <a:moveTo>
                      <a:pt x="0" y="21216"/>
                    </a:moveTo>
                    <a:cubicBezTo>
                      <a:pt x="206" y="9557"/>
                      <a:pt x="9628" y="167"/>
                      <a:pt x="21287" y="0"/>
                    </a:cubicBezTo>
                  </a:path>
                  <a:path w="21597" h="21598" stroke="0" extrusionOk="0">
                    <a:moveTo>
                      <a:pt x="0" y="21216"/>
                    </a:moveTo>
                    <a:cubicBezTo>
                      <a:pt x="206" y="9557"/>
                      <a:pt x="9628" y="167"/>
                      <a:pt x="21287" y="0"/>
                    </a:cubicBezTo>
                    <a:lnTo>
                      <a:pt x="21597" y="21598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25" name="Arc 43"/>
              <p:cNvSpPr>
                <a:spLocks/>
              </p:cNvSpPr>
              <p:nvPr/>
            </p:nvSpPr>
            <p:spPr bwMode="auto">
              <a:xfrm>
                <a:off x="3390" y="1558"/>
                <a:ext cx="71" cy="57"/>
              </a:xfrm>
              <a:custGeom>
                <a:avLst/>
                <a:gdLst>
                  <a:gd name="T0" fmla="*/ 0 w 21903"/>
                  <a:gd name="T1" fmla="*/ 0 h 21600"/>
                  <a:gd name="T2" fmla="*/ 0 w 21903"/>
                  <a:gd name="T3" fmla="*/ 0 h 21600"/>
                  <a:gd name="T4" fmla="*/ 0 w 21903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903"/>
                  <a:gd name="T10" fmla="*/ 0 h 21600"/>
                  <a:gd name="T11" fmla="*/ 21903 w 21903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903" h="21600" fill="none" extrusionOk="0">
                    <a:moveTo>
                      <a:pt x="0" y="2"/>
                    </a:moveTo>
                    <a:cubicBezTo>
                      <a:pt x="101" y="0"/>
                      <a:pt x="203" y="-1"/>
                      <a:pt x="306" y="0"/>
                    </a:cubicBezTo>
                    <a:cubicBezTo>
                      <a:pt x="12086" y="0"/>
                      <a:pt x="21694" y="9439"/>
                      <a:pt x="21902" y="21218"/>
                    </a:cubicBezTo>
                  </a:path>
                  <a:path w="21903" h="21600" stroke="0" extrusionOk="0">
                    <a:moveTo>
                      <a:pt x="0" y="2"/>
                    </a:moveTo>
                    <a:cubicBezTo>
                      <a:pt x="101" y="0"/>
                      <a:pt x="203" y="-1"/>
                      <a:pt x="306" y="0"/>
                    </a:cubicBezTo>
                    <a:cubicBezTo>
                      <a:pt x="12086" y="0"/>
                      <a:pt x="21694" y="9439"/>
                      <a:pt x="21902" y="21218"/>
                    </a:cubicBezTo>
                    <a:lnTo>
                      <a:pt x="306" y="21600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26" name="Arc 44"/>
              <p:cNvSpPr>
                <a:spLocks/>
              </p:cNvSpPr>
              <p:nvPr/>
            </p:nvSpPr>
            <p:spPr bwMode="auto">
              <a:xfrm>
                <a:off x="3473" y="1559"/>
                <a:ext cx="70" cy="56"/>
              </a:xfrm>
              <a:custGeom>
                <a:avLst/>
                <a:gdLst>
                  <a:gd name="T0" fmla="*/ 0 w 21597"/>
                  <a:gd name="T1" fmla="*/ 0 h 21598"/>
                  <a:gd name="T2" fmla="*/ 0 w 21597"/>
                  <a:gd name="T3" fmla="*/ 0 h 21598"/>
                  <a:gd name="T4" fmla="*/ 0 w 21597"/>
                  <a:gd name="T5" fmla="*/ 0 h 21598"/>
                  <a:gd name="T6" fmla="*/ 0 60000 65536"/>
                  <a:gd name="T7" fmla="*/ 0 60000 65536"/>
                  <a:gd name="T8" fmla="*/ 0 60000 65536"/>
                  <a:gd name="T9" fmla="*/ 0 w 21597"/>
                  <a:gd name="T10" fmla="*/ 0 h 21598"/>
                  <a:gd name="T11" fmla="*/ 21597 w 21597"/>
                  <a:gd name="T12" fmla="*/ 21598 h 215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97" h="21598" fill="none" extrusionOk="0">
                    <a:moveTo>
                      <a:pt x="0" y="21216"/>
                    </a:moveTo>
                    <a:cubicBezTo>
                      <a:pt x="206" y="9556"/>
                      <a:pt x="9630" y="165"/>
                      <a:pt x="21291" y="0"/>
                    </a:cubicBezTo>
                  </a:path>
                  <a:path w="21597" h="21598" stroke="0" extrusionOk="0">
                    <a:moveTo>
                      <a:pt x="0" y="21216"/>
                    </a:moveTo>
                    <a:cubicBezTo>
                      <a:pt x="206" y="9556"/>
                      <a:pt x="9630" y="165"/>
                      <a:pt x="21291" y="0"/>
                    </a:cubicBezTo>
                    <a:lnTo>
                      <a:pt x="21597" y="21598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27" name="Arc 45"/>
              <p:cNvSpPr>
                <a:spLocks/>
              </p:cNvSpPr>
              <p:nvPr/>
            </p:nvSpPr>
            <p:spPr bwMode="auto">
              <a:xfrm>
                <a:off x="3526" y="1558"/>
                <a:ext cx="70" cy="57"/>
              </a:xfrm>
              <a:custGeom>
                <a:avLst/>
                <a:gdLst>
                  <a:gd name="T0" fmla="*/ 0 w 21905"/>
                  <a:gd name="T1" fmla="*/ 0 h 21600"/>
                  <a:gd name="T2" fmla="*/ 0 w 21905"/>
                  <a:gd name="T3" fmla="*/ 0 h 21600"/>
                  <a:gd name="T4" fmla="*/ 0 w 2190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905"/>
                  <a:gd name="T10" fmla="*/ 0 h 21600"/>
                  <a:gd name="T11" fmla="*/ 21905 w 2190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905" h="21600" fill="none" extrusionOk="0">
                    <a:moveTo>
                      <a:pt x="0" y="2"/>
                    </a:moveTo>
                    <a:cubicBezTo>
                      <a:pt x="102" y="0"/>
                      <a:pt x="205" y="-1"/>
                      <a:pt x="308" y="0"/>
                    </a:cubicBezTo>
                    <a:cubicBezTo>
                      <a:pt x="12087" y="0"/>
                      <a:pt x="21694" y="9437"/>
                      <a:pt x="21904" y="21215"/>
                    </a:cubicBezTo>
                  </a:path>
                  <a:path w="21905" h="21600" stroke="0" extrusionOk="0">
                    <a:moveTo>
                      <a:pt x="0" y="2"/>
                    </a:moveTo>
                    <a:cubicBezTo>
                      <a:pt x="102" y="0"/>
                      <a:pt x="205" y="-1"/>
                      <a:pt x="308" y="0"/>
                    </a:cubicBezTo>
                    <a:cubicBezTo>
                      <a:pt x="12087" y="0"/>
                      <a:pt x="21694" y="9437"/>
                      <a:pt x="21904" y="21215"/>
                    </a:cubicBezTo>
                    <a:lnTo>
                      <a:pt x="308" y="21600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321" name="Line 46"/>
            <p:cNvSpPr>
              <a:spLocks noChangeShapeType="1"/>
            </p:cNvSpPr>
            <p:nvPr/>
          </p:nvSpPr>
          <p:spPr bwMode="auto">
            <a:xfrm flipV="1">
              <a:off x="882" y="3298"/>
              <a:ext cx="0" cy="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22" name="Line 47"/>
            <p:cNvSpPr>
              <a:spLocks noChangeShapeType="1"/>
            </p:cNvSpPr>
            <p:nvPr/>
          </p:nvSpPr>
          <p:spPr bwMode="auto">
            <a:xfrm flipV="1">
              <a:off x="752" y="3234"/>
              <a:ext cx="0" cy="11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23" name="Line 48"/>
            <p:cNvSpPr>
              <a:spLocks noChangeShapeType="1"/>
            </p:cNvSpPr>
            <p:nvPr/>
          </p:nvSpPr>
          <p:spPr bwMode="auto">
            <a:xfrm flipV="1">
              <a:off x="1013" y="3230"/>
              <a:ext cx="0" cy="11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920" name="Rectangle 49"/>
          <p:cNvSpPr>
            <a:spLocks noChangeArrowheads="1"/>
          </p:cNvSpPr>
          <p:nvPr/>
        </p:nvSpPr>
        <p:spPr bwMode="auto">
          <a:xfrm>
            <a:off x="7154863" y="5662613"/>
            <a:ext cx="66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</a:t>
            </a:r>
            <a:endParaRPr lang="en-US" altLang="en-US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921" name="Group 50"/>
          <p:cNvGrpSpPr>
            <a:grpSpLocks/>
          </p:cNvGrpSpPr>
          <p:nvPr/>
        </p:nvGrpSpPr>
        <p:grpSpPr bwMode="auto">
          <a:xfrm>
            <a:off x="2663825" y="5680075"/>
            <a:ext cx="368300" cy="282575"/>
            <a:chOff x="752" y="3230"/>
            <a:chExt cx="261" cy="178"/>
          </a:xfrm>
        </p:grpSpPr>
        <p:grpSp>
          <p:nvGrpSpPr>
            <p:cNvPr id="38312" name="Group 51"/>
            <p:cNvGrpSpPr>
              <a:grpSpLocks/>
            </p:cNvGrpSpPr>
            <p:nvPr/>
          </p:nvGrpSpPr>
          <p:grpSpPr bwMode="auto">
            <a:xfrm flipV="1">
              <a:off x="754" y="3351"/>
              <a:ext cx="258" cy="57"/>
              <a:chOff x="3338" y="1558"/>
              <a:chExt cx="258" cy="57"/>
            </a:xfrm>
          </p:grpSpPr>
          <p:sp>
            <p:nvSpPr>
              <p:cNvPr id="38316" name="Arc 52"/>
              <p:cNvSpPr>
                <a:spLocks/>
              </p:cNvSpPr>
              <p:nvPr/>
            </p:nvSpPr>
            <p:spPr bwMode="auto">
              <a:xfrm>
                <a:off x="3338" y="1559"/>
                <a:ext cx="69" cy="56"/>
              </a:xfrm>
              <a:custGeom>
                <a:avLst/>
                <a:gdLst>
                  <a:gd name="T0" fmla="*/ 0 w 21597"/>
                  <a:gd name="T1" fmla="*/ 0 h 21598"/>
                  <a:gd name="T2" fmla="*/ 0 w 21597"/>
                  <a:gd name="T3" fmla="*/ 0 h 21598"/>
                  <a:gd name="T4" fmla="*/ 0 w 21597"/>
                  <a:gd name="T5" fmla="*/ 0 h 21598"/>
                  <a:gd name="T6" fmla="*/ 0 60000 65536"/>
                  <a:gd name="T7" fmla="*/ 0 60000 65536"/>
                  <a:gd name="T8" fmla="*/ 0 60000 65536"/>
                  <a:gd name="T9" fmla="*/ 0 w 21597"/>
                  <a:gd name="T10" fmla="*/ 0 h 21598"/>
                  <a:gd name="T11" fmla="*/ 21597 w 21597"/>
                  <a:gd name="T12" fmla="*/ 21598 h 215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97" h="21598" fill="none" extrusionOk="0">
                    <a:moveTo>
                      <a:pt x="0" y="21216"/>
                    </a:moveTo>
                    <a:cubicBezTo>
                      <a:pt x="206" y="9557"/>
                      <a:pt x="9628" y="167"/>
                      <a:pt x="21287" y="0"/>
                    </a:cubicBezTo>
                  </a:path>
                  <a:path w="21597" h="21598" stroke="0" extrusionOk="0">
                    <a:moveTo>
                      <a:pt x="0" y="21216"/>
                    </a:moveTo>
                    <a:cubicBezTo>
                      <a:pt x="206" y="9557"/>
                      <a:pt x="9628" y="167"/>
                      <a:pt x="21287" y="0"/>
                    </a:cubicBezTo>
                    <a:lnTo>
                      <a:pt x="21597" y="21598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17" name="Arc 53"/>
              <p:cNvSpPr>
                <a:spLocks/>
              </p:cNvSpPr>
              <p:nvPr/>
            </p:nvSpPr>
            <p:spPr bwMode="auto">
              <a:xfrm>
                <a:off x="3390" y="1558"/>
                <a:ext cx="71" cy="57"/>
              </a:xfrm>
              <a:custGeom>
                <a:avLst/>
                <a:gdLst>
                  <a:gd name="T0" fmla="*/ 0 w 21903"/>
                  <a:gd name="T1" fmla="*/ 0 h 21600"/>
                  <a:gd name="T2" fmla="*/ 0 w 21903"/>
                  <a:gd name="T3" fmla="*/ 0 h 21600"/>
                  <a:gd name="T4" fmla="*/ 0 w 21903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903"/>
                  <a:gd name="T10" fmla="*/ 0 h 21600"/>
                  <a:gd name="T11" fmla="*/ 21903 w 21903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903" h="21600" fill="none" extrusionOk="0">
                    <a:moveTo>
                      <a:pt x="0" y="2"/>
                    </a:moveTo>
                    <a:cubicBezTo>
                      <a:pt x="101" y="0"/>
                      <a:pt x="203" y="-1"/>
                      <a:pt x="306" y="0"/>
                    </a:cubicBezTo>
                    <a:cubicBezTo>
                      <a:pt x="12086" y="0"/>
                      <a:pt x="21694" y="9439"/>
                      <a:pt x="21902" y="21218"/>
                    </a:cubicBezTo>
                  </a:path>
                  <a:path w="21903" h="21600" stroke="0" extrusionOk="0">
                    <a:moveTo>
                      <a:pt x="0" y="2"/>
                    </a:moveTo>
                    <a:cubicBezTo>
                      <a:pt x="101" y="0"/>
                      <a:pt x="203" y="-1"/>
                      <a:pt x="306" y="0"/>
                    </a:cubicBezTo>
                    <a:cubicBezTo>
                      <a:pt x="12086" y="0"/>
                      <a:pt x="21694" y="9439"/>
                      <a:pt x="21902" y="21218"/>
                    </a:cubicBezTo>
                    <a:lnTo>
                      <a:pt x="306" y="21600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18" name="Arc 54"/>
              <p:cNvSpPr>
                <a:spLocks/>
              </p:cNvSpPr>
              <p:nvPr/>
            </p:nvSpPr>
            <p:spPr bwMode="auto">
              <a:xfrm>
                <a:off x="3473" y="1559"/>
                <a:ext cx="70" cy="56"/>
              </a:xfrm>
              <a:custGeom>
                <a:avLst/>
                <a:gdLst>
                  <a:gd name="T0" fmla="*/ 0 w 21597"/>
                  <a:gd name="T1" fmla="*/ 0 h 21598"/>
                  <a:gd name="T2" fmla="*/ 0 w 21597"/>
                  <a:gd name="T3" fmla="*/ 0 h 21598"/>
                  <a:gd name="T4" fmla="*/ 0 w 21597"/>
                  <a:gd name="T5" fmla="*/ 0 h 21598"/>
                  <a:gd name="T6" fmla="*/ 0 60000 65536"/>
                  <a:gd name="T7" fmla="*/ 0 60000 65536"/>
                  <a:gd name="T8" fmla="*/ 0 60000 65536"/>
                  <a:gd name="T9" fmla="*/ 0 w 21597"/>
                  <a:gd name="T10" fmla="*/ 0 h 21598"/>
                  <a:gd name="T11" fmla="*/ 21597 w 21597"/>
                  <a:gd name="T12" fmla="*/ 21598 h 215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97" h="21598" fill="none" extrusionOk="0">
                    <a:moveTo>
                      <a:pt x="0" y="21216"/>
                    </a:moveTo>
                    <a:cubicBezTo>
                      <a:pt x="206" y="9556"/>
                      <a:pt x="9630" y="165"/>
                      <a:pt x="21291" y="0"/>
                    </a:cubicBezTo>
                  </a:path>
                  <a:path w="21597" h="21598" stroke="0" extrusionOk="0">
                    <a:moveTo>
                      <a:pt x="0" y="21216"/>
                    </a:moveTo>
                    <a:cubicBezTo>
                      <a:pt x="206" y="9556"/>
                      <a:pt x="9630" y="165"/>
                      <a:pt x="21291" y="0"/>
                    </a:cubicBezTo>
                    <a:lnTo>
                      <a:pt x="21597" y="21598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19" name="Arc 55"/>
              <p:cNvSpPr>
                <a:spLocks/>
              </p:cNvSpPr>
              <p:nvPr/>
            </p:nvSpPr>
            <p:spPr bwMode="auto">
              <a:xfrm>
                <a:off x="3526" y="1558"/>
                <a:ext cx="70" cy="57"/>
              </a:xfrm>
              <a:custGeom>
                <a:avLst/>
                <a:gdLst>
                  <a:gd name="T0" fmla="*/ 0 w 21905"/>
                  <a:gd name="T1" fmla="*/ 0 h 21600"/>
                  <a:gd name="T2" fmla="*/ 0 w 21905"/>
                  <a:gd name="T3" fmla="*/ 0 h 21600"/>
                  <a:gd name="T4" fmla="*/ 0 w 2190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905"/>
                  <a:gd name="T10" fmla="*/ 0 h 21600"/>
                  <a:gd name="T11" fmla="*/ 21905 w 2190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905" h="21600" fill="none" extrusionOk="0">
                    <a:moveTo>
                      <a:pt x="0" y="2"/>
                    </a:moveTo>
                    <a:cubicBezTo>
                      <a:pt x="102" y="0"/>
                      <a:pt x="205" y="-1"/>
                      <a:pt x="308" y="0"/>
                    </a:cubicBezTo>
                    <a:cubicBezTo>
                      <a:pt x="12087" y="0"/>
                      <a:pt x="21694" y="9437"/>
                      <a:pt x="21904" y="21215"/>
                    </a:cubicBezTo>
                  </a:path>
                  <a:path w="21905" h="21600" stroke="0" extrusionOk="0">
                    <a:moveTo>
                      <a:pt x="0" y="2"/>
                    </a:moveTo>
                    <a:cubicBezTo>
                      <a:pt x="102" y="0"/>
                      <a:pt x="205" y="-1"/>
                      <a:pt x="308" y="0"/>
                    </a:cubicBezTo>
                    <a:cubicBezTo>
                      <a:pt x="12087" y="0"/>
                      <a:pt x="21694" y="9437"/>
                      <a:pt x="21904" y="21215"/>
                    </a:cubicBezTo>
                    <a:lnTo>
                      <a:pt x="308" y="21600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313" name="Line 56"/>
            <p:cNvSpPr>
              <a:spLocks noChangeShapeType="1"/>
            </p:cNvSpPr>
            <p:nvPr/>
          </p:nvSpPr>
          <p:spPr bwMode="auto">
            <a:xfrm flipV="1">
              <a:off x="882" y="3298"/>
              <a:ext cx="0" cy="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14" name="Line 57"/>
            <p:cNvSpPr>
              <a:spLocks noChangeShapeType="1"/>
            </p:cNvSpPr>
            <p:nvPr/>
          </p:nvSpPr>
          <p:spPr bwMode="auto">
            <a:xfrm flipV="1">
              <a:off x="752" y="3234"/>
              <a:ext cx="0" cy="11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15" name="Line 58"/>
            <p:cNvSpPr>
              <a:spLocks noChangeShapeType="1"/>
            </p:cNvSpPr>
            <p:nvPr/>
          </p:nvSpPr>
          <p:spPr bwMode="auto">
            <a:xfrm flipV="1">
              <a:off x="1013" y="3230"/>
              <a:ext cx="0" cy="11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922" name="Line 59"/>
          <p:cNvSpPr>
            <a:spLocks noChangeShapeType="1"/>
          </p:cNvSpPr>
          <p:nvPr/>
        </p:nvSpPr>
        <p:spPr bwMode="auto">
          <a:xfrm>
            <a:off x="2844800" y="5378450"/>
            <a:ext cx="0" cy="3556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23" name="Line 60"/>
          <p:cNvSpPr>
            <a:spLocks noChangeShapeType="1"/>
          </p:cNvSpPr>
          <p:nvPr/>
        </p:nvSpPr>
        <p:spPr bwMode="auto">
          <a:xfrm>
            <a:off x="6299200" y="5378450"/>
            <a:ext cx="0" cy="3556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7924" name="Group 62"/>
          <p:cNvGrpSpPr>
            <a:grpSpLocks/>
          </p:cNvGrpSpPr>
          <p:nvPr/>
        </p:nvGrpSpPr>
        <p:grpSpPr bwMode="auto">
          <a:xfrm>
            <a:off x="3281363" y="5307013"/>
            <a:ext cx="666750" cy="1331912"/>
            <a:chOff x="4661" y="1023"/>
            <a:chExt cx="1249" cy="2175"/>
          </a:xfrm>
        </p:grpSpPr>
        <p:sp>
          <p:nvSpPr>
            <p:cNvPr id="38121" name="Freeform 63"/>
            <p:cNvSpPr>
              <a:spLocks/>
            </p:cNvSpPr>
            <p:nvPr/>
          </p:nvSpPr>
          <p:spPr bwMode="auto">
            <a:xfrm>
              <a:off x="4661" y="1023"/>
              <a:ext cx="615" cy="1919"/>
            </a:xfrm>
            <a:custGeom>
              <a:avLst/>
              <a:gdLst>
                <a:gd name="T0" fmla="*/ 614 w 615"/>
                <a:gd name="T1" fmla="*/ 0 h 1919"/>
                <a:gd name="T2" fmla="*/ 565 w 615"/>
                <a:gd name="T3" fmla="*/ 75 h 1919"/>
                <a:gd name="T4" fmla="*/ 375 w 615"/>
                <a:gd name="T5" fmla="*/ 1016 h 1919"/>
                <a:gd name="T6" fmla="*/ 0 w 615"/>
                <a:gd name="T7" fmla="*/ 1918 h 19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5"/>
                <a:gd name="T13" fmla="*/ 0 h 1919"/>
                <a:gd name="T14" fmla="*/ 615 w 615"/>
                <a:gd name="T15" fmla="*/ 1919 h 19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5" h="1919">
                  <a:moveTo>
                    <a:pt x="614" y="0"/>
                  </a:moveTo>
                  <a:lnTo>
                    <a:pt x="565" y="75"/>
                  </a:lnTo>
                  <a:lnTo>
                    <a:pt x="375" y="1016"/>
                  </a:lnTo>
                  <a:lnTo>
                    <a:pt x="0" y="1918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122" name="Freeform 64"/>
            <p:cNvSpPr>
              <a:spLocks/>
            </p:cNvSpPr>
            <p:nvPr/>
          </p:nvSpPr>
          <p:spPr bwMode="auto">
            <a:xfrm>
              <a:off x="5289" y="1023"/>
              <a:ext cx="616" cy="1919"/>
            </a:xfrm>
            <a:custGeom>
              <a:avLst/>
              <a:gdLst>
                <a:gd name="T0" fmla="*/ 0 w 616"/>
                <a:gd name="T1" fmla="*/ 0 h 1919"/>
                <a:gd name="T2" fmla="*/ 49 w 616"/>
                <a:gd name="T3" fmla="*/ 75 h 1919"/>
                <a:gd name="T4" fmla="*/ 239 w 616"/>
                <a:gd name="T5" fmla="*/ 1016 h 1919"/>
                <a:gd name="T6" fmla="*/ 615 w 616"/>
                <a:gd name="T7" fmla="*/ 1918 h 19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6"/>
                <a:gd name="T13" fmla="*/ 0 h 1919"/>
                <a:gd name="T14" fmla="*/ 616 w 616"/>
                <a:gd name="T15" fmla="*/ 1919 h 19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6" h="1919">
                  <a:moveTo>
                    <a:pt x="0" y="0"/>
                  </a:moveTo>
                  <a:lnTo>
                    <a:pt x="49" y="75"/>
                  </a:lnTo>
                  <a:lnTo>
                    <a:pt x="239" y="1016"/>
                  </a:lnTo>
                  <a:lnTo>
                    <a:pt x="615" y="1918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123" name="Line 65"/>
            <p:cNvSpPr>
              <a:spLocks noChangeShapeType="1"/>
            </p:cNvSpPr>
            <p:nvPr/>
          </p:nvSpPr>
          <p:spPr bwMode="auto">
            <a:xfrm flipH="1">
              <a:off x="5255" y="1047"/>
              <a:ext cx="41" cy="2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24" name="Freeform 66"/>
            <p:cNvSpPr>
              <a:spLocks/>
            </p:cNvSpPr>
            <p:nvPr/>
          </p:nvSpPr>
          <p:spPr bwMode="auto">
            <a:xfrm>
              <a:off x="5041" y="1960"/>
              <a:ext cx="484" cy="169"/>
            </a:xfrm>
            <a:custGeom>
              <a:avLst/>
              <a:gdLst>
                <a:gd name="T0" fmla="*/ 0 w 484"/>
                <a:gd name="T1" fmla="*/ 74 h 169"/>
                <a:gd name="T2" fmla="*/ 226 w 484"/>
                <a:gd name="T3" fmla="*/ 168 h 169"/>
                <a:gd name="T4" fmla="*/ 483 w 484"/>
                <a:gd name="T5" fmla="*/ 79 h 169"/>
                <a:gd name="T6" fmla="*/ 230 w 484"/>
                <a:gd name="T7" fmla="*/ 0 h 169"/>
                <a:gd name="T8" fmla="*/ 0 w 484"/>
                <a:gd name="T9" fmla="*/ 74 h 1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4"/>
                <a:gd name="T16" fmla="*/ 0 h 169"/>
                <a:gd name="T17" fmla="*/ 484 w 484"/>
                <a:gd name="T18" fmla="*/ 169 h 1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4" h="169">
                  <a:moveTo>
                    <a:pt x="0" y="74"/>
                  </a:moveTo>
                  <a:lnTo>
                    <a:pt x="226" y="168"/>
                  </a:lnTo>
                  <a:lnTo>
                    <a:pt x="483" y="79"/>
                  </a:lnTo>
                  <a:lnTo>
                    <a:pt x="230" y="0"/>
                  </a:lnTo>
                  <a:lnTo>
                    <a:pt x="0" y="74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125" name="Freeform 67"/>
            <p:cNvSpPr>
              <a:spLocks/>
            </p:cNvSpPr>
            <p:nvPr/>
          </p:nvSpPr>
          <p:spPr bwMode="auto">
            <a:xfrm>
              <a:off x="4661" y="2433"/>
              <a:ext cx="1249" cy="765"/>
            </a:xfrm>
            <a:custGeom>
              <a:avLst/>
              <a:gdLst>
                <a:gd name="T0" fmla="*/ 0 w 1249"/>
                <a:gd name="T1" fmla="*/ 499 h 765"/>
                <a:gd name="T2" fmla="*/ 381 w 1249"/>
                <a:gd name="T3" fmla="*/ 137 h 765"/>
                <a:gd name="T4" fmla="*/ 607 w 1249"/>
                <a:gd name="T5" fmla="*/ 764 h 765"/>
                <a:gd name="T6" fmla="*/ 832 w 1249"/>
                <a:gd name="T7" fmla="*/ 141 h 765"/>
                <a:gd name="T8" fmla="*/ 1248 w 1249"/>
                <a:gd name="T9" fmla="*/ 517 h 765"/>
                <a:gd name="T10" fmla="*/ 801 w 1249"/>
                <a:gd name="T11" fmla="*/ 26 h 765"/>
                <a:gd name="T12" fmla="*/ 611 w 1249"/>
                <a:gd name="T13" fmla="*/ 397 h 765"/>
                <a:gd name="T14" fmla="*/ 416 w 1249"/>
                <a:gd name="T15" fmla="*/ 0 h 765"/>
                <a:gd name="T16" fmla="*/ 0 w 1249"/>
                <a:gd name="T17" fmla="*/ 499 h 7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49"/>
                <a:gd name="T28" fmla="*/ 0 h 765"/>
                <a:gd name="T29" fmla="*/ 1249 w 1249"/>
                <a:gd name="T30" fmla="*/ 765 h 76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49" h="765">
                  <a:moveTo>
                    <a:pt x="0" y="499"/>
                  </a:moveTo>
                  <a:lnTo>
                    <a:pt x="381" y="137"/>
                  </a:lnTo>
                  <a:lnTo>
                    <a:pt x="607" y="764"/>
                  </a:lnTo>
                  <a:lnTo>
                    <a:pt x="832" y="141"/>
                  </a:lnTo>
                  <a:lnTo>
                    <a:pt x="1248" y="517"/>
                  </a:lnTo>
                  <a:lnTo>
                    <a:pt x="801" y="26"/>
                  </a:lnTo>
                  <a:lnTo>
                    <a:pt x="611" y="397"/>
                  </a:lnTo>
                  <a:lnTo>
                    <a:pt x="416" y="0"/>
                  </a:lnTo>
                  <a:lnTo>
                    <a:pt x="0" y="499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126" name="Freeform 68"/>
            <p:cNvSpPr>
              <a:spLocks/>
            </p:cNvSpPr>
            <p:nvPr/>
          </p:nvSpPr>
          <p:spPr bwMode="auto">
            <a:xfrm>
              <a:off x="4843" y="2398"/>
              <a:ext cx="877" cy="287"/>
            </a:xfrm>
            <a:custGeom>
              <a:avLst/>
              <a:gdLst>
                <a:gd name="T0" fmla="*/ 0 w 877"/>
                <a:gd name="T1" fmla="*/ 92 h 287"/>
                <a:gd name="T2" fmla="*/ 429 w 877"/>
                <a:gd name="T3" fmla="*/ 286 h 287"/>
                <a:gd name="T4" fmla="*/ 876 w 877"/>
                <a:gd name="T5" fmla="*/ 88 h 287"/>
                <a:gd name="T6" fmla="*/ 425 w 877"/>
                <a:gd name="T7" fmla="*/ 0 h 287"/>
                <a:gd name="T8" fmla="*/ 0 w 877"/>
                <a:gd name="T9" fmla="*/ 92 h 2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7"/>
                <a:gd name="T16" fmla="*/ 0 h 287"/>
                <a:gd name="T17" fmla="*/ 877 w 877"/>
                <a:gd name="T18" fmla="*/ 287 h 2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7" h="287">
                  <a:moveTo>
                    <a:pt x="0" y="92"/>
                  </a:moveTo>
                  <a:lnTo>
                    <a:pt x="429" y="286"/>
                  </a:lnTo>
                  <a:lnTo>
                    <a:pt x="876" y="88"/>
                  </a:lnTo>
                  <a:lnTo>
                    <a:pt x="425" y="0"/>
                  </a:lnTo>
                  <a:lnTo>
                    <a:pt x="0" y="92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127" name="Freeform 69"/>
            <p:cNvSpPr>
              <a:spLocks/>
            </p:cNvSpPr>
            <p:nvPr/>
          </p:nvSpPr>
          <p:spPr bwMode="auto">
            <a:xfrm>
              <a:off x="5272" y="2036"/>
              <a:ext cx="253" cy="636"/>
            </a:xfrm>
            <a:custGeom>
              <a:avLst/>
              <a:gdLst>
                <a:gd name="T0" fmla="*/ 0 w 253"/>
                <a:gd name="T1" fmla="*/ 635 h 636"/>
                <a:gd name="T2" fmla="*/ 252 w 253"/>
                <a:gd name="T3" fmla="*/ 0 h 636"/>
                <a:gd name="T4" fmla="*/ 0 60000 65536"/>
                <a:gd name="T5" fmla="*/ 0 60000 65536"/>
                <a:gd name="T6" fmla="*/ 0 w 253"/>
                <a:gd name="T7" fmla="*/ 0 h 636"/>
                <a:gd name="T8" fmla="*/ 253 w 253"/>
                <a:gd name="T9" fmla="*/ 636 h 6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3" h="636">
                  <a:moveTo>
                    <a:pt x="0" y="635"/>
                  </a:moveTo>
                  <a:lnTo>
                    <a:pt x="252" y="0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128" name="Line 70"/>
            <p:cNvSpPr>
              <a:spLocks noChangeShapeType="1"/>
            </p:cNvSpPr>
            <p:nvPr/>
          </p:nvSpPr>
          <p:spPr bwMode="auto">
            <a:xfrm>
              <a:off x="5291" y="2139"/>
              <a:ext cx="403" cy="3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29" name="Line 71"/>
            <p:cNvSpPr>
              <a:spLocks noChangeShapeType="1"/>
            </p:cNvSpPr>
            <p:nvPr/>
          </p:nvSpPr>
          <p:spPr bwMode="auto">
            <a:xfrm>
              <a:off x="5060" y="2063"/>
              <a:ext cx="187" cy="5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30" name="Line 72"/>
            <p:cNvSpPr>
              <a:spLocks noChangeShapeType="1"/>
            </p:cNvSpPr>
            <p:nvPr/>
          </p:nvSpPr>
          <p:spPr bwMode="auto">
            <a:xfrm flipH="1">
              <a:off x="4825" y="2151"/>
              <a:ext cx="459" cy="3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31" name="Line 73"/>
            <p:cNvSpPr>
              <a:spLocks noChangeShapeType="1"/>
            </p:cNvSpPr>
            <p:nvPr/>
          </p:nvSpPr>
          <p:spPr bwMode="auto">
            <a:xfrm flipH="1">
              <a:off x="4852" y="1979"/>
              <a:ext cx="427" cy="4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32" name="Line 74"/>
            <p:cNvSpPr>
              <a:spLocks noChangeShapeType="1"/>
            </p:cNvSpPr>
            <p:nvPr/>
          </p:nvSpPr>
          <p:spPr bwMode="auto">
            <a:xfrm>
              <a:off x="5057" y="2055"/>
              <a:ext cx="190" cy="3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33" name="Line 75"/>
            <p:cNvSpPr>
              <a:spLocks noChangeShapeType="1"/>
            </p:cNvSpPr>
            <p:nvPr/>
          </p:nvSpPr>
          <p:spPr bwMode="auto">
            <a:xfrm>
              <a:off x="5299" y="1984"/>
              <a:ext cx="390" cy="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34" name="Line 76"/>
            <p:cNvSpPr>
              <a:spLocks noChangeShapeType="1"/>
            </p:cNvSpPr>
            <p:nvPr/>
          </p:nvSpPr>
          <p:spPr bwMode="auto">
            <a:xfrm flipH="1">
              <a:off x="5259" y="2072"/>
              <a:ext cx="277" cy="3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35" name="Freeform 77"/>
            <p:cNvSpPr>
              <a:spLocks/>
            </p:cNvSpPr>
            <p:nvPr/>
          </p:nvSpPr>
          <p:spPr bwMode="auto">
            <a:xfrm>
              <a:off x="5086" y="1730"/>
              <a:ext cx="390" cy="112"/>
            </a:xfrm>
            <a:custGeom>
              <a:avLst/>
              <a:gdLst>
                <a:gd name="T0" fmla="*/ 0 w 390"/>
                <a:gd name="T1" fmla="*/ 58 h 112"/>
                <a:gd name="T2" fmla="*/ 190 w 390"/>
                <a:gd name="T3" fmla="*/ 111 h 112"/>
                <a:gd name="T4" fmla="*/ 389 w 390"/>
                <a:gd name="T5" fmla="*/ 49 h 112"/>
                <a:gd name="T6" fmla="*/ 190 w 390"/>
                <a:gd name="T7" fmla="*/ 0 h 112"/>
                <a:gd name="T8" fmla="*/ 0 w 390"/>
                <a:gd name="T9" fmla="*/ 58 h 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0"/>
                <a:gd name="T16" fmla="*/ 0 h 112"/>
                <a:gd name="T17" fmla="*/ 390 w 390"/>
                <a:gd name="T18" fmla="*/ 112 h 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0" h="112">
                  <a:moveTo>
                    <a:pt x="0" y="58"/>
                  </a:moveTo>
                  <a:lnTo>
                    <a:pt x="190" y="111"/>
                  </a:lnTo>
                  <a:lnTo>
                    <a:pt x="389" y="49"/>
                  </a:lnTo>
                  <a:lnTo>
                    <a:pt x="190" y="0"/>
                  </a:lnTo>
                  <a:lnTo>
                    <a:pt x="0" y="58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136" name="Freeform 78"/>
            <p:cNvSpPr>
              <a:spLocks/>
            </p:cNvSpPr>
            <p:nvPr/>
          </p:nvSpPr>
          <p:spPr bwMode="auto">
            <a:xfrm>
              <a:off x="5125" y="1562"/>
              <a:ext cx="311" cy="68"/>
            </a:xfrm>
            <a:custGeom>
              <a:avLst/>
              <a:gdLst>
                <a:gd name="T0" fmla="*/ 0 w 311"/>
                <a:gd name="T1" fmla="*/ 40 h 68"/>
                <a:gd name="T2" fmla="*/ 151 w 311"/>
                <a:gd name="T3" fmla="*/ 67 h 68"/>
                <a:gd name="T4" fmla="*/ 310 w 311"/>
                <a:gd name="T5" fmla="*/ 27 h 68"/>
                <a:gd name="T6" fmla="*/ 151 w 311"/>
                <a:gd name="T7" fmla="*/ 0 h 68"/>
                <a:gd name="T8" fmla="*/ 0 w 311"/>
                <a:gd name="T9" fmla="*/ 4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1"/>
                <a:gd name="T16" fmla="*/ 0 h 68"/>
                <a:gd name="T17" fmla="*/ 311 w 311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1" h="68">
                  <a:moveTo>
                    <a:pt x="0" y="40"/>
                  </a:moveTo>
                  <a:lnTo>
                    <a:pt x="151" y="67"/>
                  </a:lnTo>
                  <a:lnTo>
                    <a:pt x="310" y="27"/>
                  </a:lnTo>
                  <a:lnTo>
                    <a:pt x="151" y="0"/>
                  </a:lnTo>
                  <a:lnTo>
                    <a:pt x="0" y="40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137" name="Freeform 79"/>
            <p:cNvSpPr>
              <a:spLocks/>
            </p:cNvSpPr>
            <p:nvPr/>
          </p:nvSpPr>
          <p:spPr bwMode="auto">
            <a:xfrm>
              <a:off x="5157" y="1425"/>
              <a:ext cx="252" cy="46"/>
            </a:xfrm>
            <a:custGeom>
              <a:avLst/>
              <a:gdLst>
                <a:gd name="T0" fmla="*/ 0 w 252"/>
                <a:gd name="T1" fmla="*/ 23 h 46"/>
                <a:gd name="T2" fmla="*/ 119 w 252"/>
                <a:gd name="T3" fmla="*/ 45 h 46"/>
                <a:gd name="T4" fmla="*/ 251 w 252"/>
                <a:gd name="T5" fmla="*/ 18 h 46"/>
                <a:gd name="T6" fmla="*/ 119 w 252"/>
                <a:gd name="T7" fmla="*/ 0 h 46"/>
                <a:gd name="T8" fmla="*/ 0 w 252"/>
                <a:gd name="T9" fmla="*/ 23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"/>
                <a:gd name="T16" fmla="*/ 0 h 46"/>
                <a:gd name="T17" fmla="*/ 252 w 252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" h="46">
                  <a:moveTo>
                    <a:pt x="0" y="23"/>
                  </a:moveTo>
                  <a:lnTo>
                    <a:pt x="119" y="45"/>
                  </a:lnTo>
                  <a:lnTo>
                    <a:pt x="251" y="18"/>
                  </a:lnTo>
                  <a:lnTo>
                    <a:pt x="119" y="0"/>
                  </a:lnTo>
                  <a:lnTo>
                    <a:pt x="0" y="23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138" name="Freeform 80"/>
            <p:cNvSpPr>
              <a:spLocks/>
            </p:cNvSpPr>
            <p:nvPr/>
          </p:nvSpPr>
          <p:spPr bwMode="auto">
            <a:xfrm>
              <a:off x="5188" y="1297"/>
              <a:ext cx="191" cy="28"/>
            </a:xfrm>
            <a:custGeom>
              <a:avLst/>
              <a:gdLst>
                <a:gd name="T0" fmla="*/ 0 w 191"/>
                <a:gd name="T1" fmla="*/ 14 h 28"/>
                <a:gd name="T2" fmla="*/ 93 w 191"/>
                <a:gd name="T3" fmla="*/ 27 h 28"/>
                <a:gd name="T4" fmla="*/ 190 w 191"/>
                <a:gd name="T5" fmla="*/ 9 h 28"/>
                <a:gd name="T6" fmla="*/ 89 w 191"/>
                <a:gd name="T7" fmla="*/ 0 h 28"/>
                <a:gd name="T8" fmla="*/ 0 w 191"/>
                <a:gd name="T9" fmla="*/ 14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"/>
                <a:gd name="T16" fmla="*/ 0 h 28"/>
                <a:gd name="T17" fmla="*/ 191 w 191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" h="28">
                  <a:moveTo>
                    <a:pt x="0" y="14"/>
                  </a:moveTo>
                  <a:lnTo>
                    <a:pt x="93" y="27"/>
                  </a:lnTo>
                  <a:lnTo>
                    <a:pt x="190" y="9"/>
                  </a:lnTo>
                  <a:lnTo>
                    <a:pt x="89" y="0"/>
                  </a:lnTo>
                  <a:lnTo>
                    <a:pt x="0" y="14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139" name="Freeform 81"/>
            <p:cNvSpPr>
              <a:spLocks/>
            </p:cNvSpPr>
            <p:nvPr/>
          </p:nvSpPr>
          <p:spPr bwMode="auto">
            <a:xfrm>
              <a:off x="5205" y="1200"/>
              <a:ext cx="157" cy="10"/>
            </a:xfrm>
            <a:custGeom>
              <a:avLst/>
              <a:gdLst>
                <a:gd name="T0" fmla="*/ 0 w 157"/>
                <a:gd name="T1" fmla="*/ 9 h 10"/>
                <a:gd name="T2" fmla="*/ 151 w 157"/>
                <a:gd name="T3" fmla="*/ 9 h 10"/>
                <a:gd name="T4" fmla="*/ 156 w 157"/>
                <a:gd name="T5" fmla="*/ 9 h 10"/>
                <a:gd name="T6" fmla="*/ 156 w 157"/>
                <a:gd name="T7" fmla="*/ 4 h 10"/>
                <a:gd name="T8" fmla="*/ 76 w 157"/>
                <a:gd name="T9" fmla="*/ 0 h 10"/>
                <a:gd name="T10" fmla="*/ 0 w 157"/>
                <a:gd name="T11" fmla="*/ 9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7"/>
                <a:gd name="T19" fmla="*/ 0 h 10"/>
                <a:gd name="T20" fmla="*/ 157 w 157"/>
                <a:gd name="T21" fmla="*/ 10 h 1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7" h="10">
                  <a:moveTo>
                    <a:pt x="0" y="9"/>
                  </a:moveTo>
                  <a:lnTo>
                    <a:pt x="151" y="9"/>
                  </a:lnTo>
                  <a:lnTo>
                    <a:pt x="156" y="9"/>
                  </a:lnTo>
                  <a:lnTo>
                    <a:pt x="156" y="4"/>
                  </a:lnTo>
                  <a:lnTo>
                    <a:pt x="76" y="0"/>
                  </a:lnTo>
                  <a:lnTo>
                    <a:pt x="0" y="9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140" name="Line 82"/>
            <p:cNvSpPr>
              <a:spLocks noChangeShapeType="1"/>
            </p:cNvSpPr>
            <p:nvPr/>
          </p:nvSpPr>
          <p:spPr bwMode="auto">
            <a:xfrm>
              <a:off x="5242" y="1110"/>
              <a:ext cx="75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41" name="Line 83"/>
            <p:cNvSpPr>
              <a:spLocks noChangeShapeType="1"/>
            </p:cNvSpPr>
            <p:nvPr/>
          </p:nvSpPr>
          <p:spPr bwMode="auto">
            <a:xfrm>
              <a:off x="5294" y="1855"/>
              <a:ext cx="214" cy="1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42" name="Line 84"/>
            <p:cNvSpPr>
              <a:spLocks noChangeShapeType="1"/>
            </p:cNvSpPr>
            <p:nvPr/>
          </p:nvSpPr>
          <p:spPr bwMode="auto">
            <a:xfrm flipH="1">
              <a:off x="5262" y="1798"/>
              <a:ext cx="223" cy="3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43" name="Line 85"/>
            <p:cNvSpPr>
              <a:spLocks noChangeShapeType="1"/>
            </p:cNvSpPr>
            <p:nvPr/>
          </p:nvSpPr>
          <p:spPr bwMode="auto">
            <a:xfrm>
              <a:off x="5109" y="1816"/>
              <a:ext cx="143" cy="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44" name="Line 86"/>
            <p:cNvSpPr>
              <a:spLocks noChangeShapeType="1"/>
            </p:cNvSpPr>
            <p:nvPr/>
          </p:nvSpPr>
          <p:spPr bwMode="auto">
            <a:xfrm flipH="1">
              <a:off x="5025" y="1860"/>
              <a:ext cx="263" cy="1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45" name="Line 87"/>
            <p:cNvSpPr>
              <a:spLocks noChangeShapeType="1"/>
            </p:cNvSpPr>
            <p:nvPr/>
          </p:nvSpPr>
          <p:spPr bwMode="auto">
            <a:xfrm flipH="1">
              <a:off x="5028" y="1757"/>
              <a:ext cx="260" cy="2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46" name="Line 88"/>
            <p:cNvSpPr>
              <a:spLocks noChangeShapeType="1"/>
            </p:cNvSpPr>
            <p:nvPr/>
          </p:nvSpPr>
          <p:spPr bwMode="auto">
            <a:xfrm>
              <a:off x="5109" y="1807"/>
              <a:ext cx="138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47" name="Line 89"/>
            <p:cNvSpPr>
              <a:spLocks noChangeShapeType="1"/>
            </p:cNvSpPr>
            <p:nvPr/>
          </p:nvSpPr>
          <p:spPr bwMode="auto">
            <a:xfrm>
              <a:off x="5299" y="1754"/>
              <a:ext cx="205" cy="2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48" name="Line 90"/>
            <p:cNvSpPr>
              <a:spLocks noChangeShapeType="1"/>
            </p:cNvSpPr>
            <p:nvPr/>
          </p:nvSpPr>
          <p:spPr bwMode="auto">
            <a:xfrm flipH="1">
              <a:off x="5255" y="1807"/>
              <a:ext cx="229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49" name="Line 91"/>
            <p:cNvSpPr>
              <a:spLocks noChangeShapeType="1"/>
            </p:cNvSpPr>
            <p:nvPr/>
          </p:nvSpPr>
          <p:spPr bwMode="auto">
            <a:xfrm>
              <a:off x="5149" y="1616"/>
              <a:ext cx="107" cy="2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50" name="Line 92"/>
            <p:cNvSpPr>
              <a:spLocks noChangeShapeType="1"/>
            </p:cNvSpPr>
            <p:nvPr/>
          </p:nvSpPr>
          <p:spPr bwMode="auto">
            <a:xfrm flipH="1">
              <a:off x="5077" y="1648"/>
              <a:ext cx="211" cy="1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51" name="Line 93"/>
            <p:cNvSpPr>
              <a:spLocks noChangeShapeType="1"/>
            </p:cNvSpPr>
            <p:nvPr/>
          </p:nvSpPr>
          <p:spPr bwMode="auto">
            <a:xfrm>
              <a:off x="5299" y="1648"/>
              <a:ext cx="147" cy="1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52" name="Line 94"/>
            <p:cNvSpPr>
              <a:spLocks noChangeShapeType="1"/>
            </p:cNvSpPr>
            <p:nvPr/>
          </p:nvSpPr>
          <p:spPr bwMode="auto">
            <a:xfrm flipH="1">
              <a:off x="5267" y="1612"/>
              <a:ext cx="184" cy="2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53" name="Line 95"/>
            <p:cNvSpPr>
              <a:spLocks noChangeShapeType="1"/>
            </p:cNvSpPr>
            <p:nvPr/>
          </p:nvSpPr>
          <p:spPr bwMode="auto">
            <a:xfrm flipH="1">
              <a:off x="5073" y="1586"/>
              <a:ext cx="215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54" name="Line 96"/>
            <p:cNvSpPr>
              <a:spLocks noChangeShapeType="1"/>
            </p:cNvSpPr>
            <p:nvPr/>
          </p:nvSpPr>
          <p:spPr bwMode="auto">
            <a:xfrm>
              <a:off x="5144" y="1621"/>
              <a:ext cx="112" cy="1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55" name="Line 97"/>
            <p:cNvSpPr>
              <a:spLocks noChangeShapeType="1"/>
            </p:cNvSpPr>
            <p:nvPr/>
          </p:nvSpPr>
          <p:spPr bwMode="auto">
            <a:xfrm>
              <a:off x="5294" y="1586"/>
              <a:ext cx="158" cy="1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56" name="Line 98"/>
            <p:cNvSpPr>
              <a:spLocks noChangeShapeType="1"/>
            </p:cNvSpPr>
            <p:nvPr/>
          </p:nvSpPr>
          <p:spPr bwMode="auto">
            <a:xfrm flipH="1">
              <a:off x="5259" y="1616"/>
              <a:ext cx="192" cy="1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57" name="Line 99"/>
            <p:cNvSpPr>
              <a:spLocks noChangeShapeType="1"/>
            </p:cNvSpPr>
            <p:nvPr/>
          </p:nvSpPr>
          <p:spPr bwMode="auto">
            <a:xfrm>
              <a:off x="5294" y="1483"/>
              <a:ext cx="125" cy="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58" name="Line 100"/>
            <p:cNvSpPr>
              <a:spLocks noChangeShapeType="1"/>
            </p:cNvSpPr>
            <p:nvPr/>
          </p:nvSpPr>
          <p:spPr bwMode="auto">
            <a:xfrm flipH="1">
              <a:off x="5259" y="1458"/>
              <a:ext cx="161" cy="1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59" name="Line 101"/>
            <p:cNvSpPr>
              <a:spLocks noChangeShapeType="1"/>
            </p:cNvSpPr>
            <p:nvPr/>
          </p:nvSpPr>
          <p:spPr bwMode="auto">
            <a:xfrm>
              <a:off x="5176" y="1466"/>
              <a:ext cx="80" cy="1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60" name="Line 102"/>
            <p:cNvSpPr>
              <a:spLocks noChangeShapeType="1"/>
            </p:cNvSpPr>
            <p:nvPr/>
          </p:nvSpPr>
          <p:spPr bwMode="auto">
            <a:xfrm flipH="1">
              <a:off x="5107" y="1489"/>
              <a:ext cx="181" cy="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61" name="Line 103"/>
            <p:cNvSpPr>
              <a:spLocks noChangeShapeType="1"/>
            </p:cNvSpPr>
            <p:nvPr/>
          </p:nvSpPr>
          <p:spPr bwMode="auto">
            <a:xfrm flipH="1">
              <a:off x="5107" y="1449"/>
              <a:ext cx="181" cy="1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62" name="Line 104"/>
            <p:cNvSpPr>
              <a:spLocks noChangeShapeType="1"/>
            </p:cNvSpPr>
            <p:nvPr/>
          </p:nvSpPr>
          <p:spPr bwMode="auto">
            <a:xfrm>
              <a:off x="5181" y="1466"/>
              <a:ext cx="78" cy="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63" name="Line 105"/>
            <p:cNvSpPr>
              <a:spLocks noChangeShapeType="1"/>
            </p:cNvSpPr>
            <p:nvPr/>
          </p:nvSpPr>
          <p:spPr bwMode="auto">
            <a:xfrm>
              <a:off x="5304" y="1454"/>
              <a:ext cx="106" cy="1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64" name="Line 106"/>
            <p:cNvSpPr>
              <a:spLocks noChangeShapeType="1"/>
            </p:cNvSpPr>
            <p:nvPr/>
          </p:nvSpPr>
          <p:spPr bwMode="auto">
            <a:xfrm flipH="1">
              <a:off x="5267" y="1461"/>
              <a:ext cx="153" cy="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65" name="Line 107"/>
            <p:cNvSpPr>
              <a:spLocks noChangeShapeType="1"/>
            </p:cNvSpPr>
            <p:nvPr/>
          </p:nvSpPr>
          <p:spPr bwMode="auto">
            <a:xfrm flipH="1">
              <a:off x="5267" y="1323"/>
              <a:ext cx="122" cy="1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66" name="Line 108"/>
            <p:cNvSpPr>
              <a:spLocks noChangeShapeType="1"/>
            </p:cNvSpPr>
            <p:nvPr/>
          </p:nvSpPr>
          <p:spPr bwMode="auto">
            <a:xfrm>
              <a:off x="5299" y="1343"/>
              <a:ext cx="89" cy="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67" name="Line 109"/>
            <p:cNvSpPr>
              <a:spLocks noChangeShapeType="1"/>
            </p:cNvSpPr>
            <p:nvPr/>
          </p:nvSpPr>
          <p:spPr bwMode="auto">
            <a:xfrm>
              <a:off x="5207" y="1334"/>
              <a:ext cx="45" cy="1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68" name="Line 110"/>
            <p:cNvSpPr>
              <a:spLocks noChangeShapeType="1"/>
            </p:cNvSpPr>
            <p:nvPr/>
          </p:nvSpPr>
          <p:spPr bwMode="auto">
            <a:xfrm flipH="1">
              <a:off x="5139" y="1347"/>
              <a:ext cx="152" cy="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69" name="Line 111"/>
            <p:cNvSpPr>
              <a:spLocks noChangeShapeType="1"/>
            </p:cNvSpPr>
            <p:nvPr/>
          </p:nvSpPr>
          <p:spPr bwMode="auto">
            <a:xfrm>
              <a:off x="5299" y="1224"/>
              <a:ext cx="58" cy="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70" name="Line 112"/>
            <p:cNvSpPr>
              <a:spLocks noChangeShapeType="1"/>
            </p:cNvSpPr>
            <p:nvPr/>
          </p:nvSpPr>
          <p:spPr bwMode="auto">
            <a:xfrm flipH="1">
              <a:off x="5262" y="1224"/>
              <a:ext cx="110" cy="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71" name="Line 113"/>
            <p:cNvSpPr>
              <a:spLocks noChangeShapeType="1"/>
            </p:cNvSpPr>
            <p:nvPr/>
          </p:nvSpPr>
          <p:spPr bwMode="auto">
            <a:xfrm>
              <a:off x="5228" y="1224"/>
              <a:ext cx="31" cy="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72" name="Line 114"/>
            <p:cNvSpPr>
              <a:spLocks noChangeShapeType="1"/>
            </p:cNvSpPr>
            <p:nvPr/>
          </p:nvSpPr>
          <p:spPr bwMode="auto">
            <a:xfrm flipH="1">
              <a:off x="5170" y="1228"/>
              <a:ext cx="126" cy="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73" name="Line 115"/>
            <p:cNvSpPr>
              <a:spLocks noChangeShapeType="1"/>
            </p:cNvSpPr>
            <p:nvPr/>
          </p:nvSpPr>
          <p:spPr bwMode="auto">
            <a:xfrm>
              <a:off x="5304" y="1126"/>
              <a:ext cx="31" cy="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74" name="Line 116"/>
            <p:cNvSpPr>
              <a:spLocks noChangeShapeType="1"/>
            </p:cNvSpPr>
            <p:nvPr/>
          </p:nvSpPr>
          <p:spPr bwMode="auto">
            <a:xfrm flipH="1">
              <a:off x="5272" y="1131"/>
              <a:ext cx="86" cy="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75" name="Line 117"/>
            <p:cNvSpPr>
              <a:spLocks noChangeShapeType="1"/>
            </p:cNvSpPr>
            <p:nvPr/>
          </p:nvSpPr>
          <p:spPr bwMode="auto">
            <a:xfrm>
              <a:off x="5246" y="1131"/>
              <a:ext cx="2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76" name="Line 118"/>
            <p:cNvSpPr>
              <a:spLocks noChangeShapeType="1"/>
            </p:cNvSpPr>
            <p:nvPr/>
          </p:nvSpPr>
          <p:spPr bwMode="auto">
            <a:xfrm flipH="1">
              <a:off x="5196" y="1131"/>
              <a:ext cx="100" cy="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77" name="Line 119"/>
            <p:cNvSpPr>
              <a:spLocks noChangeShapeType="1"/>
            </p:cNvSpPr>
            <p:nvPr/>
          </p:nvSpPr>
          <p:spPr bwMode="auto">
            <a:xfrm>
              <a:off x="5294" y="1643"/>
              <a:ext cx="434" cy="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78" name="Line 120"/>
            <p:cNvSpPr>
              <a:spLocks noChangeShapeType="1"/>
            </p:cNvSpPr>
            <p:nvPr/>
          </p:nvSpPr>
          <p:spPr bwMode="auto">
            <a:xfrm>
              <a:off x="5459" y="1609"/>
              <a:ext cx="269" cy="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79" name="Line 121"/>
            <p:cNvSpPr>
              <a:spLocks noChangeShapeType="1"/>
            </p:cNvSpPr>
            <p:nvPr/>
          </p:nvSpPr>
          <p:spPr bwMode="auto">
            <a:xfrm>
              <a:off x="5363" y="1475"/>
              <a:ext cx="370" cy="2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80" name="Line 122"/>
            <p:cNvSpPr>
              <a:spLocks noChangeShapeType="1"/>
            </p:cNvSpPr>
            <p:nvPr/>
          </p:nvSpPr>
          <p:spPr bwMode="auto">
            <a:xfrm>
              <a:off x="5299" y="1338"/>
              <a:ext cx="280" cy="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81" name="Line 123"/>
            <p:cNvSpPr>
              <a:spLocks noChangeShapeType="1"/>
            </p:cNvSpPr>
            <p:nvPr/>
          </p:nvSpPr>
          <p:spPr bwMode="auto">
            <a:xfrm>
              <a:off x="5397" y="1321"/>
              <a:ext cx="186" cy="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82" name="Line 124"/>
            <p:cNvSpPr>
              <a:spLocks noChangeShapeType="1"/>
            </p:cNvSpPr>
            <p:nvPr/>
          </p:nvSpPr>
          <p:spPr bwMode="auto">
            <a:xfrm>
              <a:off x="5330" y="1224"/>
              <a:ext cx="258" cy="1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83" name="Line 125"/>
            <p:cNvSpPr>
              <a:spLocks noChangeShapeType="1"/>
            </p:cNvSpPr>
            <p:nvPr/>
          </p:nvSpPr>
          <p:spPr bwMode="auto">
            <a:xfrm flipH="1" flipV="1">
              <a:off x="4837" y="1517"/>
              <a:ext cx="295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84" name="Line 126"/>
            <p:cNvSpPr>
              <a:spLocks noChangeShapeType="1"/>
            </p:cNvSpPr>
            <p:nvPr/>
          </p:nvSpPr>
          <p:spPr bwMode="auto">
            <a:xfrm flipH="1" flipV="1">
              <a:off x="4842" y="1514"/>
              <a:ext cx="445" cy="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85" name="Line 127"/>
            <p:cNvSpPr>
              <a:spLocks noChangeShapeType="1"/>
            </p:cNvSpPr>
            <p:nvPr/>
          </p:nvSpPr>
          <p:spPr bwMode="auto">
            <a:xfrm flipH="1">
              <a:off x="4847" y="1455"/>
              <a:ext cx="385" cy="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86" name="Line 128"/>
            <p:cNvSpPr>
              <a:spLocks noChangeShapeType="1"/>
            </p:cNvSpPr>
            <p:nvPr/>
          </p:nvSpPr>
          <p:spPr bwMode="auto">
            <a:xfrm flipH="1" flipV="1">
              <a:off x="5005" y="1264"/>
              <a:ext cx="189" cy="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87" name="Line 129"/>
            <p:cNvSpPr>
              <a:spLocks noChangeShapeType="1"/>
            </p:cNvSpPr>
            <p:nvPr/>
          </p:nvSpPr>
          <p:spPr bwMode="auto">
            <a:xfrm flipH="1" flipV="1">
              <a:off x="5036" y="1264"/>
              <a:ext cx="247" cy="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88" name="Line 130"/>
            <p:cNvSpPr>
              <a:spLocks noChangeShapeType="1"/>
            </p:cNvSpPr>
            <p:nvPr/>
          </p:nvSpPr>
          <p:spPr bwMode="auto">
            <a:xfrm flipV="1">
              <a:off x="5038" y="1192"/>
              <a:ext cx="188" cy="1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189" name="Group 131"/>
            <p:cNvGrpSpPr>
              <a:grpSpLocks/>
            </p:cNvGrpSpPr>
            <p:nvPr/>
          </p:nvGrpSpPr>
          <p:grpSpPr bwMode="auto">
            <a:xfrm>
              <a:off x="5786" y="1724"/>
              <a:ext cx="68" cy="39"/>
              <a:chOff x="5786" y="1724"/>
              <a:chExt cx="68" cy="39"/>
            </a:xfrm>
          </p:grpSpPr>
          <p:grpSp>
            <p:nvGrpSpPr>
              <p:cNvPr id="38303" name="Group 132"/>
              <p:cNvGrpSpPr>
                <a:grpSpLocks/>
              </p:cNvGrpSpPr>
              <p:nvPr/>
            </p:nvGrpSpPr>
            <p:grpSpPr bwMode="auto">
              <a:xfrm>
                <a:off x="5849" y="1752"/>
                <a:ext cx="5" cy="11"/>
                <a:chOff x="5849" y="1752"/>
                <a:chExt cx="5" cy="11"/>
              </a:xfrm>
            </p:grpSpPr>
            <p:sp>
              <p:nvSpPr>
                <p:cNvPr id="38310" name="Arc 133"/>
                <p:cNvSpPr>
                  <a:spLocks/>
                </p:cNvSpPr>
                <p:nvPr/>
              </p:nvSpPr>
              <p:spPr bwMode="auto">
                <a:xfrm rot="1440000">
                  <a:off x="5851" y="1752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311" name="Arc 134"/>
                <p:cNvSpPr>
                  <a:spLocks/>
                </p:cNvSpPr>
                <p:nvPr/>
              </p:nvSpPr>
              <p:spPr bwMode="auto">
                <a:xfrm rot="1440000">
                  <a:off x="5849" y="175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304" name="Group 135"/>
              <p:cNvGrpSpPr>
                <a:grpSpLocks/>
              </p:cNvGrpSpPr>
              <p:nvPr/>
            </p:nvGrpSpPr>
            <p:grpSpPr bwMode="auto">
              <a:xfrm>
                <a:off x="5818" y="1738"/>
                <a:ext cx="5" cy="11"/>
                <a:chOff x="5818" y="1738"/>
                <a:chExt cx="5" cy="11"/>
              </a:xfrm>
            </p:grpSpPr>
            <p:sp>
              <p:nvSpPr>
                <p:cNvPr id="38308" name="Arc 136"/>
                <p:cNvSpPr>
                  <a:spLocks/>
                </p:cNvSpPr>
                <p:nvPr/>
              </p:nvSpPr>
              <p:spPr bwMode="auto">
                <a:xfrm rot="1440000">
                  <a:off x="5818" y="173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309" name="Arc 137"/>
                <p:cNvSpPr>
                  <a:spLocks/>
                </p:cNvSpPr>
                <p:nvPr/>
              </p:nvSpPr>
              <p:spPr bwMode="auto">
                <a:xfrm rot="1440000">
                  <a:off x="5819" y="1744"/>
                  <a:ext cx="4" cy="5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305" name="Group 138"/>
              <p:cNvGrpSpPr>
                <a:grpSpLocks/>
              </p:cNvGrpSpPr>
              <p:nvPr/>
            </p:nvGrpSpPr>
            <p:grpSpPr bwMode="auto">
              <a:xfrm>
                <a:off x="5786" y="1724"/>
                <a:ext cx="4" cy="12"/>
                <a:chOff x="5786" y="1724"/>
                <a:chExt cx="4" cy="12"/>
              </a:xfrm>
            </p:grpSpPr>
            <p:sp>
              <p:nvSpPr>
                <p:cNvPr id="38306" name="Arc 139"/>
                <p:cNvSpPr>
                  <a:spLocks/>
                </p:cNvSpPr>
                <p:nvPr/>
              </p:nvSpPr>
              <p:spPr bwMode="auto">
                <a:xfrm rot="1440000">
                  <a:off x="5787" y="1724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307" name="Arc 140"/>
                <p:cNvSpPr>
                  <a:spLocks/>
                </p:cNvSpPr>
                <p:nvPr/>
              </p:nvSpPr>
              <p:spPr bwMode="auto">
                <a:xfrm rot="1440000">
                  <a:off x="5786" y="1730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190" name="Group 141"/>
            <p:cNvGrpSpPr>
              <a:grpSpLocks/>
            </p:cNvGrpSpPr>
            <p:nvPr/>
          </p:nvGrpSpPr>
          <p:grpSpPr bwMode="auto">
            <a:xfrm>
              <a:off x="5763" y="1754"/>
              <a:ext cx="68" cy="40"/>
              <a:chOff x="5763" y="1754"/>
              <a:chExt cx="68" cy="40"/>
            </a:xfrm>
          </p:grpSpPr>
          <p:grpSp>
            <p:nvGrpSpPr>
              <p:cNvPr id="38294" name="Group 142"/>
              <p:cNvGrpSpPr>
                <a:grpSpLocks/>
              </p:cNvGrpSpPr>
              <p:nvPr/>
            </p:nvGrpSpPr>
            <p:grpSpPr bwMode="auto">
              <a:xfrm>
                <a:off x="5826" y="1781"/>
                <a:ext cx="5" cy="13"/>
                <a:chOff x="5826" y="1781"/>
                <a:chExt cx="5" cy="13"/>
              </a:xfrm>
            </p:grpSpPr>
            <p:sp>
              <p:nvSpPr>
                <p:cNvPr id="38301" name="Arc 143"/>
                <p:cNvSpPr>
                  <a:spLocks/>
                </p:cNvSpPr>
                <p:nvPr/>
              </p:nvSpPr>
              <p:spPr bwMode="auto">
                <a:xfrm rot="1440000">
                  <a:off x="5827" y="1781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302" name="Arc 144"/>
                <p:cNvSpPr>
                  <a:spLocks/>
                </p:cNvSpPr>
                <p:nvPr/>
              </p:nvSpPr>
              <p:spPr bwMode="auto">
                <a:xfrm rot="1440000">
                  <a:off x="5826" y="1788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95" name="Group 145"/>
              <p:cNvGrpSpPr>
                <a:grpSpLocks/>
              </p:cNvGrpSpPr>
              <p:nvPr/>
            </p:nvGrpSpPr>
            <p:grpSpPr bwMode="auto">
              <a:xfrm>
                <a:off x="5794" y="1768"/>
                <a:ext cx="5" cy="12"/>
                <a:chOff x="5794" y="1768"/>
                <a:chExt cx="5" cy="12"/>
              </a:xfrm>
            </p:grpSpPr>
            <p:sp>
              <p:nvSpPr>
                <p:cNvPr id="38299" name="Arc 146"/>
                <p:cNvSpPr>
                  <a:spLocks/>
                </p:cNvSpPr>
                <p:nvPr/>
              </p:nvSpPr>
              <p:spPr bwMode="auto">
                <a:xfrm rot="1440000">
                  <a:off x="5795" y="176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300" name="Arc 147"/>
                <p:cNvSpPr>
                  <a:spLocks/>
                </p:cNvSpPr>
                <p:nvPr/>
              </p:nvSpPr>
              <p:spPr bwMode="auto">
                <a:xfrm rot="1440000">
                  <a:off x="5794" y="1774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96" name="Group 148"/>
              <p:cNvGrpSpPr>
                <a:grpSpLocks/>
              </p:cNvGrpSpPr>
              <p:nvPr/>
            </p:nvGrpSpPr>
            <p:grpSpPr bwMode="auto">
              <a:xfrm>
                <a:off x="5763" y="1754"/>
                <a:ext cx="4" cy="12"/>
                <a:chOff x="5763" y="1754"/>
                <a:chExt cx="4" cy="12"/>
              </a:xfrm>
            </p:grpSpPr>
            <p:sp>
              <p:nvSpPr>
                <p:cNvPr id="38297" name="Arc 149"/>
                <p:cNvSpPr>
                  <a:spLocks/>
                </p:cNvSpPr>
                <p:nvPr/>
              </p:nvSpPr>
              <p:spPr bwMode="auto">
                <a:xfrm rot="1440000">
                  <a:off x="5764" y="1754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98" name="Arc 150"/>
                <p:cNvSpPr>
                  <a:spLocks/>
                </p:cNvSpPr>
                <p:nvPr/>
              </p:nvSpPr>
              <p:spPr bwMode="auto">
                <a:xfrm rot="1440000">
                  <a:off x="5763" y="1760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191" name="Group 151"/>
            <p:cNvGrpSpPr>
              <a:grpSpLocks/>
            </p:cNvGrpSpPr>
            <p:nvPr/>
          </p:nvGrpSpPr>
          <p:grpSpPr bwMode="auto">
            <a:xfrm>
              <a:off x="5788" y="1724"/>
              <a:ext cx="68" cy="39"/>
              <a:chOff x="5788" y="1724"/>
              <a:chExt cx="68" cy="39"/>
            </a:xfrm>
          </p:grpSpPr>
          <p:grpSp>
            <p:nvGrpSpPr>
              <p:cNvPr id="38285" name="Group 152"/>
              <p:cNvGrpSpPr>
                <a:grpSpLocks/>
              </p:cNvGrpSpPr>
              <p:nvPr/>
            </p:nvGrpSpPr>
            <p:grpSpPr bwMode="auto">
              <a:xfrm>
                <a:off x="5852" y="1752"/>
                <a:ext cx="4" cy="11"/>
                <a:chOff x="5852" y="1752"/>
                <a:chExt cx="4" cy="11"/>
              </a:xfrm>
            </p:grpSpPr>
            <p:sp>
              <p:nvSpPr>
                <p:cNvPr id="38292" name="Arc 153"/>
                <p:cNvSpPr>
                  <a:spLocks/>
                </p:cNvSpPr>
                <p:nvPr/>
              </p:nvSpPr>
              <p:spPr bwMode="auto">
                <a:xfrm rot="1440000">
                  <a:off x="5852" y="1752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93" name="Arc 154"/>
                <p:cNvSpPr>
                  <a:spLocks/>
                </p:cNvSpPr>
                <p:nvPr/>
              </p:nvSpPr>
              <p:spPr bwMode="auto">
                <a:xfrm rot="1440000">
                  <a:off x="5852" y="175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86" name="Group 155"/>
              <p:cNvGrpSpPr>
                <a:grpSpLocks/>
              </p:cNvGrpSpPr>
              <p:nvPr/>
            </p:nvGrpSpPr>
            <p:grpSpPr bwMode="auto">
              <a:xfrm>
                <a:off x="5819" y="1738"/>
                <a:ext cx="5" cy="11"/>
                <a:chOff x="5819" y="1738"/>
                <a:chExt cx="5" cy="11"/>
              </a:xfrm>
            </p:grpSpPr>
            <p:sp>
              <p:nvSpPr>
                <p:cNvPr id="38290" name="Arc 156"/>
                <p:cNvSpPr>
                  <a:spLocks/>
                </p:cNvSpPr>
                <p:nvPr/>
              </p:nvSpPr>
              <p:spPr bwMode="auto">
                <a:xfrm rot="1440000">
                  <a:off x="5819" y="173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91" name="Arc 157"/>
                <p:cNvSpPr>
                  <a:spLocks/>
                </p:cNvSpPr>
                <p:nvPr/>
              </p:nvSpPr>
              <p:spPr bwMode="auto">
                <a:xfrm rot="1440000">
                  <a:off x="5819" y="1744"/>
                  <a:ext cx="5" cy="5"/>
                </a:xfrm>
                <a:custGeom>
                  <a:avLst/>
                  <a:gdLst>
                    <a:gd name="T0" fmla="*/ 0 w 26839"/>
                    <a:gd name="T1" fmla="*/ 0 h 21600"/>
                    <a:gd name="T2" fmla="*/ 0 w 26839"/>
                    <a:gd name="T3" fmla="*/ 0 h 21600"/>
                    <a:gd name="T4" fmla="*/ 0 w 26839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6839"/>
                    <a:gd name="T10" fmla="*/ 0 h 21600"/>
                    <a:gd name="T11" fmla="*/ 26839 w 26839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839" h="21600" fill="none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</a:path>
                    <a:path w="26839" h="21600" stroke="0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  <a:lnTo>
                        <a:pt x="5239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87" name="Group 158"/>
              <p:cNvGrpSpPr>
                <a:grpSpLocks/>
              </p:cNvGrpSpPr>
              <p:nvPr/>
            </p:nvGrpSpPr>
            <p:grpSpPr bwMode="auto">
              <a:xfrm>
                <a:off x="5788" y="1724"/>
                <a:ext cx="4" cy="12"/>
                <a:chOff x="5788" y="1724"/>
                <a:chExt cx="4" cy="12"/>
              </a:xfrm>
            </p:grpSpPr>
            <p:sp>
              <p:nvSpPr>
                <p:cNvPr id="38288" name="Arc 159"/>
                <p:cNvSpPr>
                  <a:spLocks/>
                </p:cNvSpPr>
                <p:nvPr/>
              </p:nvSpPr>
              <p:spPr bwMode="auto">
                <a:xfrm rot="1440000">
                  <a:off x="5789" y="1724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89" name="Arc 160"/>
                <p:cNvSpPr>
                  <a:spLocks/>
                </p:cNvSpPr>
                <p:nvPr/>
              </p:nvSpPr>
              <p:spPr bwMode="auto">
                <a:xfrm rot="1440000">
                  <a:off x="5788" y="1730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192" name="Group 161"/>
            <p:cNvGrpSpPr>
              <a:grpSpLocks/>
            </p:cNvGrpSpPr>
            <p:nvPr/>
          </p:nvGrpSpPr>
          <p:grpSpPr bwMode="auto">
            <a:xfrm>
              <a:off x="5620" y="1417"/>
              <a:ext cx="68" cy="39"/>
              <a:chOff x="5620" y="1417"/>
              <a:chExt cx="68" cy="39"/>
            </a:xfrm>
          </p:grpSpPr>
          <p:grpSp>
            <p:nvGrpSpPr>
              <p:cNvPr id="38276" name="Group 162"/>
              <p:cNvGrpSpPr>
                <a:grpSpLocks/>
              </p:cNvGrpSpPr>
              <p:nvPr/>
            </p:nvGrpSpPr>
            <p:grpSpPr bwMode="auto">
              <a:xfrm>
                <a:off x="5684" y="1443"/>
                <a:ext cx="4" cy="13"/>
                <a:chOff x="5684" y="1443"/>
                <a:chExt cx="4" cy="13"/>
              </a:xfrm>
            </p:grpSpPr>
            <p:sp>
              <p:nvSpPr>
                <p:cNvPr id="38283" name="Arc 163"/>
                <p:cNvSpPr>
                  <a:spLocks/>
                </p:cNvSpPr>
                <p:nvPr/>
              </p:nvSpPr>
              <p:spPr bwMode="auto">
                <a:xfrm rot="1440000">
                  <a:off x="5684" y="1443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84" name="Arc 164"/>
                <p:cNvSpPr>
                  <a:spLocks/>
                </p:cNvSpPr>
                <p:nvPr/>
              </p:nvSpPr>
              <p:spPr bwMode="auto">
                <a:xfrm rot="1440000">
                  <a:off x="5684" y="1450"/>
                  <a:ext cx="3" cy="6"/>
                </a:xfrm>
                <a:custGeom>
                  <a:avLst/>
                  <a:gdLst>
                    <a:gd name="T0" fmla="*/ 0 w 31260"/>
                    <a:gd name="T1" fmla="*/ 0 h 21600"/>
                    <a:gd name="T2" fmla="*/ 0 w 31260"/>
                    <a:gd name="T3" fmla="*/ 0 h 21600"/>
                    <a:gd name="T4" fmla="*/ 0 w 3126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1260"/>
                    <a:gd name="T10" fmla="*/ 0 h 21600"/>
                    <a:gd name="T11" fmla="*/ 31260 w 3126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60" h="21600" fill="none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</a:path>
                    <a:path w="31260" h="21600" stroke="0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  <a:lnTo>
                        <a:pt x="966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77" name="Group 165"/>
              <p:cNvGrpSpPr>
                <a:grpSpLocks/>
              </p:cNvGrpSpPr>
              <p:nvPr/>
            </p:nvGrpSpPr>
            <p:grpSpPr bwMode="auto">
              <a:xfrm>
                <a:off x="5652" y="1430"/>
                <a:ext cx="4" cy="11"/>
                <a:chOff x="5652" y="1430"/>
                <a:chExt cx="4" cy="11"/>
              </a:xfrm>
            </p:grpSpPr>
            <p:sp>
              <p:nvSpPr>
                <p:cNvPr id="38281" name="Arc 166"/>
                <p:cNvSpPr>
                  <a:spLocks/>
                </p:cNvSpPr>
                <p:nvPr/>
              </p:nvSpPr>
              <p:spPr bwMode="auto">
                <a:xfrm rot="1440000">
                  <a:off x="5653" y="1430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82" name="Arc 167"/>
                <p:cNvSpPr>
                  <a:spLocks/>
                </p:cNvSpPr>
                <p:nvPr/>
              </p:nvSpPr>
              <p:spPr bwMode="auto">
                <a:xfrm rot="1440000">
                  <a:off x="5652" y="1435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78" name="Group 168"/>
              <p:cNvGrpSpPr>
                <a:grpSpLocks/>
              </p:cNvGrpSpPr>
              <p:nvPr/>
            </p:nvGrpSpPr>
            <p:grpSpPr bwMode="auto">
              <a:xfrm>
                <a:off x="5620" y="1417"/>
                <a:ext cx="5" cy="11"/>
                <a:chOff x="5620" y="1417"/>
                <a:chExt cx="5" cy="11"/>
              </a:xfrm>
            </p:grpSpPr>
            <p:sp>
              <p:nvSpPr>
                <p:cNvPr id="38279" name="Arc 169"/>
                <p:cNvSpPr>
                  <a:spLocks/>
                </p:cNvSpPr>
                <p:nvPr/>
              </p:nvSpPr>
              <p:spPr bwMode="auto">
                <a:xfrm rot="1440000">
                  <a:off x="5622" y="1417"/>
                  <a:ext cx="3" cy="4"/>
                </a:xfrm>
                <a:custGeom>
                  <a:avLst/>
                  <a:gdLst>
                    <a:gd name="T0" fmla="*/ 0 w 20955"/>
                    <a:gd name="T1" fmla="*/ 0 h 20492"/>
                    <a:gd name="T2" fmla="*/ 0 w 20955"/>
                    <a:gd name="T3" fmla="*/ 0 h 20492"/>
                    <a:gd name="T4" fmla="*/ 0 w 20955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0955"/>
                    <a:gd name="T10" fmla="*/ 0 h 20492"/>
                    <a:gd name="T11" fmla="*/ 20955 w 20955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55" h="20492" fill="none" extrusionOk="0">
                      <a:moveTo>
                        <a:pt x="-1" y="15252"/>
                      </a:moveTo>
                      <a:cubicBezTo>
                        <a:pt x="1791" y="8088"/>
                        <a:pt x="7118" y="2335"/>
                        <a:pt x="14124" y="0"/>
                      </a:cubicBezTo>
                    </a:path>
                    <a:path w="20955" h="20492" stroke="0" extrusionOk="0">
                      <a:moveTo>
                        <a:pt x="-1" y="15252"/>
                      </a:moveTo>
                      <a:cubicBezTo>
                        <a:pt x="1791" y="8088"/>
                        <a:pt x="7118" y="2335"/>
                        <a:pt x="14124" y="0"/>
                      </a:cubicBezTo>
                      <a:lnTo>
                        <a:pt x="20955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80" name="Arc 170"/>
                <p:cNvSpPr>
                  <a:spLocks/>
                </p:cNvSpPr>
                <p:nvPr/>
              </p:nvSpPr>
              <p:spPr bwMode="auto">
                <a:xfrm rot="1440000">
                  <a:off x="5620" y="1422"/>
                  <a:ext cx="4" cy="6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193" name="Group 171"/>
            <p:cNvGrpSpPr>
              <a:grpSpLocks/>
            </p:cNvGrpSpPr>
            <p:nvPr/>
          </p:nvGrpSpPr>
          <p:grpSpPr bwMode="auto">
            <a:xfrm>
              <a:off x="5646" y="1386"/>
              <a:ext cx="67" cy="39"/>
              <a:chOff x="5646" y="1386"/>
              <a:chExt cx="67" cy="39"/>
            </a:xfrm>
          </p:grpSpPr>
          <p:grpSp>
            <p:nvGrpSpPr>
              <p:cNvPr id="38267" name="Group 172"/>
              <p:cNvGrpSpPr>
                <a:grpSpLocks/>
              </p:cNvGrpSpPr>
              <p:nvPr/>
            </p:nvGrpSpPr>
            <p:grpSpPr bwMode="auto">
              <a:xfrm>
                <a:off x="5708" y="1413"/>
                <a:ext cx="5" cy="12"/>
                <a:chOff x="5708" y="1413"/>
                <a:chExt cx="5" cy="12"/>
              </a:xfrm>
            </p:grpSpPr>
            <p:sp>
              <p:nvSpPr>
                <p:cNvPr id="38274" name="Arc 173"/>
                <p:cNvSpPr>
                  <a:spLocks/>
                </p:cNvSpPr>
                <p:nvPr/>
              </p:nvSpPr>
              <p:spPr bwMode="auto">
                <a:xfrm rot="1440000">
                  <a:off x="5708" y="1413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75" name="Arc 174"/>
                <p:cNvSpPr>
                  <a:spLocks/>
                </p:cNvSpPr>
                <p:nvPr/>
              </p:nvSpPr>
              <p:spPr bwMode="auto">
                <a:xfrm rot="1440000">
                  <a:off x="5709" y="1420"/>
                  <a:ext cx="4" cy="5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68" name="Group 175"/>
              <p:cNvGrpSpPr>
                <a:grpSpLocks/>
              </p:cNvGrpSpPr>
              <p:nvPr/>
            </p:nvGrpSpPr>
            <p:grpSpPr bwMode="auto">
              <a:xfrm>
                <a:off x="5676" y="1399"/>
                <a:ext cx="5" cy="12"/>
                <a:chOff x="5676" y="1399"/>
                <a:chExt cx="5" cy="12"/>
              </a:xfrm>
            </p:grpSpPr>
            <p:sp>
              <p:nvSpPr>
                <p:cNvPr id="38272" name="Arc 176"/>
                <p:cNvSpPr>
                  <a:spLocks/>
                </p:cNvSpPr>
                <p:nvPr/>
              </p:nvSpPr>
              <p:spPr bwMode="auto">
                <a:xfrm rot="1440000">
                  <a:off x="5677" y="1399"/>
                  <a:ext cx="4" cy="6"/>
                </a:xfrm>
                <a:custGeom>
                  <a:avLst/>
                  <a:gdLst>
                    <a:gd name="T0" fmla="*/ 0 w 21306"/>
                    <a:gd name="T1" fmla="*/ 0 h 20955"/>
                    <a:gd name="T2" fmla="*/ 0 w 21306"/>
                    <a:gd name="T3" fmla="*/ 0 h 20955"/>
                    <a:gd name="T4" fmla="*/ 0 w 21306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306"/>
                    <a:gd name="T10" fmla="*/ 0 h 20955"/>
                    <a:gd name="T11" fmla="*/ 21306 w 21306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306" h="20955" fill="none" extrusionOk="0">
                      <a:moveTo>
                        <a:pt x="-1" y="17403"/>
                      </a:moveTo>
                      <a:cubicBezTo>
                        <a:pt x="1413" y="8921"/>
                        <a:pt x="7724" y="2085"/>
                        <a:pt x="16066" y="-1"/>
                      </a:cubicBezTo>
                    </a:path>
                    <a:path w="21306" h="20955" stroke="0" extrusionOk="0">
                      <a:moveTo>
                        <a:pt x="-1" y="17403"/>
                      </a:moveTo>
                      <a:cubicBezTo>
                        <a:pt x="1413" y="8921"/>
                        <a:pt x="7724" y="2085"/>
                        <a:pt x="16066" y="-1"/>
                      </a:cubicBezTo>
                      <a:lnTo>
                        <a:pt x="21306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73" name="Arc 177"/>
                <p:cNvSpPr>
                  <a:spLocks/>
                </p:cNvSpPr>
                <p:nvPr/>
              </p:nvSpPr>
              <p:spPr bwMode="auto">
                <a:xfrm rot="1440000">
                  <a:off x="5676" y="1405"/>
                  <a:ext cx="4" cy="6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69" name="Group 178"/>
              <p:cNvGrpSpPr>
                <a:grpSpLocks/>
              </p:cNvGrpSpPr>
              <p:nvPr/>
            </p:nvGrpSpPr>
            <p:grpSpPr bwMode="auto">
              <a:xfrm>
                <a:off x="5646" y="1386"/>
                <a:ext cx="4" cy="12"/>
                <a:chOff x="5646" y="1386"/>
                <a:chExt cx="4" cy="12"/>
              </a:xfrm>
            </p:grpSpPr>
            <p:sp>
              <p:nvSpPr>
                <p:cNvPr id="38270" name="Arc 179"/>
                <p:cNvSpPr>
                  <a:spLocks/>
                </p:cNvSpPr>
                <p:nvPr/>
              </p:nvSpPr>
              <p:spPr bwMode="auto">
                <a:xfrm rot="1440000">
                  <a:off x="5646" y="1386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71" name="Arc 180"/>
                <p:cNvSpPr>
                  <a:spLocks/>
                </p:cNvSpPr>
                <p:nvPr/>
              </p:nvSpPr>
              <p:spPr bwMode="auto">
                <a:xfrm rot="1440000">
                  <a:off x="5646" y="1392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194" name="Group 181"/>
            <p:cNvGrpSpPr>
              <a:grpSpLocks/>
            </p:cNvGrpSpPr>
            <p:nvPr/>
          </p:nvGrpSpPr>
          <p:grpSpPr bwMode="auto">
            <a:xfrm>
              <a:off x="5086" y="1311"/>
              <a:ext cx="4" cy="8"/>
              <a:chOff x="5086" y="1311"/>
              <a:chExt cx="4" cy="8"/>
            </a:xfrm>
          </p:grpSpPr>
          <p:sp>
            <p:nvSpPr>
              <p:cNvPr id="38265" name="Arc 182"/>
              <p:cNvSpPr>
                <a:spLocks/>
              </p:cNvSpPr>
              <p:nvPr/>
            </p:nvSpPr>
            <p:spPr bwMode="auto">
              <a:xfrm rot="1440000">
                <a:off x="5088" y="1311"/>
                <a:ext cx="2" cy="3"/>
              </a:xfrm>
              <a:custGeom>
                <a:avLst/>
                <a:gdLst>
                  <a:gd name="T0" fmla="*/ 0 w 20492"/>
                  <a:gd name="T1" fmla="*/ 0 h 19320"/>
                  <a:gd name="T2" fmla="*/ 0 w 20492"/>
                  <a:gd name="T3" fmla="*/ 0 h 19320"/>
                  <a:gd name="T4" fmla="*/ 0 w 20492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20492"/>
                  <a:gd name="T10" fmla="*/ 0 h 19320"/>
                  <a:gd name="T11" fmla="*/ 20492 w 20492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492" h="19320" fill="none" extrusionOk="0">
                    <a:moveTo>
                      <a:pt x="0" y="12489"/>
                    </a:moveTo>
                    <a:cubicBezTo>
                      <a:pt x="1812" y="7054"/>
                      <a:pt x="5708" y="2562"/>
                      <a:pt x="10832" y="0"/>
                    </a:cubicBezTo>
                  </a:path>
                  <a:path w="20492" h="19320" stroke="0" extrusionOk="0">
                    <a:moveTo>
                      <a:pt x="0" y="12489"/>
                    </a:moveTo>
                    <a:cubicBezTo>
                      <a:pt x="1812" y="7054"/>
                      <a:pt x="5708" y="2562"/>
                      <a:pt x="10832" y="0"/>
                    </a:cubicBezTo>
                    <a:lnTo>
                      <a:pt x="20492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266" name="Arc 183"/>
              <p:cNvSpPr>
                <a:spLocks/>
              </p:cNvSpPr>
              <p:nvPr/>
            </p:nvSpPr>
            <p:spPr bwMode="auto">
              <a:xfrm rot="1440000">
                <a:off x="5086" y="1319"/>
                <a:ext cx="2" cy="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195" name="Line 184"/>
            <p:cNvSpPr>
              <a:spLocks noChangeShapeType="1"/>
            </p:cNvSpPr>
            <p:nvPr/>
          </p:nvSpPr>
          <p:spPr bwMode="auto">
            <a:xfrm>
              <a:off x="5303" y="1985"/>
              <a:ext cx="398" cy="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96" name="Line 185"/>
            <p:cNvSpPr>
              <a:spLocks noChangeShapeType="1"/>
            </p:cNvSpPr>
            <p:nvPr/>
          </p:nvSpPr>
          <p:spPr bwMode="auto">
            <a:xfrm>
              <a:off x="5524" y="1948"/>
              <a:ext cx="177" cy="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97" name="Line 186"/>
            <p:cNvSpPr>
              <a:spLocks noChangeShapeType="1"/>
            </p:cNvSpPr>
            <p:nvPr/>
          </p:nvSpPr>
          <p:spPr bwMode="auto">
            <a:xfrm>
              <a:off x="5374" y="1759"/>
              <a:ext cx="332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98" name="Line 187"/>
            <p:cNvSpPr>
              <a:spLocks noChangeShapeType="1"/>
            </p:cNvSpPr>
            <p:nvPr/>
          </p:nvSpPr>
          <p:spPr bwMode="auto">
            <a:xfrm flipH="1" flipV="1">
              <a:off x="4810" y="1813"/>
              <a:ext cx="257" cy="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99" name="Line 188"/>
            <p:cNvSpPr>
              <a:spLocks noChangeShapeType="1"/>
            </p:cNvSpPr>
            <p:nvPr/>
          </p:nvSpPr>
          <p:spPr bwMode="auto">
            <a:xfrm flipH="1">
              <a:off x="4816" y="1815"/>
              <a:ext cx="441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200" name="Line 189"/>
            <p:cNvSpPr>
              <a:spLocks noChangeShapeType="1"/>
            </p:cNvSpPr>
            <p:nvPr/>
          </p:nvSpPr>
          <p:spPr bwMode="auto">
            <a:xfrm flipH="1">
              <a:off x="4820" y="1752"/>
              <a:ext cx="385" cy="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201" name="Group 190"/>
            <p:cNvGrpSpPr>
              <a:grpSpLocks/>
            </p:cNvGrpSpPr>
            <p:nvPr/>
          </p:nvGrpSpPr>
          <p:grpSpPr bwMode="auto">
            <a:xfrm>
              <a:off x="5736" y="2051"/>
              <a:ext cx="68" cy="40"/>
              <a:chOff x="5736" y="2051"/>
              <a:chExt cx="68" cy="40"/>
            </a:xfrm>
          </p:grpSpPr>
          <p:grpSp>
            <p:nvGrpSpPr>
              <p:cNvPr id="38256" name="Group 191"/>
              <p:cNvGrpSpPr>
                <a:grpSpLocks/>
              </p:cNvGrpSpPr>
              <p:nvPr/>
            </p:nvGrpSpPr>
            <p:grpSpPr bwMode="auto">
              <a:xfrm>
                <a:off x="5799" y="2078"/>
                <a:ext cx="5" cy="13"/>
                <a:chOff x="5799" y="2078"/>
                <a:chExt cx="5" cy="13"/>
              </a:xfrm>
            </p:grpSpPr>
            <p:sp>
              <p:nvSpPr>
                <p:cNvPr id="38263" name="Arc 192"/>
                <p:cNvSpPr>
                  <a:spLocks/>
                </p:cNvSpPr>
                <p:nvPr/>
              </p:nvSpPr>
              <p:spPr bwMode="auto">
                <a:xfrm rot="1440000">
                  <a:off x="5800" y="207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64" name="Arc 193"/>
                <p:cNvSpPr>
                  <a:spLocks/>
                </p:cNvSpPr>
                <p:nvPr/>
              </p:nvSpPr>
              <p:spPr bwMode="auto">
                <a:xfrm rot="1440000">
                  <a:off x="5799" y="2085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57" name="Group 194"/>
              <p:cNvGrpSpPr>
                <a:grpSpLocks/>
              </p:cNvGrpSpPr>
              <p:nvPr/>
            </p:nvGrpSpPr>
            <p:grpSpPr bwMode="auto">
              <a:xfrm>
                <a:off x="5767" y="2065"/>
                <a:ext cx="5" cy="12"/>
                <a:chOff x="5767" y="2065"/>
                <a:chExt cx="5" cy="12"/>
              </a:xfrm>
            </p:grpSpPr>
            <p:sp>
              <p:nvSpPr>
                <p:cNvPr id="38261" name="Arc 195"/>
                <p:cNvSpPr>
                  <a:spLocks/>
                </p:cNvSpPr>
                <p:nvPr/>
              </p:nvSpPr>
              <p:spPr bwMode="auto">
                <a:xfrm rot="1440000">
                  <a:off x="5768" y="2065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62" name="Arc 196"/>
                <p:cNvSpPr>
                  <a:spLocks/>
                </p:cNvSpPr>
                <p:nvPr/>
              </p:nvSpPr>
              <p:spPr bwMode="auto">
                <a:xfrm rot="1440000">
                  <a:off x="5767" y="2071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58" name="Group 197"/>
              <p:cNvGrpSpPr>
                <a:grpSpLocks/>
              </p:cNvGrpSpPr>
              <p:nvPr/>
            </p:nvGrpSpPr>
            <p:grpSpPr bwMode="auto">
              <a:xfrm>
                <a:off x="5736" y="2051"/>
                <a:ext cx="4" cy="12"/>
                <a:chOff x="5736" y="2051"/>
                <a:chExt cx="4" cy="12"/>
              </a:xfrm>
            </p:grpSpPr>
            <p:sp>
              <p:nvSpPr>
                <p:cNvPr id="38259" name="Arc 198"/>
                <p:cNvSpPr>
                  <a:spLocks/>
                </p:cNvSpPr>
                <p:nvPr/>
              </p:nvSpPr>
              <p:spPr bwMode="auto">
                <a:xfrm rot="1440000">
                  <a:off x="5737" y="2051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60" name="Arc 199"/>
                <p:cNvSpPr>
                  <a:spLocks/>
                </p:cNvSpPr>
                <p:nvPr/>
              </p:nvSpPr>
              <p:spPr bwMode="auto">
                <a:xfrm rot="1440000">
                  <a:off x="5736" y="205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202" name="Group 200"/>
            <p:cNvGrpSpPr>
              <a:grpSpLocks/>
            </p:cNvGrpSpPr>
            <p:nvPr/>
          </p:nvGrpSpPr>
          <p:grpSpPr bwMode="auto">
            <a:xfrm>
              <a:off x="5761" y="2021"/>
              <a:ext cx="68" cy="39"/>
              <a:chOff x="5761" y="2021"/>
              <a:chExt cx="68" cy="39"/>
            </a:xfrm>
          </p:grpSpPr>
          <p:grpSp>
            <p:nvGrpSpPr>
              <p:cNvPr id="38247" name="Group 201"/>
              <p:cNvGrpSpPr>
                <a:grpSpLocks/>
              </p:cNvGrpSpPr>
              <p:nvPr/>
            </p:nvGrpSpPr>
            <p:grpSpPr bwMode="auto">
              <a:xfrm>
                <a:off x="5825" y="2049"/>
                <a:ext cx="4" cy="11"/>
                <a:chOff x="5825" y="2049"/>
                <a:chExt cx="4" cy="11"/>
              </a:xfrm>
            </p:grpSpPr>
            <p:sp>
              <p:nvSpPr>
                <p:cNvPr id="38254" name="Arc 202"/>
                <p:cNvSpPr>
                  <a:spLocks/>
                </p:cNvSpPr>
                <p:nvPr/>
              </p:nvSpPr>
              <p:spPr bwMode="auto">
                <a:xfrm rot="1440000">
                  <a:off x="5825" y="2049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55" name="Arc 203"/>
                <p:cNvSpPr>
                  <a:spLocks/>
                </p:cNvSpPr>
                <p:nvPr/>
              </p:nvSpPr>
              <p:spPr bwMode="auto">
                <a:xfrm rot="1440000">
                  <a:off x="5825" y="2054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48" name="Group 204"/>
              <p:cNvGrpSpPr>
                <a:grpSpLocks/>
              </p:cNvGrpSpPr>
              <p:nvPr/>
            </p:nvGrpSpPr>
            <p:grpSpPr bwMode="auto">
              <a:xfrm>
                <a:off x="5792" y="2035"/>
                <a:ext cx="5" cy="11"/>
                <a:chOff x="5792" y="2035"/>
                <a:chExt cx="5" cy="11"/>
              </a:xfrm>
            </p:grpSpPr>
            <p:sp>
              <p:nvSpPr>
                <p:cNvPr id="38252" name="Arc 205"/>
                <p:cNvSpPr>
                  <a:spLocks/>
                </p:cNvSpPr>
                <p:nvPr/>
              </p:nvSpPr>
              <p:spPr bwMode="auto">
                <a:xfrm rot="1440000">
                  <a:off x="5792" y="2035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53" name="Arc 206"/>
                <p:cNvSpPr>
                  <a:spLocks/>
                </p:cNvSpPr>
                <p:nvPr/>
              </p:nvSpPr>
              <p:spPr bwMode="auto">
                <a:xfrm rot="1440000">
                  <a:off x="5792" y="2041"/>
                  <a:ext cx="5" cy="5"/>
                </a:xfrm>
                <a:custGeom>
                  <a:avLst/>
                  <a:gdLst>
                    <a:gd name="T0" fmla="*/ 0 w 26839"/>
                    <a:gd name="T1" fmla="*/ 0 h 21600"/>
                    <a:gd name="T2" fmla="*/ 0 w 26839"/>
                    <a:gd name="T3" fmla="*/ 0 h 21600"/>
                    <a:gd name="T4" fmla="*/ 0 w 26839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6839"/>
                    <a:gd name="T10" fmla="*/ 0 h 21600"/>
                    <a:gd name="T11" fmla="*/ 26839 w 26839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839" h="21600" fill="none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</a:path>
                    <a:path w="26839" h="21600" stroke="0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  <a:lnTo>
                        <a:pt x="5239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49" name="Group 207"/>
              <p:cNvGrpSpPr>
                <a:grpSpLocks/>
              </p:cNvGrpSpPr>
              <p:nvPr/>
            </p:nvGrpSpPr>
            <p:grpSpPr bwMode="auto">
              <a:xfrm>
                <a:off x="5761" y="2021"/>
                <a:ext cx="4" cy="12"/>
                <a:chOff x="5761" y="2021"/>
                <a:chExt cx="4" cy="12"/>
              </a:xfrm>
            </p:grpSpPr>
            <p:sp>
              <p:nvSpPr>
                <p:cNvPr id="38250" name="Arc 208"/>
                <p:cNvSpPr>
                  <a:spLocks/>
                </p:cNvSpPr>
                <p:nvPr/>
              </p:nvSpPr>
              <p:spPr bwMode="auto">
                <a:xfrm rot="1440000">
                  <a:off x="5762" y="2021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51" name="Arc 209"/>
                <p:cNvSpPr>
                  <a:spLocks/>
                </p:cNvSpPr>
                <p:nvPr/>
              </p:nvSpPr>
              <p:spPr bwMode="auto">
                <a:xfrm rot="1440000">
                  <a:off x="5761" y="202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203" name="Group 210"/>
            <p:cNvGrpSpPr>
              <a:grpSpLocks/>
            </p:cNvGrpSpPr>
            <p:nvPr/>
          </p:nvGrpSpPr>
          <p:grpSpPr bwMode="auto">
            <a:xfrm>
              <a:off x="5059" y="1271"/>
              <a:ext cx="48" cy="27"/>
              <a:chOff x="5059" y="1271"/>
              <a:chExt cx="48" cy="27"/>
            </a:xfrm>
          </p:grpSpPr>
          <p:grpSp>
            <p:nvGrpSpPr>
              <p:cNvPr id="38238" name="Group 211"/>
              <p:cNvGrpSpPr>
                <a:grpSpLocks/>
              </p:cNvGrpSpPr>
              <p:nvPr/>
            </p:nvGrpSpPr>
            <p:grpSpPr bwMode="auto">
              <a:xfrm>
                <a:off x="5103" y="1290"/>
                <a:ext cx="4" cy="8"/>
                <a:chOff x="5103" y="1290"/>
                <a:chExt cx="4" cy="8"/>
              </a:xfrm>
            </p:grpSpPr>
            <p:sp>
              <p:nvSpPr>
                <p:cNvPr id="38245" name="Arc 212"/>
                <p:cNvSpPr>
                  <a:spLocks/>
                </p:cNvSpPr>
                <p:nvPr/>
              </p:nvSpPr>
              <p:spPr bwMode="auto">
                <a:xfrm rot="1440000">
                  <a:off x="5105" y="1290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46" name="Arc 213"/>
                <p:cNvSpPr>
                  <a:spLocks/>
                </p:cNvSpPr>
                <p:nvPr/>
              </p:nvSpPr>
              <p:spPr bwMode="auto">
                <a:xfrm rot="1440000">
                  <a:off x="5103" y="1295"/>
                  <a:ext cx="3" cy="3"/>
                </a:xfrm>
                <a:custGeom>
                  <a:avLst/>
                  <a:gdLst>
                    <a:gd name="T0" fmla="*/ 0 w 31260"/>
                    <a:gd name="T1" fmla="*/ 0 h 21600"/>
                    <a:gd name="T2" fmla="*/ 0 w 31260"/>
                    <a:gd name="T3" fmla="*/ 0 h 21600"/>
                    <a:gd name="T4" fmla="*/ 0 w 3126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1260"/>
                    <a:gd name="T10" fmla="*/ 0 h 21600"/>
                    <a:gd name="T11" fmla="*/ 31260 w 3126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60" h="21600" fill="none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</a:path>
                    <a:path w="31260" h="21600" stroke="0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  <a:lnTo>
                        <a:pt x="966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39" name="Group 214"/>
              <p:cNvGrpSpPr>
                <a:grpSpLocks/>
              </p:cNvGrpSpPr>
              <p:nvPr/>
            </p:nvGrpSpPr>
            <p:grpSpPr bwMode="auto">
              <a:xfrm>
                <a:off x="5078" y="1283"/>
                <a:ext cx="7" cy="5"/>
                <a:chOff x="5078" y="1283"/>
                <a:chExt cx="7" cy="5"/>
              </a:xfrm>
            </p:grpSpPr>
            <p:sp>
              <p:nvSpPr>
                <p:cNvPr id="38243" name="Arc 215"/>
                <p:cNvSpPr>
                  <a:spLocks/>
                </p:cNvSpPr>
                <p:nvPr/>
              </p:nvSpPr>
              <p:spPr bwMode="auto">
                <a:xfrm rot="1440000">
                  <a:off x="5083" y="1283"/>
                  <a:ext cx="2" cy="2"/>
                </a:xfrm>
                <a:custGeom>
                  <a:avLst/>
                  <a:gdLst>
                    <a:gd name="T0" fmla="*/ 0 w 19320"/>
                    <a:gd name="T1" fmla="*/ 0 h 19320"/>
                    <a:gd name="T2" fmla="*/ 0 w 19320"/>
                    <a:gd name="T3" fmla="*/ 0 h 19320"/>
                    <a:gd name="T4" fmla="*/ 0 w 19320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19320"/>
                    <a:gd name="T10" fmla="*/ 0 h 19320"/>
                    <a:gd name="T11" fmla="*/ 19320 w 19320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20" h="19320" fill="none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</a:path>
                    <a:path w="19320" h="19320" stroke="0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  <a:lnTo>
                        <a:pt x="19320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44" name="Arc 216"/>
                <p:cNvSpPr>
                  <a:spLocks/>
                </p:cNvSpPr>
                <p:nvPr/>
              </p:nvSpPr>
              <p:spPr bwMode="auto">
                <a:xfrm rot="1440000">
                  <a:off x="5078" y="1285"/>
                  <a:ext cx="2" cy="3"/>
                </a:xfrm>
                <a:custGeom>
                  <a:avLst/>
                  <a:gdLst>
                    <a:gd name="T0" fmla="*/ 0 w 22620"/>
                    <a:gd name="T1" fmla="*/ 0 h 21600"/>
                    <a:gd name="T2" fmla="*/ 0 w 22620"/>
                    <a:gd name="T3" fmla="*/ 0 h 21600"/>
                    <a:gd name="T4" fmla="*/ 0 w 2262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2620"/>
                    <a:gd name="T10" fmla="*/ 0 h 21600"/>
                    <a:gd name="T11" fmla="*/ 22620 w 2262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620" h="21600" fill="none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14333" y="0"/>
                        <a:pt x="18881" y="1515"/>
                        <a:pt x="22619" y="4319"/>
                      </a:cubicBezTo>
                    </a:path>
                    <a:path w="22620" h="21600" stroke="0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14333" y="0"/>
                        <a:pt x="18881" y="1515"/>
                        <a:pt x="22619" y="4319"/>
                      </a:cubicBezTo>
                      <a:lnTo>
                        <a:pt x="966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40" name="Group 217"/>
              <p:cNvGrpSpPr>
                <a:grpSpLocks/>
              </p:cNvGrpSpPr>
              <p:nvPr/>
            </p:nvGrpSpPr>
            <p:grpSpPr bwMode="auto">
              <a:xfrm>
                <a:off x="5059" y="1271"/>
                <a:ext cx="4" cy="7"/>
                <a:chOff x="5059" y="1271"/>
                <a:chExt cx="4" cy="7"/>
              </a:xfrm>
            </p:grpSpPr>
            <p:sp>
              <p:nvSpPr>
                <p:cNvPr id="38241" name="Arc 218"/>
                <p:cNvSpPr>
                  <a:spLocks/>
                </p:cNvSpPr>
                <p:nvPr/>
              </p:nvSpPr>
              <p:spPr bwMode="auto">
                <a:xfrm rot="1440000">
                  <a:off x="5061" y="1271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42" name="Arc 219"/>
                <p:cNvSpPr>
                  <a:spLocks/>
                </p:cNvSpPr>
                <p:nvPr/>
              </p:nvSpPr>
              <p:spPr bwMode="auto">
                <a:xfrm rot="1440000">
                  <a:off x="5059" y="1278"/>
                  <a:ext cx="2" cy="0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204" name="Group 220"/>
            <p:cNvGrpSpPr>
              <a:grpSpLocks/>
            </p:cNvGrpSpPr>
            <p:nvPr/>
          </p:nvGrpSpPr>
          <p:grpSpPr bwMode="auto">
            <a:xfrm>
              <a:off x="4895" y="1525"/>
              <a:ext cx="47" cy="26"/>
              <a:chOff x="4895" y="1525"/>
              <a:chExt cx="47" cy="26"/>
            </a:xfrm>
          </p:grpSpPr>
          <p:grpSp>
            <p:nvGrpSpPr>
              <p:cNvPr id="38229" name="Group 221"/>
              <p:cNvGrpSpPr>
                <a:grpSpLocks/>
              </p:cNvGrpSpPr>
              <p:nvPr/>
            </p:nvGrpSpPr>
            <p:grpSpPr bwMode="auto">
              <a:xfrm>
                <a:off x="4939" y="1544"/>
                <a:ext cx="3" cy="7"/>
                <a:chOff x="4939" y="1544"/>
                <a:chExt cx="3" cy="7"/>
              </a:xfrm>
            </p:grpSpPr>
            <p:sp>
              <p:nvSpPr>
                <p:cNvPr id="38236" name="Arc 222"/>
                <p:cNvSpPr>
                  <a:spLocks/>
                </p:cNvSpPr>
                <p:nvPr/>
              </p:nvSpPr>
              <p:spPr bwMode="auto">
                <a:xfrm rot="1440000">
                  <a:off x="4941" y="1544"/>
                  <a:ext cx="1" cy="2"/>
                </a:xfrm>
                <a:custGeom>
                  <a:avLst/>
                  <a:gdLst>
                    <a:gd name="T0" fmla="*/ 0 w 20492"/>
                    <a:gd name="T1" fmla="*/ 0 h 11982"/>
                    <a:gd name="T2" fmla="*/ 0 w 20492"/>
                    <a:gd name="T3" fmla="*/ 0 h 11982"/>
                    <a:gd name="T4" fmla="*/ 0 w 20492"/>
                    <a:gd name="T5" fmla="*/ 0 h 11982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1982"/>
                    <a:gd name="T11" fmla="*/ 20492 w 20492"/>
                    <a:gd name="T12" fmla="*/ 11982 h 119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1982" fill="none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</a:path>
                    <a:path w="20492" h="11982" stroke="0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  <a:lnTo>
                        <a:pt x="20492" y="1198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37" name="Arc 223"/>
                <p:cNvSpPr>
                  <a:spLocks/>
                </p:cNvSpPr>
                <p:nvPr/>
              </p:nvSpPr>
              <p:spPr bwMode="auto">
                <a:xfrm rot="1440000">
                  <a:off x="4939" y="1548"/>
                  <a:ext cx="2" cy="3"/>
                </a:xfrm>
                <a:custGeom>
                  <a:avLst/>
                  <a:gdLst>
                    <a:gd name="T0" fmla="*/ 0 w 39572"/>
                    <a:gd name="T1" fmla="*/ 0 h 21600"/>
                    <a:gd name="T2" fmla="*/ 0 w 39572"/>
                    <a:gd name="T3" fmla="*/ 0 h 21600"/>
                    <a:gd name="T4" fmla="*/ 0 w 395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9572"/>
                    <a:gd name="T10" fmla="*/ 0 h 21600"/>
                    <a:gd name="T11" fmla="*/ 39572 w 395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5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</a:path>
                    <a:path w="395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30" name="Group 224"/>
              <p:cNvGrpSpPr>
                <a:grpSpLocks/>
              </p:cNvGrpSpPr>
              <p:nvPr/>
            </p:nvGrpSpPr>
            <p:grpSpPr bwMode="auto">
              <a:xfrm>
                <a:off x="4917" y="1533"/>
                <a:ext cx="3" cy="7"/>
                <a:chOff x="4917" y="1533"/>
                <a:chExt cx="3" cy="7"/>
              </a:xfrm>
            </p:grpSpPr>
            <p:sp>
              <p:nvSpPr>
                <p:cNvPr id="38234" name="Arc 225"/>
                <p:cNvSpPr>
                  <a:spLocks/>
                </p:cNvSpPr>
                <p:nvPr/>
              </p:nvSpPr>
              <p:spPr bwMode="auto">
                <a:xfrm rot="1440000">
                  <a:off x="4918" y="1533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35" name="Arc 226"/>
                <p:cNvSpPr>
                  <a:spLocks/>
                </p:cNvSpPr>
                <p:nvPr/>
              </p:nvSpPr>
              <p:spPr bwMode="auto">
                <a:xfrm rot="1440000">
                  <a:off x="4917" y="1540"/>
                  <a:ext cx="2" cy="0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31" name="Group 227"/>
              <p:cNvGrpSpPr>
                <a:grpSpLocks/>
              </p:cNvGrpSpPr>
              <p:nvPr/>
            </p:nvGrpSpPr>
            <p:grpSpPr bwMode="auto">
              <a:xfrm>
                <a:off x="4895" y="1525"/>
                <a:ext cx="2" cy="7"/>
                <a:chOff x="4895" y="1525"/>
                <a:chExt cx="2" cy="7"/>
              </a:xfrm>
            </p:grpSpPr>
            <p:sp>
              <p:nvSpPr>
                <p:cNvPr id="38232" name="Arc 228"/>
                <p:cNvSpPr>
                  <a:spLocks/>
                </p:cNvSpPr>
                <p:nvPr/>
              </p:nvSpPr>
              <p:spPr bwMode="auto">
                <a:xfrm rot="1440000">
                  <a:off x="4895" y="1525"/>
                  <a:ext cx="2" cy="2"/>
                </a:xfrm>
                <a:custGeom>
                  <a:avLst/>
                  <a:gdLst>
                    <a:gd name="T0" fmla="*/ 0 w 19320"/>
                    <a:gd name="T1" fmla="*/ 0 h 19320"/>
                    <a:gd name="T2" fmla="*/ 0 w 19320"/>
                    <a:gd name="T3" fmla="*/ 0 h 19320"/>
                    <a:gd name="T4" fmla="*/ 0 w 19320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19320"/>
                    <a:gd name="T10" fmla="*/ 0 h 19320"/>
                    <a:gd name="T11" fmla="*/ 19320 w 19320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20" h="19320" fill="none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</a:path>
                    <a:path w="19320" h="19320" stroke="0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  <a:lnTo>
                        <a:pt x="19320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33" name="Arc 229"/>
                <p:cNvSpPr>
                  <a:spLocks/>
                </p:cNvSpPr>
                <p:nvPr/>
              </p:nvSpPr>
              <p:spPr bwMode="auto">
                <a:xfrm rot="1440000">
                  <a:off x="4895" y="1529"/>
                  <a:ext cx="1" cy="3"/>
                </a:xfrm>
                <a:custGeom>
                  <a:avLst/>
                  <a:gdLst>
                    <a:gd name="T0" fmla="*/ 0 w 17972"/>
                    <a:gd name="T1" fmla="*/ 0 h 21600"/>
                    <a:gd name="T2" fmla="*/ 0 w 17972"/>
                    <a:gd name="T3" fmla="*/ 0 h 21600"/>
                    <a:gd name="T4" fmla="*/ 0 w 179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7972"/>
                    <a:gd name="T10" fmla="*/ 0 h 21600"/>
                    <a:gd name="T11" fmla="*/ 17972 w 179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9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</a:path>
                    <a:path w="179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205" name="Group 230"/>
            <p:cNvGrpSpPr>
              <a:grpSpLocks/>
            </p:cNvGrpSpPr>
            <p:nvPr/>
          </p:nvGrpSpPr>
          <p:grpSpPr bwMode="auto">
            <a:xfrm>
              <a:off x="4868" y="1822"/>
              <a:ext cx="47" cy="26"/>
              <a:chOff x="4868" y="1822"/>
              <a:chExt cx="47" cy="26"/>
            </a:xfrm>
          </p:grpSpPr>
          <p:grpSp>
            <p:nvGrpSpPr>
              <p:cNvPr id="38220" name="Group 231"/>
              <p:cNvGrpSpPr>
                <a:grpSpLocks/>
              </p:cNvGrpSpPr>
              <p:nvPr/>
            </p:nvGrpSpPr>
            <p:grpSpPr bwMode="auto">
              <a:xfrm>
                <a:off x="4912" y="1841"/>
                <a:ext cx="3" cy="7"/>
                <a:chOff x="4912" y="1841"/>
                <a:chExt cx="3" cy="7"/>
              </a:xfrm>
            </p:grpSpPr>
            <p:sp>
              <p:nvSpPr>
                <p:cNvPr id="38227" name="Arc 232"/>
                <p:cNvSpPr>
                  <a:spLocks/>
                </p:cNvSpPr>
                <p:nvPr/>
              </p:nvSpPr>
              <p:spPr bwMode="auto">
                <a:xfrm rot="1440000">
                  <a:off x="4914" y="1841"/>
                  <a:ext cx="1" cy="2"/>
                </a:xfrm>
                <a:custGeom>
                  <a:avLst/>
                  <a:gdLst>
                    <a:gd name="T0" fmla="*/ 0 w 20492"/>
                    <a:gd name="T1" fmla="*/ 0 h 11982"/>
                    <a:gd name="T2" fmla="*/ 0 w 20492"/>
                    <a:gd name="T3" fmla="*/ 0 h 11982"/>
                    <a:gd name="T4" fmla="*/ 0 w 20492"/>
                    <a:gd name="T5" fmla="*/ 0 h 11982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1982"/>
                    <a:gd name="T11" fmla="*/ 20492 w 20492"/>
                    <a:gd name="T12" fmla="*/ 11982 h 119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1982" fill="none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</a:path>
                    <a:path w="20492" h="11982" stroke="0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  <a:lnTo>
                        <a:pt x="20492" y="1198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28" name="Arc 233"/>
                <p:cNvSpPr>
                  <a:spLocks/>
                </p:cNvSpPr>
                <p:nvPr/>
              </p:nvSpPr>
              <p:spPr bwMode="auto">
                <a:xfrm rot="1440000">
                  <a:off x="4912" y="1845"/>
                  <a:ext cx="2" cy="3"/>
                </a:xfrm>
                <a:custGeom>
                  <a:avLst/>
                  <a:gdLst>
                    <a:gd name="T0" fmla="*/ 0 w 39572"/>
                    <a:gd name="T1" fmla="*/ 0 h 21600"/>
                    <a:gd name="T2" fmla="*/ 0 w 39572"/>
                    <a:gd name="T3" fmla="*/ 0 h 21600"/>
                    <a:gd name="T4" fmla="*/ 0 w 395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9572"/>
                    <a:gd name="T10" fmla="*/ 0 h 21600"/>
                    <a:gd name="T11" fmla="*/ 39572 w 395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5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</a:path>
                    <a:path w="395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21" name="Group 234"/>
              <p:cNvGrpSpPr>
                <a:grpSpLocks/>
              </p:cNvGrpSpPr>
              <p:nvPr/>
            </p:nvGrpSpPr>
            <p:grpSpPr bwMode="auto">
              <a:xfrm>
                <a:off x="4890" y="1830"/>
                <a:ext cx="3" cy="7"/>
                <a:chOff x="4890" y="1830"/>
                <a:chExt cx="3" cy="7"/>
              </a:xfrm>
            </p:grpSpPr>
            <p:sp>
              <p:nvSpPr>
                <p:cNvPr id="38225" name="Arc 235"/>
                <p:cNvSpPr>
                  <a:spLocks/>
                </p:cNvSpPr>
                <p:nvPr/>
              </p:nvSpPr>
              <p:spPr bwMode="auto">
                <a:xfrm rot="1440000">
                  <a:off x="4891" y="1830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26" name="Arc 236"/>
                <p:cNvSpPr>
                  <a:spLocks/>
                </p:cNvSpPr>
                <p:nvPr/>
              </p:nvSpPr>
              <p:spPr bwMode="auto">
                <a:xfrm rot="1440000">
                  <a:off x="4890" y="1837"/>
                  <a:ext cx="2" cy="0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222" name="Group 237"/>
              <p:cNvGrpSpPr>
                <a:grpSpLocks/>
              </p:cNvGrpSpPr>
              <p:nvPr/>
            </p:nvGrpSpPr>
            <p:grpSpPr bwMode="auto">
              <a:xfrm>
                <a:off x="4868" y="1822"/>
                <a:ext cx="2" cy="7"/>
                <a:chOff x="4868" y="1822"/>
                <a:chExt cx="2" cy="7"/>
              </a:xfrm>
            </p:grpSpPr>
            <p:sp>
              <p:nvSpPr>
                <p:cNvPr id="38223" name="Arc 238"/>
                <p:cNvSpPr>
                  <a:spLocks/>
                </p:cNvSpPr>
                <p:nvPr/>
              </p:nvSpPr>
              <p:spPr bwMode="auto">
                <a:xfrm rot="1440000">
                  <a:off x="4868" y="1822"/>
                  <a:ext cx="2" cy="2"/>
                </a:xfrm>
                <a:custGeom>
                  <a:avLst/>
                  <a:gdLst>
                    <a:gd name="T0" fmla="*/ 0 w 19320"/>
                    <a:gd name="T1" fmla="*/ 0 h 19320"/>
                    <a:gd name="T2" fmla="*/ 0 w 19320"/>
                    <a:gd name="T3" fmla="*/ 0 h 19320"/>
                    <a:gd name="T4" fmla="*/ 0 w 19320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19320"/>
                    <a:gd name="T10" fmla="*/ 0 h 19320"/>
                    <a:gd name="T11" fmla="*/ 19320 w 19320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20" h="19320" fill="none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</a:path>
                    <a:path w="19320" h="19320" stroke="0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  <a:lnTo>
                        <a:pt x="19320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24" name="Arc 239"/>
                <p:cNvSpPr>
                  <a:spLocks/>
                </p:cNvSpPr>
                <p:nvPr/>
              </p:nvSpPr>
              <p:spPr bwMode="auto">
                <a:xfrm rot="1440000">
                  <a:off x="4868" y="1826"/>
                  <a:ext cx="1" cy="3"/>
                </a:xfrm>
                <a:custGeom>
                  <a:avLst/>
                  <a:gdLst>
                    <a:gd name="T0" fmla="*/ 0 w 17972"/>
                    <a:gd name="T1" fmla="*/ 0 h 21600"/>
                    <a:gd name="T2" fmla="*/ 0 w 17972"/>
                    <a:gd name="T3" fmla="*/ 0 h 21600"/>
                    <a:gd name="T4" fmla="*/ 0 w 179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7972"/>
                    <a:gd name="T10" fmla="*/ 0 h 21600"/>
                    <a:gd name="T11" fmla="*/ 17972 w 179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9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</a:path>
                    <a:path w="179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206" name="Group 240"/>
            <p:cNvGrpSpPr>
              <a:grpSpLocks/>
            </p:cNvGrpSpPr>
            <p:nvPr/>
          </p:nvGrpSpPr>
          <p:grpSpPr bwMode="auto">
            <a:xfrm>
              <a:off x="5041" y="1292"/>
              <a:ext cx="4" cy="7"/>
              <a:chOff x="5041" y="1292"/>
              <a:chExt cx="4" cy="7"/>
            </a:xfrm>
          </p:grpSpPr>
          <p:sp>
            <p:nvSpPr>
              <p:cNvPr id="38218" name="Arc 241"/>
              <p:cNvSpPr>
                <a:spLocks/>
              </p:cNvSpPr>
              <p:nvPr/>
            </p:nvSpPr>
            <p:spPr bwMode="auto">
              <a:xfrm rot="1440000">
                <a:off x="5043" y="1292"/>
                <a:ext cx="2" cy="2"/>
              </a:xfrm>
              <a:custGeom>
                <a:avLst/>
                <a:gdLst>
                  <a:gd name="T0" fmla="*/ 0 w 19320"/>
                  <a:gd name="T1" fmla="*/ 0 h 19320"/>
                  <a:gd name="T2" fmla="*/ 0 w 19320"/>
                  <a:gd name="T3" fmla="*/ 0 h 19320"/>
                  <a:gd name="T4" fmla="*/ 0 w 19320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19320"/>
                  <a:gd name="T10" fmla="*/ 0 h 19320"/>
                  <a:gd name="T11" fmla="*/ 19320 w 19320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20" h="19320" fill="none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</a:path>
                  <a:path w="19320" h="19320" stroke="0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  <a:lnTo>
                      <a:pt x="19320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219" name="Arc 242"/>
              <p:cNvSpPr>
                <a:spLocks/>
              </p:cNvSpPr>
              <p:nvPr/>
            </p:nvSpPr>
            <p:spPr bwMode="auto">
              <a:xfrm rot="1440000">
                <a:off x="5041" y="1299"/>
                <a:ext cx="2" cy="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207" name="Arc 243"/>
            <p:cNvSpPr>
              <a:spLocks/>
            </p:cNvSpPr>
            <p:nvPr/>
          </p:nvSpPr>
          <p:spPr bwMode="auto">
            <a:xfrm rot="1440000">
              <a:off x="4900" y="1554"/>
              <a:ext cx="2" cy="3"/>
            </a:xfrm>
            <a:custGeom>
              <a:avLst/>
              <a:gdLst>
                <a:gd name="T0" fmla="*/ 0 w 20492"/>
                <a:gd name="T1" fmla="*/ 0 h 19320"/>
                <a:gd name="T2" fmla="*/ 0 w 20492"/>
                <a:gd name="T3" fmla="*/ 0 h 19320"/>
                <a:gd name="T4" fmla="*/ 0 w 20492"/>
                <a:gd name="T5" fmla="*/ 0 h 19320"/>
                <a:gd name="T6" fmla="*/ 0 60000 65536"/>
                <a:gd name="T7" fmla="*/ 0 60000 65536"/>
                <a:gd name="T8" fmla="*/ 0 60000 65536"/>
                <a:gd name="T9" fmla="*/ 0 w 20492"/>
                <a:gd name="T10" fmla="*/ 0 h 19320"/>
                <a:gd name="T11" fmla="*/ 20492 w 20492"/>
                <a:gd name="T12" fmla="*/ 19320 h 193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2" h="19320" fill="none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</a:path>
                <a:path w="20492" h="19320" stroke="0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  <a:lnTo>
                    <a:pt x="20492" y="1932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208" name="Group 244"/>
            <p:cNvGrpSpPr>
              <a:grpSpLocks/>
            </p:cNvGrpSpPr>
            <p:nvPr/>
          </p:nvGrpSpPr>
          <p:grpSpPr bwMode="auto">
            <a:xfrm>
              <a:off x="4876" y="1546"/>
              <a:ext cx="4" cy="7"/>
              <a:chOff x="4876" y="1546"/>
              <a:chExt cx="4" cy="7"/>
            </a:xfrm>
          </p:grpSpPr>
          <p:sp>
            <p:nvSpPr>
              <p:cNvPr id="38216" name="Arc 245"/>
              <p:cNvSpPr>
                <a:spLocks/>
              </p:cNvSpPr>
              <p:nvPr/>
            </p:nvSpPr>
            <p:spPr bwMode="auto">
              <a:xfrm rot="1440000">
                <a:off x="4878" y="1546"/>
                <a:ext cx="2" cy="2"/>
              </a:xfrm>
              <a:custGeom>
                <a:avLst/>
                <a:gdLst>
                  <a:gd name="T0" fmla="*/ 0 w 19320"/>
                  <a:gd name="T1" fmla="*/ 0 h 19320"/>
                  <a:gd name="T2" fmla="*/ 0 w 19320"/>
                  <a:gd name="T3" fmla="*/ 0 h 19320"/>
                  <a:gd name="T4" fmla="*/ 0 w 19320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19320"/>
                  <a:gd name="T10" fmla="*/ 0 h 19320"/>
                  <a:gd name="T11" fmla="*/ 19320 w 19320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20" h="19320" fill="none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</a:path>
                  <a:path w="19320" h="19320" stroke="0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  <a:lnTo>
                      <a:pt x="19320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217" name="Arc 246"/>
              <p:cNvSpPr>
                <a:spLocks/>
              </p:cNvSpPr>
              <p:nvPr/>
            </p:nvSpPr>
            <p:spPr bwMode="auto">
              <a:xfrm rot="1440000">
                <a:off x="4876" y="1550"/>
                <a:ext cx="2" cy="3"/>
              </a:xfrm>
              <a:custGeom>
                <a:avLst/>
                <a:gdLst>
                  <a:gd name="T0" fmla="*/ 0 w 39572"/>
                  <a:gd name="T1" fmla="*/ 0 h 21600"/>
                  <a:gd name="T2" fmla="*/ 0 w 39572"/>
                  <a:gd name="T3" fmla="*/ 0 h 21600"/>
                  <a:gd name="T4" fmla="*/ 0 w 3957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9572"/>
                  <a:gd name="T10" fmla="*/ 0 h 21600"/>
                  <a:gd name="T11" fmla="*/ 39572 w 3957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572" h="21600" fill="none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</a:path>
                  <a:path w="39572" h="21600" stroke="0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  <a:lnTo>
                      <a:pt x="17972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209" name="Arc 247"/>
            <p:cNvSpPr>
              <a:spLocks/>
            </p:cNvSpPr>
            <p:nvPr/>
          </p:nvSpPr>
          <p:spPr bwMode="auto">
            <a:xfrm rot="1440000">
              <a:off x="4873" y="1851"/>
              <a:ext cx="2" cy="3"/>
            </a:xfrm>
            <a:custGeom>
              <a:avLst/>
              <a:gdLst>
                <a:gd name="T0" fmla="*/ 0 w 20492"/>
                <a:gd name="T1" fmla="*/ 0 h 19320"/>
                <a:gd name="T2" fmla="*/ 0 w 20492"/>
                <a:gd name="T3" fmla="*/ 0 h 19320"/>
                <a:gd name="T4" fmla="*/ 0 w 20492"/>
                <a:gd name="T5" fmla="*/ 0 h 19320"/>
                <a:gd name="T6" fmla="*/ 0 60000 65536"/>
                <a:gd name="T7" fmla="*/ 0 60000 65536"/>
                <a:gd name="T8" fmla="*/ 0 60000 65536"/>
                <a:gd name="T9" fmla="*/ 0 w 20492"/>
                <a:gd name="T10" fmla="*/ 0 h 19320"/>
                <a:gd name="T11" fmla="*/ 20492 w 20492"/>
                <a:gd name="T12" fmla="*/ 19320 h 193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2" h="19320" fill="none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</a:path>
                <a:path w="20492" h="19320" stroke="0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  <a:lnTo>
                    <a:pt x="20492" y="1932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210" name="Group 248"/>
            <p:cNvGrpSpPr>
              <a:grpSpLocks/>
            </p:cNvGrpSpPr>
            <p:nvPr/>
          </p:nvGrpSpPr>
          <p:grpSpPr bwMode="auto">
            <a:xfrm>
              <a:off x="4849" y="1843"/>
              <a:ext cx="4" cy="7"/>
              <a:chOff x="4849" y="1843"/>
              <a:chExt cx="4" cy="7"/>
            </a:xfrm>
          </p:grpSpPr>
          <p:sp>
            <p:nvSpPr>
              <p:cNvPr id="38214" name="Arc 249"/>
              <p:cNvSpPr>
                <a:spLocks/>
              </p:cNvSpPr>
              <p:nvPr/>
            </p:nvSpPr>
            <p:spPr bwMode="auto">
              <a:xfrm rot="1440000">
                <a:off x="4851" y="1843"/>
                <a:ext cx="2" cy="2"/>
              </a:xfrm>
              <a:custGeom>
                <a:avLst/>
                <a:gdLst>
                  <a:gd name="T0" fmla="*/ 0 w 19320"/>
                  <a:gd name="T1" fmla="*/ 0 h 19320"/>
                  <a:gd name="T2" fmla="*/ 0 w 19320"/>
                  <a:gd name="T3" fmla="*/ 0 h 19320"/>
                  <a:gd name="T4" fmla="*/ 0 w 19320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19320"/>
                  <a:gd name="T10" fmla="*/ 0 h 19320"/>
                  <a:gd name="T11" fmla="*/ 19320 w 19320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20" h="19320" fill="none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</a:path>
                  <a:path w="19320" h="19320" stroke="0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  <a:lnTo>
                      <a:pt x="19320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215" name="Arc 250"/>
              <p:cNvSpPr>
                <a:spLocks/>
              </p:cNvSpPr>
              <p:nvPr/>
            </p:nvSpPr>
            <p:spPr bwMode="auto">
              <a:xfrm rot="1440000">
                <a:off x="4849" y="1847"/>
                <a:ext cx="2" cy="3"/>
              </a:xfrm>
              <a:custGeom>
                <a:avLst/>
                <a:gdLst>
                  <a:gd name="T0" fmla="*/ 0 w 39572"/>
                  <a:gd name="T1" fmla="*/ 0 h 21600"/>
                  <a:gd name="T2" fmla="*/ 0 w 39572"/>
                  <a:gd name="T3" fmla="*/ 0 h 21600"/>
                  <a:gd name="T4" fmla="*/ 0 w 3957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9572"/>
                  <a:gd name="T10" fmla="*/ 0 h 21600"/>
                  <a:gd name="T11" fmla="*/ 39572 w 3957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572" h="21600" fill="none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</a:path>
                  <a:path w="39572" h="21600" stroke="0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  <a:lnTo>
                      <a:pt x="17972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211" name="Arc 251"/>
            <p:cNvSpPr>
              <a:spLocks/>
            </p:cNvSpPr>
            <p:nvPr/>
          </p:nvSpPr>
          <p:spPr bwMode="auto">
            <a:xfrm rot="1440000">
              <a:off x="5064" y="1307"/>
              <a:ext cx="2" cy="2"/>
            </a:xfrm>
            <a:custGeom>
              <a:avLst/>
              <a:gdLst>
                <a:gd name="T0" fmla="*/ 0 w 40920"/>
                <a:gd name="T1" fmla="*/ 0 h 21600"/>
                <a:gd name="T2" fmla="*/ 0 w 40920"/>
                <a:gd name="T3" fmla="*/ 0 h 21600"/>
                <a:gd name="T4" fmla="*/ 0 w 40920"/>
                <a:gd name="T5" fmla="*/ 0 h 21600"/>
                <a:gd name="T6" fmla="*/ 0 60000 65536"/>
                <a:gd name="T7" fmla="*/ 0 60000 65536"/>
                <a:gd name="T8" fmla="*/ 0 60000 65536"/>
                <a:gd name="T9" fmla="*/ 0 w 40920"/>
                <a:gd name="T10" fmla="*/ 0 h 21600"/>
                <a:gd name="T11" fmla="*/ 40920 w 4092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920" h="21600" fill="none" extrusionOk="0">
                  <a:moveTo>
                    <a:pt x="0" y="11940"/>
                  </a:moveTo>
                  <a:cubicBezTo>
                    <a:pt x="3659" y="4622"/>
                    <a:pt x="11138" y="-1"/>
                    <a:pt x="19320" y="0"/>
                  </a:cubicBezTo>
                  <a:cubicBezTo>
                    <a:pt x="31249" y="0"/>
                    <a:pt x="40920" y="9670"/>
                    <a:pt x="40920" y="21600"/>
                  </a:cubicBezTo>
                </a:path>
                <a:path w="40920" h="21600" stroke="0" extrusionOk="0">
                  <a:moveTo>
                    <a:pt x="0" y="11940"/>
                  </a:moveTo>
                  <a:cubicBezTo>
                    <a:pt x="3659" y="4622"/>
                    <a:pt x="11138" y="-1"/>
                    <a:pt x="19320" y="0"/>
                  </a:cubicBezTo>
                  <a:cubicBezTo>
                    <a:pt x="31249" y="0"/>
                    <a:pt x="40920" y="9670"/>
                    <a:pt x="40920" y="21600"/>
                  </a:cubicBezTo>
                  <a:lnTo>
                    <a:pt x="19320" y="2160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212" name="Arc 252"/>
            <p:cNvSpPr>
              <a:spLocks/>
            </p:cNvSpPr>
            <p:nvPr/>
          </p:nvSpPr>
          <p:spPr bwMode="auto">
            <a:xfrm rot="1440000">
              <a:off x="4922" y="1569"/>
              <a:ext cx="1" cy="3"/>
            </a:xfrm>
            <a:custGeom>
              <a:avLst/>
              <a:gdLst>
                <a:gd name="T0" fmla="*/ 0 w 17972"/>
                <a:gd name="T1" fmla="*/ 0 h 21600"/>
                <a:gd name="T2" fmla="*/ 0 w 17972"/>
                <a:gd name="T3" fmla="*/ 0 h 21600"/>
                <a:gd name="T4" fmla="*/ 0 w 1797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972"/>
                <a:gd name="T10" fmla="*/ 0 h 21600"/>
                <a:gd name="T11" fmla="*/ 17972 w 1797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972" h="21600" fill="none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</a:path>
                <a:path w="17972" h="21600" stroke="0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  <a:lnTo>
                    <a:pt x="17972" y="2160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213" name="Arc 253"/>
            <p:cNvSpPr>
              <a:spLocks/>
            </p:cNvSpPr>
            <p:nvPr/>
          </p:nvSpPr>
          <p:spPr bwMode="auto">
            <a:xfrm rot="1440000">
              <a:off x="4895" y="1866"/>
              <a:ext cx="1" cy="3"/>
            </a:xfrm>
            <a:custGeom>
              <a:avLst/>
              <a:gdLst>
                <a:gd name="T0" fmla="*/ 0 w 17972"/>
                <a:gd name="T1" fmla="*/ 0 h 21600"/>
                <a:gd name="T2" fmla="*/ 0 w 17972"/>
                <a:gd name="T3" fmla="*/ 0 h 21600"/>
                <a:gd name="T4" fmla="*/ 0 w 1797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972"/>
                <a:gd name="T10" fmla="*/ 0 h 21600"/>
                <a:gd name="T11" fmla="*/ 17972 w 1797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972" h="21600" fill="none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</a:path>
                <a:path w="17972" h="21600" stroke="0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  <a:lnTo>
                    <a:pt x="17972" y="2160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7925" name="Group 254"/>
          <p:cNvGrpSpPr>
            <a:grpSpLocks/>
          </p:cNvGrpSpPr>
          <p:nvPr/>
        </p:nvGrpSpPr>
        <p:grpSpPr bwMode="auto">
          <a:xfrm>
            <a:off x="5176838" y="5281613"/>
            <a:ext cx="668337" cy="1331912"/>
            <a:chOff x="4661" y="1023"/>
            <a:chExt cx="1249" cy="2175"/>
          </a:xfrm>
        </p:grpSpPr>
        <p:sp>
          <p:nvSpPr>
            <p:cNvPr id="37930" name="Freeform 255"/>
            <p:cNvSpPr>
              <a:spLocks/>
            </p:cNvSpPr>
            <p:nvPr/>
          </p:nvSpPr>
          <p:spPr bwMode="auto">
            <a:xfrm>
              <a:off x="4661" y="1023"/>
              <a:ext cx="615" cy="1919"/>
            </a:xfrm>
            <a:custGeom>
              <a:avLst/>
              <a:gdLst>
                <a:gd name="T0" fmla="*/ 614 w 615"/>
                <a:gd name="T1" fmla="*/ 0 h 1919"/>
                <a:gd name="T2" fmla="*/ 565 w 615"/>
                <a:gd name="T3" fmla="*/ 75 h 1919"/>
                <a:gd name="T4" fmla="*/ 375 w 615"/>
                <a:gd name="T5" fmla="*/ 1016 h 1919"/>
                <a:gd name="T6" fmla="*/ 0 w 615"/>
                <a:gd name="T7" fmla="*/ 1918 h 19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5"/>
                <a:gd name="T13" fmla="*/ 0 h 1919"/>
                <a:gd name="T14" fmla="*/ 615 w 615"/>
                <a:gd name="T15" fmla="*/ 1919 h 19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5" h="1919">
                  <a:moveTo>
                    <a:pt x="614" y="0"/>
                  </a:moveTo>
                  <a:lnTo>
                    <a:pt x="565" y="75"/>
                  </a:lnTo>
                  <a:lnTo>
                    <a:pt x="375" y="1016"/>
                  </a:lnTo>
                  <a:lnTo>
                    <a:pt x="0" y="1918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1" name="Freeform 256"/>
            <p:cNvSpPr>
              <a:spLocks/>
            </p:cNvSpPr>
            <p:nvPr/>
          </p:nvSpPr>
          <p:spPr bwMode="auto">
            <a:xfrm>
              <a:off x="5289" y="1023"/>
              <a:ext cx="616" cy="1919"/>
            </a:xfrm>
            <a:custGeom>
              <a:avLst/>
              <a:gdLst>
                <a:gd name="T0" fmla="*/ 0 w 616"/>
                <a:gd name="T1" fmla="*/ 0 h 1919"/>
                <a:gd name="T2" fmla="*/ 49 w 616"/>
                <a:gd name="T3" fmla="*/ 75 h 1919"/>
                <a:gd name="T4" fmla="*/ 239 w 616"/>
                <a:gd name="T5" fmla="*/ 1016 h 1919"/>
                <a:gd name="T6" fmla="*/ 615 w 616"/>
                <a:gd name="T7" fmla="*/ 1918 h 19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6"/>
                <a:gd name="T13" fmla="*/ 0 h 1919"/>
                <a:gd name="T14" fmla="*/ 616 w 616"/>
                <a:gd name="T15" fmla="*/ 1919 h 19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6" h="1919">
                  <a:moveTo>
                    <a:pt x="0" y="0"/>
                  </a:moveTo>
                  <a:lnTo>
                    <a:pt x="49" y="75"/>
                  </a:lnTo>
                  <a:lnTo>
                    <a:pt x="239" y="1016"/>
                  </a:lnTo>
                  <a:lnTo>
                    <a:pt x="615" y="1918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2" name="Line 257"/>
            <p:cNvSpPr>
              <a:spLocks noChangeShapeType="1"/>
            </p:cNvSpPr>
            <p:nvPr/>
          </p:nvSpPr>
          <p:spPr bwMode="auto">
            <a:xfrm flipH="1">
              <a:off x="5255" y="1047"/>
              <a:ext cx="41" cy="2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33" name="Freeform 258"/>
            <p:cNvSpPr>
              <a:spLocks/>
            </p:cNvSpPr>
            <p:nvPr/>
          </p:nvSpPr>
          <p:spPr bwMode="auto">
            <a:xfrm>
              <a:off x="5041" y="1960"/>
              <a:ext cx="484" cy="169"/>
            </a:xfrm>
            <a:custGeom>
              <a:avLst/>
              <a:gdLst>
                <a:gd name="T0" fmla="*/ 0 w 484"/>
                <a:gd name="T1" fmla="*/ 74 h 169"/>
                <a:gd name="T2" fmla="*/ 226 w 484"/>
                <a:gd name="T3" fmla="*/ 168 h 169"/>
                <a:gd name="T4" fmla="*/ 483 w 484"/>
                <a:gd name="T5" fmla="*/ 79 h 169"/>
                <a:gd name="T6" fmla="*/ 230 w 484"/>
                <a:gd name="T7" fmla="*/ 0 h 169"/>
                <a:gd name="T8" fmla="*/ 0 w 484"/>
                <a:gd name="T9" fmla="*/ 74 h 1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4"/>
                <a:gd name="T16" fmla="*/ 0 h 169"/>
                <a:gd name="T17" fmla="*/ 484 w 484"/>
                <a:gd name="T18" fmla="*/ 169 h 1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4" h="169">
                  <a:moveTo>
                    <a:pt x="0" y="74"/>
                  </a:moveTo>
                  <a:lnTo>
                    <a:pt x="226" y="168"/>
                  </a:lnTo>
                  <a:lnTo>
                    <a:pt x="483" y="79"/>
                  </a:lnTo>
                  <a:lnTo>
                    <a:pt x="230" y="0"/>
                  </a:lnTo>
                  <a:lnTo>
                    <a:pt x="0" y="74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4" name="Freeform 259"/>
            <p:cNvSpPr>
              <a:spLocks/>
            </p:cNvSpPr>
            <p:nvPr/>
          </p:nvSpPr>
          <p:spPr bwMode="auto">
            <a:xfrm>
              <a:off x="4661" y="2433"/>
              <a:ext cx="1249" cy="765"/>
            </a:xfrm>
            <a:custGeom>
              <a:avLst/>
              <a:gdLst>
                <a:gd name="T0" fmla="*/ 0 w 1249"/>
                <a:gd name="T1" fmla="*/ 499 h 765"/>
                <a:gd name="T2" fmla="*/ 381 w 1249"/>
                <a:gd name="T3" fmla="*/ 137 h 765"/>
                <a:gd name="T4" fmla="*/ 607 w 1249"/>
                <a:gd name="T5" fmla="*/ 764 h 765"/>
                <a:gd name="T6" fmla="*/ 832 w 1249"/>
                <a:gd name="T7" fmla="*/ 141 h 765"/>
                <a:gd name="T8" fmla="*/ 1248 w 1249"/>
                <a:gd name="T9" fmla="*/ 517 h 765"/>
                <a:gd name="T10" fmla="*/ 801 w 1249"/>
                <a:gd name="T11" fmla="*/ 26 h 765"/>
                <a:gd name="T12" fmla="*/ 611 w 1249"/>
                <a:gd name="T13" fmla="*/ 397 h 765"/>
                <a:gd name="T14" fmla="*/ 416 w 1249"/>
                <a:gd name="T15" fmla="*/ 0 h 765"/>
                <a:gd name="T16" fmla="*/ 0 w 1249"/>
                <a:gd name="T17" fmla="*/ 499 h 7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49"/>
                <a:gd name="T28" fmla="*/ 0 h 765"/>
                <a:gd name="T29" fmla="*/ 1249 w 1249"/>
                <a:gd name="T30" fmla="*/ 765 h 76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49" h="765">
                  <a:moveTo>
                    <a:pt x="0" y="499"/>
                  </a:moveTo>
                  <a:lnTo>
                    <a:pt x="381" y="137"/>
                  </a:lnTo>
                  <a:lnTo>
                    <a:pt x="607" y="764"/>
                  </a:lnTo>
                  <a:lnTo>
                    <a:pt x="832" y="141"/>
                  </a:lnTo>
                  <a:lnTo>
                    <a:pt x="1248" y="517"/>
                  </a:lnTo>
                  <a:lnTo>
                    <a:pt x="801" y="26"/>
                  </a:lnTo>
                  <a:lnTo>
                    <a:pt x="611" y="397"/>
                  </a:lnTo>
                  <a:lnTo>
                    <a:pt x="416" y="0"/>
                  </a:lnTo>
                  <a:lnTo>
                    <a:pt x="0" y="499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5" name="Freeform 260"/>
            <p:cNvSpPr>
              <a:spLocks/>
            </p:cNvSpPr>
            <p:nvPr/>
          </p:nvSpPr>
          <p:spPr bwMode="auto">
            <a:xfrm>
              <a:off x="4843" y="2398"/>
              <a:ext cx="877" cy="287"/>
            </a:xfrm>
            <a:custGeom>
              <a:avLst/>
              <a:gdLst>
                <a:gd name="T0" fmla="*/ 0 w 877"/>
                <a:gd name="T1" fmla="*/ 92 h 287"/>
                <a:gd name="T2" fmla="*/ 429 w 877"/>
                <a:gd name="T3" fmla="*/ 286 h 287"/>
                <a:gd name="T4" fmla="*/ 876 w 877"/>
                <a:gd name="T5" fmla="*/ 88 h 287"/>
                <a:gd name="T6" fmla="*/ 425 w 877"/>
                <a:gd name="T7" fmla="*/ 0 h 287"/>
                <a:gd name="T8" fmla="*/ 0 w 877"/>
                <a:gd name="T9" fmla="*/ 92 h 2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7"/>
                <a:gd name="T16" fmla="*/ 0 h 287"/>
                <a:gd name="T17" fmla="*/ 877 w 877"/>
                <a:gd name="T18" fmla="*/ 287 h 2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7" h="287">
                  <a:moveTo>
                    <a:pt x="0" y="92"/>
                  </a:moveTo>
                  <a:lnTo>
                    <a:pt x="429" y="286"/>
                  </a:lnTo>
                  <a:lnTo>
                    <a:pt x="876" y="88"/>
                  </a:lnTo>
                  <a:lnTo>
                    <a:pt x="425" y="0"/>
                  </a:lnTo>
                  <a:lnTo>
                    <a:pt x="0" y="92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6" name="Freeform 261"/>
            <p:cNvSpPr>
              <a:spLocks/>
            </p:cNvSpPr>
            <p:nvPr/>
          </p:nvSpPr>
          <p:spPr bwMode="auto">
            <a:xfrm>
              <a:off x="5272" y="2036"/>
              <a:ext cx="253" cy="636"/>
            </a:xfrm>
            <a:custGeom>
              <a:avLst/>
              <a:gdLst>
                <a:gd name="T0" fmla="*/ 0 w 253"/>
                <a:gd name="T1" fmla="*/ 635 h 636"/>
                <a:gd name="T2" fmla="*/ 252 w 253"/>
                <a:gd name="T3" fmla="*/ 0 h 636"/>
                <a:gd name="T4" fmla="*/ 0 60000 65536"/>
                <a:gd name="T5" fmla="*/ 0 60000 65536"/>
                <a:gd name="T6" fmla="*/ 0 w 253"/>
                <a:gd name="T7" fmla="*/ 0 h 636"/>
                <a:gd name="T8" fmla="*/ 253 w 253"/>
                <a:gd name="T9" fmla="*/ 636 h 6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3" h="636">
                  <a:moveTo>
                    <a:pt x="0" y="635"/>
                  </a:moveTo>
                  <a:lnTo>
                    <a:pt x="252" y="0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7" name="Line 262"/>
            <p:cNvSpPr>
              <a:spLocks noChangeShapeType="1"/>
            </p:cNvSpPr>
            <p:nvPr/>
          </p:nvSpPr>
          <p:spPr bwMode="auto">
            <a:xfrm>
              <a:off x="5291" y="2139"/>
              <a:ext cx="403" cy="3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38" name="Line 263"/>
            <p:cNvSpPr>
              <a:spLocks noChangeShapeType="1"/>
            </p:cNvSpPr>
            <p:nvPr/>
          </p:nvSpPr>
          <p:spPr bwMode="auto">
            <a:xfrm>
              <a:off x="5060" y="2063"/>
              <a:ext cx="187" cy="5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39" name="Line 264"/>
            <p:cNvSpPr>
              <a:spLocks noChangeShapeType="1"/>
            </p:cNvSpPr>
            <p:nvPr/>
          </p:nvSpPr>
          <p:spPr bwMode="auto">
            <a:xfrm flipH="1">
              <a:off x="4825" y="2151"/>
              <a:ext cx="459" cy="3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40" name="Line 265"/>
            <p:cNvSpPr>
              <a:spLocks noChangeShapeType="1"/>
            </p:cNvSpPr>
            <p:nvPr/>
          </p:nvSpPr>
          <p:spPr bwMode="auto">
            <a:xfrm flipH="1">
              <a:off x="4852" y="1979"/>
              <a:ext cx="427" cy="4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41" name="Line 266"/>
            <p:cNvSpPr>
              <a:spLocks noChangeShapeType="1"/>
            </p:cNvSpPr>
            <p:nvPr/>
          </p:nvSpPr>
          <p:spPr bwMode="auto">
            <a:xfrm>
              <a:off x="5057" y="2055"/>
              <a:ext cx="190" cy="3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42" name="Line 267"/>
            <p:cNvSpPr>
              <a:spLocks noChangeShapeType="1"/>
            </p:cNvSpPr>
            <p:nvPr/>
          </p:nvSpPr>
          <p:spPr bwMode="auto">
            <a:xfrm>
              <a:off x="5299" y="1984"/>
              <a:ext cx="390" cy="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43" name="Line 268"/>
            <p:cNvSpPr>
              <a:spLocks noChangeShapeType="1"/>
            </p:cNvSpPr>
            <p:nvPr/>
          </p:nvSpPr>
          <p:spPr bwMode="auto">
            <a:xfrm flipH="1">
              <a:off x="5259" y="2072"/>
              <a:ext cx="277" cy="3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44" name="Freeform 269"/>
            <p:cNvSpPr>
              <a:spLocks/>
            </p:cNvSpPr>
            <p:nvPr/>
          </p:nvSpPr>
          <p:spPr bwMode="auto">
            <a:xfrm>
              <a:off x="5086" y="1730"/>
              <a:ext cx="390" cy="112"/>
            </a:xfrm>
            <a:custGeom>
              <a:avLst/>
              <a:gdLst>
                <a:gd name="T0" fmla="*/ 0 w 390"/>
                <a:gd name="T1" fmla="*/ 58 h 112"/>
                <a:gd name="T2" fmla="*/ 190 w 390"/>
                <a:gd name="T3" fmla="*/ 111 h 112"/>
                <a:gd name="T4" fmla="*/ 389 w 390"/>
                <a:gd name="T5" fmla="*/ 49 h 112"/>
                <a:gd name="T6" fmla="*/ 190 w 390"/>
                <a:gd name="T7" fmla="*/ 0 h 112"/>
                <a:gd name="T8" fmla="*/ 0 w 390"/>
                <a:gd name="T9" fmla="*/ 58 h 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0"/>
                <a:gd name="T16" fmla="*/ 0 h 112"/>
                <a:gd name="T17" fmla="*/ 390 w 390"/>
                <a:gd name="T18" fmla="*/ 112 h 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0" h="112">
                  <a:moveTo>
                    <a:pt x="0" y="58"/>
                  </a:moveTo>
                  <a:lnTo>
                    <a:pt x="190" y="111"/>
                  </a:lnTo>
                  <a:lnTo>
                    <a:pt x="389" y="49"/>
                  </a:lnTo>
                  <a:lnTo>
                    <a:pt x="190" y="0"/>
                  </a:lnTo>
                  <a:lnTo>
                    <a:pt x="0" y="58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5" name="Freeform 270"/>
            <p:cNvSpPr>
              <a:spLocks/>
            </p:cNvSpPr>
            <p:nvPr/>
          </p:nvSpPr>
          <p:spPr bwMode="auto">
            <a:xfrm>
              <a:off x="5125" y="1562"/>
              <a:ext cx="311" cy="68"/>
            </a:xfrm>
            <a:custGeom>
              <a:avLst/>
              <a:gdLst>
                <a:gd name="T0" fmla="*/ 0 w 311"/>
                <a:gd name="T1" fmla="*/ 40 h 68"/>
                <a:gd name="T2" fmla="*/ 151 w 311"/>
                <a:gd name="T3" fmla="*/ 67 h 68"/>
                <a:gd name="T4" fmla="*/ 310 w 311"/>
                <a:gd name="T5" fmla="*/ 27 h 68"/>
                <a:gd name="T6" fmla="*/ 151 w 311"/>
                <a:gd name="T7" fmla="*/ 0 h 68"/>
                <a:gd name="T8" fmla="*/ 0 w 311"/>
                <a:gd name="T9" fmla="*/ 4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1"/>
                <a:gd name="T16" fmla="*/ 0 h 68"/>
                <a:gd name="T17" fmla="*/ 311 w 311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1" h="68">
                  <a:moveTo>
                    <a:pt x="0" y="40"/>
                  </a:moveTo>
                  <a:lnTo>
                    <a:pt x="151" y="67"/>
                  </a:lnTo>
                  <a:lnTo>
                    <a:pt x="310" y="27"/>
                  </a:lnTo>
                  <a:lnTo>
                    <a:pt x="151" y="0"/>
                  </a:lnTo>
                  <a:lnTo>
                    <a:pt x="0" y="40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6" name="Freeform 271"/>
            <p:cNvSpPr>
              <a:spLocks/>
            </p:cNvSpPr>
            <p:nvPr/>
          </p:nvSpPr>
          <p:spPr bwMode="auto">
            <a:xfrm>
              <a:off x="5157" y="1425"/>
              <a:ext cx="252" cy="46"/>
            </a:xfrm>
            <a:custGeom>
              <a:avLst/>
              <a:gdLst>
                <a:gd name="T0" fmla="*/ 0 w 252"/>
                <a:gd name="T1" fmla="*/ 23 h 46"/>
                <a:gd name="T2" fmla="*/ 119 w 252"/>
                <a:gd name="T3" fmla="*/ 45 h 46"/>
                <a:gd name="T4" fmla="*/ 251 w 252"/>
                <a:gd name="T5" fmla="*/ 18 h 46"/>
                <a:gd name="T6" fmla="*/ 119 w 252"/>
                <a:gd name="T7" fmla="*/ 0 h 46"/>
                <a:gd name="T8" fmla="*/ 0 w 252"/>
                <a:gd name="T9" fmla="*/ 23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"/>
                <a:gd name="T16" fmla="*/ 0 h 46"/>
                <a:gd name="T17" fmla="*/ 252 w 252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" h="46">
                  <a:moveTo>
                    <a:pt x="0" y="23"/>
                  </a:moveTo>
                  <a:lnTo>
                    <a:pt x="119" y="45"/>
                  </a:lnTo>
                  <a:lnTo>
                    <a:pt x="251" y="18"/>
                  </a:lnTo>
                  <a:lnTo>
                    <a:pt x="119" y="0"/>
                  </a:lnTo>
                  <a:lnTo>
                    <a:pt x="0" y="23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7" name="Freeform 272"/>
            <p:cNvSpPr>
              <a:spLocks/>
            </p:cNvSpPr>
            <p:nvPr/>
          </p:nvSpPr>
          <p:spPr bwMode="auto">
            <a:xfrm>
              <a:off x="5188" y="1297"/>
              <a:ext cx="191" cy="28"/>
            </a:xfrm>
            <a:custGeom>
              <a:avLst/>
              <a:gdLst>
                <a:gd name="T0" fmla="*/ 0 w 191"/>
                <a:gd name="T1" fmla="*/ 14 h 28"/>
                <a:gd name="T2" fmla="*/ 93 w 191"/>
                <a:gd name="T3" fmla="*/ 27 h 28"/>
                <a:gd name="T4" fmla="*/ 190 w 191"/>
                <a:gd name="T5" fmla="*/ 9 h 28"/>
                <a:gd name="T6" fmla="*/ 89 w 191"/>
                <a:gd name="T7" fmla="*/ 0 h 28"/>
                <a:gd name="T8" fmla="*/ 0 w 191"/>
                <a:gd name="T9" fmla="*/ 14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"/>
                <a:gd name="T16" fmla="*/ 0 h 28"/>
                <a:gd name="T17" fmla="*/ 191 w 191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" h="28">
                  <a:moveTo>
                    <a:pt x="0" y="14"/>
                  </a:moveTo>
                  <a:lnTo>
                    <a:pt x="93" y="27"/>
                  </a:lnTo>
                  <a:lnTo>
                    <a:pt x="190" y="9"/>
                  </a:lnTo>
                  <a:lnTo>
                    <a:pt x="89" y="0"/>
                  </a:lnTo>
                  <a:lnTo>
                    <a:pt x="0" y="14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8" name="Freeform 273"/>
            <p:cNvSpPr>
              <a:spLocks/>
            </p:cNvSpPr>
            <p:nvPr/>
          </p:nvSpPr>
          <p:spPr bwMode="auto">
            <a:xfrm>
              <a:off x="5205" y="1200"/>
              <a:ext cx="157" cy="10"/>
            </a:xfrm>
            <a:custGeom>
              <a:avLst/>
              <a:gdLst>
                <a:gd name="T0" fmla="*/ 0 w 157"/>
                <a:gd name="T1" fmla="*/ 9 h 10"/>
                <a:gd name="T2" fmla="*/ 151 w 157"/>
                <a:gd name="T3" fmla="*/ 9 h 10"/>
                <a:gd name="T4" fmla="*/ 156 w 157"/>
                <a:gd name="T5" fmla="*/ 9 h 10"/>
                <a:gd name="T6" fmla="*/ 156 w 157"/>
                <a:gd name="T7" fmla="*/ 4 h 10"/>
                <a:gd name="T8" fmla="*/ 76 w 157"/>
                <a:gd name="T9" fmla="*/ 0 h 10"/>
                <a:gd name="T10" fmla="*/ 0 w 157"/>
                <a:gd name="T11" fmla="*/ 9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7"/>
                <a:gd name="T19" fmla="*/ 0 h 10"/>
                <a:gd name="T20" fmla="*/ 157 w 157"/>
                <a:gd name="T21" fmla="*/ 10 h 1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7" h="10">
                  <a:moveTo>
                    <a:pt x="0" y="9"/>
                  </a:moveTo>
                  <a:lnTo>
                    <a:pt x="151" y="9"/>
                  </a:lnTo>
                  <a:lnTo>
                    <a:pt x="156" y="9"/>
                  </a:lnTo>
                  <a:lnTo>
                    <a:pt x="156" y="4"/>
                  </a:lnTo>
                  <a:lnTo>
                    <a:pt x="76" y="0"/>
                  </a:lnTo>
                  <a:lnTo>
                    <a:pt x="0" y="9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9" name="Line 274"/>
            <p:cNvSpPr>
              <a:spLocks noChangeShapeType="1"/>
            </p:cNvSpPr>
            <p:nvPr/>
          </p:nvSpPr>
          <p:spPr bwMode="auto">
            <a:xfrm>
              <a:off x="5242" y="1110"/>
              <a:ext cx="75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0" name="Line 275"/>
            <p:cNvSpPr>
              <a:spLocks noChangeShapeType="1"/>
            </p:cNvSpPr>
            <p:nvPr/>
          </p:nvSpPr>
          <p:spPr bwMode="auto">
            <a:xfrm>
              <a:off x="5294" y="1855"/>
              <a:ext cx="214" cy="1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1" name="Line 276"/>
            <p:cNvSpPr>
              <a:spLocks noChangeShapeType="1"/>
            </p:cNvSpPr>
            <p:nvPr/>
          </p:nvSpPr>
          <p:spPr bwMode="auto">
            <a:xfrm flipH="1">
              <a:off x="5262" y="1798"/>
              <a:ext cx="223" cy="3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2" name="Line 277"/>
            <p:cNvSpPr>
              <a:spLocks noChangeShapeType="1"/>
            </p:cNvSpPr>
            <p:nvPr/>
          </p:nvSpPr>
          <p:spPr bwMode="auto">
            <a:xfrm>
              <a:off x="5109" y="1816"/>
              <a:ext cx="143" cy="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3" name="Line 278"/>
            <p:cNvSpPr>
              <a:spLocks noChangeShapeType="1"/>
            </p:cNvSpPr>
            <p:nvPr/>
          </p:nvSpPr>
          <p:spPr bwMode="auto">
            <a:xfrm flipH="1">
              <a:off x="5025" y="1860"/>
              <a:ext cx="263" cy="1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4" name="Line 279"/>
            <p:cNvSpPr>
              <a:spLocks noChangeShapeType="1"/>
            </p:cNvSpPr>
            <p:nvPr/>
          </p:nvSpPr>
          <p:spPr bwMode="auto">
            <a:xfrm flipH="1">
              <a:off x="5028" y="1757"/>
              <a:ext cx="260" cy="2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5" name="Line 280"/>
            <p:cNvSpPr>
              <a:spLocks noChangeShapeType="1"/>
            </p:cNvSpPr>
            <p:nvPr/>
          </p:nvSpPr>
          <p:spPr bwMode="auto">
            <a:xfrm>
              <a:off x="5109" y="1807"/>
              <a:ext cx="138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6" name="Line 281"/>
            <p:cNvSpPr>
              <a:spLocks noChangeShapeType="1"/>
            </p:cNvSpPr>
            <p:nvPr/>
          </p:nvSpPr>
          <p:spPr bwMode="auto">
            <a:xfrm>
              <a:off x="5299" y="1754"/>
              <a:ext cx="205" cy="2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7" name="Line 282"/>
            <p:cNvSpPr>
              <a:spLocks noChangeShapeType="1"/>
            </p:cNvSpPr>
            <p:nvPr/>
          </p:nvSpPr>
          <p:spPr bwMode="auto">
            <a:xfrm flipH="1">
              <a:off x="5255" y="1807"/>
              <a:ext cx="229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8" name="Line 283"/>
            <p:cNvSpPr>
              <a:spLocks noChangeShapeType="1"/>
            </p:cNvSpPr>
            <p:nvPr/>
          </p:nvSpPr>
          <p:spPr bwMode="auto">
            <a:xfrm>
              <a:off x="5149" y="1616"/>
              <a:ext cx="107" cy="2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9" name="Line 284"/>
            <p:cNvSpPr>
              <a:spLocks noChangeShapeType="1"/>
            </p:cNvSpPr>
            <p:nvPr/>
          </p:nvSpPr>
          <p:spPr bwMode="auto">
            <a:xfrm flipH="1">
              <a:off x="5077" y="1648"/>
              <a:ext cx="211" cy="1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0" name="Line 285"/>
            <p:cNvSpPr>
              <a:spLocks noChangeShapeType="1"/>
            </p:cNvSpPr>
            <p:nvPr/>
          </p:nvSpPr>
          <p:spPr bwMode="auto">
            <a:xfrm>
              <a:off x="5299" y="1648"/>
              <a:ext cx="147" cy="1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1" name="Line 286"/>
            <p:cNvSpPr>
              <a:spLocks noChangeShapeType="1"/>
            </p:cNvSpPr>
            <p:nvPr/>
          </p:nvSpPr>
          <p:spPr bwMode="auto">
            <a:xfrm flipH="1">
              <a:off x="5267" y="1612"/>
              <a:ext cx="184" cy="2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2" name="Line 287"/>
            <p:cNvSpPr>
              <a:spLocks noChangeShapeType="1"/>
            </p:cNvSpPr>
            <p:nvPr/>
          </p:nvSpPr>
          <p:spPr bwMode="auto">
            <a:xfrm flipH="1">
              <a:off x="5073" y="1586"/>
              <a:ext cx="215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3" name="Line 288"/>
            <p:cNvSpPr>
              <a:spLocks noChangeShapeType="1"/>
            </p:cNvSpPr>
            <p:nvPr/>
          </p:nvSpPr>
          <p:spPr bwMode="auto">
            <a:xfrm>
              <a:off x="5144" y="1621"/>
              <a:ext cx="112" cy="1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4" name="Line 289"/>
            <p:cNvSpPr>
              <a:spLocks noChangeShapeType="1"/>
            </p:cNvSpPr>
            <p:nvPr/>
          </p:nvSpPr>
          <p:spPr bwMode="auto">
            <a:xfrm>
              <a:off x="5294" y="1586"/>
              <a:ext cx="158" cy="1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5" name="Line 290"/>
            <p:cNvSpPr>
              <a:spLocks noChangeShapeType="1"/>
            </p:cNvSpPr>
            <p:nvPr/>
          </p:nvSpPr>
          <p:spPr bwMode="auto">
            <a:xfrm flipH="1">
              <a:off x="5259" y="1616"/>
              <a:ext cx="192" cy="1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6" name="Line 291"/>
            <p:cNvSpPr>
              <a:spLocks noChangeShapeType="1"/>
            </p:cNvSpPr>
            <p:nvPr/>
          </p:nvSpPr>
          <p:spPr bwMode="auto">
            <a:xfrm>
              <a:off x="5294" y="1483"/>
              <a:ext cx="125" cy="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7" name="Line 292"/>
            <p:cNvSpPr>
              <a:spLocks noChangeShapeType="1"/>
            </p:cNvSpPr>
            <p:nvPr/>
          </p:nvSpPr>
          <p:spPr bwMode="auto">
            <a:xfrm flipH="1">
              <a:off x="5259" y="1458"/>
              <a:ext cx="161" cy="1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8" name="Line 293"/>
            <p:cNvSpPr>
              <a:spLocks noChangeShapeType="1"/>
            </p:cNvSpPr>
            <p:nvPr/>
          </p:nvSpPr>
          <p:spPr bwMode="auto">
            <a:xfrm>
              <a:off x="5176" y="1466"/>
              <a:ext cx="80" cy="1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9" name="Line 294"/>
            <p:cNvSpPr>
              <a:spLocks noChangeShapeType="1"/>
            </p:cNvSpPr>
            <p:nvPr/>
          </p:nvSpPr>
          <p:spPr bwMode="auto">
            <a:xfrm flipH="1">
              <a:off x="5107" y="1489"/>
              <a:ext cx="181" cy="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0" name="Line 295"/>
            <p:cNvSpPr>
              <a:spLocks noChangeShapeType="1"/>
            </p:cNvSpPr>
            <p:nvPr/>
          </p:nvSpPr>
          <p:spPr bwMode="auto">
            <a:xfrm flipH="1">
              <a:off x="5107" y="1449"/>
              <a:ext cx="181" cy="1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1" name="Line 296"/>
            <p:cNvSpPr>
              <a:spLocks noChangeShapeType="1"/>
            </p:cNvSpPr>
            <p:nvPr/>
          </p:nvSpPr>
          <p:spPr bwMode="auto">
            <a:xfrm>
              <a:off x="5181" y="1466"/>
              <a:ext cx="78" cy="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2" name="Line 297"/>
            <p:cNvSpPr>
              <a:spLocks noChangeShapeType="1"/>
            </p:cNvSpPr>
            <p:nvPr/>
          </p:nvSpPr>
          <p:spPr bwMode="auto">
            <a:xfrm>
              <a:off x="5304" y="1454"/>
              <a:ext cx="106" cy="1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3" name="Line 298"/>
            <p:cNvSpPr>
              <a:spLocks noChangeShapeType="1"/>
            </p:cNvSpPr>
            <p:nvPr/>
          </p:nvSpPr>
          <p:spPr bwMode="auto">
            <a:xfrm flipH="1">
              <a:off x="5267" y="1461"/>
              <a:ext cx="153" cy="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4" name="Line 299"/>
            <p:cNvSpPr>
              <a:spLocks noChangeShapeType="1"/>
            </p:cNvSpPr>
            <p:nvPr/>
          </p:nvSpPr>
          <p:spPr bwMode="auto">
            <a:xfrm flipH="1">
              <a:off x="5267" y="1323"/>
              <a:ext cx="122" cy="1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5" name="Line 300"/>
            <p:cNvSpPr>
              <a:spLocks noChangeShapeType="1"/>
            </p:cNvSpPr>
            <p:nvPr/>
          </p:nvSpPr>
          <p:spPr bwMode="auto">
            <a:xfrm>
              <a:off x="5299" y="1343"/>
              <a:ext cx="89" cy="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6" name="Line 301"/>
            <p:cNvSpPr>
              <a:spLocks noChangeShapeType="1"/>
            </p:cNvSpPr>
            <p:nvPr/>
          </p:nvSpPr>
          <p:spPr bwMode="auto">
            <a:xfrm>
              <a:off x="5207" y="1334"/>
              <a:ext cx="45" cy="1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7" name="Line 302"/>
            <p:cNvSpPr>
              <a:spLocks noChangeShapeType="1"/>
            </p:cNvSpPr>
            <p:nvPr/>
          </p:nvSpPr>
          <p:spPr bwMode="auto">
            <a:xfrm flipH="1">
              <a:off x="5139" y="1347"/>
              <a:ext cx="152" cy="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8" name="Line 303"/>
            <p:cNvSpPr>
              <a:spLocks noChangeShapeType="1"/>
            </p:cNvSpPr>
            <p:nvPr/>
          </p:nvSpPr>
          <p:spPr bwMode="auto">
            <a:xfrm>
              <a:off x="5299" y="1224"/>
              <a:ext cx="58" cy="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9" name="Line 304"/>
            <p:cNvSpPr>
              <a:spLocks noChangeShapeType="1"/>
            </p:cNvSpPr>
            <p:nvPr/>
          </p:nvSpPr>
          <p:spPr bwMode="auto">
            <a:xfrm flipH="1">
              <a:off x="5262" y="1224"/>
              <a:ext cx="110" cy="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0" name="Line 305"/>
            <p:cNvSpPr>
              <a:spLocks noChangeShapeType="1"/>
            </p:cNvSpPr>
            <p:nvPr/>
          </p:nvSpPr>
          <p:spPr bwMode="auto">
            <a:xfrm>
              <a:off x="5228" y="1224"/>
              <a:ext cx="31" cy="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1" name="Line 306"/>
            <p:cNvSpPr>
              <a:spLocks noChangeShapeType="1"/>
            </p:cNvSpPr>
            <p:nvPr/>
          </p:nvSpPr>
          <p:spPr bwMode="auto">
            <a:xfrm flipH="1">
              <a:off x="5170" y="1228"/>
              <a:ext cx="126" cy="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2" name="Line 307"/>
            <p:cNvSpPr>
              <a:spLocks noChangeShapeType="1"/>
            </p:cNvSpPr>
            <p:nvPr/>
          </p:nvSpPr>
          <p:spPr bwMode="auto">
            <a:xfrm>
              <a:off x="5304" y="1126"/>
              <a:ext cx="31" cy="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3" name="Line 308"/>
            <p:cNvSpPr>
              <a:spLocks noChangeShapeType="1"/>
            </p:cNvSpPr>
            <p:nvPr/>
          </p:nvSpPr>
          <p:spPr bwMode="auto">
            <a:xfrm flipH="1">
              <a:off x="5272" y="1131"/>
              <a:ext cx="86" cy="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4" name="Line 309"/>
            <p:cNvSpPr>
              <a:spLocks noChangeShapeType="1"/>
            </p:cNvSpPr>
            <p:nvPr/>
          </p:nvSpPr>
          <p:spPr bwMode="auto">
            <a:xfrm>
              <a:off x="5246" y="1131"/>
              <a:ext cx="2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5" name="Line 310"/>
            <p:cNvSpPr>
              <a:spLocks noChangeShapeType="1"/>
            </p:cNvSpPr>
            <p:nvPr/>
          </p:nvSpPr>
          <p:spPr bwMode="auto">
            <a:xfrm flipH="1">
              <a:off x="5196" y="1131"/>
              <a:ext cx="100" cy="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6" name="Line 311"/>
            <p:cNvSpPr>
              <a:spLocks noChangeShapeType="1"/>
            </p:cNvSpPr>
            <p:nvPr/>
          </p:nvSpPr>
          <p:spPr bwMode="auto">
            <a:xfrm>
              <a:off x="5294" y="1643"/>
              <a:ext cx="434" cy="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7" name="Line 312"/>
            <p:cNvSpPr>
              <a:spLocks noChangeShapeType="1"/>
            </p:cNvSpPr>
            <p:nvPr/>
          </p:nvSpPr>
          <p:spPr bwMode="auto">
            <a:xfrm>
              <a:off x="5459" y="1609"/>
              <a:ext cx="269" cy="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8" name="Line 313"/>
            <p:cNvSpPr>
              <a:spLocks noChangeShapeType="1"/>
            </p:cNvSpPr>
            <p:nvPr/>
          </p:nvSpPr>
          <p:spPr bwMode="auto">
            <a:xfrm>
              <a:off x="5363" y="1475"/>
              <a:ext cx="370" cy="2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9" name="Line 314"/>
            <p:cNvSpPr>
              <a:spLocks noChangeShapeType="1"/>
            </p:cNvSpPr>
            <p:nvPr/>
          </p:nvSpPr>
          <p:spPr bwMode="auto">
            <a:xfrm>
              <a:off x="5299" y="1338"/>
              <a:ext cx="280" cy="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0" name="Line 315"/>
            <p:cNvSpPr>
              <a:spLocks noChangeShapeType="1"/>
            </p:cNvSpPr>
            <p:nvPr/>
          </p:nvSpPr>
          <p:spPr bwMode="auto">
            <a:xfrm>
              <a:off x="5397" y="1321"/>
              <a:ext cx="186" cy="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1" name="Line 316"/>
            <p:cNvSpPr>
              <a:spLocks noChangeShapeType="1"/>
            </p:cNvSpPr>
            <p:nvPr/>
          </p:nvSpPr>
          <p:spPr bwMode="auto">
            <a:xfrm>
              <a:off x="5330" y="1224"/>
              <a:ext cx="258" cy="1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2" name="Line 317"/>
            <p:cNvSpPr>
              <a:spLocks noChangeShapeType="1"/>
            </p:cNvSpPr>
            <p:nvPr/>
          </p:nvSpPr>
          <p:spPr bwMode="auto">
            <a:xfrm flipH="1" flipV="1">
              <a:off x="4837" y="1517"/>
              <a:ext cx="295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3" name="Line 318"/>
            <p:cNvSpPr>
              <a:spLocks noChangeShapeType="1"/>
            </p:cNvSpPr>
            <p:nvPr/>
          </p:nvSpPr>
          <p:spPr bwMode="auto">
            <a:xfrm flipH="1" flipV="1">
              <a:off x="4842" y="1514"/>
              <a:ext cx="445" cy="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4" name="Line 319"/>
            <p:cNvSpPr>
              <a:spLocks noChangeShapeType="1"/>
            </p:cNvSpPr>
            <p:nvPr/>
          </p:nvSpPr>
          <p:spPr bwMode="auto">
            <a:xfrm flipH="1">
              <a:off x="4847" y="1455"/>
              <a:ext cx="385" cy="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5" name="Line 320"/>
            <p:cNvSpPr>
              <a:spLocks noChangeShapeType="1"/>
            </p:cNvSpPr>
            <p:nvPr/>
          </p:nvSpPr>
          <p:spPr bwMode="auto">
            <a:xfrm flipH="1" flipV="1">
              <a:off x="5005" y="1264"/>
              <a:ext cx="189" cy="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6" name="Line 321"/>
            <p:cNvSpPr>
              <a:spLocks noChangeShapeType="1"/>
            </p:cNvSpPr>
            <p:nvPr/>
          </p:nvSpPr>
          <p:spPr bwMode="auto">
            <a:xfrm flipH="1" flipV="1">
              <a:off x="5036" y="1264"/>
              <a:ext cx="247" cy="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7" name="Line 322"/>
            <p:cNvSpPr>
              <a:spLocks noChangeShapeType="1"/>
            </p:cNvSpPr>
            <p:nvPr/>
          </p:nvSpPr>
          <p:spPr bwMode="auto">
            <a:xfrm flipV="1">
              <a:off x="5038" y="1192"/>
              <a:ext cx="188" cy="1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7998" name="Group 323"/>
            <p:cNvGrpSpPr>
              <a:grpSpLocks/>
            </p:cNvGrpSpPr>
            <p:nvPr/>
          </p:nvGrpSpPr>
          <p:grpSpPr bwMode="auto">
            <a:xfrm>
              <a:off x="5786" y="1724"/>
              <a:ext cx="68" cy="39"/>
              <a:chOff x="5786" y="1724"/>
              <a:chExt cx="68" cy="39"/>
            </a:xfrm>
          </p:grpSpPr>
          <p:grpSp>
            <p:nvGrpSpPr>
              <p:cNvPr id="38112" name="Group 324"/>
              <p:cNvGrpSpPr>
                <a:grpSpLocks/>
              </p:cNvGrpSpPr>
              <p:nvPr/>
            </p:nvGrpSpPr>
            <p:grpSpPr bwMode="auto">
              <a:xfrm>
                <a:off x="5849" y="1752"/>
                <a:ext cx="5" cy="11"/>
                <a:chOff x="5849" y="1752"/>
                <a:chExt cx="5" cy="11"/>
              </a:xfrm>
            </p:grpSpPr>
            <p:sp>
              <p:nvSpPr>
                <p:cNvPr id="38119" name="Arc 325"/>
                <p:cNvSpPr>
                  <a:spLocks/>
                </p:cNvSpPr>
                <p:nvPr/>
              </p:nvSpPr>
              <p:spPr bwMode="auto">
                <a:xfrm rot="1440000">
                  <a:off x="5851" y="1752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120" name="Arc 326"/>
                <p:cNvSpPr>
                  <a:spLocks/>
                </p:cNvSpPr>
                <p:nvPr/>
              </p:nvSpPr>
              <p:spPr bwMode="auto">
                <a:xfrm rot="1440000">
                  <a:off x="5849" y="175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113" name="Group 327"/>
              <p:cNvGrpSpPr>
                <a:grpSpLocks/>
              </p:cNvGrpSpPr>
              <p:nvPr/>
            </p:nvGrpSpPr>
            <p:grpSpPr bwMode="auto">
              <a:xfrm>
                <a:off x="5818" y="1738"/>
                <a:ext cx="5" cy="11"/>
                <a:chOff x="5818" y="1738"/>
                <a:chExt cx="5" cy="11"/>
              </a:xfrm>
            </p:grpSpPr>
            <p:sp>
              <p:nvSpPr>
                <p:cNvPr id="38117" name="Arc 328"/>
                <p:cNvSpPr>
                  <a:spLocks/>
                </p:cNvSpPr>
                <p:nvPr/>
              </p:nvSpPr>
              <p:spPr bwMode="auto">
                <a:xfrm rot="1440000">
                  <a:off x="5818" y="173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118" name="Arc 329"/>
                <p:cNvSpPr>
                  <a:spLocks/>
                </p:cNvSpPr>
                <p:nvPr/>
              </p:nvSpPr>
              <p:spPr bwMode="auto">
                <a:xfrm rot="1440000">
                  <a:off x="5819" y="1744"/>
                  <a:ext cx="4" cy="5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114" name="Group 330"/>
              <p:cNvGrpSpPr>
                <a:grpSpLocks/>
              </p:cNvGrpSpPr>
              <p:nvPr/>
            </p:nvGrpSpPr>
            <p:grpSpPr bwMode="auto">
              <a:xfrm>
                <a:off x="5786" y="1724"/>
                <a:ext cx="4" cy="12"/>
                <a:chOff x="5786" y="1724"/>
                <a:chExt cx="4" cy="12"/>
              </a:xfrm>
            </p:grpSpPr>
            <p:sp>
              <p:nvSpPr>
                <p:cNvPr id="38115" name="Arc 331"/>
                <p:cNvSpPr>
                  <a:spLocks/>
                </p:cNvSpPr>
                <p:nvPr/>
              </p:nvSpPr>
              <p:spPr bwMode="auto">
                <a:xfrm rot="1440000">
                  <a:off x="5787" y="1724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116" name="Arc 332"/>
                <p:cNvSpPr>
                  <a:spLocks/>
                </p:cNvSpPr>
                <p:nvPr/>
              </p:nvSpPr>
              <p:spPr bwMode="auto">
                <a:xfrm rot="1440000">
                  <a:off x="5786" y="1730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7999" name="Group 333"/>
            <p:cNvGrpSpPr>
              <a:grpSpLocks/>
            </p:cNvGrpSpPr>
            <p:nvPr/>
          </p:nvGrpSpPr>
          <p:grpSpPr bwMode="auto">
            <a:xfrm>
              <a:off x="5763" y="1754"/>
              <a:ext cx="68" cy="40"/>
              <a:chOff x="5763" y="1754"/>
              <a:chExt cx="68" cy="40"/>
            </a:xfrm>
          </p:grpSpPr>
          <p:grpSp>
            <p:nvGrpSpPr>
              <p:cNvPr id="38103" name="Group 334"/>
              <p:cNvGrpSpPr>
                <a:grpSpLocks/>
              </p:cNvGrpSpPr>
              <p:nvPr/>
            </p:nvGrpSpPr>
            <p:grpSpPr bwMode="auto">
              <a:xfrm>
                <a:off x="5826" y="1781"/>
                <a:ext cx="5" cy="13"/>
                <a:chOff x="5826" y="1781"/>
                <a:chExt cx="5" cy="13"/>
              </a:xfrm>
            </p:grpSpPr>
            <p:sp>
              <p:nvSpPr>
                <p:cNvPr id="38110" name="Arc 335"/>
                <p:cNvSpPr>
                  <a:spLocks/>
                </p:cNvSpPr>
                <p:nvPr/>
              </p:nvSpPr>
              <p:spPr bwMode="auto">
                <a:xfrm rot="1440000">
                  <a:off x="5827" y="1781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111" name="Arc 336"/>
                <p:cNvSpPr>
                  <a:spLocks/>
                </p:cNvSpPr>
                <p:nvPr/>
              </p:nvSpPr>
              <p:spPr bwMode="auto">
                <a:xfrm rot="1440000">
                  <a:off x="5826" y="1788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104" name="Group 337"/>
              <p:cNvGrpSpPr>
                <a:grpSpLocks/>
              </p:cNvGrpSpPr>
              <p:nvPr/>
            </p:nvGrpSpPr>
            <p:grpSpPr bwMode="auto">
              <a:xfrm>
                <a:off x="5794" y="1768"/>
                <a:ext cx="5" cy="12"/>
                <a:chOff x="5794" y="1768"/>
                <a:chExt cx="5" cy="12"/>
              </a:xfrm>
            </p:grpSpPr>
            <p:sp>
              <p:nvSpPr>
                <p:cNvPr id="38108" name="Arc 338"/>
                <p:cNvSpPr>
                  <a:spLocks/>
                </p:cNvSpPr>
                <p:nvPr/>
              </p:nvSpPr>
              <p:spPr bwMode="auto">
                <a:xfrm rot="1440000">
                  <a:off x="5795" y="176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109" name="Arc 339"/>
                <p:cNvSpPr>
                  <a:spLocks/>
                </p:cNvSpPr>
                <p:nvPr/>
              </p:nvSpPr>
              <p:spPr bwMode="auto">
                <a:xfrm rot="1440000">
                  <a:off x="5794" y="1774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105" name="Group 340"/>
              <p:cNvGrpSpPr>
                <a:grpSpLocks/>
              </p:cNvGrpSpPr>
              <p:nvPr/>
            </p:nvGrpSpPr>
            <p:grpSpPr bwMode="auto">
              <a:xfrm>
                <a:off x="5763" y="1754"/>
                <a:ext cx="4" cy="12"/>
                <a:chOff x="5763" y="1754"/>
                <a:chExt cx="4" cy="12"/>
              </a:xfrm>
            </p:grpSpPr>
            <p:sp>
              <p:nvSpPr>
                <p:cNvPr id="38106" name="Arc 341"/>
                <p:cNvSpPr>
                  <a:spLocks/>
                </p:cNvSpPr>
                <p:nvPr/>
              </p:nvSpPr>
              <p:spPr bwMode="auto">
                <a:xfrm rot="1440000">
                  <a:off x="5764" y="1754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107" name="Arc 342"/>
                <p:cNvSpPr>
                  <a:spLocks/>
                </p:cNvSpPr>
                <p:nvPr/>
              </p:nvSpPr>
              <p:spPr bwMode="auto">
                <a:xfrm rot="1440000">
                  <a:off x="5763" y="1760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000" name="Group 343"/>
            <p:cNvGrpSpPr>
              <a:grpSpLocks/>
            </p:cNvGrpSpPr>
            <p:nvPr/>
          </p:nvGrpSpPr>
          <p:grpSpPr bwMode="auto">
            <a:xfrm>
              <a:off x="5788" y="1724"/>
              <a:ext cx="68" cy="39"/>
              <a:chOff x="5788" y="1724"/>
              <a:chExt cx="68" cy="39"/>
            </a:xfrm>
          </p:grpSpPr>
          <p:grpSp>
            <p:nvGrpSpPr>
              <p:cNvPr id="38094" name="Group 344"/>
              <p:cNvGrpSpPr>
                <a:grpSpLocks/>
              </p:cNvGrpSpPr>
              <p:nvPr/>
            </p:nvGrpSpPr>
            <p:grpSpPr bwMode="auto">
              <a:xfrm>
                <a:off x="5852" y="1752"/>
                <a:ext cx="4" cy="11"/>
                <a:chOff x="5852" y="1752"/>
                <a:chExt cx="4" cy="11"/>
              </a:xfrm>
            </p:grpSpPr>
            <p:sp>
              <p:nvSpPr>
                <p:cNvPr id="38101" name="Arc 345"/>
                <p:cNvSpPr>
                  <a:spLocks/>
                </p:cNvSpPr>
                <p:nvPr/>
              </p:nvSpPr>
              <p:spPr bwMode="auto">
                <a:xfrm rot="1440000">
                  <a:off x="5852" y="1752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102" name="Arc 346"/>
                <p:cNvSpPr>
                  <a:spLocks/>
                </p:cNvSpPr>
                <p:nvPr/>
              </p:nvSpPr>
              <p:spPr bwMode="auto">
                <a:xfrm rot="1440000">
                  <a:off x="5852" y="175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95" name="Group 347"/>
              <p:cNvGrpSpPr>
                <a:grpSpLocks/>
              </p:cNvGrpSpPr>
              <p:nvPr/>
            </p:nvGrpSpPr>
            <p:grpSpPr bwMode="auto">
              <a:xfrm>
                <a:off x="5819" y="1738"/>
                <a:ext cx="5" cy="11"/>
                <a:chOff x="5819" y="1738"/>
                <a:chExt cx="5" cy="11"/>
              </a:xfrm>
            </p:grpSpPr>
            <p:sp>
              <p:nvSpPr>
                <p:cNvPr id="38099" name="Arc 348"/>
                <p:cNvSpPr>
                  <a:spLocks/>
                </p:cNvSpPr>
                <p:nvPr/>
              </p:nvSpPr>
              <p:spPr bwMode="auto">
                <a:xfrm rot="1440000">
                  <a:off x="5819" y="173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100" name="Arc 349"/>
                <p:cNvSpPr>
                  <a:spLocks/>
                </p:cNvSpPr>
                <p:nvPr/>
              </p:nvSpPr>
              <p:spPr bwMode="auto">
                <a:xfrm rot="1440000">
                  <a:off x="5819" y="1744"/>
                  <a:ext cx="5" cy="5"/>
                </a:xfrm>
                <a:custGeom>
                  <a:avLst/>
                  <a:gdLst>
                    <a:gd name="T0" fmla="*/ 0 w 26839"/>
                    <a:gd name="T1" fmla="*/ 0 h 21600"/>
                    <a:gd name="T2" fmla="*/ 0 w 26839"/>
                    <a:gd name="T3" fmla="*/ 0 h 21600"/>
                    <a:gd name="T4" fmla="*/ 0 w 26839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6839"/>
                    <a:gd name="T10" fmla="*/ 0 h 21600"/>
                    <a:gd name="T11" fmla="*/ 26839 w 26839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839" h="21600" fill="none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</a:path>
                    <a:path w="26839" h="21600" stroke="0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  <a:lnTo>
                        <a:pt x="5239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96" name="Group 350"/>
              <p:cNvGrpSpPr>
                <a:grpSpLocks/>
              </p:cNvGrpSpPr>
              <p:nvPr/>
            </p:nvGrpSpPr>
            <p:grpSpPr bwMode="auto">
              <a:xfrm>
                <a:off x="5788" y="1724"/>
                <a:ext cx="4" cy="12"/>
                <a:chOff x="5788" y="1724"/>
                <a:chExt cx="4" cy="12"/>
              </a:xfrm>
            </p:grpSpPr>
            <p:sp>
              <p:nvSpPr>
                <p:cNvPr id="38097" name="Arc 351"/>
                <p:cNvSpPr>
                  <a:spLocks/>
                </p:cNvSpPr>
                <p:nvPr/>
              </p:nvSpPr>
              <p:spPr bwMode="auto">
                <a:xfrm rot="1440000">
                  <a:off x="5789" y="1724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98" name="Arc 352"/>
                <p:cNvSpPr>
                  <a:spLocks/>
                </p:cNvSpPr>
                <p:nvPr/>
              </p:nvSpPr>
              <p:spPr bwMode="auto">
                <a:xfrm rot="1440000">
                  <a:off x="5788" y="1730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001" name="Group 353"/>
            <p:cNvGrpSpPr>
              <a:grpSpLocks/>
            </p:cNvGrpSpPr>
            <p:nvPr/>
          </p:nvGrpSpPr>
          <p:grpSpPr bwMode="auto">
            <a:xfrm>
              <a:off x="5620" y="1417"/>
              <a:ext cx="68" cy="39"/>
              <a:chOff x="5620" y="1417"/>
              <a:chExt cx="68" cy="39"/>
            </a:xfrm>
          </p:grpSpPr>
          <p:grpSp>
            <p:nvGrpSpPr>
              <p:cNvPr id="38085" name="Group 354"/>
              <p:cNvGrpSpPr>
                <a:grpSpLocks/>
              </p:cNvGrpSpPr>
              <p:nvPr/>
            </p:nvGrpSpPr>
            <p:grpSpPr bwMode="auto">
              <a:xfrm>
                <a:off x="5684" y="1443"/>
                <a:ext cx="4" cy="13"/>
                <a:chOff x="5684" y="1443"/>
                <a:chExt cx="4" cy="13"/>
              </a:xfrm>
            </p:grpSpPr>
            <p:sp>
              <p:nvSpPr>
                <p:cNvPr id="38092" name="Arc 355"/>
                <p:cNvSpPr>
                  <a:spLocks/>
                </p:cNvSpPr>
                <p:nvPr/>
              </p:nvSpPr>
              <p:spPr bwMode="auto">
                <a:xfrm rot="1440000">
                  <a:off x="5684" y="1443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93" name="Arc 356"/>
                <p:cNvSpPr>
                  <a:spLocks/>
                </p:cNvSpPr>
                <p:nvPr/>
              </p:nvSpPr>
              <p:spPr bwMode="auto">
                <a:xfrm rot="1440000">
                  <a:off x="5684" y="1450"/>
                  <a:ext cx="3" cy="6"/>
                </a:xfrm>
                <a:custGeom>
                  <a:avLst/>
                  <a:gdLst>
                    <a:gd name="T0" fmla="*/ 0 w 31260"/>
                    <a:gd name="T1" fmla="*/ 0 h 21600"/>
                    <a:gd name="T2" fmla="*/ 0 w 31260"/>
                    <a:gd name="T3" fmla="*/ 0 h 21600"/>
                    <a:gd name="T4" fmla="*/ 0 w 3126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1260"/>
                    <a:gd name="T10" fmla="*/ 0 h 21600"/>
                    <a:gd name="T11" fmla="*/ 31260 w 3126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60" h="21600" fill="none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</a:path>
                    <a:path w="31260" h="21600" stroke="0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  <a:lnTo>
                        <a:pt x="966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86" name="Group 357"/>
              <p:cNvGrpSpPr>
                <a:grpSpLocks/>
              </p:cNvGrpSpPr>
              <p:nvPr/>
            </p:nvGrpSpPr>
            <p:grpSpPr bwMode="auto">
              <a:xfrm>
                <a:off x="5652" y="1430"/>
                <a:ext cx="4" cy="11"/>
                <a:chOff x="5652" y="1430"/>
                <a:chExt cx="4" cy="11"/>
              </a:xfrm>
            </p:grpSpPr>
            <p:sp>
              <p:nvSpPr>
                <p:cNvPr id="38090" name="Arc 358"/>
                <p:cNvSpPr>
                  <a:spLocks/>
                </p:cNvSpPr>
                <p:nvPr/>
              </p:nvSpPr>
              <p:spPr bwMode="auto">
                <a:xfrm rot="1440000">
                  <a:off x="5653" y="1430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91" name="Arc 359"/>
                <p:cNvSpPr>
                  <a:spLocks/>
                </p:cNvSpPr>
                <p:nvPr/>
              </p:nvSpPr>
              <p:spPr bwMode="auto">
                <a:xfrm rot="1440000">
                  <a:off x="5652" y="1435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87" name="Group 360"/>
              <p:cNvGrpSpPr>
                <a:grpSpLocks/>
              </p:cNvGrpSpPr>
              <p:nvPr/>
            </p:nvGrpSpPr>
            <p:grpSpPr bwMode="auto">
              <a:xfrm>
                <a:off x="5620" y="1417"/>
                <a:ext cx="5" cy="11"/>
                <a:chOff x="5620" y="1417"/>
                <a:chExt cx="5" cy="11"/>
              </a:xfrm>
            </p:grpSpPr>
            <p:sp>
              <p:nvSpPr>
                <p:cNvPr id="38088" name="Arc 361"/>
                <p:cNvSpPr>
                  <a:spLocks/>
                </p:cNvSpPr>
                <p:nvPr/>
              </p:nvSpPr>
              <p:spPr bwMode="auto">
                <a:xfrm rot="1440000">
                  <a:off x="5622" y="1417"/>
                  <a:ext cx="3" cy="4"/>
                </a:xfrm>
                <a:custGeom>
                  <a:avLst/>
                  <a:gdLst>
                    <a:gd name="T0" fmla="*/ 0 w 20955"/>
                    <a:gd name="T1" fmla="*/ 0 h 20492"/>
                    <a:gd name="T2" fmla="*/ 0 w 20955"/>
                    <a:gd name="T3" fmla="*/ 0 h 20492"/>
                    <a:gd name="T4" fmla="*/ 0 w 20955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0955"/>
                    <a:gd name="T10" fmla="*/ 0 h 20492"/>
                    <a:gd name="T11" fmla="*/ 20955 w 20955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55" h="20492" fill="none" extrusionOk="0">
                      <a:moveTo>
                        <a:pt x="-1" y="15252"/>
                      </a:moveTo>
                      <a:cubicBezTo>
                        <a:pt x="1791" y="8088"/>
                        <a:pt x="7118" y="2335"/>
                        <a:pt x="14124" y="0"/>
                      </a:cubicBezTo>
                    </a:path>
                    <a:path w="20955" h="20492" stroke="0" extrusionOk="0">
                      <a:moveTo>
                        <a:pt x="-1" y="15252"/>
                      </a:moveTo>
                      <a:cubicBezTo>
                        <a:pt x="1791" y="8088"/>
                        <a:pt x="7118" y="2335"/>
                        <a:pt x="14124" y="0"/>
                      </a:cubicBezTo>
                      <a:lnTo>
                        <a:pt x="20955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89" name="Arc 362"/>
                <p:cNvSpPr>
                  <a:spLocks/>
                </p:cNvSpPr>
                <p:nvPr/>
              </p:nvSpPr>
              <p:spPr bwMode="auto">
                <a:xfrm rot="1440000">
                  <a:off x="5620" y="1422"/>
                  <a:ext cx="4" cy="6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002" name="Group 363"/>
            <p:cNvGrpSpPr>
              <a:grpSpLocks/>
            </p:cNvGrpSpPr>
            <p:nvPr/>
          </p:nvGrpSpPr>
          <p:grpSpPr bwMode="auto">
            <a:xfrm>
              <a:off x="5646" y="1386"/>
              <a:ext cx="67" cy="39"/>
              <a:chOff x="5646" y="1386"/>
              <a:chExt cx="67" cy="39"/>
            </a:xfrm>
          </p:grpSpPr>
          <p:grpSp>
            <p:nvGrpSpPr>
              <p:cNvPr id="38076" name="Group 364"/>
              <p:cNvGrpSpPr>
                <a:grpSpLocks/>
              </p:cNvGrpSpPr>
              <p:nvPr/>
            </p:nvGrpSpPr>
            <p:grpSpPr bwMode="auto">
              <a:xfrm>
                <a:off x="5708" y="1413"/>
                <a:ext cx="5" cy="12"/>
                <a:chOff x="5708" y="1413"/>
                <a:chExt cx="5" cy="12"/>
              </a:xfrm>
            </p:grpSpPr>
            <p:sp>
              <p:nvSpPr>
                <p:cNvPr id="38083" name="Arc 365"/>
                <p:cNvSpPr>
                  <a:spLocks/>
                </p:cNvSpPr>
                <p:nvPr/>
              </p:nvSpPr>
              <p:spPr bwMode="auto">
                <a:xfrm rot="1440000">
                  <a:off x="5708" y="1413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84" name="Arc 366"/>
                <p:cNvSpPr>
                  <a:spLocks/>
                </p:cNvSpPr>
                <p:nvPr/>
              </p:nvSpPr>
              <p:spPr bwMode="auto">
                <a:xfrm rot="1440000">
                  <a:off x="5709" y="1420"/>
                  <a:ext cx="4" cy="5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77" name="Group 367"/>
              <p:cNvGrpSpPr>
                <a:grpSpLocks/>
              </p:cNvGrpSpPr>
              <p:nvPr/>
            </p:nvGrpSpPr>
            <p:grpSpPr bwMode="auto">
              <a:xfrm>
                <a:off x="5676" y="1399"/>
                <a:ext cx="5" cy="12"/>
                <a:chOff x="5676" y="1399"/>
                <a:chExt cx="5" cy="12"/>
              </a:xfrm>
            </p:grpSpPr>
            <p:sp>
              <p:nvSpPr>
                <p:cNvPr id="38081" name="Arc 368"/>
                <p:cNvSpPr>
                  <a:spLocks/>
                </p:cNvSpPr>
                <p:nvPr/>
              </p:nvSpPr>
              <p:spPr bwMode="auto">
                <a:xfrm rot="1440000">
                  <a:off x="5677" y="1399"/>
                  <a:ext cx="4" cy="6"/>
                </a:xfrm>
                <a:custGeom>
                  <a:avLst/>
                  <a:gdLst>
                    <a:gd name="T0" fmla="*/ 0 w 21306"/>
                    <a:gd name="T1" fmla="*/ 0 h 20955"/>
                    <a:gd name="T2" fmla="*/ 0 w 21306"/>
                    <a:gd name="T3" fmla="*/ 0 h 20955"/>
                    <a:gd name="T4" fmla="*/ 0 w 21306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306"/>
                    <a:gd name="T10" fmla="*/ 0 h 20955"/>
                    <a:gd name="T11" fmla="*/ 21306 w 21306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306" h="20955" fill="none" extrusionOk="0">
                      <a:moveTo>
                        <a:pt x="-1" y="17403"/>
                      </a:moveTo>
                      <a:cubicBezTo>
                        <a:pt x="1413" y="8921"/>
                        <a:pt x="7724" y="2085"/>
                        <a:pt x="16066" y="-1"/>
                      </a:cubicBezTo>
                    </a:path>
                    <a:path w="21306" h="20955" stroke="0" extrusionOk="0">
                      <a:moveTo>
                        <a:pt x="-1" y="17403"/>
                      </a:moveTo>
                      <a:cubicBezTo>
                        <a:pt x="1413" y="8921"/>
                        <a:pt x="7724" y="2085"/>
                        <a:pt x="16066" y="-1"/>
                      </a:cubicBezTo>
                      <a:lnTo>
                        <a:pt x="21306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82" name="Arc 369"/>
                <p:cNvSpPr>
                  <a:spLocks/>
                </p:cNvSpPr>
                <p:nvPr/>
              </p:nvSpPr>
              <p:spPr bwMode="auto">
                <a:xfrm rot="1440000">
                  <a:off x="5676" y="1405"/>
                  <a:ext cx="4" cy="6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78" name="Group 370"/>
              <p:cNvGrpSpPr>
                <a:grpSpLocks/>
              </p:cNvGrpSpPr>
              <p:nvPr/>
            </p:nvGrpSpPr>
            <p:grpSpPr bwMode="auto">
              <a:xfrm>
                <a:off x="5646" y="1386"/>
                <a:ext cx="4" cy="12"/>
                <a:chOff x="5646" y="1386"/>
                <a:chExt cx="4" cy="12"/>
              </a:xfrm>
            </p:grpSpPr>
            <p:sp>
              <p:nvSpPr>
                <p:cNvPr id="38079" name="Arc 371"/>
                <p:cNvSpPr>
                  <a:spLocks/>
                </p:cNvSpPr>
                <p:nvPr/>
              </p:nvSpPr>
              <p:spPr bwMode="auto">
                <a:xfrm rot="1440000">
                  <a:off x="5646" y="1386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80" name="Arc 372"/>
                <p:cNvSpPr>
                  <a:spLocks/>
                </p:cNvSpPr>
                <p:nvPr/>
              </p:nvSpPr>
              <p:spPr bwMode="auto">
                <a:xfrm rot="1440000">
                  <a:off x="5646" y="1392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003" name="Group 373"/>
            <p:cNvGrpSpPr>
              <a:grpSpLocks/>
            </p:cNvGrpSpPr>
            <p:nvPr/>
          </p:nvGrpSpPr>
          <p:grpSpPr bwMode="auto">
            <a:xfrm>
              <a:off x="5086" y="1311"/>
              <a:ext cx="4" cy="8"/>
              <a:chOff x="5086" y="1311"/>
              <a:chExt cx="4" cy="8"/>
            </a:xfrm>
          </p:grpSpPr>
          <p:sp>
            <p:nvSpPr>
              <p:cNvPr id="38074" name="Arc 374"/>
              <p:cNvSpPr>
                <a:spLocks/>
              </p:cNvSpPr>
              <p:nvPr/>
            </p:nvSpPr>
            <p:spPr bwMode="auto">
              <a:xfrm rot="1440000">
                <a:off x="5088" y="1311"/>
                <a:ext cx="2" cy="3"/>
              </a:xfrm>
              <a:custGeom>
                <a:avLst/>
                <a:gdLst>
                  <a:gd name="T0" fmla="*/ 0 w 20492"/>
                  <a:gd name="T1" fmla="*/ 0 h 19320"/>
                  <a:gd name="T2" fmla="*/ 0 w 20492"/>
                  <a:gd name="T3" fmla="*/ 0 h 19320"/>
                  <a:gd name="T4" fmla="*/ 0 w 20492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20492"/>
                  <a:gd name="T10" fmla="*/ 0 h 19320"/>
                  <a:gd name="T11" fmla="*/ 20492 w 20492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492" h="19320" fill="none" extrusionOk="0">
                    <a:moveTo>
                      <a:pt x="0" y="12489"/>
                    </a:moveTo>
                    <a:cubicBezTo>
                      <a:pt x="1812" y="7054"/>
                      <a:pt x="5708" y="2562"/>
                      <a:pt x="10832" y="0"/>
                    </a:cubicBezTo>
                  </a:path>
                  <a:path w="20492" h="19320" stroke="0" extrusionOk="0">
                    <a:moveTo>
                      <a:pt x="0" y="12489"/>
                    </a:moveTo>
                    <a:cubicBezTo>
                      <a:pt x="1812" y="7054"/>
                      <a:pt x="5708" y="2562"/>
                      <a:pt x="10832" y="0"/>
                    </a:cubicBezTo>
                    <a:lnTo>
                      <a:pt x="20492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075" name="Arc 375"/>
              <p:cNvSpPr>
                <a:spLocks/>
              </p:cNvSpPr>
              <p:nvPr/>
            </p:nvSpPr>
            <p:spPr bwMode="auto">
              <a:xfrm rot="1440000">
                <a:off x="5086" y="1319"/>
                <a:ext cx="2" cy="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004" name="Line 376"/>
            <p:cNvSpPr>
              <a:spLocks noChangeShapeType="1"/>
            </p:cNvSpPr>
            <p:nvPr/>
          </p:nvSpPr>
          <p:spPr bwMode="auto">
            <a:xfrm>
              <a:off x="5303" y="1985"/>
              <a:ext cx="398" cy="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005" name="Line 377"/>
            <p:cNvSpPr>
              <a:spLocks noChangeShapeType="1"/>
            </p:cNvSpPr>
            <p:nvPr/>
          </p:nvSpPr>
          <p:spPr bwMode="auto">
            <a:xfrm>
              <a:off x="5524" y="1948"/>
              <a:ext cx="177" cy="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006" name="Line 378"/>
            <p:cNvSpPr>
              <a:spLocks noChangeShapeType="1"/>
            </p:cNvSpPr>
            <p:nvPr/>
          </p:nvSpPr>
          <p:spPr bwMode="auto">
            <a:xfrm>
              <a:off x="5374" y="1759"/>
              <a:ext cx="332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007" name="Line 379"/>
            <p:cNvSpPr>
              <a:spLocks noChangeShapeType="1"/>
            </p:cNvSpPr>
            <p:nvPr/>
          </p:nvSpPr>
          <p:spPr bwMode="auto">
            <a:xfrm flipH="1" flipV="1">
              <a:off x="4810" y="1813"/>
              <a:ext cx="257" cy="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008" name="Line 380"/>
            <p:cNvSpPr>
              <a:spLocks noChangeShapeType="1"/>
            </p:cNvSpPr>
            <p:nvPr/>
          </p:nvSpPr>
          <p:spPr bwMode="auto">
            <a:xfrm flipH="1">
              <a:off x="4816" y="1815"/>
              <a:ext cx="441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009" name="Line 381"/>
            <p:cNvSpPr>
              <a:spLocks noChangeShapeType="1"/>
            </p:cNvSpPr>
            <p:nvPr/>
          </p:nvSpPr>
          <p:spPr bwMode="auto">
            <a:xfrm flipH="1">
              <a:off x="4820" y="1752"/>
              <a:ext cx="385" cy="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010" name="Group 382"/>
            <p:cNvGrpSpPr>
              <a:grpSpLocks/>
            </p:cNvGrpSpPr>
            <p:nvPr/>
          </p:nvGrpSpPr>
          <p:grpSpPr bwMode="auto">
            <a:xfrm>
              <a:off x="5736" y="2051"/>
              <a:ext cx="68" cy="40"/>
              <a:chOff x="5736" y="2051"/>
              <a:chExt cx="68" cy="40"/>
            </a:xfrm>
          </p:grpSpPr>
          <p:grpSp>
            <p:nvGrpSpPr>
              <p:cNvPr id="38065" name="Group 383"/>
              <p:cNvGrpSpPr>
                <a:grpSpLocks/>
              </p:cNvGrpSpPr>
              <p:nvPr/>
            </p:nvGrpSpPr>
            <p:grpSpPr bwMode="auto">
              <a:xfrm>
                <a:off x="5799" y="2078"/>
                <a:ext cx="5" cy="13"/>
                <a:chOff x="5799" y="2078"/>
                <a:chExt cx="5" cy="13"/>
              </a:xfrm>
            </p:grpSpPr>
            <p:sp>
              <p:nvSpPr>
                <p:cNvPr id="38072" name="Arc 384"/>
                <p:cNvSpPr>
                  <a:spLocks/>
                </p:cNvSpPr>
                <p:nvPr/>
              </p:nvSpPr>
              <p:spPr bwMode="auto">
                <a:xfrm rot="1440000">
                  <a:off x="5800" y="207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73" name="Arc 385"/>
                <p:cNvSpPr>
                  <a:spLocks/>
                </p:cNvSpPr>
                <p:nvPr/>
              </p:nvSpPr>
              <p:spPr bwMode="auto">
                <a:xfrm rot="1440000">
                  <a:off x="5799" y="2085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66" name="Group 386"/>
              <p:cNvGrpSpPr>
                <a:grpSpLocks/>
              </p:cNvGrpSpPr>
              <p:nvPr/>
            </p:nvGrpSpPr>
            <p:grpSpPr bwMode="auto">
              <a:xfrm>
                <a:off x="5767" y="2065"/>
                <a:ext cx="5" cy="12"/>
                <a:chOff x="5767" y="2065"/>
                <a:chExt cx="5" cy="12"/>
              </a:xfrm>
            </p:grpSpPr>
            <p:sp>
              <p:nvSpPr>
                <p:cNvPr id="38070" name="Arc 387"/>
                <p:cNvSpPr>
                  <a:spLocks/>
                </p:cNvSpPr>
                <p:nvPr/>
              </p:nvSpPr>
              <p:spPr bwMode="auto">
                <a:xfrm rot="1440000">
                  <a:off x="5768" y="2065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71" name="Arc 388"/>
                <p:cNvSpPr>
                  <a:spLocks/>
                </p:cNvSpPr>
                <p:nvPr/>
              </p:nvSpPr>
              <p:spPr bwMode="auto">
                <a:xfrm rot="1440000">
                  <a:off x="5767" y="2071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67" name="Group 389"/>
              <p:cNvGrpSpPr>
                <a:grpSpLocks/>
              </p:cNvGrpSpPr>
              <p:nvPr/>
            </p:nvGrpSpPr>
            <p:grpSpPr bwMode="auto">
              <a:xfrm>
                <a:off x="5736" y="2051"/>
                <a:ext cx="4" cy="12"/>
                <a:chOff x="5736" y="2051"/>
                <a:chExt cx="4" cy="12"/>
              </a:xfrm>
            </p:grpSpPr>
            <p:sp>
              <p:nvSpPr>
                <p:cNvPr id="38068" name="Arc 390"/>
                <p:cNvSpPr>
                  <a:spLocks/>
                </p:cNvSpPr>
                <p:nvPr/>
              </p:nvSpPr>
              <p:spPr bwMode="auto">
                <a:xfrm rot="1440000">
                  <a:off x="5737" y="2051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69" name="Arc 391"/>
                <p:cNvSpPr>
                  <a:spLocks/>
                </p:cNvSpPr>
                <p:nvPr/>
              </p:nvSpPr>
              <p:spPr bwMode="auto">
                <a:xfrm rot="1440000">
                  <a:off x="5736" y="205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011" name="Group 392"/>
            <p:cNvGrpSpPr>
              <a:grpSpLocks/>
            </p:cNvGrpSpPr>
            <p:nvPr/>
          </p:nvGrpSpPr>
          <p:grpSpPr bwMode="auto">
            <a:xfrm>
              <a:off x="5761" y="2021"/>
              <a:ext cx="68" cy="39"/>
              <a:chOff x="5761" y="2021"/>
              <a:chExt cx="68" cy="39"/>
            </a:xfrm>
          </p:grpSpPr>
          <p:grpSp>
            <p:nvGrpSpPr>
              <p:cNvPr id="38056" name="Group 393"/>
              <p:cNvGrpSpPr>
                <a:grpSpLocks/>
              </p:cNvGrpSpPr>
              <p:nvPr/>
            </p:nvGrpSpPr>
            <p:grpSpPr bwMode="auto">
              <a:xfrm>
                <a:off x="5825" y="2049"/>
                <a:ext cx="4" cy="11"/>
                <a:chOff x="5825" y="2049"/>
                <a:chExt cx="4" cy="11"/>
              </a:xfrm>
            </p:grpSpPr>
            <p:sp>
              <p:nvSpPr>
                <p:cNvPr id="38063" name="Arc 394"/>
                <p:cNvSpPr>
                  <a:spLocks/>
                </p:cNvSpPr>
                <p:nvPr/>
              </p:nvSpPr>
              <p:spPr bwMode="auto">
                <a:xfrm rot="1440000">
                  <a:off x="5825" y="2049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64" name="Arc 395"/>
                <p:cNvSpPr>
                  <a:spLocks/>
                </p:cNvSpPr>
                <p:nvPr/>
              </p:nvSpPr>
              <p:spPr bwMode="auto">
                <a:xfrm rot="1440000">
                  <a:off x="5825" y="2054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57" name="Group 396"/>
              <p:cNvGrpSpPr>
                <a:grpSpLocks/>
              </p:cNvGrpSpPr>
              <p:nvPr/>
            </p:nvGrpSpPr>
            <p:grpSpPr bwMode="auto">
              <a:xfrm>
                <a:off x="5792" y="2035"/>
                <a:ext cx="5" cy="11"/>
                <a:chOff x="5792" y="2035"/>
                <a:chExt cx="5" cy="11"/>
              </a:xfrm>
            </p:grpSpPr>
            <p:sp>
              <p:nvSpPr>
                <p:cNvPr id="38061" name="Arc 397"/>
                <p:cNvSpPr>
                  <a:spLocks/>
                </p:cNvSpPr>
                <p:nvPr/>
              </p:nvSpPr>
              <p:spPr bwMode="auto">
                <a:xfrm rot="1440000">
                  <a:off x="5792" y="2035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62" name="Arc 398"/>
                <p:cNvSpPr>
                  <a:spLocks/>
                </p:cNvSpPr>
                <p:nvPr/>
              </p:nvSpPr>
              <p:spPr bwMode="auto">
                <a:xfrm rot="1440000">
                  <a:off x="5792" y="2041"/>
                  <a:ext cx="5" cy="5"/>
                </a:xfrm>
                <a:custGeom>
                  <a:avLst/>
                  <a:gdLst>
                    <a:gd name="T0" fmla="*/ 0 w 26839"/>
                    <a:gd name="T1" fmla="*/ 0 h 21600"/>
                    <a:gd name="T2" fmla="*/ 0 w 26839"/>
                    <a:gd name="T3" fmla="*/ 0 h 21600"/>
                    <a:gd name="T4" fmla="*/ 0 w 26839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6839"/>
                    <a:gd name="T10" fmla="*/ 0 h 21600"/>
                    <a:gd name="T11" fmla="*/ 26839 w 26839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839" h="21600" fill="none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</a:path>
                    <a:path w="26839" h="21600" stroke="0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  <a:lnTo>
                        <a:pt x="5239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58" name="Group 399"/>
              <p:cNvGrpSpPr>
                <a:grpSpLocks/>
              </p:cNvGrpSpPr>
              <p:nvPr/>
            </p:nvGrpSpPr>
            <p:grpSpPr bwMode="auto">
              <a:xfrm>
                <a:off x="5761" y="2021"/>
                <a:ext cx="4" cy="12"/>
                <a:chOff x="5761" y="2021"/>
                <a:chExt cx="4" cy="12"/>
              </a:xfrm>
            </p:grpSpPr>
            <p:sp>
              <p:nvSpPr>
                <p:cNvPr id="38059" name="Arc 400"/>
                <p:cNvSpPr>
                  <a:spLocks/>
                </p:cNvSpPr>
                <p:nvPr/>
              </p:nvSpPr>
              <p:spPr bwMode="auto">
                <a:xfrm rot="1440000">
                  <a:off x="5762" y="2021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60" name="Arc 401"/>
                <p:cNvSpPr>
                  <a:spLocks/>
                </p:cNvSpPr>
                <p:nvPr/>
              </p:nvSpPr>
              <p:spPr bwMode="auto">
                <a:xfrm rot="1440000">
                  <a:off x="5761" y="202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012" name="Group 402"/>
            <p:cNvGrpSpPr>
              <a:grpSpLocks/>
            </p:cNvGrpSpPr>
            <p:nvPr/>
          </p:nvGrpSpPr>
          <p:grpSpPr bwMode="auto">
            <a:xfrm>
              <a:off x="5059" y="1271"/>
              <a:ext cx="48" cy="27"/>
              <a:chOff x="5059" y="1271"/>
              <a:chExt cx="48" cy="27"/>
            </a:xfrm>
          </p:grpSpPr>
          <p:grpSp>
            <p:nvGrpSpPr>
              <p:cNvPr id="38047" name="Group 403"/>
              <p:cNvGrpSpPr>
                <a:grpSpLocks/>
              </p:cNvGrpSpPr>
              <p:nvPr/>
            </p:nvGrpSpPr>
            <p:grpSpPr bwMode="auto">
              <a:xfrm>
                <a:off x="5103" y="1290"/>
                <a:ext cx="4" cy="8"/>
                <a:chOff x="5103" y="1290"/>
                <a:chExt cx="4" cy="8"/>
              </a:xfrm>
            </p:grpSpPr>
            <p:sp>
              <p:nvSpPr>
                <p:cNvPr id="38054" name="Arc 404"/>
                <p:cNvSpPr>
                  <a:spLocks/>
                </p:cNvSpPr>
                <p:nvPr/>
              </p:nvSpPr>
              <p:spPr bwMode="auto">
                <a:xfrm rot="1440000">
                  <a:off x="5105" y="1290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55" name="Arc 405"/>
                <p:cNvSpPr>
                  <a:spLocks/>
                </p:cNvSpPr>
                <p:nvPr/>
              </p:nvSpPr>
              <p:spPr bwMode="auto">
                <a:xfrm rot="1440000">
                  <a:off x="5103" y="1295"/>
                  <a:ext cx="3" cy="3"/>
                </a:xfrm>
                <a:custGeom>
                  <a:avLst/>
                  <a:gdLst>
                    <a:gd name="T0" fmla="*/ 0 w 31260"/>
                    <a:gd name="T1" fmla="*/ 0 h 21600"/>
                    <a:gd name="T2" fmla="*/ 0 w 31260"/>
                    <a:gd name="T3" fmla="*/ 0 h 21600"/>
                    <a:gd name="T4" fmla="*/ 0 w 3126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1260"/>
                    <a:gd name="T10" fmla="*/ 0 h 21600"/>
                    <a:gd name="T11" fmla="*/ 31260 w 3126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60" h="21600" fill="none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</a:path>
                    <a:path w="31260" h="21600" stroke="0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  <a:lnTo>
                        <a:pt x="966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48" name="Group 406"/>
              <p:cNvGrpSpPr>
                <a:grpSpLocks/>
              </p:cNvGrpSpPr>
              <p:nvPr/>
            </p:nvGrpSpPr>
            <p:grpSpPr bwMode="auto">
              <a:xfrm>
                <a:off x="5078" y="1283"/>
                <a:ext cx="7" cy="5"/>
                <a:chOff x="5078" y="1283"/>
                <a:chExt cx="7" cy="5"/>
              </a:xfrm>
            </p:grpSpPr>
            <p:sp>
              <p:nvSpPr>
                <p:cNvPr id="38052" name="Arc 407"/>
                <p:cNvSpPr>
                  <a:spLocks/>
                </p:cNvSpPr>
                <p:nvPr/>
              </p:nvSpPr>
              <p:spPr bwMode="auto">
                <a:xfrm rot="1440000">
                  <a:off x="5083" y="1283"/>
                  <a:ext cx="2" cy="2"/>
                </a:xfrm>
                <a:custGeom>
                  <a:avLst/>
                  <a:gdLst>
                    <a:gd name="T0" fmla="*/ 0 w 19320"/>
                    <a:gd name="T1" fmla="*/ 0 h 19320"/>
                    <a:gd name="T2" fmla="*/ 0 w 19320"/>
                    <a:gd name="T3" fmla="*/ 0 h 19320"/>
                    <a:gd name="T4" fmla="*/ 0 w 19320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19320"/>
                    <a:gd name="T10" fmla="*/ 0 h 19320"/>
                    <a:gd name="T11" fmla="*/ 19320 w 19320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20" h="19320" fill="none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</a:path>
                    <a:path w="19320" h="19320" stroke="0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  <a:lnTo>
                        <a:pt x="19320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53" name="Arc 408"/>
                <p:cNvSpPr>
                  <a:spLocks/>
                </p:cNvSpPr>
                <p:nvPr/>
              </p:nvSpPr>
              <p:spPr bwMode="auto">
                <a:xfrm rot="1440000">
                  <a:off x="5078" y="1285"/>
                  <a:ext cx="2" cy="3"/>
                </a:xfrm>
                <a:custGeom>
                  <a:avLst/>
                  <a:gdLst>
                    <a:gd name="T0" fmla="*/ 0 w 22620"/>
                    <a:gd name="T1" fmla="*/ 0 h 21600"/>
                    <a:gd name="T2" fmla="*/ 0 w 22620"/>
                    <a:gd name="T3" fmla="*/ 0 h 21600"/>
                    <a:gd name="T4" fmla="*/ 0 w 2262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2620"/>
                    <a:gd name="T10" fmla="*/ 0 h 21600"/>
                    <a:gd name="T11" fmla="*/ 22620 w 2262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620" h="21600" fill="none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14333" y="0"/>
                        <a:pt x="18881" y="1515"/>
                        <a:pt x="22619" y="4319"/>
                      </a:cubicBezTo>
                    </a:path>
                    <a:path w="22620" h="21600" stroke="0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14333" y="0"/>
                        <a:pt x="18881" y="1515"/>
                        <a:pt x="22619" y="4319"/>
                      </a:cubicBezTo>
                      <a:lnTo>
                        <a:pt x="966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49" name="Group 409"/>
              <p:cNvGrpSpPr>
                <a:grpSpLocks/>
              </p:cNvGrpSpPr>
              <p:nvPr/>
            </p:nvGrpSpPr>
            <p:grpSpPr bwMode="auto">
              <a:xfrm>
                <a:off x="5059" y="1271"/>
                <a:ext cx="4" cy="7"/>
                <a:chOff x="5059" y="1271"/>
                <a:chExt cx="4" cy="7"/>
              </a:xfrm>
            </p:grpSpPr>
            <p:sp>
              <p:nvSpPr>
                <p:cNvPr id="38050" name="Arc 410"/>
                <p:cNvSpPr>
                  <a:spLocks/>
                </p:cNvSpPr>
                <p:nvPr/>
              </p:nvSpPr>
              <p:spPr bwMode="auto">
                <a:xfrm rot="1440000">
                  <a:off x="5061" y="1271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51" name="Arc 411"/>
                <p:cNvSpPr>
                  <a:spLocks/>
                </p:cNvSpPr>
                <p:nvPr/>
              </p:nvSpPr>
              <p:spPr bwMode="auto">
                <a:xfrm rot="1440000">
                  <a:off x="5059" y="1278"/>
                  <a:ext cx="2" cy="0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013" name="Group 412"/>
            <p:cNvGrpSpPr>
              <a:grpSpLocks/>
            </p:cNvGrpSpPr>
            <p:nvPr/>
          </p:nvGrpSpPr>
          <p:grpSpPr bwMode="auto">
            <a:xfrm>
              <a:off x="4895" y="1525"/>
              <a:ext cx="47" cy="26"/>
              <a:chOff x="4895" y="1525"/>
              <a:chExt cx="47" cy="26"/>
            </a:xfrm>
          </p:grpSpPr>
          <p:grpSp>
            <p:nvGrpSpPr>
              <p:cNvPr id="38038" name="Group 413"/>
              <p:cNvGrpSpPr>
                <a:grpSpLocks/>
              </p:cNvGrpSpPr>
              <p:nvPr/>
            </p:nvGrpSpPr>
            <p:grpSpPr bwMode="auto">
              <a:xfrm>
                <a:off x="4939" y="1544"/>
                <a:ext cx="3" cy="7"/>
                <a:chOff x="4939" y="1544"/>
                <a:chExt cx="3" cy="7"/>
              </a:xfrm>
            </p:grpSpPr>
            <p:sp>
              <p:nvSpPr>
                <p:cNvPr id="38045" name="Arc 414"/>
                <p:cNvSpPr>
                  <a:spLocks/>
                </p:cNvSpPr>
                <p:nvPr/>
              </p:nvSpPr>
              <p:spPr bwMode="auto">
                <a:xfrm rot="1440000">
                  <a:off x="4941" y="1544"/>
                  <a:ext cx="1" cy="2"/>
                </a:xfrm>
                <a:custGeom>
                  <a:avLst/>
                  <a:gdLst>
                    <a:gd name="T0" fmla="*/ 0 w 20492"/>
                    <a:gd name="T1" fmla="*/ 0 h 11982"/>
                    <a:gd name="T2" fmla="*/ 0 w 20492"/>
                    <a:gd name="T3" fmla="*/ 0 h 11982"/>
                    <a:gd name="T4" fmla="*/ 0 w 20492"/>
                    <a:gd name="T5" fmla="*/ 0 h 11982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1982"/>
                    <a:gd name="T11" fmla="*/ 20492 w 20492"/>
                    <a:gd name="T12" fmla="*/ 11982 h 119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1982" fill="none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</a:path>
                    <a:path w="20492" h="11982" stroke="0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  <a:lnTo>
                        <a:pt x="20492" y="1198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46" name="Arc 415"/>
                <p:cNvSpPr>
                  <a:spLocks/>
                </p:cNvSpPr>
                <p:nvPr/>
              </p:nvSpPr>
              <p:spPr bwMode="auto">
                <a:xfrm rot="1440000">
                  <a:off x="4939" y="1548"/>
                  <a:ext cx="2" cy="3"/>
                </a:xfrm>
                <a:custGeom>
                  <a:avLst/>
                  <a:gdLst>
                    <a:gd name="T0" fmla="*/ 0 w 39572"/>
                    <a:gd name="T1" fmla="*/ 0 h 21600"/>
                    <a:gd name="T2" fmla="*/ 0 w 39572"/>
                    <a:gd name="T3" fmla="*/ 0 h 21600"/>
                    <a:gd name="T4" fmla="*/ 0 w 395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9572"/>
                    <a:gd name="T10" fmla="*/ 0 h 21600"/>
                    <a:gd name="T11" fmla="*/ 39572 w 395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5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</a:path>
                    <a:path w="395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39" name="Group 416"/>
              <p:cNvGrpSpPr>
                <a:grpSpLocks/>
              </p:cNvGrpSpPr>
              <p:nvPr/>
            </p:nvGrpSpPr>
            <p:grpSpPr bwMode="auto">
              <a:xfrm>
                <a:off x="4917" y="1533"/>
                <a:ext cx="3" cy="7"/>
                <a:chOff x="4917" y="1533"/>
                <a:chExt cx="3" cy="7"/>
              </a:xfrm>
            </p:grpSpPr>
            <p:sp>
              <p:nvSpPr>
                <p:cNvPr id="38043" name="Arc 417"/>
                <p:cNvSpPr>
                  <a:spLocks/>
                </p:cNvSpPr>
                <p:nvPr/>
              </p:nvSpPr>
              <p:spPr bwMode="auto">
                <a:xfrm rot="1440000">
                  <a:off x="4918" y="1533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44" name="Arc 418"/>
                <p:cNvSpPr>
                  <a:spLocks/>
                </p:cNvSpPr>
                <p:nvPr/>
              </p:nvSpPr>
              <p:spPr bwMode="auto">
                <a:xfrm rot="1440000">
                  <a:off x="4917" y="1540"/>
                  <a:ext cx="2" cy="0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40" name="Group 419"/>
              <p:cNvGrpSpPr>
                <a:grpSpLocks/>
              </p:cNvGrpSpPr>
              <p:nvPr/>
            </p:nvGrpSpPr>
            <p:grpSpPr bwMode="auto">
              <a:xfrm>
                <a:off x="4895" y="1525"/>
                <a:ext cx="2" cy="7"/>
                <a:chOff x="4895" y="1525"/>
                <a:chExt cx="2" cy="7"/>
              </a:xfrm>
            </p:grpSpPr>
            <p:sp>
              <p:nvSpPr>
                <p:cNvPr id="38041" name="Arc 420"/>
                <p:cNvSpPr>
                  <a:spLocks/>
                </p:cNvSpPr>
                <p:nvPr/>
              </p:nvSpPr>
              <p:spPr bwMode="auto">
                <a:xfrm rot="1440000">
                  <a:off x="4895" y="1525"/>
                  <a:ext cx="2" cy="2"/>
                </a:xfrm>
                <a:custGeom>
                  <a:avLst/>
                  <a:gdLst>
                    <a:gd name="T0" fmla="*/ 0 w 19320"/>
                    <a:gd name="T1" fmla="*/ 0 h 19320"/>
                    <a:gd name="T2" fmla="*/ 0 w 19320"/>
                    <a:gd name="T3" fmla="*/ 0 h 19320"/>
                    <a:gd name="T4" fmla="*/ 0 w 19320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19320"/>
                    <a:gd name="T10" fmla="*/ 0 h 19320"/>
                    <a:gd name="T11" fmla="*/ 19320 w 19320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20" h="19320" fill="none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</a:path>
                    <a:path w="19320" h="19320" stroke="0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  <a:lnTo>
                        <a:pt x="19320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42" name="Arc 421"/>
                <p:cNvSpPr>
                  <a:spLocks/>
                </p:cNvSpPr>
                <p:nvPr/>
              </p:nvSpPr>
              <p:spPr bwMode="auto">
                <a:xfrm rot="1440000">
                  <a:off x="4895" y="1529"/>
                  <a:ext cx="1" cy="3"/>
                </a:xfrm>
                <a:custGeom>
                  <a:avLst/>
                  <a:gdLst>
                    <a:gd name="T0" fmla="*/ 0 w 17972"/>
                    <a:gd name="T1" fmla="*/ 0 h 21600"/>
                    <a:gd name="T2" fmla="*/ 0 w 17972"/>
                    <a:gd name="T3" fmla="*/ 0 h 21600"/>
                    <a:gd name="T4" fmla="*/ 0 w 179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7972"/>
                    <a:gd name="T10" fmla="*/ 0 h 21600"/>
                    <a:gd name="T11" fmla="*/ 17972 w 179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9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</a:path>
                    <a:path w="179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014" name="Group 422"/>
            <p:cNvGrpSpPr>
              <a:grpSpLocks/>
            </p:cNvGrpSpPr>
            <p:nvPr/>
          </p:nvGrpSpPr>
          <p:grpSpPr bwMode="auto">
            <a:xfrm>
              <a:off x="4868" y="1822"/>
              <a:ext cx="47" cy="26"/>
              <a:chOff x="4868" y="1822"/>
              <a:chExt cx="47" cy="26"/>
            </a:xfrm>
          </p:grpSpPr>
          <p:grpSp>
            <p:nvGrpSpPr>
              <p:cNvPr id="38029" name="Group 423"/>
              <p:cNvGrpSpPr>
                <a:grpSpLocks/>
              </p:cNvGrpSpPr>
              <p:nvPr/>
            </p:nvGrpSpPr>
            <p:grpSpPr bwMode="auto">
              <a:xfrm>
                <a:off x="4912" y="1841"/>
                <a:ext cx="3" cy="7"/>
                <a:chOff x="4912" y="1841"/>
                <a:chExt cx="3" cy="7"/>
              </a:xfrm>
            </p:grpSpPr>
            <p:sp>
              <p:nvSpPr>
                <p:cNvPr id="38036" name="Arc 424"/>
                <p:cNvSpPr>
                  <a:spLocks/>
                </p:cNvSpPr>
                <p:nvPr/>
              </p:nvSpPr>
              <p:spPr bwMode="auto">
                <a:xfrm rot="1440000">
                  <a:off x="4914" y="1841"/>
                  <a:ext cx="1" cy="2"/>
                </a:xfrm>
                <a:custGeom>
                  <a:avLst/>
                  <a:gdLst>
                    <a:gd name="T0" fmla="*/ 0 w 20492"/>
                    <a:gd name="T1" fmla="*/ 0 h 11982"/>
                    <a:gd name="T2" fmla="*/ 0 w 20492"/>
                    <a:gd name="T3" fmla="*/ 0 h 11982"/>
                    <a:gd name="T4" fmla="*/ 0 w 20492"/>
                    <a:gd name="T5" fmla="*/ 0 h 11982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1982"/>
                    <a:gd name="T11" fmla="*/ 20492 w 20492"/>
                    <a:gd name="T12" fmla="*/ 11982 h 119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1982" fill="none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</a:path>
                    <a:path w="20492" h="11982" stroke="0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  <a:lnTo>
                        <a:pt x="20492" y="1198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37" name="Arc 425"/>
                <p:cNvSpPr>
                  <a:spLocks/>
                </p:cNvSpPr>
                <p:nvPr/>
              </p:nvSpPr>
              <p:spPr bwMode="auto">
                <a:xfrm rot="1440000">
                  <a:off x="4912" y="1845"/>
                  <a:ext cx="2" cy="3"/>
                </a:xfrm>
                <a:custGeom>
                  <a:avLst/>
                  <a:gdLst>
                    <a:gd name="T0" fmla="*/ 0 w 39572"/>
                    <a:gd name="T1" fmla="*/ 0 h 21600"/>
                    <a:gd name="T2" fmla="*/ 0 w 39572"/>
                    <a:gd name="T3" fmla="*/ 0 h 21600"/>
                    <a:gd name="T4" fmla="*/ 0 w 395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9572"/>
                    <a:gd name="T10" fmla="*/ 0 h 21600"/>
                    <a:gd name="T11" fmla="*/ 39572 w 395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5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</a:path>
                    <a:path w="395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30" name="Group 426"/>
              <p:cNvGrpSpPr>
                <a:grpSpLocks/>
              </p:cNvGrpSpPr>
              <p:nvPr/>
            </p:nvGrpSpPr>
            <p:grpSpPr bwMode="auto">
              <a:xfrm>
                <a:off x="4890" y="1830"/>
                <a:ext cx="3" cy="7"/>
                <a:chOff x="4890" y="1830"/>
                <a:chExt cx="3" cy="7"/>
              </a:xfrm>
            </p:grpSpPr>
            <p:sp>
              <p:nvSpPr>
                <p:cNvPr id="38034" name="Arc 427"/>
                <p:cNvSpPr>
                  <a:spLocks/>
                </p:cNvSpPr>
                <p:nvPr/>
              </p:nvSpPr>
              <p:spPr bwMode="auto">
                <a:xfrm rot="1440000">
                  <a:off x="4891" y="1830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35" name="Arc 428"/>
                <p:cNvSpPr>
                  <a:spLocks/>
                </p:cNvSpPr>
                <p:nvPr/>
              </p:nvSpPr>
              <p:spPr bwMode="auto">
                <a:xfrm rot="1440000">
                  <a:off x="4890" y="1837"/>
                  <a:ext cx="2" cy="0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031" name="Group 429"/>
              <p:cNvGrpSpPr>
                <a:grpSpLocks/>
              </p:cNvGrpSpPr>
              <p:nvPr/>
            </p:nvGrpSpPr>
            <p:grpSpPr bwMode="auto">
              <a:xfrm>
                <a:off x="4868" y="1822"/>
                <a:ext cx="2" cy="7"/>
                <a:chOff x="4868" y="1822"/>
                <a:chExt cx="2" cy="7"/>
              </a:xfrm>
            </p:grpSpPr>
            <p:sp>
              <p:nvSpPr>
                <p:cNvPr id="38032" name="Arc 430"/>
                <p:cNvSpPr>
                  <a:spLocks/>
                </p:cNvSpPr>
                <p:nvPr/>
              </p:nvSpPr>
              <p:spPr bwMode="auto">
                <a:xfrm rot="1440000">
                  <a:off x="4868" y="1822"/>
                  <a:ext cx="2" cy="2"/>
                </a:xfrm>
                <a:custGeom>
                  <a:avLst/>
                  <a:gdLst>
                    <a:gd name="T0" fmla="*/ 0 w 19320"/>
                    <a:gd name="T1" fmla="*/ 0 h 19320"/>
                    <a:gd name="T2" fmla="*/ 0 w 19320"/>
                    <a:gd name="T3" fmla="*/ 0 h 19320"/>
                    <a:gd name="T4" fmla="*/ 0 w 19320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19320"/>
                    <a:gd name="T10" fmla="*/ 0 h 19320"/>
                    <a:gd name="T11" fmla="*/ 19320 w 19320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20" h="19320" fill="none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</a:path>
                    <a:path w="19320" h="19320" stroke="0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  <a:lnTo>
                        <a:pt x="19320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33" name="Arc 431"/>
                <p:cNvSpPr>
                  <a:spLocks/>
                </p:cNvSpPr>
                <p:nvPr/>
              </p:nvSpPr>
              <p:spPr bwMode="auto">
                <a:xfrm rot="1440000">
                  <a:off x="4868" y="1826"/>
                  <a:ext cx="1" cy="3"/>
                </a:xfrm>
                <a:custGeom>
                  <a:avLst/>
                  <a:gdLst>
                    <a:gd name="T0" fmla="*/ 0 w 17972"/>
                    <a:gd name="T1" fmla="*/ 0 h 21600"/>
                    <a:gd name="T2" fmla="*/ 0 w 17972"/>
                    <a:gd name="T3" fmla="*/ 0 h 21600"/>
                    <a:gd name="T4" fmla="*/ 0 w 179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7972"/>
                    <a:gd name="T10" fmla="*/ 0 h 21600"/>
                    <a:gd name="T11" fmla="*/ 17972 w 179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9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</a:path>
                    <a:path w="179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015" name="Group 432"/>
            <p:cNvGrpSpPr>
              <a:grpSpLocks/>
            </p:cNvGrpSpPr>
            <p:nvPr/>
          </p:nvGrpSpPr>
          <p:grpSpPr bwMode="auto">
            <a:xfrm>
              <a:off x="5041" y="1292"/>
              <a:ext cx="4" cy="7"/>
              <a:chOff x="5041" y="1292"/>
              <a:chExt cx="4" cy="7"/>
            </a:xfrm>
          </p:grpSpPr>
          <p:sp>
            <p:nvSpPr>
              <p:cNvPr id="38027" name="Arc 433"/>
              <p:cNvSpPr>
                <a:spLocks/>
              </p:cNvSpPr>
              <p:nvPr/>
            </p:nvSpPr>
            <p:spPr bwMode="auto">
              <a:xfrm rot="1440000">
                <a:off x="5043" y="1292"/>
                <a:ext cx="2" cy="2"/>
              </a:xfrm>
              <a:custGeom>
                <a:avLst/>
                <a:gdLst>
                  <a:gd name="T0" fmla="*/ 0 w 19320"/>
                  <a:gd name="T1" fmla="*/ 0 h 19320"/>
                  <a:gd name="T2" fmla="*/ 0 w 19320"/>
                  <a:gd name="T3" fmla="*/ 0 h 19320"/>
                  <a:gd name="T4" fmla="*/ 0 w 19320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19320"/>
                  <a:gd name="T10" fmla="*/ 0 h 19320"/>
                  <a:gd name="T11" fmla="*/ 19320 w 19320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20" h="19320" fill="none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</a:path>
                  <a:path w="19320" h="19320" stroke="0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  <a:lnTo>
                      <a:pt x="19320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028" name="Arc 434"/>
              <p:cNvSpPr>
                <a:spLocks/>
              </p:cNvSpPr>
              <p:nvPr/>
            </p:nvSpPr>
            <p:spPr bwMode="auto">
              <a:xfrm rot="1440000">
                <a:off x="5041" y="1299"/>
                <a:ext cx="2" cy="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016" name="Arc 435"/>
            <p:cNvSpPr>
              <a:spLocks/>
            </p:cNvSpPr>
            <p:nvPr/>
          </p:nvSpPr>
          <p:spPr bwMode="auto">
            <a:xfrm rot="1440000">
              <a:off x="4900" y="1554"/>
              <a:ext cx="2" cy="3"/>
            </a:xfrm>
            <a:custGeom>
              <a:avLst/>
              <a:gdLst>
                <a:gd name="T0" fmla="*/ 0 w 20492"/>
                <a:gd name="T1" fmla="*/ 0 h 19320"/>
                <a:gd name="T2" fmla="*/ 0 w 20492"/>
                <a:gd name="T3" fmla="*/ 0 h 19320"/>
                <a:gd name="T4" fmla="*/ 0 w 20492"/>
                <a:gd name="T5" fmla="*/ 0 h 19320"/>
                <a:gd name="T6" fmla="*/ 0 60000 65536"/>
                <a:gd name="T7" fmla="*/ 0 60000 65536"/>
                <a:gd name="T8" fmla="*/ 0 60000 65536"/>
                <a:gd name="T9" fmla="*/ 0 w 20492"/>
                <a:gd name="T10" fmla="*/ 0 h 19320"/>
                <a:gd name="T11" fmla="*/ 20492 w 20492"/>
                <a:gd name="T12" fmla="*/ 19320 h 193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2" h="19320" fill="none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</a:path>
                <a:path w="20492" h="19320" stroke="0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  <a:lnTo>
                    <a:pt x="20492" y="1932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017" name="Group 436"/>
            <p:cNvGrpSpPr>
              <a:grpSpLocks/>
            </p:cNvGrpSpPr>
            <p:nvPr/>
          </p:nvGrpSpPr>
          <p:grpSpPr bwMode="auto">
            <a:xfrm>
              <a:off x="4876" y="1546"/>
              <a:ext cx="4" cy="7"/>
              <a:chOff x="4876" y="1546"/>
              <a:chExt cx="4" cy="7"/>
            </a:xfrm>
          </p:grpSpPr>
          <p:sp>
            <p:nvSpPr>
              <p:cNvPr id="38025" name="Arc 437"/>
              <p:cNvSpPr>
                <a:spLocks/>
              </p:cNvSpPr>
              <p:nvPr/>
            </p:nvSpPr>
            <p:spPr bwMode="auto">
              <a:xfrm rot="1440000">
                <a:off x="4878" y="1546"/>
                <a:ext cx="2" cy="2"/>
              </a:xfrm>
              <a:custGeom>
                <a:avLst/>
                <a:gdLst>
                  <a:gd name="T0" fmla="*/ 0 w 19320"/>
                  <a:gd name="T1" fmla="*/ 0 h 19320"/>
                  <a:gd name="T2" fmla="*/ 0 w 19320"/>
                  <a:gd name="T3" fmla="*/ 0 h 19320"/>
                  <a:gd name="T4" fmla="*/ 0 w 19320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19320"/>
                  <a:gd name="T10" fmla="*/ 0 h 19320"/>
                  <a:gd name="T11" fmla="*/ 19320 w 19320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20" h="19320" fill="none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</a:path>
                  <a:path w="19320" h="19320" stroke="0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  <a:lnTo>
                      <a:pt x="19320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026" name="Arc 438"/>
              <p:cNvSpPr>
                <a:spLocks/>
              </p:cNvSpPr>
              <p:nvPr/>
            </p:nvSpPr>
            <p:spPr bwMode="auto">
              <a:xfrm rot="1440000">
                <a:off x="4876" y="1550"/>
                <a:ext cx="2" cy="3"/>
              </a:xfrm>
              <a:custGeom>
                <a:avLst/>
                <a:gdLst>
                  <a:gd name="T0" fmla="*/ 0 w 39572"/>
                  <a:gd name="T1" fmla="*/ 0 h 21600"/>
                  <a:gd name="T2" fmla="*/ 0 w 39572"/>
                  <a:gd name="T3" fmla="*/ 0 h 21600"/>
                  <a:gd name="T4" fmla="*/ 0 w 3957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9572"/>
                  <a:gd name="T10" fmla="*/ 0 h 21600"/>
                  <a:gd name="T11" fmla="*/ 39572 w 3957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572" h="21600" fill="none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</a:path>
                  <a:path w="39572" h="21600" stroke="0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  <a:lnTo>
                      <a:pt x="17972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018" name="Arc 439"/>
            <p:cNvSpPr>
              <a:spLocks/>
            </p:cNvSpPr>
            <p:nvPr/>
          </p:nvSpPr>
          <p:spPr bwMode="auto">
            <a:xfrm rot="1440000">
              <a:off x="4873" y="1851"/>
              <a:ext cx="2" cy="3"/>
            </a:xfrm>
            <a:custGeom>
              <a:avLst/>
              <a:gdLst>
                <a:gd name="T0" fmla="*/ 0 w 20492"/>
                <a:gd name="T1" fmla="*/ 0 h 19320"/>
                <a:gd name="T2" fmla="*/ 0 w 20492"/>
                <a:gd name="T3" fmla="*/ 0 h 19320"/>
                <a:gd name="T4" fmla="*/ 0 w 20492"/>
                <a:gd name="T5" fmla="*/ 0 h 19320"/>
                <a:gd name="T6" fmla="*/ 0 60000 65536"/>
                <a:gd name="T7" fmla="*/ 0 60000 65536"/>
                <a:gd name="T8" fmla="*/ 0 60000 65536"/>
                <a:gd name="T9" fmla="*/ 0 w 20492"/>
                <a:gd name="T10" fmla="*/ 0 h 19320"/>
                <a:gd name="T11" fmla="*/ 20492 w 20492"/>
                <a:gd name="T12" fmla="*/ 19320 h 193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2" h="19320" fill="none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</a:path>
                <a:path w="20492" h="19320" stroke="0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  <a:lnTo>
                    <a:pt x="20492" y="1932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019" name="Group 440"/>
            <p:cNvGrpSpPr>
              <a:grpSpLocks/>
            </p:cNvGrpSpPr>
            <p:nvPr/>
          </p:nvGrpSpPr>
          <p:grpSpPr bwMode="auto">
            <a:xfrm>
              <a:off x="4849" y="1843"/>
              <a:ext cx="4" cy="7"/>
              <a:chOff x="4849" y="1843"/>
              <a:chExt cx="4" cy="7"/>
            </a:xfrm>
          </p:grpSpPr>
          <p:sp>
            <p:nvSpPr>
              <p:cNvPr id="38023" name="Arc 441"/>
              <p:cNvSpPr>
                <a:spLocks/>
              </p:cNvSpPr>
              <p:nvPr/>
            </p:nvSpPr>
            <p:spPr bwMode="auto">
              <a:xfrm rot="1440000">
                <a:off x="4851" y="1843"/>
                <a:ext cx="2" cy="2"/>
              </a:xfrm>
              <a:custGeom>
                <a:avLst/>
                <a:gdLst>
                  <a:gd name="T0" fmla="*/ 0 w 19320"/>
                  <a:gd name="T1" fmla="*/ 0 h 19320"/>
                  <a:gd name="T2" fmla="*/ 0 w 19320"/>
                  <a:gd name="T3" fmla="*/ 0 h 19320"/>
                  <a:gd name="T4" fmla="*/ 0 w 19320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19320"/>
                  <a:gd name="T10" fmla="*/ 0 h 19320"/>
                  <a:gd name="T11" fmla="*/ 19320 w 19320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20" h="19320" fill="none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</a:path>
                  <a:path w="19320" h="19320" stroke="0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  <a:lnTo>
                      <a:pt x="19320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024" name="Arc 442"/>
              <p:cNvSpPr>
                <a:spLocks/>
              </p:cNvSpPr>
              <p:nvPr/>
            </p:nvSpPr>
            <p:spPr bwMode="auto">
              <a:xfrm rot="1440000">
                <a:off x="4849" y="1847"/>
                <a:ext cx="2" cy="3"/>
              </a:xfrm>
              <a:custGeom>
                <a:avLst/>
                <a:gdLst>
                  <a:gd name="T0" fmla="*/ 0 w 39572"/>
                  <a:gd name="T1" fmla="*/ 0 h 21600"/>
                  <a:gd name="T2" fmla="*/ 0 w 39572"/>
                  <a:gd name="T3" fmla="*/ 0 h 21600"/>
                  <a:gd name="T4" fmla="*/ 0 w 3957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9572"/>
                  <a:gd name="T10" fmla="*/ 0 h 21600"/>
                  <a:gd name="T11" fmla="*/ 39572 w 3957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572" h="21600" fill="none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</a:path>
                  <a:path w="39572" h="21600" stroke="0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  <a:lnTo>
                      <a:pt x="17972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020" name="Arc 443"/>
            <p:cNvSpPr>
              <a:spLocks/>
            </p:cNvSpPr>
            <p:nvPr/>
          </p:nvSpPr>
          <p:spPr bwMode="auto">
            <a:xfrm rot="1440000">
              <a:off x="5064" y="1307"/>
              <a:ext cx="2" cy="2"/>
            </a:xfrm>
            <a:custGeom>
              <a:avLst/>
              <a:gdLst>
                <a:gd name="T0" fmla="*/ 0 w 40920"/>
                <a:gd name="T1" fmla="*/ 0 h 21600"/>
                <a:gd name="T2" fmla="*/ 0 w 40920"/>
                <a:gd name="T3" fmla="*/ 0 h 21600"/>
                <a:gd name="T4" fmla="*/ 0 w 40920"/>
                <a:gd name="T5" fmla="*/ 0 h 21600"/>
                <a:gd name="T6" fmla="*/ 0 60000 65536"/>
                <a:gd name="T7" fmla="*/ 0 60000 65536"/>
                <a:gd name="T8" fmla="*/ 0 60000 65536"/>
                <a:gd name="T9" fmla="*/ 0 w 40920"/>
                <a:gd name="T10" fmla="*/ 0 h 21600"/>
                <a:gd name="T11" fmla="*/ 40920 w 4092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920" h="21600" fill="none" extrusionOk="0">
                  <a:moveTo>
                    <a:pt x="0" y="11940"/>
                  </a:moveTo>
                  <a:cubicBezTo>
                    <a:pt x="3659" y="4622"/>
                    <a:pt x="11138" y="-1"/>
                    <a:pt x="19320" y="0"/>
                  </a:cubicBezTo>
                  <a:cubicBezTo>
                    <a:pt x="31249" y="0"/>
                    <a:pt x="40920" y="9670"/>
                    <a:pt x="40920" y="21600"/>
                  </a:cubicBezTo>
                </a:path>
                <a:path w="40920" h="21600" stroke="0" extrusionOk="0">
                  <a:moveTo>
                    <a:pt x="0" y="11940"/>
                  </a:moveTo>
                  <a:cubicBezTo>
                    <a:pt x="3659" y="4622"/>
                    <a:pt x="11138" y="-1"/>
                    <a:pt x="19320" y="0"/>
                  </a:cubicBezTo>
                  <a:cubicBezTo>
                    <a:pt x="31249" y="0"/>
                    <a:pt x="40920" y="9670"/>
                    <a:pt x="40920" y="21600"/>
                  </a:cubicBezTo>
                  <a:lnTo>
                    <a:pt x="19320" y="2160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021" name="Arc 444"/>
            <p:cNvSpPr>
              <a:spLocks/>
            </p:cNvSpPr>
            <p:nvPr/>
          </p:nvSpPr>
          <p:spPr bwMode="auto">
            <a:xfrm rot="1440000">
              <a:off x="4922" y="1569"/>
              <a:ext cx="1" cy="3"/>
            </a:xfrm>
            <a:custGeom>
              <a:avLst/>
              <a:gdLst>
                <a:gd name="T0" fmla="*/ 0 w 17972"/>
                <a:gd name="T1" fmla="*/ 0 h 21600"/>
                <a:gd name="T2" fmla="*/ 0 w 17972"/>
                <a:gd name="T3" fmla="*/ 0 h 21600"/>
                <a:gd name="T4" fmla="*/ 0 w 1797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972"/>
                <a:gd name="T10" fmla="*/ 0 h 21600"/>
                <a:gd name="T11" fmla="*/ 17972 w 1797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972" h="21600" fill="none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</a:path>
                <a:path w="17972" h="21600" stroke="0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  <a:lnTo>
                    <a:pt x="17972" y="2160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022" name="Arc 445"/>
            <p:cNvSpPr>
              <a:spLocks/>
            </p:cNvSpPr>
            <p:nvPr/>
          </p:nvSpPr>
          <p:spPr bwMode="auto">
            <a:xfrm rot="1440000">
              <a:off x="4895" y="1866"/>
              <a:ext cx="1" cy="3"/>
            </a:xfrm>
            <a:custGeom>
              <a:avLst/>
              <a:gdLst>
                <a:gd name="T0" fmla="*/ 0 w 17972"/>
                <a:gd name="T1" fmla="*/ 0 h 21600"/>
                <a:gd name="T2" fmla="*/ 0 w 17972"/>
                <a:gd name="T3" fmla="*/ 0 h 21600"/>
                <a:gd name="T4" fmla="*/ 0 w 1797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972"/>
                <a:gd name="T10" fmla="*/ 0 h 21600"/>
                <a:gd name="T11" fmla="*/ 17972 w 1797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972" h="21600" fill="none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</a:path>
                <a:path w="17972" h="21600" stroke="0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  <a:lnTo>
                    <a:pt x="17972" y="2160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926" name="AutoShape 446"/>
          <p:cNvSpPr>
            <a:spLocks noChangeArrowheads="1"/>
          </p:cNvSpPr>
          <p:nvPr/>
        </p:nvSpPr>
        <p:spPr bwMode="auto">
          <a:xfrm>
            <a:off x="5800725" y="4721225"/>
            <a:ext cx="1157288" cy="690563"/>
          </a:xfrm>
          <a:prstGeom prst="roundRect">
            <a:avLst>
              <a:gd name="adj" fmla="val 16667"/>
            </a:avLst>
          </a:prstGeom>
          <a:solidFill>
            <a:srgbClr val="4FA600"/>
          </a:solidFill>
          <a:ln w="25400">
            <a:solidFill>
              <a:srgbClr val="E47F00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927" name="AutoShape 447"/>
          <p:cNvSpPr>
            <a:spLocks noChangeArrowheads="1"/>
          </p:cNvSpPr>
          <p:nvPr/>
        </p:nvSpPr>
        <p:spPr bwMode="auto">
          <a:xfrm>
            <a:off x="2232025" y="4721225"/>
            <a:ext cx="1158875" cy="690563"/>
          </a:xfrm>
          <a:prstGeom prst="roundRect">
            <a:avLst>
              <a:gd name="adj" fmla="val 16667"/>
            </a:avLst>
          </a:prstGeom>
          <a:solidFill>
            <a:srgbClr val="4FA600"/>
          </a:solidFill>
          <a:ln w="25400">
            <a:solidFill>
              <a:srgbClr val="E47F00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928" name="Rectangle 448"/>
          <p:cNvSpPr>
            <a:spLocks noChangeArrowheads="1"/>
          </p:cNvSpPr>
          <p:nvPr/>
        </p:nvSpPr>
        <p:spPr bwMode="auto">
          <a:xfrm>
            <a:off x="2347913" y="4843463"/>
            <a:ext cx="9779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Relay A</a:t>
            </a:r>
          </a:p>
        </p:txBody>
      </p:sp>
      <p:sp>
        <p:nvSpPr>
          <p:cNvPr id="37929" name="Rectangle 449"/>
          <p:cNvSpPr>
            <a:spLocks noChangeArrowheads="1"/>
          </p:cNvSpPr>
          <p:nvPr/>
        </p:nvSpPr>
        <p:spPr bwMode="auto">
          <a:xfrm>
            <a:off x="5916613" y="4856163"/>
            <a:ext cx="9398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Relay B</a:t>
            </a:r>
          </a:p>
        </p:txBody>
      </p:sp>
    </p:spTree>
    <p:extLst>
      <p:ext uri="{BB962C8B-B14F-4D97-AF65-F5344CB8AC3E}">
        <p14:creationId xmlns:p14="http://schemas.microsoft.com/office/powerpoint/2010/main" val="2028541582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MiCOM P54x</a:t>
            </a:r>
            <a:br>
              <a:rPr lang="en-GB" altLang="en-US"/>
            </a:br>
            <a:r>
              <a:rPr lang="en-GB" altLang="en-US"/>
              <a:t>SONET/SDH, Part Routing via Standby Channel</a:t>
            </a:r>
          </a:p>
        </p:txBody>
      </p:sp>
      <p:sp>
        <p:nvSpPr>
          <p:cNvPr id="118787" name="Rectangle 3"/>
          <p:cNvSpPr>
            <a:spLocks noChangeArrowheads="1"/>
          </p:cNvSpPr>
          <p:nvPr/>
        </p:nvSpPr>
        <p:spPr bwMode="auto">
          <a:xfrm>
            <a:off x="2613025" y="3670300"/>
            <a:ext cx="666750" cy="596900"/>
          </a:xfrm>
          <a:prstGeom prst="rect">
            <a:avLst/>
          </a:prstGeom>
          <a:gradFill rotWithShape="1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0" scaled="1"/>
          </a:gra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8788" name="Rectangle 4"/>
          <p:cNvSpPr>
            <a:spLocks noChangeArrowheads="1"/>
          </p:cNvSpPr>
          <p:nvPr/>
        </p:nvSpPr>
        <p:spPr bwMode="auto">
          <a:xfrm>
            <a:off x="5875338" y="3657600"/>
            <a:ext cx="666750" cy="596900"/>
          </a:xfrm>
          <a:prstGeom prst="rect">
            <a:avLst/>
          </a:prstGeom>
          <a:gradFill rotWithShape="1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0" scaled="1"/>
          </a:gra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2613025" y="1384300"/>
            <a:ext cx="666750" cy="596900"/>
          </a:xfrm>
          <a:prstGeom prst="rect">
            <a:avLst/>
          </a:prstGeom>
          <a:gradFill rotWithShape="1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0" scaled="1"/>
          </a:gra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GB" alt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8790" name="Rectangle 6"/>
          <p:cNvSpPr>
            <a:spLocks noChangeArrowheads="1"/>
          </p:cNvSpPr>
          <p:nvPr/>
        </p:nvSpPr>
        <p:spPr bwMode="auto">
          <a:xfrm>
            <a:off x="5875338" y="1371600"/>
            <a:ext cx="666750" cy="596900"/>
          </a:xfrm>
          <a:prstGeom prst="rect">
            <a:avLst/>
          </a:prstGeom>
          <a:gradFill rotWithShape="1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0" scaled="1"/>
          </a:gra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8791" name="Rectangle 7"/>
          <p:cNvSpPr>
            <a:spLocks noChangeArrowheads="1"/>
          </p:cNvSpPr>
          <p:nvPr/>
        </p:nvSpPr>
        <p:spPr bwMode="auto">
          <a:xfrm>
            <a:off x="1530350" y="2527300"/>
            <a:ext cx="665163" cy="596900"/>
          </a:xfrm>
          <a:prstGeom prst="rect">
            <a:avLst/>
          </a:prstGeom>
          <a:gradFill rotWithShape="1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0" scaled="1"/>
          </a:gra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GB" alt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18792" name="Rectangle 8"/>
          <p:cNvSpPr>
            <a:spLocks noChangeArrowheads="1"/>
          </p:cNvSpPr>
          <p:nvPr/>
        </p:nvSpPr>
        <p:spPr bwMode="auto">
          <a:xfrm>
            <a:off x="6959600" y="2514600"/>
            <a:ext cx="666750" cy="596900"/>
          </a:xfrm>
          <a:prstGeom prst="rect">
            <a:avLst/>
          </a:prstGeom>
          <a:gradFill rotWithShape="1">
            <a:gsLst>
              <a:gs pos="0">
                <a:srgbClr val="4FA600"/>
              </a:gs>
              <a:gs pos="50000">
                <a:srgbClr val="87D200"/>
              </a:gs>
              <a:gs pos="100000">
                <a:srgbClr val="4FA600"/>
              </a:gs>
            </a:gsLst>
            <a:lin ang="0" scaled="1"/>
          </a:gra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GB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8793" name="Line 10"/>
          <p:cNvSpPr>
            <a:spLocks noChangeShapeType="1"/>
          </p:cNvSpPr>
          <p:nvPr/>
        </p:nvSpPr>
        <p:spPr bwMode="auto">
          <a:xfrm>
            <a:off x="3290888" y="3892550"/>
            <a:ext cx="25733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8794" name="Group 12"/>
          <p:cNvGrpSpPr>
            <a:grpSpLocks/>
          </p:cNvGrpSpPr>
          <p:nvPr/>
        </p:nvGrpSpPr>
        <p:grpSpPr bwMode="auto">
          <a:xfrm>
            <a:off x="3290888" y="1606550"/>
            <a:ext cx="2584450" cy="165100"/>
            <a:chOff x="2332" y="1152"/>
            <a:chExt cx="1000" cy="96"/>
          </a:xfrm>
        </p:grpSpPr>
        <p:sp>
          <p:nvSpPr>
            <p:cNvPr id="119226" name="Line 13"/>
            <p:cNvSpPr>
              <a:spLocks noChangeShapeType="1"/>
            </p:cNvSpPr>
            <p:nvPr/>
          </p:nvSpPr>
          <p:spPr bwMode="auto">
            <a:xfrm>
              <a:off x="2332" y="1152"/>
              <a:ext cx="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227" name="Line 14"/>
            <p:cNvSpPr>
              <a:spLocks noChangeShapeType="1"/>
            </p:cNvSpPr>
            <p:nvPr/>
          </p:nvSpPr>
          <p:spPr bwMode="auto">
            <a:xfrm>
              <a:off x="2332" y="1248"/>
              <a:ext cx="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8795" name="Line 15"/>
          <p:cNvSpPr>
            <a:spLocks noChangeShapeType="1"/>
          </p:cNvSpPr>
          <p:nvPr/>
        </p:nvSpPr>
        <p:spPr bwMode="auto">
          <a:xfrm>
            <a:off x="6553200" y="1752600"/>
            <a:ext cx="666750" cy="749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96" name="Line 16"/>
          <p:cNvSpPr>
            <a:spLocks noChangeShapeType="1"/>
          </p:cNvSpPr>
          <p:nvPr/>
        </p:nvSpPr>
        <p:spPr bwMode="auto">
          <a:xfrm>
            <a:off x="6553200" y="1600200"/>
            <a:ext cx="801688" cy="901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97" name="Line 17"/>
          <p:cNvSpPr>
            <a:spLocks noChangeShapeType="1"/>
          </p:cNvSpPr>
          <p:nvPr/>
        </p:nvSpPr>
        <p:spPr bwMode="auto">
          <a:xfrm flipH="1">
            <a:off x="6542088" y="3124200"/>
            <a:ext cx="688975" cy="749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98" name="Line 18"/>
          <p:cNvSpPr>
            <a:spLocks noChangeShapeType="1"/>
          </p:cNvSpPr>
          <p:nvPr/>
        </p:nvSpPr>
        <p:spPr bwMode="auto">
          <a:xfrm flipH="1">
            <a:off x="6542088" y="3124200"/>
            <a:ext cx="823912" cy="901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99" name="Line 19"/>
          <p:cNvSpPr>
            <a:spLocks noChangeShapeType="1"/>
          </p:cNvSpPr>
          <p:nvPr/>
        </p:nvSpPr>
        <p:spPr bwMode="auto">
          <a:xfrm flipH="1">
            <a:off x="1789113" y="1612900"/>
            <a:ext cx="823912" cy="901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00" name="Line 20"/>
          <p:cNvSpPr>
            <a:spLocks noChangeShapeType="1"/>
          </p:cNvSpPr>
          <p:nvPr/>
        </p:nvSpPr>
        <p:spPr bwMode="auto">
          <a:xfrm flipH="1">
            <a:off x="1924050" y="1765300"/>
            <a:ext cx="688975" cy="749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01" name="Line 21"/>
          <p:cNvSpPr>
            <a:spLocks noChangeShapeType="1"/>
          </p:cNvSpPr>
          <p:nvPr/>
        </p:nvSpPr>
        <p:spPr bwMode="auto">
          <a:xfrm>
            <a:off x="1800225" y="3136900"/>
            <a:ext cx="801688" cy="901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02" name="Line 22"/>
          <p:cNvSpPr>
            <a:spLocks noChangeShapeType="1"/>
          </p:cNvSpPr>
          <p:nvPr/>
        </p:nvSpPr>
        <p:spPr bwMode="auto">
          <a:xfrm>
            <a:off x="1936750" y="3136900"/>
            <a:ext cx="665163" cy="749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03" name="Line 23"/>
          <p:cNvSpPr>
            <a:spLocks noChangeShapeType="1"/>
          </p:cNvSpPr>
          <p:nvPr/>
        </p:nvSpPr>
        <p:spPr bwMode="auto">
          <a:xfrm>
            <a:off x="3014663" y="4279900"/>
            <a:ext cx="0" cy="444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04" name="Line 24"/>
          <p:cNvSpPr>
            <a:spLocks noChangeShapeType="1"/>
          </p:cNvSpPr>
          <p:nvPr/>
        </p:nvSpPr>
        <p:spPr bwMode="auto">
          <a:xfrm>
            <a:off x="2878138" y="4279900"/>
            <a:ext cx="0" cy="444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05" name="Line 25"/>
          <p:cNvSpPr>
            <a:spLocks noChangeShapeType="1"/>
          </p:cNvSpPr>
          <p:nvPr/>
        </p:nvSpPr>
        <p:spPr bwMode="auto">
          <a:xfrm>
            <a:off x="6276975" y="4267200"/>
            <a:ext cx="0" cy="444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06" name="Line 26"/>
          <p:cNvSpPr>
            <a:spLocks noChangeShapeType="1"/>
          </p:cNvSpPr>
          <p:nvPr/>
        </p:nvSpPr>
        <p:spPr bwMode="auto">
          <a:xfrm>
            <a:off x="6140450" y="4267200"/>
            <a:ext cx="0" cy="444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07" name="Rectangle 33"/>
          <p:cNvSpPr>
            <a:spLocks noChangeArrowheads="1"/>
          </p:cNvSpPr>
          <p:nvPr/>
        </p:nvSpPr>
        <p:spPr bwMode="auto">
          <a:xfrm>
            <a:off x="5518150" y="3400425"/>
            <a:ext cx="4397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b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en-US" b="1" baseline="-25000">
                <a:latin typeface="Arial" panose="020B0604020202020204" pitchFamily="34" charset="0"/>
                <a:cs typeface="Arial" panose="020B0604020202020204" pitchFamily="34" charset="0"/>
              </a:rPr>
              <a:t>p1</a:t>
            </a:r>
          </a:p>
        </p:txBody>
      </p:sp>
      <p:sp>
        <p:nvSpPr>
          <p:cNvPr id="118808" name="Rectangle 34"/>
          <p:cNvSpPr>
            <a:spLocks noChangeArrowheads="1"/>
          </p:cNvSpPr>
          <p:nvPr/>
        </p:nvSpPr>
        <p:spPr bwMode="auto">
          <a:xfrm>
            <a:off x="3271838" y="4098925"/>
            <a:ext cx="4397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b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en-US" b="1" baseline="-25000">
                <a:latin typeface="Arial" panose="020B0604020202020204" pitchFamily="34" charset="0"/>
                <a:cs typeface="Arial" panose="020B0604020202020204" pitchFamily="34" charset="0"/>
              </a:rPr>
              <a:t>p2</a:t>
            </a:r>
          </a:p>
        </p:txBody>
      </p:sp>
      <p:sp>
        <p:nvSpPr>
          <p:cNvPr id="118809" name="Rectangle 35"/>
          <p:cNvSpPr>
            <a:spLocks noChangeArrowheads="1"/>
          </p:cNvSpPr>
          <p:nvPr/>
        </p:nvSpPr>
        <p:spPr bwMode="auto">
          <a:xfrm>
            <a:off x="6737350" y="3857625"/>
            <a:ext cx="503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b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en-US" b="1" baseline="-25000">
                <a:latin typeface="Arial" panose="020B0604020202020204" pitchFamily="34" charset="0"/>
                <a:cs typeface="Arial" panose="020B0604020202020204" pitchFamily="34" charset="0"/>
              </a:rPr>
              <a:t>p1</a:t>
            </a:r>
            <a:r>
              <a:rPr lang="en-GB" altLang="en-US" b="1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</p:txBody>
      </p:sp>
      <p:sp>
        <p:nvSpPr>
          <p:cNvPr id="118810" name="Rectangle 36"/>
          <p:cNvSpPr>
            <a:spLocks noChangeArrowheads="1"/>
          </p:cNvSpPr>
          <p:nvPr/>
        </p:nvSpPr>
        <p:spPr bwMode="auto">
          <a:xfrm>
            <a:off x="2324100" y="3260725"/>
            <a:ext cx="503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b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en-US" b="1" baseline="-25000">
                <a:latin typeface="Arial" panose="020B0604020202020204" pitchFamily="34" charset="0"/>
                <a:cs typeface="Arial" panose="020B0604020202020204" pitchFamily="34" charset="0"/>
              </a:rPr>
              <a:t>p2</a:t>
            </a:r>
            <a:r>
              <a:rPr lang="en-GB" altLang="en-US" b="1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</p:txBody>
      </p:sp>
      <p:sp>
        <p:nvSpPr>
          <p:cNvPr id="118811" name="Freeform 37"/>
          <p:cNvSpPr>
            <a:spLocks/>
          </p:cNvSpPr>
          <p:nvPr/>
        </p:nvSpPr>
        <p:spPr bwMode="auto">
          <a:xfrm>
            <a:off x="2155825" y="5645150"/>
            <a:ext cx="4945063" cy="241300"/>
          </a:xfrm>
          <a:custGeom>
            <a:avLst/>
            <a:gdLst>
              <a:gd name="T0" fmla="*/ 0 w 3504"/>
              <a:gd name="T1" fmla="*/ 2147483647 h 152"/>
              <a:gd name="T2" fmla="*/ 2147483647 w 3504"/>
              <a:gd name="T3" fmla="*/ 2147483647 h 152"/>
              <a:gd name="T4" fmla="*/ 2147483647 w 3504"/>
              <a:gd name="T5" fmla="*/ 0 h 152"/>
              <a:gd name="T6" fmla="*/ 2147483647 w 3504"/>
              <a:gd name="T7" fmla="*/ 2147483647 h 152"/>
              <a:gd name="T8" fmla="*/ 2147483647 w 3504"/>
              <a:gd name="T9" fmla="*/ 2147483647 h 152"/>
              <a:gd name="T10" fmla="*/ 2147483647 w 3504"/>
              <a:gd name="T11" fmla="*/ 0 h 152"/>
              <a:gd name="T12" fmla="*/ 2147483647 w 3504"/>
              <a:gd name="T13" fmla="*/ 2147483647 h 152"/>
              <a:gd name="T14" fmla="*/ 2147483647 w 3504"/>
              <a:gd name="T15" fmla="*/ 2147483647 h 15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504"/>
              <a:gd name="T25" fmla="*/ 0 h 152"/>
              <a:gd name="T26" fmla="*/ 3504 w 3504"/>
              <a:gd name="T27" fmla="*/ 152 h 15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504" h="152">
                <a:moveTo>
                  <a:pt x="0" y="144"/>
                </a:moveTo>
                <a:lnTo>
                  <a:pt x="752" y="144"/>
                </a:lnTo>
                <a:lnTo>
                  <a:pt x="896" y="0"/>
                </a:lnTo>
                <a:lnTo>
                  <a:pt x="1008" y="152"/>
                </a:lnTo>
                <a:lnTo>
                  <a:pt x="2104" y="152"/>
                </a:lnTo>
                <a:lnTo>
                  <a:pt x="2256" y="0"/>
                </a:lnTo>
                <a:lnTo>
                  <a:pt x="2384" y="136"/>
                </a:lnTo>
                <a:lnTo>
                  <a:pt x="3504" y="136"/>
                </a:lnTo>
              </a:path>
            </a:pathLst>
          </a:custGeom>
          <a:noFill/>
          <a:ln w="38100" cap="flat" cmpd="sng">
            <a:solidFill>
              <a:srgbClr val="0092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8812" name="Group 38"/>
          <p:cNvGrpSpPr>
            <a:grpSpLocks/>
          </p:cNvGrpSpPr>
          <p:nvPr/>
        </p:nvGrpSpPr>
        <p:grpSpPr bwMode="auto">
          <a:xfrm>
            <a:off x="6118225" y="5667375"/>
            <a:ext cx="368300" cy="282575"/>
            <a:chOff x="752" y="3230"/>
            <a:chExt cx="261" cy="178"/>
          </a:xfrm>
        </p:grpSpPr>
        <p:grpSp>
          <p:nvGrpSpPr>
            <p:cNvPr id="119218" name="Group 39"/>
            <p:cNvGrpSpPr>
              <a:grpSpLocks/>
            </p:cNvGrpSpPr>
            <p:nvPr/>
          </p:nvGrpSpPr>
          <p:grpSpPr bwMode="auto">
            <a:xfrm flipV="1">
              <a:off x="754" y="3351"/>
              <a:ext cx="258" cy="57"/>
              <a:chOff x="3338" y="1558"/>
              <a:chExt cx="258" cy="57"/>
            </a:xfrm>
          </p:grpSpPr>
          <p:sp>
            <p:nvSpPr>
              <p:cNvPr id="119222" name="Arc 40"/>
              <p:cNvSpPr>
                <a:spLocks/>
              </p:cNvSpPr>
              <p:nvPr/>
            </p:nvSpPr>
            <p:spPr bwMode="auto">
              <a:xfrm>
                <a:off x="3338" y="1559"/>
                <a:ext cx="69" cy="56"/>
              </a:xfrm>
              <a:custGeom>
                <a:avLst/>
                <a:gdLst>
                  <a:gd name="T0" fmla="*/ 0 w 21597"/>
                  <a:gd name="T1" fmla="*/ 0 h 21598"/>
                  <a:gd name="T2" fmla="*/ 0 w 21597"/>
                  <a:gd name="T3" fmla="*/ 0 h 21598"/>
                  <a:gd name="T4" fmla="*/ 0 w 21597"/>
                  <a:gd name="T5" fmla="*/ 0 h 21598"/>
                  <a:gd name="T6" fmla="*/ 0 60000 65536"/>
                  <a:gd name="T7" fmla="*/ 0 60000 65536"/>
                  <a:gd name="T8" fmla="*/ 0 60000 65536"/>
                  <a:gd name="T9" fmla="*/ 0 w 21597"/>
                  <a:gd name="T10" fmla="*/ 0 h 21598"/>
                  <a:gd name="T11" fmla="*/ 21597 w 21597"/>
                  <a:gd name="T12" fmla="*/ 21598 h 215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97" h="21598" fill="none" extrusionOk="0">
                    <a:moveTo>
                      <a:pt x="0" y="21216"/>
                    </a:moveTo>
                    <a:cubicBezTo>
                      <a:pt x="206" y="9557"/>
                      <a:pt x="9628" y="167"/>
                      <a:pt x="21287" y="0"/>
                    </a:cubicBezTo>
                  </a:path>
                  <a:path w="21597" h="21598" stroke="0" extrusionOk="0">
                    <a:moveTo>
                      <a:pt x="0" y="21216"/>
                    </a:moveTo>
                    <a:cubicBezTo>
                      <a:pt x="206" y="9557"/>
                      <a:pt x="9628" y="167"/>
                      <a:pt x="21287" y="0"/>
                    </a:cubicBezTo>
                    <a:lnTo>
                      <a:pt x="21597" y="21598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223" name="Arc 41"/>
              <p:cNvSpPr>
                <a:spLocks/>
              </p:cNvSpPr>
              <p:nvPr/>
            </p:nvSpPr>
            <p:spPr bwMode="auto">
              <a:xfrm>
                <a:off x="3390" y="1558"/>
                <a:ext cx="71" cy="57"/>
              </a:xfrm>
              <a:custGeom>
                <a:avLst/>
                <a:gdLst>
                  <a:gd name="T0" fmla="*/ 0 w 21903"/>
                  <a:gd name="T1" fmla="*/ 0 h 21600"/>
                  <a:gd name="T2" fmla="*/ 0 w 21903"/>
                  <a:gd name="T3" fmla="*/ 0 h 21600"/>
                  <a:gd name="T4" fmla="*/ 0 w 21903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903"/>
                  <a:gd name="T10" fmla="*/ 0 h 21600"/>
                  <a:gd name="T11" fmla="*/ 21903 w 21903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903" h="21600" fill="none" extrusionOk="0">
                    <a:moveTo>
                      <a:pt x="0" y="2"/>
                    </a:moveTo>
                    <a:cubicBezTo>
                      <a:pt x="101" y="0"/>
                      <a:pt x="203" y="-1"/>
                      <a:pt x="306" y="0"/>
                    </a:cubicBezTo>
                    <a:cubicBezTo>
                      <a:pt x="12086" y="0"/>
                      <a:pt x="21694" y="9439"/>
                      <a:pt x="21902" y="21218"/>
                    </a:cubicBezTo>
                  </a:path>
                  <a:path w="21903" h="21600" stroke="0" extrusionOk="0">
                    <a:moveTo>
                      <a:pt x="0" y="2"/>
                    </a:moveTo>
                    <a:cubicBezTo>
                      <a:pt x="101" y="0"/>
                      <a:pt x="203" y="-1"/>
                      <a:pt x="306" y="0"/>
                    </a:cubicBezTo>
                    <a:cubicBezTo>
                      <a:pt x="12086" y="0"/>
                      <a:pt x="21694" y="9439"/>
                      <a:pt x="21902" y="21218"/>
                    </a:cubicBezTo>
                    <a:lnTo>
                      <a:pt x="306" y="21600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224" name="Arc 42"/>
              <p:cNvSpPr>
                <a:spLocks/>
              </p:cNvSpPr>
              <p:nvPr/>
            </p:nvSpPr>
            <p:spPr bwMode="auto">
              <a:xfrm>
                <a:off x="3473" y="1559"/>
                <a:ext cx="70" cy="56"/>
              </a:xfrm>
              <a:custGeom>
                <a:avLst/>
                <a:gdLst>
                  <a:gd name="T0" fmla="*/ 0 w 21597"/>
                  <a:gd name="T1" fmla="*/ 0 h 21598"/>
                  <a:gd name="T2" fmla="*/ 0 w 21597"/>
                  <a:gd name="T3" fmla="*/ 0 h 21598"/>
                  <a:gd name="T4" fmla="*/ 0 w 21597"/>
                  <a:gd name="T5" fmla="*/ 0 h 21598"/>
                  <a:gd name="T6" fmla="*/ 0 60000 65536"/>
                  <a:gd name="T7" fmla="*/ 0 60000 65536"/>
                  <a:gd name="T8" fmla="*/ 0 60000 65536"/>
                  <a:gd name="T9" fmla="*/ 0 w 21597"/>
                  <a:gd name="T10" fmla="*/ 0 h 21598"/>
                  <a:gd name="T11" fmla="*/ 21597 w 21597"/>
                  <a:gd name="T12" fmla="*/ 21598 h 215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97" h="21598" fill="none" extrusionOk="0">
                    <a:moveTo>
                      <a:pt x="0" y="21216"/>
                    </a:moveTo>
                    <a:cubicBezTo>
                      <a:pt x="206" y="9556"/>
                      <a:pt x="9630" y="165"/>
                      <a:pt x="21291" y="0"/>
                    </a:cubicBezTo>
                  </a:path>
                  <a:path w="21597" h="21598" stroke="0" extrusionOk="0">
                    <a:moveTo>
                      <a:pt x="0" y="21216"/>
                    </a:moveTo>
                    <a:cubicBezTo>
                      <a:pt x="206" y="9556"/>
                      <a:pt x="9630" y="165"/>
                      <a:pt x="21291" y="0"/>
                    </a:cubicBezTo>
                    <a:lnTo>
                      <a:pt x="21597" y="21598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225" name="Arc 43"/>
              <p:cNvSpPr>
                <a:spLocks/>
              </p:cNvSpPr>
              <p:nvPr/>
            </p:nvSpPr>
            <p:spPr bwMode="auto">
              <a:xfrm>
                <a:off x="3526" y="1558"/>
                <a:ext cx="70" cy="57"/>
              </a:xfrm>
              <a:custGeom>
                <a:avLst/>
                <a:gdLst>
                  <a:gd name="T0" fmla="*/ 0 w 21905"/>
                  <a:gd name="T1" fmla="*/ 0 h 21600"/>
                  <a:gd name="T2" fmla="*/ 0 w 21905"/>
                  <a:gd name="T3" fmla="*/ 0 h 21600"/>
                  <a:gd name="T4" fmla="*/ 0 w 2190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905"/>
                  <a:gd name="T10" fmla="*/ 0 h 21600"/>
                  <a:gd name="T11" fmla="*/ 21905 w 2190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905" h="21600" fill="none" extrusionOk="0">
                    <a:moveTo>
                      <a:pt x="0" y="2"/>
                    </a:moveTo>
                    <a:cubicBezTo>
                      <a:pt x="102" y="0"/>
                      <a:pt x="205" y="-1"/>
                      <a:pt x="308" y="0"/>
                    </a:cubicBezTo>
                    <a:cubicBezTo>
                      <a:pt x="12087" y="0"/>
                      <a:pt x="21694" y="9437"/>
                      <a:pt x="21904" y="21215"/>
                    </a:cubicBezTo>
                  </a:path>
                  <a:path w="21905" h="21600" stroke="0" extrusionOk="0">
                    <a:moveTo>
                      <a:pt x="0" y="2"/>
                    </a:moveTo>
                    <a:cubicBezTo>
                      <a:pt x="102" y="0"/>
                      <a:pt x="205" y="-1"/>
                      <a:pt x="308" y="0"/>
                    </a:cubicBezTo>
                    <a:cubicBezTo>
                      <a:pt x="12087" y="0"/>
                      <a:pt x="21694" y="9437"/>
                      <a:pt x="21904" y="21215"/>
                    </a:cubicBezTo>
                    <a:lnTo>
                      <a:pt x="308" y="21600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9219" name="Line 44"/>
            <p:cNvSpPr>
              <a:spLocks noChangeShapeType="1"/>
            </p:cNvSpPr>
            <p:nvPr/>
          </p:nvSpPr>
          <p:spPr bwMode="auto">
            <a:xfrm flipV="1">
              <a:off x="882" y="3298"/>
              <a:ext cx="0" cy="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220" name="Line 45"/>
            <p:cNvSpPr>
              <a:spLocks noChangeShapeType="1"/>
            </p:cNvSpPr>
            <p:nvPr/>
          </p:nvSpPr>
          <p:spPr bwMode="auto">
            <a:xfrm flipV="1">
              <a:off x="752" y="3234"/>
              <a:ext cx="0" cy="11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221" name="Line 46"/>
            <p:cNvSpPr>
              <a:spLocks noChangeShapeType="1"/>
            </p:cNvSpPr>
            <p:nvPr/>
          </p:nvSpPr>
          <p:spPr bwMode="auto">
            <a:xfrm flipV="1">
              <a:off x="1013" y="3230"/>
              <a:ext cx="0" cy="11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8813" name="Rectangle 47"/>
          <p:cNvSpPr>
            <a:spLocks noChangeArrowheads="1"/>
          </p:cNvSpPr>
          <p:nvPr/>
        </p:nvSpPr>
        <p:spPr bwMode="auto">
          <a:xfrm>
            <a:off x="7154863" y="5662613"/>
            <a:ext cx="66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</a:t>
            </a:r>
            <a:endParaRPr lang="en-US" altLang="en-US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8814" name="Group 48"/>
          <p:cNvGrpSpPr>
            <a:grpSpLocks/>
          </p:cNvGrpSpPr>
          <p:nvPr/>
        </p:nvGrpSpPr>
        <p:grpSpPr bwMode="auto">
          <a:xfrm>
            <a:off x="2663825" y="5680075"/>
            <a:ext cx="368300" cy="282575"/>
            <a:chOff x="752" y="3230"/>
            <a:chExt cx="261" cy="178"/>
          </a:xfrm>
        </p:grpSpPr>
        <p:grpSp>
          <p:nvGrpSpPr>
            <p:cNvPr id="119210" name="Group 49"/>
            <p:cNvGrpSpPr>
              <a:grpSpLocks/>
            </p:cNvGrpSpPr>
            <p:nvPr/>
          </p:nvGrpSpPr>
          <p:grpSpPr bwMode="auto">
            <a:xfrm flipV="1">
              <a:off x="754" y="3351"/>
              <a:ext cx="258" cy="57"/>
              <a:chOff x="3338" y="1558"/>
              <a:chExt cx="258" cy="57"/>
            </a:xfrm>
          </p:grpSpPr>
          <p:sp>
            <p:nvSpPr>
              <p:cNvPr id="119214" name="Arc 50"/>
              <p:cNvSpPr>
                <a:spLocks/>
              </p:cNvSpPr>
              <p:nvPr/>
            </p:nvSpPr>
            <p:spPr bwMode="auto">
              <a:xfrm>
                <a:off x="3338" y="1559"/>
                <a:ext cx="69" cy="56"/>
              </a:xfrm>
              <a:custGeom>
                <a:avLst/>
                <a:gdLst>
                  <a:gd name="T0" fmla="*/ 0 w 21597"/>
                  <a:gd name="T1" fmla="*/ 0 h 21598"/>
                  <a:gd name="T2" fmla="*/ 0 w 21597"/>
                  <a:gd name="T3" fmla="*/ 0 h 21598"/>
                  <a:gd name="T4" fmla="*/ 0 w 21597"/>
                  <a:gd name="T5" fmla="*/ 0 h 21598"/>
                  <a:gd name="T6" fmla="*/ 0 60000 65536"/>
                  <a:gd name="T7" fmla="*/ 0 60000 65536"/>
                  <a:gd name="T8" fmla="*/ 0 60000 65536"/>
                  <a:gd name="T9" fmla="*/ 0 w 21597"/>
                  <a:gd name="T10" fmla="*/ 0 h 21598"/>
                  <a:gd name="T11" fmla="*/ 21597 w 21597"/>
                  <a:gd name="T12" fmla="*/ 21598 h 215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97" h="21598" fill="none" extrusionOk="0">
                    <a:moveTo>
                      <a:pt x="0" y="21216"/>
                    </a:moveTo>
                    <a:cubicBezTo>
                      <a:pt x="206" y="9557"/>
                      <a:pt x="9628" y="167"/>
                      <a:pt x="21287" y="0"/>
                    </a:cubicBezTo>
                  </a:path>
                  <a:path w="21597" h="21598" stroke="0" extrusionOk="0">
                    <a:moveTo>
                      <a:pt x="0" y="21216"/>
                    </a:moveTo>
                    <a:cubicBezTo>
                      <a:pt x="206" y="9557"/>
                      <a:pt x="9628" y="167"/>
                      <a:pt x="21287" y="0"/>
                    </a:cubicBezTo>
                    <a:lnTo>
                      <a:pt x="21597" y="21598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215" name="Arc 51"/>
              <p:cNvSpPr>
                <a:spLocks/>
              </p:cNvSpPr>
              <p:nvPr/>
            </p:nvSpPr>
            <p:spPr bwMode="auto">
              <a:xfrm>
                <a:off x="3390" y="1558"/>
                <a:ext cx="71" cy="57"/>
              </a:xfrm>
              <a:custGeom>
                <a:avLst/>
                <a:gdLst>
                  <a:gd name="T0" fmla="*/ 0 w 21903"/>
                  <a:gd name="T1" fmla="*/ 0 h 21600"/>
                  <a:gd name="T2" fmla="*/ 0 w 21903"/>
                  <a:gd name="T3" fmla="*/ 0 h 21600"/>
                  <a:gd name="T4" fmla="*/ 0 w 21903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903"/>
                  <a:gd name="T10" fmla="*/ 0 h 21600"/>
                  <a:gd name="T11" fmla="*/ 21903 w 21903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903" h="21600" fill="none" extrusionOk="0">
                    <a:moveTo>
                      <a:pt x="0" y="2"/>
                    </a:moveTo>
                    <a:cubicBezTo>
                      <a:pt x="101" y="0"/>
                      <a:pt x="203" y="-1"/>
                      <a:pt x="306" y="0"/>
                    </a:cubicBezTo>
                    <a:cubicBezTo>
                      <a:pt x="12086" y="0"/>
                      <a:pt x="21694" y="9439"/>
                      <a:pt x="21902" y="21218"/>
                    </a:cubicBezTo>
                  </a:path>
                  <a:path w="21903" h="21600" stroke="0" extrusionOk="0">
                    <a:moveTo>
                      <a:pt x="0" y="2"/>
                    </a:moveTo>
                    <a:cubicBezTo>
                      <a:pt x="101" y="0"/>
                      <a:pt x="203" y="-1"/>
                      <a:pt x="306" y="0"/>
                    </a:cubicBezTo>
                    <a:cubicBezTo>
                      <a:pt x="12086" y="0"/>
                      <a:pt x="21694" y="9439"/>
                      <a:pt x="21902" y="21218"/>
                    </a:cubicBezTo>
                    <a:lnTo>
                      <a:pt x="306" y="21600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216" name="Arc 52"/>
              <p:cNvSpPr>
                <a:spLocks/>
              </p:cNvSpPr>
              <p:nvPr/>
            </p:nvSpPr>
            <p:spPr bwMode="auto">
              <a:xfrm>
                <a:off x="3473" y="1559"/>
                <a:ext cx="70" cy="56"/>
              </a:xfrm>
              <a:custGeom>
                <a:avLst/>
                <a:gdLst>
                  <a:gd name="T0" fmla="*/ 0 w 21597"/>
                  <a:gd name="T1" fmla="*/ 0 h 21598"/>
                  <a:gd name="T2" fmla="*/ 0 w 21597"/>
                  <a:gd name="T3" fmla="*/ 0 h 21598"/>
                  <a:gd name="T4" fmla="*/ 0 w 21597"/>
                  <a:gd name="T5" fmla="*/ 0 h 21598"/>
                  <a:gd name="T6" fmla="*/ 0 60000 65536"/>
                  <a:gd name="T7" fmla="*/ 0 60000 65536"/>
                  <a:gd name="T8" fmla="*/ 0 60000 65536"/>
                  <a:gd name="T9" fmla="*/ 0 w 21597"/>
                  <a:gd name="T10" fmla="*/ 0 h 21598"/>
                  <a:gd name="T11" fmla="*/ 21597 w 21597"/>
                  <a:gd name="T12" fmla="*/ 21598 h 215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97" h="21598" fill="none" extrusionOk="0">
                    <a:moveTo>
                      <a:pt x="0" y="21216"/>
                    </a:moveTo>
                    <a:cubicBezTo>
                      <a:pt x="206" y="9556"/>
                      <a:pt x="9630" y="165"/>
                      <a:pt x="21291" y="0"/>
                    </a:cubicBezTo>
                  </a:path>
                  <a:path w="21597" h="21598" stroke="0" extrusionOk="0">
                    <a:moveTo>
                      <a:pt x="0" y="21216"/>
                    </a:moveTo>
                    <a:cubicBezTo>
                      <a:pt x="206" y="9556"/>
                      <a:pt x="9630" y="165"/>
                      <a:pt x="21291" y="0"/>
                    </a:cubicBezTo>
                    <a:lnTo>
                      <a:pt x="21597" y="21598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217" name="Arc 53"/>
              <p:cNvSpPr>
                <a:spLocks/>
              </p:cNvSpPr>
              <p:nvPr/>
            </p:nvSpPr>
            <p:spPr bwMode="auto">
              <a:xfrm>
                <a:off x="3526" y="1558"/>
                <a:ext cx="70" cy="57"/>
              </a:xfrm>
              <a:custGeom>
                <a:avLst/>
                <a:gdLst>
                  <a:gd name="T0" fmla="*/ 0 w 21905"/>
                  <a:gd name="T1" fmla="*/ 0 h 21600"/>
                  <a:gd name="T2" fmla="*/ 0 w 21905"/>
                  <a:gd name="T3" fmla="*/ 0 h 21600"/>
                  <a:gd name="T4" fmla="*/ 0 w 2190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905"/>
                  <a:gd name="T10" fmla="*/ 0 h 21600"/>
                  <a:gd name="T11" fmla="*/ 21905 w 2190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905" h="21600" fill="none" extrusionOk="0">
                    <a:moveTo>
                      <a:pt x="0" y="2"/>
                    </a:moveTo>
                    <a:cubicBezTo>
                      <a:pt x="102" y="0"/>
                      <a:pt x="205" y="-1"/>
                      <a:pt x="308" y="0"/>
                    </a:cubicBezTo>
                    <a:cubicBezTo>
                      <a:pt x="12087" y="0"/>
                      <a:pt x="21694" y="9437"/>
                      <a:pt x="21904" y="21215"/>
                    </a:cubicBezTo>
                  </a:path>
                  <a:path w="21905" h="21600" stroke="0" extrusionOk="0">
                    <a:moveTo>
                      <a:pt x="0" y="2"/>
                    </a:moveTo>
                    <a:cubicBezTo>
                      <a:pt x="102" y="0"/>
                      <a:pt x="205" y="-1"/>
                      <a:pt x="308" y="0"/>
                    </a:cubicBezTo>
                    <a:cubicBezTo>
                      <a:pt x="12087" y="0"/>
                      <a:pt x="21694" y="9437"/>
                      <a:pt x="21904" y="21215"/>
                    </a:cubicBezTo>
                    <a:lnTo>
                      <a:pt x="308" y="21600"/>
                    </a:lnTo>
                    <a:close/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9211" name="Line 54"/>
            <p:cNvSpPr>
              <a:spLocks noChangeShapeType="1"/>
            </p:cNvSpPr>
            <p:nvPr/>
          </p:nvSpPr>
          <p:spPr bwMode="auto">
            <a:xfrm flipV="1">
              <a:off x="882" y="3298"/>
              <a:ext cx="0" cy="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212" name="Line 55"/>
            <p:cNvSpPr>
              <a:spLocks noChangeShapeType="1"/>
            </p:cNvSpPr>
            <p:nvPr/>
          </p:nvSpPr>
          <p:spPr bwMode="auto">
            <a:xfrm flipV="1">
              <a:off x="752" y="3234"/>
              <a:ext cx="0" cy="11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213" name="Line 56"/>
            <p:cNvSpPr>
              <a:spLocks noChangeShapeType="1"/>
            </p:cNvSpPr>
            <p:nvPr/>
          </p:nvSpPr>
          <p:spPr bwMode="auto">
            <a:xfrm flipV="1">
              <a:off x="1013" y="3230"/>
              <a:ext cx="0" cy="11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8815" name="Line 57"/>
          <p:cNvSpPr>
            <a:spLocks noChangeShapeType="1"/>
          </p:cNvSpPr>
          <p:nvPr/>
        </p:nvSpPr>
        <p:spPr bwMode="auto">
          <a:xfrm>
            <a:off x="2844800" y="5378450"/>
            <a:ext cx="0" cy="3556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16" name="Line 58"/>
          <p:cNvSpPr>
            <a:spLocks noChangeShapeType="1"/>
          </p:cNvSpPr>
          <p:nvPr/>
        </p:nvSpPr>
        <p:spPr bwMode="auto">
          <a:xfrm>
            <a:off x="6299200" y="5378450"/>
            <a:ext cx="0" cy="3556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8817" name="Group 59"/>
          <p:cNvGrpSpPr>
            <a:grpSpLocks/>
          </p:cNvGrpSpPr>
          <p:nvPr/>
        </p:nvGrpSpPr>
        <p:grpSpPr bwMode="auto">
          <a:xfrm>
            <a:off x="3281363" y="5307013"/>
            <a:ext cx="666750" cy="1331912"/>
            <a:chOff x="4661" y="1023"/>
            <a:chExt cx="1249" cy="2175"/>
          </a:xfrm>
        </p:grpSpPr>
        <p:sp>
          <p:nvSpPr>
            <p:cNvPr id="119019" name="Freeform 60"/>
            <p:cNvSpPr>
              <a:spLocks/>
            </p:cNvSpPr>
            <p:nvPr/>
          </p:nvSpPr>
          <p:spPr bwMode="auto">
            <a:xfrm>
              <a:off x="4661" y="1023"/>
              <a:ext cx="615" cy="1919"/>
            </a:xfrm>
            <a:custGeom>
              <a:avLst/>
              <a:gdLst>
                <a:gd name="T0" fmla="*/ 614 w 615"/>
                <a:gd name="T1" fmla="*/ 0 h 1919"/>
                <a:gd name="T2" fmla="*/ 565 w 615"/>
                <a:gd name="T3" fmla="*/ 75 h 1919"/>
                <a:gd name="T4" fmla="*/ 375 w 615"/>
                <a:gd name="T5" fmla="*/ 1016 h 1919"/>
                <a:gd name="T6" fmla="*/ 0 w 615"/>
                <a:gd name="T7" fmla="*/ 1918 h 19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5"/>
                <a:gd name="T13" fmla="*/ 0 h 1919"/>
                <a:gd name="T14" fmla="*/ 615 w 615"/>
                <a:gd name="T15" fmla="*/ 1919 h 19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5" h="1919">
                  <a:moveTo>
                    <a:pt x="614" y="0"/>
                  </a:moveTo>
                  <a:lnTo>
                    <a:pt x="565" y="75"/>
                  </a:lnTo>
                  <a:lnTo>
                    <a:pt x="375" y="1016"/>
                  </a:lnTo>
                  <a:lnTo>
                    <a:pt x="0" y="1918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20" name="Freeform 61"/>
            <p:cNvSpPr>
              <a:spLocks/>
            </p:cNvSpPr>
            <p:nvPr/>
          </p:nvSpPr>
          <p:spPr bwMode="auto">
            <a:xfrm>
              <a:off x="5289" y="1023"/>
              <a:ext cx="616" cy="1919"/>
            </a:xfrm>
            <a:custGeom>
              <a:avLst/>
              <a:gdLst>
                <a:gd name="T0" fmla="*/ 0 w 616"/>
                <a:gd name="T1" fmla="*/ 0 h 1919"/>
                <a:gd name="T2" fmla="*/ 49 w 616"/>
                <a:gd name="T3" fmla="*/ 75 h 1919"/>
                <a:gd name="T4" fmla="*/ 239 w 616"/>
                <a:gd name="T5" fmla="*/ 1016 h 1919"/>
                <a:gd name="T6" fmla="*/ 615 w 616"/>
                <a:gd name="T7" fmla="*/ 1918 h 19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6"/>
                <a:gd name="T13" fmla="*/ 0 h 1919"/>
                <a:gd name="T14" fmla="*/ 616 w 616"/>
                <a:gd name="T15" fmla="*/ 1919 h 19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6" h="1919">
                  <a:moveTo>
                    <a:pt x="0" y="0"/>
                  </a:moveTo>
                  <a:lnTo>
                    <a:pt x="49" y="75"/>
                  </a:lnTo>
                  <a:lnTo>
                    <a:pt x="239" y="1016"/>
                  </a:lnTo>
                  <a:lnTo>
                    <a:pt x="615" y="1918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21" name="Line 62"/>
            <p:cNvSpPr>
              <a:spLocks noChangeShapeType="1"/>
            </p:cNvSpPr>
            <p:nvPr/>
          </p:nvSpPr>
          <p:spPr bwMode="auto">
            <a:xfrm flipH="1">
              <a:off x="5255" y="1047"/>
              <a:ext cx="41" cy="2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22" name="Freeform 63"/>
            <p:cNvSpPr>
              <a:spLocks/>
            </p:cNvSpPr>
            <p:nvPr/>
          </p:nvSpPr>
          <p:spPr bwMode="auto">
            <a:xfrm>
              <a:off x="5041" y="1960"/>
              <a:ext cx="484" cy="169"/>
            </a:xfrm>
            <a:custGeom>
              <a:avLst/>
              <a:gdLst>
                <a:gd name="T0" fmla="*/ 0 w 484"/>
                <a:gd name="T1" fmla="*/ 74 h 169"/>
                <a:gd name="T2" fmla="*/ 226 w 484"/>
                <a:gd name="T3" fmla="*/ 168 h 169"/>
                <a:gd name="T4" fmla="*/ 483 w 484"/>
                <a:gd name="T5" fmla="*/ 79 h 169"/>
                <a:gd name="T6" fmla="*/ 230 w 484"/>
                <a:gd name="T7" fmla="*/ 0 h 169"/>
                <a:gd name="T8" fmla="*/ 0 w 484"/>
                <a:gd name="T9" fmla="*/ 74 h 1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4"/>
                <a:gd name="T16" fmla="*/ 0 h 169"/>
                <a:gd name="T17" fmla="*/ 484 w 484"/>
                <a:gd name="T18" fmla="*/ 169 h 1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4" h="169">
                  <a:moveTo>
                    <a:pt x="0" y="74"/>
                  </a:moveTo>
                  <a:lnTo>
                    <a:pt x="226" y="168"/>
                  </a:lnTo>
                  <a:lnTo>
                    <a:pt x="483" y="79"/>
                  </a:lnTo>
                  <a:lnTo>
                    <a:pt x="230" y="0"/>
                  </a:lnTo>
                  <a:lnTo>
                    <a:pt x="0" y="74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23" name="Freeform 64"/>
            <p:cNvSpPr>
              <a:spLocks/>
            </p:cNvSpPr>
            <p:nvPr/>
          </p:nvSpPr>
          <p:spPr bwMode="auto">
            <a:xfrm>
              <a:off x="4661" y="2433"/>
              <a:ext cx="1249" cy="765"/>
            </a:xfrm>
            <a:custGeom>
              <a:avLst/>
              <a:gdLst>
                <a:gd name="T0" fmla="*/ 0 w 1249"/>
                <a:gd name="T1" fmla="*/ 499 h 765"/>
                <a:gd name="T2" fmla="*/ 381 w 1249"/>
                <a:gd name="T3" fmla="*/ 137 h 765"/>
                <a:gd name="T4" fmla="*/ 607 w 1249"/>
                <a:gd name="T5" fmla="*/ 764 h 765"/>
                <a:gd name="T6" fmla="*/ 832 w 1249"/>
                <a:gd name="T7" fmla="*/ 141 h 765"/>
                <a:gd name="T8" fmla="*/ 1248 w 1249"/>
                <a:gd name="T9" fmla="*/ 517 h 765"/>
                <a:gd name="T10" fmla="*/ 801 w 1249"/>
                <a:gd name="T11" fmla="*/ 26 h 765"/>
                <a:gd name="T12" fmla="*/ 611 w 1249"/>
                <a:gd name="T13" fmla="*/ 397 h 765"/>
                <a:gd name="T14" fmla="*/ 416 w 1249"/>
                <a:gd name="T15" fmla="*/ 0 h 765"/>
                <a:gd name="T16" fmla="*/ 0 w 1249"/>
                <a:gd name="T17" fmla="*/ 499 h 7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49"/>
                <a:gd name="T28" fmla="*/ 0 h 765"/>
                <a:gd name="T29" fmla="*/ 1249 w 1249"/>
                <a:gd name="T30" fmla="*/ 765 h 76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49" h="765">
                  <a:moveTo>
                    <a:pt x="0" y="499"/>
                  </a:moveTo>
                  <a:lnTo>
                    <a:pt x="381" y="137"/>
                  </a:lnTo>
                  <a:lnTo>
                    <a:pt x="607" y="764"/>
                  </a:lnTo>
                  <a:lnTo>
                    <a:pt x="832" y="141"/>
                  </a:lnTo>
                  <a:lnTo>
                    <a:pt x="1248" y="517"/>
                  </a:lnTo>
                  <a:lnTo>
                    <a:pt x="801" y="26"/>
                  </a:lnTo>
                  <a:lnTo>
                    <a:pt x="611" y="397"/>
                  </a:lnTo>
                  <a:lnTo>
                    <a:pt x="416" y="0"/>
                  </a:lnTo>
                  <a:lnTo>
                    <a:pt x="0" y="499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24" name="Freeform 65"/>
            <p:cNvSpPr>
              <a:spLocks/>
            </p:cNvSpPr>
            <p:nvPr/>
          </p:nvSpPr>
          <p:spPr bwMode="auto">
            <a:xfrm>
              <a:off x="4843" y="2398"/>
              <a:ext cx="877" cy="287"/>
            </a:xfrm>
            <a:custGeom>
              <a:avLst/>
              <a:gdLst>
                <a:gd name="T0" fmla="*/ 0 w 877"/>
                <a:gd name="T1" fmla="*/ 92 h 287"/>
                <a:gd name="T2" fmla="*/ 429 w 877"/>
                <a:gd name="T3" fmla="*/ 286 h 287"/>
                <a:gd name="T4" fmla="*/ 876 w 877"/>
                <a:gd name="T5" fmla="*/ 88 h 287"/>
                <a:gd name="T6" fmla="*/ 425 w 877"/>
                <a:gd name="T7" fmla="*/ 0 h 287"/>
                <a:gd name="T8" fmla="*/ 0 w 877"/>
                <a:gd name="T9" fmla="*/ 92 h 2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7"/>
                <a:gd name="T16" fmla="*/ 0 h 287"/>
                <a:gd name="T17" fmla="*/ 877 w 877"/>
                <a:gd name="T18" fmla="*/ 287 h 2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7" h="287">
                  <a:moveTo>
                    <a:pt x="0" y="92"/>
                  </a:moveTo>
                  <a:lnTo>
                    <a:pt x="429" y="286"/>
                  </a:lnTo>
                  <a:lnTo>
                    <a:pt x="876" y="88"/>
                  </a:lnTo>
                  <a:lnTo>
                    <a:pt x="425" y="0"/>
                  </a:lnTo>
                  <a:lnTo>
                    <a:pt x="0" y="92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25" name="Freeform 66"/>
            <p:cNvSpPr>
              <a:spLocks/>
            </p:cNvSpPr>
            <p:nvPr/>
          </p:nvSpPr>
          <p:spPr bwMode="auto">
            <a:xfrm>
              <a:off x="5272" y="2036"/>
              <a:ext cx="253" cy="636"/>
            </a:xfrm>
            <a:custGeom>
              <a:avLst/>
              <a:gdLst>
                <a:gd name="T0" fmla="*/ 0 w 253"/>
                <a:gd name="T1" fmla="*/ 635 h 636"/>
                <a:gd name="T2" fmla="*/ 252 w 253"/>
                <a:gd name="T3" fmla="*/ 0 h 636"/>
                <a:gd name="T4" fmla="*/ 0 60000 65536"/>
                <a:gd name="T5" fmla="*/ 0 60000 65536"/>
                <a:gd name="T6" fmla="*/ 0 w 253"/>
                <a:gd name="T7" fmla="*/ 0 h 636"/>
                <a:gd name="T8" fmla="*/ 253 w 253"/>
                <a:gd name="T9" fmla="*/ 636 h 6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3" h="636">
                  <a:moveTo>
                    <a:pt x="0" y="635"/>
                  </a:moveTo>
                  <a:lnTo>
                    <a:pt x="252" y="0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26" name="Line 67"/>
            <p:cNvSpPr>
              <a:spLocks noChangeShapeType="1"/>
            </p:cNvSpPr>
            <p:nvPr/>
          </p:nvSpPr>
          <p:spPr bwMode="auto">
            <a:xfrm>
              <a:off x="5291" y="2139"/>
              <a:ext cx="403" cy="3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27" name="Line 68"/>
            <p:cNvSpPr>
              <a:spLocks noChangeShapeType="1"/>
            </p:cNvSpPr>
            <p:nvPr/>
          </p:nvSpPr>
          <p:spPr bwMode="auto">
            <a:xfrm>
              <a:off x="5060" y="2063"/>
              <a:ext cx="187" cy="5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28" name="Line 69"/>
            <p:cNvSpPr>
              <a:spLocks noChangeShapeType="1"/>
            </p:cNvSpPr>
            <p:nvPr/>
          </p:nvSpPr>
          <p:spPr bwMode="auto">
            <a:xfrm flipH="1">
              <a:off x="4825" y="2151"/>
              <a:ext cx="459" cy="3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29" name="Line 70"/>
            <p:cNvSpPr>
              <a:spLocks noChangeShapeType="1"/>
            </p:cNvSpPr>
            <p:nvPr/>
          </p:nvSpPr>
          <p:spPr bwMode="auto">
            <a:xfrm flipH="1">
              <a:off x="4852" y="1979"/>
              <a:ext cx="427" cy="4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30" name="Line 71"/>
            <p:cNvSpPr>
              <a:spLocks noChangeShapeType="1"/>
            </p:cNvSpPr>
            <p:nvPr/>
          </p:nvSpPr>
          <p:spPr bwMode="auto">
            <a:xfrm>
              <a:off x="5057" y="2055"/>
              <a:ext cx="190" cy="3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31" name="Line 72"/>
            <p:cNvSpPr>
              <a:spLocks noChangeShapeType="1"/>
            </p:cNvSpPr>
            <p:nvPr/>
          </p:nvSpPr>
          <p:spPr bwMode="auto">
            <a:xfrm>
              <a:off x="5299" y="1984"/>
              <a:ext cx="390" cy="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32" name="Line 73"/>
            <p:cNvSpPr>
              <a:spLocks noChangeShapeType="1"/>
            </p:cNvSpPr>
            <p:nvPr/>
          </p:nvSpPr>
          <p:spPr bwMode="auto">
            <a:xfrm flipH="1">
              <a:off x="5259" y="2072"/>
              <a:ext cx="277" cy="3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33" name="Freeform 74"/>
            <p:cNvSpPr>
              <a:spLocks/>
            </p:cNvSpPr>
            <p:nvPr/>
          </p:nvSpPr>
          <p:spPr bwMode="auto">
            <a:xfrm>
              <a:off x="5086" y="1730"/>
              <a:ext cx="390" cy="112"/>
            </a:xfrm>
            <a:custGeom>
              <a:avLst/>
              <a:gdLst>
                <a:gd name="T0" fmla="*/ 0 w 390"/>
                <a:gd name="T1" fmla="*/ 58 h 112"/>
                <a:gd name="T2" fmla="*/ 190 w 390"/>
                <a:gd name="T3" fmla="*/ 111 h 112"/>
                <a:gd name="T4" fmla="*/ 389 w 390"/>
                <a:gd name="T5" fmla="*/ 49 h 112"/>
                <a:gd name="T6" fmla="*/ 190 w 390"/>
                <a:gd name="T7" fmla="*/ 0 h 112"/>
                <a:gd name="T8" fmla="*/ 0 w 390"/>
                <a:gd name="T9" fmla="*/ 58 h 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0"/>
                <a:gd name="T16" fmla="*/ 0 h 112"/>
                <a:gd name="T17" fmla="*/ 390 w 390"/>
                <a:gd name="T18" fmla="*/ 112 h 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0" h="112">
                  <a:moveTo>
                    <a:pt x="0" y="58"/>
                  </a:moveTo>
                  <a:lnTo>
                    <a:pt x="190" y="111"/>
                  </a:lnTo>
                  <a:lnTo>
                    <a:pt x="389" y="49"/>
                  </a:lnTo>
                  <a:lnTo>
                    <a:pt x="190" y="0"/>
                  </a:lnTo>
                  <a:lnTo>
                    <a:pt x="0" y="58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34" name="Freeform 75"/>
            <p:cNvSpPr>
              <a:spLocks/>
            </p:cNvSpPr>
            <p:nvPr/>
          </p:nvSpPr>
          <p:spPr bwMode="auto">
            <a:xfrm>
              <a:off x="5125" y="1562"/>
              <a:ext cx="311" cy="68"/>
            </a:xfrm>
            <a:custGeom>
              <a:avLst/>
              <a:gdLst>
                <a:gd name="T0" fmla="*/ 0 w 311"/>
                <a:gd name="T1" fmla="*/ 40 h 68"/>
                <a:gd name="T2" fmla="*/ 151 w 311"/>
                <a:gd name="T3" fmla="*/ 67 h 68"/>
                <a:gd name="T4" fmla="*/ 310 w 311"/>
                <a:gd name="T5" fmla="*/ 27 h 68"/>
                <a:gd name="T6" fmla="*/ 151 w 311"/>
                <a:gd name="T7" fmla="*/ 0 h 68"/>
                <a:gd name="T8" fmla="*/ 0 w 311"/>
                <a:gd name="T9" fmla="*/ 4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1"/>
                <a:gd name="T16" fmla="*/ 0 h 68"/>
                <a:gd name="T17" fmla="*/ 311 w 311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1" h="68">
                  <a:moveTo>
                    <a:pt x="0" y="40"/>
                  </a:moveTo>
                  <a:lnTo>
                    <a:pt x="151" y="67"/>
                  </a:lnTo>
                  <a:lnTo>
                    <a:pt x="310" y="27"/>
                  </a:lnTo>
                  <a:lnTo>
                    <a:pt x="151" y="0"/>
                  </a:lnTo>
                  <a:lnTo>
                    <a:pt x="0" y="40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35" name="Freeform 76"/>
            <p:cNvSpPr>
              <a:spLocks/>
            </p:cNvSpPr>
            <p:nvPr/>
          </p:nvSpPr>
          <p:spPr bwMode="auto">
            <a:xfrm>
              <a:off x="5157" y="1425"/>
              <a:ext cx="252" cy="46"/>
            </a:xfrm>
            <a:custGeom>
              <a:avLst/>
              <a:gdLst>
                <a:gd name="T0" fmla="*/ 0 w 252"/>
                <a:gd name="T1" fmla="*/ 23 h 46"/>
                <a:gd name="T2" fmla="*/ 119 w 252"/>
                <a:gd name="T3" fmla="*/ 45 h 46"/>
                <a:gd name="T4" fmla="*/ 251 w 252"/>
                <a:gd name="T5" fmla="*/ 18 h 46"/>
                <a:gd name="T6" fmla="*/ 119 w 252"/>
                <a:gd name="T7" fmla="*/ 0 h 46"/>
                <a:gd name="T8" fmla="*/ 0 w 252"/>
                <a:gd name="T9" fmla="*/ 23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"/>
                <a:gd name="T16" fmla="*/ 0 h 46"/>
                <a:gd name="T17" fmla="*/ 252 w 252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" h="46">
                  <a:moveTo>
                    <a:pt x="0" y="23"/>
                  </a:moveTo>
                  <a:lnTo>
                    <a:pt x="119" y="45"/>
                  </a:lnTo>
                  <a:lnTo>
                    <a:pt x="251" y="18"/>
                  </a:lnTo>
                  <a:lnTo>
                    <a:pt x="119" y="0"/>
                  </a:lnTo>
                  <a:lnTo>
                    <a:pt x="0" y="23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36" name="Freeform 77"/>
            <p:cNvSpPr>
              <a:spLocks/>
            </p:cNvSpPr>
            <p:nvPr/>
          </p:nvSpPr>
          <p:spPr bwMode="auto">
            <a:xfrm>
              <a:off x="5188" y="1297"/>
              <a:ext cx="191" cy="28"/>
            </a:xfrm>
            <a:custGeom>
              <a:avLst/>
              <a:gdLst>
                <a:gd name="T0" fmla="*/ 0 w 191"/>
                <a:gd name="T1" fmla="*/ 14 h 28"/>
                <a:gd name="T2" fmla="*/ 93 w 191"/>
                <a:gd name="T3" fmla="*/ 27 h 28"/>
                <a:gd name="T4" fmla="*/ 190 w 191"/>
                <a:gd name="T5" fmla="*/ 9 h 28"/>
                <a:gd name="T6" fmla="*/ 89 w 191"/>
                <a:gd name="T7" fmla="*/ 0 h 28"/>
                <a:gd name="T8" fmla="*/ 0 w 191"/>
                <a:gd name="T9" fmla="*/ 14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"/>
                <a:gd name="T16" fmla="*/ 0 h 28"/>
                <a:gd name="T17" fmla="*/ 191 w 191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" h="28">
                  <a:moveTo>
                    <a:pt x="0" y="14"/>
                  </a:moveTo>
                  <a:lnTo>
                    <a:pt x="93" y="27"/>
                  </a:lnTo>
                  <a:lnTo>
                    <a:pt x="190" y="9"/>
                  </a:lnTo>
                  <a:lnTo>
                    <a:pt x="89" y="0"/>
                  </a:lnTo>
                  <a:lnTo>
                    <a:pt x="0" y="14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37" name="Freeform 78"/>
            <p:cNvSpPr>
              <a:spLocks/>
            </p:cNvSpPr>
            <p:nvPr/>
          </p:nvSpPr>
          <p:spPr bwMode="auto">
            <a:xfrm>
              <a:off x="5205" y="1200"/>
              <a:ext cx="157" cy="10"/>
            </a:xfrm>
            <a:custGeom>
              <a:avLst/>
              <a:gdLst>
                <a:gd name="T0" fmla="*/ 0 w 157"/>
                <a:gd name="T1" fmla="*/ 9 h 10"/>
                <a:gd name="T2" fmla="*/ 151 w 157"/>
                <a:gd name="T3" fmla="*/ 9 h 10"/>
                <a:gd name="T4" fmla="*/ 156 w 157"/>
                <a:gd name="T5" fmla="*/ 9 h 10"/>
                <a:gd name="T6" fmla="*/ 156 w 157"/>
                <a:gd name="T7" fmla="*/ 4 h 10"/>
                <a:gd name="T8" fmla="*/ 76 w 157"/>
                <a:gd name="T9" fmla="*/ 0 h 10"/>
                <a:gd name="T10" fmla="*/ 0 w 157"/>
                <a:gd name="T11" fmla="*/ 9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7"/>
                <a:gd name="T19" fmla="*/ 0 h 10"/>
                <a:gd name="T20" fmla="*/ 157 w 157"/>
                <a:gd name="T21" fmla="*/ 10 h 1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7" h="10">
                  <a:moveTo>
                    <a:pt x="0" y="9"/>
                  </a:moveTo>
                  <a:lnTo>
                    <a:pt x="151" y="9"/>
                  </a:lnTo>
                  <a:lnTo>
                    <a:pt x="156" y="9"/>
                  </a:lnTo>
                  <a:lnTo>
                    <a:pt x="156" y="4"/>
                  </a:lnTo>
                  <a:lnTo>
                    <a:pt x="76" y="0"/>
                  </a:lnTo>
                  <a:lnTo>
                    <a:pt x="0" y="9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38" name="Line 79"/>
            <p:cNvSpPr>
              <a:spLocks noChangeShapeType="1"/>
            </p:cNvSpPr>
            <p:nvPr/>
          </p:nvSpPr>
          <p:spPr bwMode="auto">
            <a:xfrm>
              <a:off x="5242" y="1110"/>
              <a:ext cx="75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39" name="Line 80"/>
            <p:cNvSpPr>
              <a:spLocks noChangeShapeType="1"/>
            </p:cNvSpPr>
            <p:nvPr/>
          </p:nvSpPr>
          <p:spPr bwMode="auto">
            <a:xfrm>
              <a:off x="5294" y="1855"/>
              <a:ext cx="214" cy="1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40" name="Line 81"/>
            <p:cNvSpPr>
              <a:spLocks noChangeShapeType="1"/>
            </p:cNvSpPr>
            <p:nvPr/>
          </p:nvSpPr>
          <p:spPr bwMode="auto">
            <a:xfrm flipH="1">
              <a:off x="5262" y="1798"/>
              <a:ext cx="223" cy="3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41" name="Line 82"/>
            <p:cNvSpPr>
              <a:spLocks noChangeShapeType="1"/>
            </p:cNvSpPr>
            <p:nvPr/>
          </p:nvSpPr>
          <p:spPr bwMode="auto">
            <a:xfrm>
              <a:off x="5109" y="1816"/>
              <a:ext cx="143" cy="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42" name="Line 83"/>
            <p:cNvSpPr>
              <a:spLocks noChangeShapeType="1"/>
            </p:cNvSpPr>
            <p:nvPr/>
          </p:nvSpPr>
          <p:spPr bwMode="auto">
            <a:xfrm flipH="1">
              <a:off x="5025" y="1860"/>
              <a:ext cx="263" cy="1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43" name="Line 84"/>
            <p:cNvSpPr>
              <a:spLocks noChangeShapeType="1"/>
            </p:cNvSpPr>
            <p:nvPr/>
          </p:nvSpPr>
          <p:spPr bwMode="auto">
            <a:xfrm flipH="1">
              <a:off x="5028" y="1757"/>
              <a:ext cx="260" cy="2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44" name="Line 85"/>
            <p:cNvSpPr>
              <a:spLocks noChangeShapeType="1"/>
            </p:cNvSpPr>
            <p:nvPr/>
          </p:nvSpPr>
          <p:spPr bwMode="auto">
            <a:xfrm>
              <a:off x="5109" y="1807"/>
              <a:ext cx="138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45" name="Line 86"/>
            <p:cNvSpPr>
              <a:spLocks noChangeShapeType="1"/>
            </p:cNvSpPr>
            <p:nvPr/>
          </p:nvSpPr>
          <p:spPr bwMode="auto">
            <a:xfrm>
              <a:off x="5299" y="1754"/>
              <a:ext cx="205" cy="2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46" name="Line 87"/>
            <p:cNvSpPr>
              <a:spLocks noChangeShapeType="1"/>
            </p:cNvSpPr>
            <p:nvPr/>
          </p:nvSpPr>
          <p:spPr bwMode="auto">
            <a:xfrm flipH="1">
              <a:off x="5255" y="1807"/>
              <a:ext cx="229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47" name="Line 88"/>
            <p:cNvSpPr>
              <a:spLocks noChangeShapeType="1"/>
            </p:cNvSpPr>
            <p:nvPr/>
          </p:nvSpPr>
          <p:spPr bwMode="auto">
            <a:xfrm>
              <a:off x="5149" y="1616"/>
              <a:ext cx="107" cy="2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48" name="Line 89"/>
            <p:cNvSpPr>
              <a:spLocks noChangeShapeType="1"/>
            </p:cNvSpPr>
            <p:nvPr/>
          </p:nvSpPr>
          <p:spPr bwMode="auto">
            <a:xfrm flipH="1">
              <a:off x="5077" y="1648"/>
              <a:ext cx="211" cy="1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49" name="Line 90"/>
            <p:cNvSpPr>
              <a:spLocks noChangeShapeType="1"/>
            </p:cNvSpPr>
            <p:nvPr/>
          </p:nvSpPr>
          <p:spPr bwMode="auto">
            <a:xfrm>
              <a:off x="5299" y="1648"/>
              <a:ext cx="147" cy="1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50" name="Line 91"/>
            <p:cNvSpPr>
              <a:spLocks noChangeShapeType="1"/>
            </p:cNvSpPr>
            <p:nvPr/>
          </p:nvSpPr>
          <p:spPr bwMode="auto">
            <a:xfrm flipH="1">
              <a:off x="5267" y="1612"/>
              <a:ext cx="184" cy="2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51" name="Line 92"/>
            <p:cNvSpPr>
              <a:spLocks noChangeShapeType="1"/>
            </p:cNvSpPr>
            <p:nvPr/>
          </p:nvSpPr>
          <p:spPr bwMode="auto">
            <a:xfrm flipH="1">
              <a:off x="5073" y="1586"/>
              <a:ext cx="215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52" name="Line 93"/>
            <p:cNvSpPr>
              <a:spLocks noChangeShapeType="1"/>
            </p:cNvSpPr>
            <p:nvPr/>
          </p:nvSpPr>
          <p:spPr bwMode="auto">
            <a:xfrm>
              <a:off x="5144" y="1621"/>
              <a:ext cx="112" cy="1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53" name="Line 94"/>
            <p:cNvSpPr>
              <a:spLocks noChangeShapeType="1"/>
            </p:cNvSpPr>
            <p:nvPr/>
          </p:nvSpPr>
          <p:spPr bwMode="auto">
            <a:xfrm>
              <a:off x="5294" y="1586"/>
              <a:ext cx="158" cy="1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54" name="Line 95"/>
            <p:cNvSpPr>
              <a:spLocks noChangeShapeType="1"/>
            </p:cNvSpPr>
            <p:nvPr/>
          </p:nvSpPr>
          <p:spPr bwMode="auto">
            <a:xfrm flipH="1">
              <a:off x="5259" y="1616"/>
              <a:ext cx="192" cy="1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55" name="Line 96"/>
            <p:cNvSpPr>
              <a:spLocks noChangeShapeType="1"/>
            </p:cNvSpPr>
            <p:nvPr/>
          </p:nvSpPr>
          <p:spPr bwMode="auto">
            <a:xfrm>
              <a:off x="5294" y="1483"/>
              <a:ext cx="125" cy="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56" name="Line 97"/>
            <p:cNvSpPr>
              <a:spLocks noChangeShapeType="1"/>
            </p:cNvSpPr>
            <p:nvPr/>
          </p:nvSpPr>
          <p:spPr bwMode="auto">
            <a:xfrm flipH="1">
              <a:off x="5259" y="1458"/>
              <a:ext cx="161" cy="1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57" name="Line 98"/>
            <p:cNvSpPr>
              <a:spLocks noChangeShapeType="1"/>
            </p:cNvSpPr>
            <p:nvPr/>
          </p:nvSpPr>
          <p:spPr bwMode="auto">
            <a:xfrm>
              <a:off x="5176" y="1466"/>
              <a:ext cx="80" cy="1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58" name="Line 99"/>
            <p:cNvSpPr>
              <a:spLocks noChangeShapeType="1"/>
            </p:cNvSpPr>
            <p:nvPr/>
          </p:nvSpPr>
          <p:spPr bwMode="auto">
            <a:xfrm flipH="1">
              <a:off x="5107" y="1489"/>
              <a:ext cx="181" cy="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59" name="Line 100"/>
            <p:cNvSpPr>
              <a:spLocks noChangeShapeType="1"/>
            </p:cNvSpPr>
            <p:nvPr/>
          </p:nvSpPr>
          <p:spPr bwMode="auto">
            <a:xfrm flipH="1">
              <a:off x="5107" y="1449"/>
              <a:ext cx="181" cy="1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60" name="Line 101"/>
            <p:cNvSpPr>
              <a:spLocks noChangeShapeType="1"/>
            </p:cNvSpPr>
            <p:nvPr/>
          </p:nvSpPr>
          <p:spPr bwMode="auto">
            <a:xfrm>
              <a:off x="5181" y="1466"/>
              <a:ext cx="78" cy="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61" name="Line 102"/>
            <p:cNvSpPr>
              <a:spLocks noChangeShapeType="1"/>
            </p:cNvSpPr>
            <p:nvPr/>
          </p:nvSpPr>
          <p:spPr bwMode="auto">
            <a:xfrm>
              <a:off x="5304" y="1454"/>
              <a:ext cx="106" cy="1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62" name="Line 103"/>
            <p:cNvSpPr>
              <a:spLocks noChangeShapeType="1"/>
            </p:cNvSpPr>
            <p:nvPr/>
          </p:nvSpPr>
          <p:spPr bwMode="auto">
            <a:xfrm flipH="1">
              <a:off x="5267" y="1461"/>
              <a:ext cx="153" cy="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63" name="Line 104"/>
            <p:cNvSpPr>
              <a:spLocks noChangeShapeType="1"/>
            </p:cNvSpPr>
            <p:nvPr/>
          </p:nvSpPr>
          <p:spPr bwMode="auto">
            <a:xfrm flipH="1">
              <a:off x="5267" y="1323"/>
              <a:ext cx="122" cy="1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64" name="Line 105"/>
            <p:cNvSpPr>
              <a:spLocks noChangeShapeType="1"/>
            </p:cNvSpPr>
            <p:nvPr/>
          </p:nvSpPr>
          <p:spPr bwMode="auto">
            <a:xfrm>
              <a:off x="5299" y="1343"/>
              <a:ext cx="89" cy="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65" name="Line 106"/>
            <p:cNvSpPr>
              <a:spLocks noChangeShapeType="1"/>
            </p:cNvSpPr>
            <p:nvPr/>
          </p:nvSpPr>
          <p:spPr bwMode="auto">
            <a:xfrm>
              <a:off x="5207" y="1334"/>
              <a:ext cx="45" cy="1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66" name="Line 107"/>
            <p:cNvSpPr>
              <a:spLocks noChangeShapeType="1"/>
            </p:cNvSpPr>
            <p:nvPr/>
          </p:nvSpPr>
          <p:spPr bwMode="auto">
            <a:xfrm flipH="1">
              <a:off x="5139" y="1347"/>
              <a:ext cx="152" cy="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67" name="Line 108"/>
            <p:cNvSpPr>
              <a:spLocks noChangeShapeType="1"/>
            </p:cNvSpPr>
            <p:nvPr/>
          </p:nvSpPr>
          <p:spPr bwMode="auto">
            <a:xfrm>
              <a:off x="5299" y="1224"/>
              <a:ext cx="58" cy="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68" name="Line 109"/>
            <p:cNvSpPr>
              <a:spLocks noChangeShapeType="1"/>
            </p:cNvSpPr>
            <p:nvPr/>
          </p:nvSpPr>
          <p:spPr bwMode="auto">
            <a:xfrm flipH="1">
              <a:off x="5262" y="1224"/>
              <a:ext cx="110" cy="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69" name="Line 110"/>
            <p:cNvSpPr>
              <a:spLocks noChangeShapeType="1"/>
            </p:cNvSpPr>
            <p:nvPr/>
          </p:nvSpPr>
          <p:spPr bwMode="auto">
            <a:xfrm>
              <a:off x="5228" y="1224"/>
              <a:ext cx="31" cy="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70" name="Line 111"/>
            <p:cNvSpPr>
              <a:spLocks noChangeShapeType="1"/>
            </p:cNvSpPr>
            <p:nvPr/>
          </p:nvSpPr>
          <p:spPr bwMode="auto">
            <a:xfrm flipH="1">
              <a:off x="5170" y="1228"/>
              <a:ext cx="126" cy="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71" name="Line 112"/>
            <p:cNvSpPr>
              <a:spLocks noChangeShapeType="1"/>
            </p:cNvSpPr>
            <p:nvPr/>
          </p:nvSpPr>
          <p:spPr bwMode="auto">
            <a:xfrm>
              <a:off x="5304" y="1126"/>
              <a:ext cx="31" cy="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72" name="Line 113"/>
            <p:cNvSpPr>
              <a:spLocks noChangeShapeType="1"/>
            </p:cNvSpPr>
            <p:nvPr/>
          </p:nvSpPr>
          <p:spPr bwMode="auto">
            <a:xfrm flipH="1">
              <a:off x="5272" y="1131"/>
              <a:ext cx="86" cy="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73" name="Line 114"/>
            <p:cNvSpPr>
              <a:spLocks noChangeShapeType="1"/>
            </p:cNvSpPr>
            <p:nvPr/>
          </p:nvSpPr>
          <p:spPr bwMode="auto">
            <a:xfrm>
              <a:off x="5246" y="1131"/>
              <a:ext cx="2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74" name="Line 115"/>
            <p:cNvSpPr>
              <a:spLocks noChangeShapeType="1"/>
            </p:cNvSpPr>
            <p:nvPr/>
          </p:nvSpPr>
          <p:spPr bwMode="auto">
            <a:xfrm flipH="1">
              <a:off x="5196" y="1131"/>
              <a:ext cx="100" cy="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75" name="Line 116"/>
            <p:cNvSpPr>
              <a:spLocks noChangeShapeType="1"/>
            </p:cNvSpPr>
            <p:nvPr/>
          </p:nvSpPr>
          <p:spPr bwMode="auto">
            <a:xfrm>
              <a:off x="5294" y="1643"/>
              <a:ext cx="434" cy="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76" name="Line 117"/>
            <p:cNvSpPr>
              <a:spLocks noChangeShapeType="1"/>
            </p:cNvSpPr>
            <p:nvPr/>
          </p:nvSpPr>
          <p:spPr bwMode="auto">
            <a:xfrm>
              <a:off x="5459" y="1609"/>
              <a:ext cx="269" cy="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77" name="Line 118"/>
            <p:cNvSpPr>
              <a:spLocks noChangeShapeType="1"/>
            </p:cNvSpPr>
            <p:nvPr/>
          </p:nvSpPr>
          <p:spPr bwMode="auto">
            <a:xfrm>
              <a:off x="5363" y="1475"/>
              <a:ext cx="370" cy="2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78" name="Line 119"/>
            <p:cNvSpPr>
              <a:spLocks noChangeShapeType="1"/>
            </p:cNvSpPr>
            <p:nvPr/>
          </p:nvSpPr>
          <p:spPr bwMode="auto">
            <a:xfrm>
              <a:off x="5299" y="1338"/>
              <a:ext cx="280" cy="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79" name="Line 120"/>
            <p:cNvSpPr>
              <a:spLocks noChangeShapeType="1"/>
            </p:cNvSpPr>
            <p:nvPr/>
          </p:nvSpPr>
          <p:spPr bwMode="auto">
            <a:xfrm>
              <a:off x="5397" y="1321"/>
              <a:ext cx="186" cy="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80" name="Line 121"/>
            <p:cNvSpPr>
              <a:spLocks noChangeShapeType="1"/>
            </p:cNvSpPr>
            <p:nvPr/>
          </p:nvSpPr>
          <p:spPr bwMode="auto">
            <a:xfrm>
              <a:off x="5330" y="1224"/>
              <a:ext cx="258" cy="1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81" name="Line 122"/>
            <p:cNvSpPr>
              <a:spLocks noChangeShapeType="1"/>
            </p:cNvSpPr>
            <p:nvPr/>
          </p:nvSpPr>
          <p:spPr bwMode="auto">
            <a:xfrm flipH="1" flipV="1">
              <a:off x="4837" y="1517"/>
              <a:ext cx="295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82" name="Line 123"/>
            <p:cNvSpPr>
              <a:spLocks noChangeShapeType="1"/>
            </p:cNvSpPr>
            <p:nvPr/>
          </p:nvSpPr>
          <p:spPr bwMode="auto">
            <a:xfrm flipH="1" flipV="1">
              <a:off x="4842" y="1514"/>
              <a:ext cx="445" cy="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83" name="Line 124"/>
            <p:cNvSpPr>
              <a:spLocks noChangeShapeType="1"/>
            </p:cNvSpPr>
            <p:nvPr/>
          </p:nvSpPr>
          <p:spPr bwMode="auto">
            <a:xfrm flipH="1">
              <a:off x="4847" y="1455"/>
              <a:ext cx="385" cy="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84" name="Line 125"/>
            <p:cNvSpPr>
              <a:spLocks noChangeShapeType="1"/>
            </p:cNvSpPr>
            <p:nvPr/>
          </p:nvSpPr>
          <p:spPr bwMode="auto">
            <a:xfrm flipH="1" flipV="1">
              <a:off x="5005" y="1264"/>
              <a:ext cx="189" cy="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85" name="Line 126"/>
            <p:cNvSpPr>
              <a:spLocks noChangeShapeType="1"/>
            </p:cNvSpPr>
            <p:nvPr/>
          </p:nvSpPr>
          <p:spPr bwMode="auto">
            <a:xfrm flipH="1" flipV="1">
              <a:off x="5036" y="1264"/>
              <a:ext cx="247" cy="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86" name="Line 127"/>
            <p:cNvSpPr>
              <a:spLocks noChangeShapeType="1"/>
            </p:cNvSpPr>
            <p:nvPr/>
          </p:nvSpPr>
          <p:spPr bwMode="auto">
            <a:xfrm flipV="1">
              <a:off x="5038" y="1192"/>
              <a:ext cx="188" cy="1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9087" name="Group 128"/>
            <p:cNvGrpSpPr>
              <a:grpSpLocks/>
            </p:cNvGrpSpPr>
            <p:nvPr/>
          </p:nvGrpSpPr>
          <p:grpSpPr bwMode="auto">
            <a:xfrm>
              <a:off x="5786" y="1724"/>
              <a:ext cx="68" cy="39"/>
              <a:chOff x="5786" y="1724"/>
              <a:chExt cx="68" cy="39"/>
            </a:xfrm>
          </p:grpSpPr>
          <p:grpSp>
            <p:nvGrpSpPr>
              <p:cNvPr id="119201" name="Group 129"/>
              <p:cNvGrpSpPr>
                <a:grpSpLocks/>
              </p:cNvGrpSpPr>
              <p:nvPr/>
            </p:nvGrpSpPr>
            <p:grpSpPr bwMode="auto">
              <a:xfrm>
                <a:off x="5849" y="1752"/>
                <a:ext cx="5" cy="11"/>
                <a:chOff x="5849" y="1752"/>
                <a:chExt cx="5" cy="11"/>
              </a:xfrm>
            </p:grpSpPr>
            <p:sp>
              <p:nvSpPr>
                <p:cNvPr id="119208" name="Arc 130"/>
                <p:cNvSpPr>
                  <a:spLocks/>
                </p:cNvSpPr>
                <p:nvPr/>
              </p:nvSpPr>
              <p:spPr bwMode="auto">
                <a:xfrm rot="1440000">
                  <a:off x="5851" y="1752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209" name="Arc 131"/>
                <p:cNvSpPr>
                  <a:spLocks/>
                </p:cNvSpPr>
                <p:nvPr/>
              </p:nvSpPr>
              <p:spPr bwMode="auto">
                <a:xfrm rot="1440000">
                  <a:off x="5849" y="175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202" name="Group 132"/>
              <p:cNvGrpSpPr>
                <a:grpSpLocks/>
              </p:cNvGrpSpPr>
              <p:nvPr/>
            </p:nvGrpSpPr>
            <p:grpSpPr bwMode="auto">
              <a:xfrm>
                <a:off x="5818" y="1738"/>
                <a:ext cx="5" cy="11"/>
                <a:chOff x="5818" y="1738"/>
                <a:chExt cx="5" cy="11"/>
              </a:xfrm>
            </p:grpSpPr>
            <p:sp>
              <p:nvSpPr>
                <p:cNvPr id="119206" name="Arc 133"/>
                <p:cNvSpPr>
                  <a:spLocks/>
                </p:cNvSpPr>
                <p:nvPr/>
              </p:nvSpPr>
              <p:spPr bwMode="auto">
                <a:xfrm rot="1440000">
                  <a:off x="5818" y="173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207" name="Arc 134"/>
                <p:cNvSpPr>
                  <a:spLocks/>
                </p:cNvSpPr>
                <p:nvPr/>
              </p:nvSpPr>
              <p:spPr bwMode="auto">
                <a:xfrm rot="1440000">
                  <a:off x="5819" y="1744"/>
                  <a:ext cx="4" cy="5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203" name="Group 135"/>
              <p:cNvGrpSpPr>
                <a:grpSpLocks/>
              </p:cNvGrpSpPr>
              <p:nvPr/>
            </p:nvGrpSpPr>
            <p:grpSpPr bwMode="auto">
              <a:xfrm>
                <a:off x="5786" y="1724"/>
                <a:ext cx="4" cy="12"/>
                <a:chOff x="5786" y="1724"/>
                <a:chExt cx="4" cy="12"/>
              </a:xfrm>
            </p:grpSpPr>
            <p:sp>
              <p:nvSpPr>
                <p:cNvPr id="119204" name="Arc 136"/>
                <p:cNvSpPr>
                  <a:spLocks/>
                </p:cNvSpPr>
                <p:nvPr/>
              </p:nvSpPr>
              <p:spPr bwMode="auto">
                <a:xfrm rot="1440000">
                  <a:off x="5787" y="1724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205" name="Arc 137"/>
                <p:cNvSpPr>
                  <a:spLocks/>
                </p:cNvSpPr>
                <p:nvPr/>
              </p:nvSpPr>
              <p:spPr bwMode="auto">
                <a:xfrm rot="1440000">
                  <a:off x="5786" y="1730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9088" name="Group 138"/>
            <p:cNvGrpSpPr>
              <a:grpSpLocks/>
            </p:cNvGrpSpPr>
            <p:nvPr/>
          </p:nvGrpSpPr>
          <p:grpSpPr bwMode="auto">
            <a:xfrm>
              <a:off x="5763" y="1754"/>
              <a:ext cx="68" cy="40"/>
              <a:chOff x="5763" y="1754"/>
              <a:chExt cx="68" cy="40"/>
            </a:xfrm>
          </p:grpSpPr>
          <p:grpSp>
            <p:nvGrpSpPr>
              <p:cNvPr id="119192" name="Group 139"/>
              <p:cNvGrpSpPr>
                <a:grpSpLocks/>
              </p:cNvGrpSpPr>
              <p:nvPr/>
            </p:nvGrpSpPr>
            <p:grpSpPr bwMode="auto">
              <a:xfrm>
                <a:off x="5826" y="1781"/>
                <a:ext cx="5" cy="13"/>
                <a:chOff x="5826" y="1781"/>
                <a:chExt cx="5" cy="13"/>
              </a:xfrm>
            </p:grpSpPr>
            <p:sp>
              <p:nvSpPr>
                <p:cNvPr id="119199" name="Arc 140"/>
                <p:cNvSpPr>
                  <a:spLocks/>
                </p:cNvSpPr>
                <p:nvPr/>
              </p:nvSpPr>
              <p:spPr bwMode="auto">
                <a:xfrm rot="1440000">
                  <a:off x="5827" y="1781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200" name="Arc 141"/>
                <p:cNvSpPr>
                  <a:spLocks/>
                </p:cNvSpPr>
                <p:nvPr/>
              </p:nvSpPr>
              <p:spPr bwMode="auto">
                <a:xfrm rot="1440000">
                  <a:off x="5826" y="1788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93" name="Group 142"/>
              <p:cNvGrpSpPr>
                <a:grpSpLocks/>
              </p:cNvGrpSpPr>
              <p:nvPr/>
            </p:nvGrpSpPr>
            <p:grpSpPr bwMode="auto">
              <a:xfrm>
                <a:off x="5794" y="1768"/>
                <a:ext cx="5" cy="12"/>
                <a:chOff x="5794" y="1768"/>
                <a:chExt cx="5" cy="12"/>
              </a:xfrm>
            </p:grpSpPr>
            <p:sp>
              <p:nvSpPr>
                <p:cNvPr id="119197" name="Arc 143"/>
                <p:cNvSpPr>
                  <a:spLocks/>
                </p:cNvSpPr>
                <p:nvPr/>
              </p:nvSpPr>
              <p:spPr bwMode="auto">
                <a:xfrm rot="1440000">
                  <a:off x="5795" y="176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98" name="Arc 144"/>
                <p:cNvSpPr>
                  <a:spLocks/>
                </p:cNvSpPr>
                <p:nvPr/>
              </p:nvSpPr>
              <p:spPr bwMode="auto">
                <a:xfrm rot="1440000">
                  <a:off x="5794" y="1774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94" name="Group 145"/>
              <p:cNvGrpSpPr>
                <a:grpSpLocks/>
              </p:cNvGrpSpPr>
              <p:nvPr/>
            </p:nvGrpSpPr>
            <p:grpSpPr bwMode="auto">
              <a:xfrm>
                <a:off x="5763" y="1754"/>
                <a:ext cx="4" cy="12"/>
                <a:chOff x="5763" y="1754"/>
                <a:chExt cx="4" cy="12"/>
              </a:xfrm>
            </p:grpSpPr>
            <p:sp>
              <p:nvSpPr>
                <p:cNvPr id="119195" name="Arc 146"/>
                <p:cNvSpPr>
                  <a:spLocks/>
                </p:cNvSpPr>
                <p:nvPr/>
              </p:nvSpPr>
              <p:spPr bwMode="auto">
                <a:xfrm rot="1440000">
                  <a:off x="5764" y="1754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96" name="Arc 147"/>
                <p:cNvSpPr>
                  <a:spLocks/>
                </p:cNvSpPr>
                <p:nvPr/>
              </p:nvSpPr>
              <p:spPr bwMode="auto">
                <a:xfrm rot="1440000">
                  <a:off x="5763" y="1760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9089" name="Group 148"/>
            <p:cNvGrpSpPr>
              <a:grpSpLocks/>
            </p:cNvGrpSpPr>
            <p:nvPr/>
          </p:nvGrpSpPr>
          <p:grpSpPr bwMode="auto">
            <a:xfrm>
              <a:off x="5788" y="1724"/>
              <a:ext cx="68" cy="39"/>
              <a:chOff x="5788" y="1724"/>
              <a:chExt cx="68" cy="39"/>
            </a:xfrm>
          </p:grpSpPr>
          <p:grpSp>
            <p:nvGrpSpPr>
              <p:cNvPr id="119183" name="Group 149"/>
              <p:cNvGrpSpPr>
                <a:grpSpLocks/>
              </p:cNvGrpSpPr>
              <p:nvPr/>
            </p:nvGrpSpPr>
            <p:grpSpPr bwMode="auto">
              <a:xfrm>
                <a:off x="5852" y="1752"/>
                <a:ext cx="4" cy="11"/>
                <a:chOff x="5852" y="1752"/>
                <a:chExt cx="4" cy="11"/>
              </a:xfrm>
            </p:grpSpPr>
            <p:sp>
              <p:nvSpPr>
                <p:cNvPr id="119190" name="Arc 150"/>
                <p:cNvSpPr>
                  <a:spLocks/>
                </p:cNvSpPr>
                <p:nvPr/>
              </p:nvSpPr>
              <p:spPr bwMode="auto">
                <a:xfrm rot="1440000">
                  <a:off x="5852" y="1752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91" name="Arc 151"/>
                <p:cNvSpPr>
                  <a:spLocks/>
                </p:cNvSpPr>
                <p:nvPr/>
              </p:nvSpPr>
              <p:spPr bwMode="auto">
                <a:xfrm rot="1440000">
                  <a:off x="5852" y="175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84" name="Group 152"/>
              <p:cNvGrpSpPr>
                <a:grpSpLocks/>
              </p:cNvGrpSpPr>
              <p:nvPr/>
            </p:nvGrpSpPr>
            <p:grpSpPr bwMode="auto">
              <a:xfrm>
                <a:off x="5819" y="1738"/>
                <a:ext cx="5" cy="11"/>
                <a:chOff x="5819" y="1738"/>
                <a:chExt cx="5" cy="11"/>
              </a:xfrm>
            </p:grpSpPr>
            <p:sp>
              <p:nvSpPr>
                <p:cNvPr id="119188" name="Arc 153"/>
                <p:cNvSpPr>
                  <a:spLocks/>
                </p:cNvSpPr>
                <p:nvPr/>
              </p:nvSpPr>
              <p:spPr bwMode="auto">
                <a:xfrm rot="1440000">
                  <a:off x="5819" y="173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89" name="Arc 154"/>
                <p:cNvSpPr>
                  <a:spLocks/>
                </p:cNvSpPr>
                <p:nvPr/>
              </p:nvSpPr>
              <p:spPr bwMode="auto">
                <a:xfrm rot="1440000">
                  <a:off x="5819" y="1744"/>
                  <a:ext cx="5" cy="5"/>
                </a:xfrm>
                <a:custGeom>
                  <a:avLst/>
                  <a:gdLst>
                    <a:gd name="T0" fmla="*/ 0 w 26839"/>
                    <a:gd name="T1" fmla="*/ 0 h 21600"/>
                    <a:gd name="T2" fmla="*/ 0 w 26839"/>
                    <a:gd name="T3" fmla="*/ 0 h 21600"/>
                    <a:gd name="T4" fmla="*/ 0 w 26839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6839"/>
                    <a:gd name="T10" fmla="*/ 0 h 21600"/>
                    <a:gd name="T11" fmla="*/ 26839 w 26839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839" h="21600" fill="none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</a:path>
                    <a:path w="26839" h="21600" stroke="0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  <a:lnTo>
                        <a:pt x="5239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85" name="Group 155"/>
              <p:cNvGrpSpPr>
                <a:grpSpLocks/>
              </p:cNvGrpSpPr>
              <p:nvPr/>
            </p:nvGrpSpPr>
            <p:grpSpPr bwMode="auto">
              <a:xfrm>
                <a:off x="5788" y="1724"/>
                <a:ext cx="4" cy="12"/>
                <a:chOff x="5788" y="1724"/>
                <a:chExt cx="4" cy="12"/>
              </a:xfrm>
            </p:grpSpPr>
            <p:sp>
              <p:nvSpPr>
                <p:cNvPr id="119186" name="Arc 156"/>
                <p:cNvSpPr>
                  <a:spLocks/>
                </p:cNvSpPr>
                <p:nvPr/>
              </p:nvSpPr>
              <p:spPr bwMode="auto">
                <a:xfrm rot="1440000">
                  <a:off x="5789" y="1724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87" name="Arc 157"/>
                <p:cNvSpPr>
                  <a:spLocks/>
                </p:cNvSpPr>
                <p:nvPr/>
              </p:nvSpPr>
              <p:spPr bwMode="auto">
                <a:xfrm rot="1440000">
                  <a:off x="5788" y="1730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9090" name="Group 158"/>
            <p:cNvGrpSpPr>
              <a:grpSpLocks/>
            </p:cNvGrpSpPr>
            <p:nvPr/>
          </p:nvGrpSpPr>
          <p:grpSpPr bwMode="auto">
            <a:xfrm>
              <a:off x="5620" y="1417"/>
              <a:ext cx="68" cy="39"/>
              <a:chOff x="5620" y="1417"/>
              <a:chExt cx="68" cy="39"/>
            </a:xfrm>
          </p:grpSpPr>
          <p:grpSp>
            <p:nvGrpSpPr>
              <p:cNvPr id="119174" name="Group 159"/>
              <p:cNvGrpSpPr>
                <a:grpSpLocks/>
              </p:cNvGrpSpPr>
              <p:nvPr/>
            </p:nvGrpSpPr>
            <p:grpSpPr bwMode="auto">
              <a:xfrm>
                <a:off x="5684" y="1443"/>
                <a:ext cx="4" cy="13"/>
                <a:chOff x="5684" y="1443"/>
                <a:chExt cx="4" cy="13"/>
              </a:xfrm>
            </p:grpSpPr>
            <p:sp>
              <p:nvSpPr>
                <p:cNvPr id="119181" name="Arc 160"/>
                <p:cNvSpPr>
                  <a:spLocks/>
                </p:cNvSpPr>
                <p:nvPr/>
              </p:nvSpPr>
              <p:spPr bwMode="auto">
                <a:xfrm rot="1440000">
                  <a:off x="5684" y="1443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82" name="Arc 161"/>
                <p:cNvSpPr>
                  <a:spLocks/>
                </p:cNvSpPr>
                <p:nvPr/>
              </p:nvSpPr>
              <p:spPr bwMode="auto">
                <a:xfrm rot="1440000">
                  <a:off x="5684" y="1450"/>
                  <a:ext cx="3" cy="6"/>
                </a:xfrm>
                <a:custGeom>
                  <a:avLst/>
                  <a:gdLst>
                    <a:gd name="T0" fmla="*/ 0 w 31260"/>
                    <a:gd name="T1" fmla="*/ 0 h 21600"/>
                    <a:gd name="T2" fmla="*/ 0 w 31260"/>
                    <a:gd name="T3" fmla="*/ 0 h 21600"/>
                    <a:gd name="T4" fmla="*/ 0 w 3126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1260"/>
                    <a:gd name="T10" fmla="*/ 0 h 21600"/>
                    <a:gd name="T11" fmla="*/ 31260 w 3126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60" h="21600" fill="none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</a:path>
                    <a:path w="31260" h="21600" stroke="0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  <a:lnTo>
                        <a:pt x="966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75" name="Group 162"/>
              <p:cNvGrpSpPr>
                <a:grpSpLocks/>
              </p:cNvGrpSpPr>
              <p:nvPr/>
            </p:nvGrpSpPr>
            <p:grpSpPr bwMode="auto">
              <a:xfrm>
                <a:off x="5652" y="1430"/>
                <a:ext cx="4" cy="11"/>
                <a:chOff x="5652" y="1430"/>
                <a:chExt cx="4" cy="11"/>
              </a:xfrm>
            </p:grpSpPr>
            <p:sp>
              <p:nvSpPr>
                <p:cNvPr id="119179" name="Arc 163"/>
                <p:cNvSpPr>
                  <a:spLocks/>
                </p:cNvSpPr>
                <p:nvPr/>
              </p:nvSpPr>
              <p:spPr bwMode="auto">
                <a:xfrm rot="1440000">
                  <a:off x="5653" y="1430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80" name="Arc 164"/>
                <p:cNvSpPr>
                  <a:spLocks/>
                </p:cNvSpPr>
                <p:nvPr/>
              </p:nvSpPr>
              <p:spPr bwMode="auto">
                <a:xfrm rot="1440000">
                  <a:off x="5652" y="1435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76" name="Group 165"/>
              <p:cNvGrpSpPr>
                <a:grpSpLocks/>
              </p:cNvGrpSpPr>
              <p:nvPr/>
            </p:nvGrpSpPr>
            <p:grpSpPr bwMode="auto">
              <a:xfrm>
                <a:off x="5620" y="1417"/>
                <a:ext cx="5" cy="11"/>
                <a:chOff x="5620" y="1417"/>
                <a:chExt cx="5" cy="11"/>
              </a:xfrm>
            </p:grpSpPr>
            <p:sp>
              <p:nvSpPr>
                <p:cNvPr id="119177" name="Arc 166"/>
                <p:cNvSpPr>
                  <a:spLocks/>
                </p:cNvSpPr>
                <p:nvPr/>
              </p:nvSpPr>
              <p:spPr bwMode="auto">
                <a:xfrm rot="1440000">
                  <a:off x="5622" y="1417"/>
                  <a:ext cx="3" cy="4"/>
                </a:xfrm>
                <a:custGeom>
                  <a:avLst/>
                  <a:gdLst>
                    <a:gd name="T0" fmla="*/ 0 w 20955"/>
                    <a:gd name="T1" fmla="*/ 0 h 20492"/>
                    <a:gd name="T2" fmla="*/ 0 w 20955"/>
                    <a:gd name="T3" fmla="*/ 0 h 20492"/>
                    <a:gd name="T4" fmla="*/ 0 w 20955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0955"/>
                    <a:gd name="T10" fmla="*/ 0 h 20492"/>
                    <a:gd name="T11" fmla="*/ 20955 w 20955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55" h="20492" fill="none" extrusionOk="0">
                      <a:moveTo>
                        <a:pt x="-1" y="15252"/>
                      </a:moveTo>
                      <a:cubicBezTo>
                        <a:pt x="1791" y="8088"/>
                        <a:pt x="7118" y="2335"/>
                        <a:pt x="14124" y="0"/>
                      </a:cubicBezTo>
                    </a:path>
                    <a:path w="20955" h="20492" stroke="0" extrusionOk="0">
                      <a:moveTo>
                        <a:pt x="-1" y="15252"/>
                      </a:moveTo>
                      <a:cubicBezTo>
                        <a:pt x="1791" y="8088"/>
                        <a:pt x="7118" y="2335"/>
                        <a:pt x="14124" y="0"/>
                      </a:cubicBezTo>
                      <a:lnTo>
                        <a:pt x="20955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78" name="Arc 167"/>
                <p:cNvSpPr>
                  <a:spLocks/>
                </p:cNvSpPr>
                <p:nvPr/>
              </p:nvSpPr>
              <p:spPr bwMode="auto">
                <a:xfrm rot="1440000">
                  <a:off x="5620" y="1422"/>
                  <a:ext cx="4" cy="6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9091" name="Group 168"/>
            <p:cNvGrpSpPr>
              <a:grpSpLocks/>
            </p:cNvGrpSpPr>
            <p:nvPr/>
          </p:nvGrpSpPr>
          <p:grpSpPr bwMode="auto">
            <a:xfrm>
              <a:off x="5646" y="1386"/>
              <a:ext cx="67" cy="39"/>
              <a:chOff x="5646" y="1386"/>
              <a:chExt cx="67" cy="39"/>
            </a:xfrm>
          </p:grpSpPr>
          <p:grpSp>
            <p:nvGrpSpPr>
              <p:cNvPr id="119165" name="Group 169"/>
              <p:cNvGrpSpPr>
                <a:grpSpLocks/>
              </p:cNvGrpSpPr>
              <p:nvPr/>
            </p:nvGrpSpPr>
            <p:grpSpPr bwMode="auto">
              <a:xfrm>
                <a:off x="5708" y="1413"/>
                <a:ext cx="5" cy="12"/>
                <a:chOff x="5708" y="1413"/>
                <a:chExt cx="5" cy="12"/>
              </a:xfrm>
            </p:grpSpPr>
            <p:sp>
              <p:nvSpPr>
                <p:cNvPr id="119172" name="Arc 170"/>
                <p:cNvSpPr>
                  <a:spLocks/>
                </p:cNvSpPr>
                <p:nvPr/>
              </p:nvSpPr>
              <p:spPr bwMode="auto">
                <a:xfrm rot="1440000">
                  <a:off x="5708" y="1413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73" name="Arc 171"/>
                <p:cNvSpPr>
                  <a:spLocks/>
                </p:cNvSpPr>
                <p:nvPr/>
              </p:nvSpPr>
              <p:spPr bwMode="auto">
                <a:xfrm rot="1440000">
                  <a:off x="5709" y="1420"/>
                  <a:ext cx="4" cy="5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66" name="Group 172"/>
              <p:cNvGrpSpPr>
                <a:grpSpLocks/>
              </p:cNvGrpSpPr>
              <p:nvPr/>
            </p:nvGrpSpPr>
            <p:grpSpPr bwMode="auto">
              <a:xfrm>
                <a:off x="5676" y="1399"/>
                <a:ext cx="5" cy="12"/>
                <a:chOff x="5676" y="1399"/>
                <a:chExt cx="5" cy="12"/>
              </a:xfrm>
            </p:grpSpPr>
            <p:sp>
              <p:nvSpPr>
                <p:cNvPr id="119170" name="Arc 173"/>
                <p:cNvSpPr>
                  <a:spLocks/>
                </p:cNvSpPr>
                <p:nvPr/>
              </p:nvSpPr>
              <p:spPr bwMode="auto">
                <a:xfrm rot="1440000">
                  <a:off x="5677" y="1399"/>
                  <a:ext cx="4" cy="6"/>
                </a:xfrm>
                <a:custGeom>
                  <a:avLst/>
                  <a:gdLst>
                    <a:gd name="T0" fmla="*/ 0 w 21306"/>
                    <a:gd name="T1" fmla="*/ 0 h 20955"/>
                    <a:gd name="T2" fmla="*/ 0 w 21306"/>
                    <a:gd name="T3" fmla="*/ 0 h 20955"/>
                    <a:gd name="T4" fmla="*/ 0 w 21306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306"/>
                    <a:gd name="T10" fmla="*/ 0 h 20955"/>
                    <a:gd name="T11" fmla="*/ 21306 w 21306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306" h="20955" fill="none" extrusionOk="0">
                      <a:moveTo>
                        <a:pt x="-1" y="17403"/>
                      </a:moveTo>
                      <a:cubicBezTo>
                        <a:pt x="1413" y="8921"/>
                        <a:pt x="7724" y="2085"/>
                        <a:pt x="16066" y="-1"/>
                      </a:cubicBezTo>
                    </a:path>
                    <a:path w="21306" h="20955" stroke="0" extrusionOk="0">
                      <a:moveTo>
                        <a:pt x="-1" y="17403"/>
                      </a:moveTo>
                      <a:cubicBezTo>
                        <a:pt x="1413" y="8921"/>
                        <a:pt x="7724" y="2085"/>
                        <a:pt x="16066" y="-1"/>
                      </a:cubicBezTo>
                      <a:lnTo>
                        <a:pt x="21306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71" name="Arc 174"/>
                <p:cNvSpPr>
                  <a:spLocks/>
                </p:cNvSpPr>
                <p:nvPr/>
              </p:nvSpPr>
              <p:spPr bwMode="auto">
                <a:xfrm rot="1440000">
                  <a:off x="5676" y="1405"/>
                  <a:ext cx="4" cy="6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67" name="Group 175"/>
              <p:cNvGrpSpPr>
                <a:grpSpLocks/>
              </p:cNvGrpSpPr>
              <p:nvPr/>
            </p:nvGrpSpPr>
            <p:grpSpPr bwMode="auto">
              <a:xfrm>
                <a:off x="5646" y="1386"/>
                <a:ext cx="4" cy="12"/>
                <a:chOff x="5646" y="1386"/>
                <a:chExt cx="4" cy="12"/>
              </a:xfrm>
            </p:grpSpPr>
            <p:sp>
              <p:nvSpPr>
                <p:cNvPr id="119168" name="Arc 176"/>
                <p:cNvSpPr>
                  <a:spLocks/>
                </p:cNvSpPr>
                <p:nvPr/>
              </p:nvSpPr>
              <p:spPr bwMode="auto">
                <a:xfrm rot="1440000">
                  <a:off x="5646" y="1386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69" name="Arc 177"/>
                <p:cNvSpPr>
                  <a:spLocks/>
                </p:cNvSpPr>
                <p:nvPr/>
              </p:nvSpPr>
              <p:spPr bwMode="auto">
                <a:xfrm rot="1440000">
                  <a:off x="5646" y="1392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9092" name="Group 178"/>
            <p:cNvGrpSpPr>
              <a:grpSpLocks/>
            </p:cNvGrpSpPr>
            <p:nvPr/>
          </p:nvGrpSpPr>
          <p:grpSpPr bwMode="auto">
            <a:xfrm>
              <a:off x="5086" y="1311"/>
              <a:ext cx="4" cy="8"/>
              <a:chOff x="5086" y="1311"/>
              <a:chExt cx="4" cy="8"/>
            </a:xfrm>
          </p:grpSpPr>
          <p:sp>
            <p:nvSpPr>
              <p:cNvPr id="119163" name="Arc 179"/>
              <p:cNvSpPr>
                <a:spLocks/>
              </p:cNvSpPr>
              <p:nvPr/>
            </p:nvSpPr>
            <p:spPr bwMode="auto">
              <a:xfrm rot="1440000">
                <a:off x="5088" y="1311"/>
                <a:ext cx="2" cy="3"/>
              </a:xfrm>
              <a:custGeom>
                <a:avLst/>
                <a:gdLst>
                  <a:gd name="T0" fmla="*/ 0 w 20492"/>
                  <a:gd name="T1" fmla="*/ 0 h 19320"/>
                  <a:gd name="T2" fmla="*/ 0 w 20492"/>
                  <a:gd name="T3" fmla="*/ 0 h 19320"/>
                  <a:gd name="T4" fmla="*/ 0 w 20492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20492"/>
                  <a:gd name="T10" fmla="*/ 0 h 19320"/>
                  <a:gd name="T11" fmla="*/ 20492 w 20492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492" h="19320" fill="none" extrusionOk="0">
                    <a:moveTo>
                      <a:pt x="0" y="12489"/>
                    </a:moveTo>
                    <a:cubicBezTo>
                      <a:pt x="1812" y="7054"/>
                      <a:pt x="5708" y="2562"/>
                      <a:pt x="10832" y="0"/>
                    </a:cubicBezTo>
                  </a:path>
                  <a:path w="20492" h="19320" stroke="0" extrusionOk="0">
                    <a:moveTo>
                      <a:pt x="0" y="12489"/>
                    </a:moveTo>
                    <a:cubicBezTo>
                      <a:pt x="1812" y="7054"/>
                      <a:pt x="5708" y="2562"/>
                      <a:pt x="10832" y="0"/>
                    </a:cubicBezTo>
                    <a:lnTo>
                      <a:pt x="20492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164" name="Arc 180"/>
              <p:cNvSpPr>
                <a:spLocks/>
              </p:cNvSpPr>
              <p:nvPr/>
            </p:nvSpPr>
            <p:spPr bwMode="auto">
              <a:xfrm rot="1440000">
                <a:off x="5086" y="1319"/>
                <a:ext cx="2" cy="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9093" name="Line 181"/>
            <p:cNvSpPr>
              <a:spLocks noChangeShapeType="1"/>
            </p:cNvSpPr>
            <p:nvPr/>
          </p:nvSpPr>
          <p:spPr bwMode="auto">
            <a:xfrm>
              <a:off x="5303" y="1985"/>
              <a:ext cx="398" cy="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94" name="Line 182"/>
            <p:cNvSpPr>
              <a:spLocks noChangeShapeType="1"/>
            </p:cNvSpPr>
            <p:nvPr/>
          </p:nvSpPr>
          <p:spPr bwMode="auto">
            <a:xfrm>
              <a:off x="5524" y="1948"/>
              <a:ext cx="177" cy="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95" name="Line 183"/>
            <p:cNvSpPr>
              <a:spLocks noChangeShapeType="1"/>
            </p:cNvSpPr>
            <p:nvPr/>
          </p:nvSpPr>
          <p:spPr bwMode="auto">
            <a:xfrm>
              <a:off x="5374" y="1759"/>
              <a:ext cx="332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96" name="Line 184"/>
            <p:cNvSpPr>
              <a:spLocks noChangeShapeType="1"/>
            </p:cNvSpPr>
            <p:nvPr/>
          </p:nvSpPr>
          <p:spPr bwMode="auto">
            <a:xfrm flipH="1" flipV="1">
              <a:off x="4810" y="1813"/>
              <a:ext cx="257" cy="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97" name="Line 185"/>
            <p:cNvSpPr>
              <a:spLocks noChangeShapeType="1"/>
            </p:cNvSpPr>
            <p:nvPr/>
          </p:nvSpPr>
          <p:spPr bwMode="auto">
            <a:xfrm flipH="1">
              <a:off x="4816" y="1815"/>
              <a:ext cx="441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098" name="Line 186"/>
            <p:cNvSpPr>
              <a:spLocks noChangeShapeType="1"/>
            </p:cNvSpPr>
            <p:nvPr/>
          </p:nvSpPr>
          <p:spPr bwMode="auto">
            <a:xfrm flipH="1">
              <a:off x="4820" y="1752"/>
              <a:ext cx="385" cy="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9099" name="Group 187"/>
            <p:cNvGrpSpPr>
              <a:grpSpLocks/>
            </p:cNvGrpSpPr>
            <p:nvPr/>
          </p:nvGrpSpPr>
          <p:grpSpPr bwMode="auto">
            <a:xfrm>
              <a:off x="5736" y="2051"/>
              <a:ext cx="68" cy="40"/>
              <a:chOff x="5736" y="2051"/>
              <a:chExt cx="68" cy="40"/>
            </a:xfrm>
          </p:grpSpPr>
          <p:grpSp>
            <p:nvGrpSpPr>
              <p:cNvPr id="119154" name="Group 188"/>
              <p:cNvGrpSpPr>
                <a:grpSpLocks/>
              </p:cNvGrpSpPr>
              <p:nvPr/>
            </p:nvGrpSpPr>
            <p:grpSpPr bwMode="auto">
              <a:xfrm>
                <a:off x="5799" y="2078"/>
                <a:ext cx="5" cy="13"/>
                <a:chOff x="5799" y="2078"/>
                <a:chExt cx="5" cy="13"/>
              </a:xfrm>
            </p:grpSpPr>
            <p:sp>
              <p:nvSpPr>
                <p:cNvPr id="119161" name="Arc 189"/>
                <p:cNvSpPr>
                  <a:spLocks/>
                </p:cNvSpPr>
                <p:nvPr/>
              </p:nvSpPr>
              <p:spPr bwMode="auto">
                <a:xfrm rot="1440000">
                  <a:off x="5800" y="207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62" name="Arc 190"/>
                <p:cNvSpPr>
                  <a:spLocks/>
                </p:cNvSpPr>
                <p:nvPr/>
              </p:nvSpPr>
              <p:spPr bwMode="auto">
                <a:xfrm rot="1440000">
                  <a:off x="5799" y="2085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55" name="Group 191"/>
              <p:cNvGrpSpPr>
                <a:grpSpLocks/>
              </p:cNvGrpSpPr>
              <p:nvPr/>
            </p:nvGrpSpPr>
            <p:grpSpPr bwMode="auto">
              <a:xfrm>
                <a:off x="5767" y="2065"/>
                <a:ext cx="5" cy="12"/>
                <a:chOff x="5767" y="2065"/>
                <a:chExt cx="5" cy="12"/>
              </a:xfrm>
            </p:grpSpPr>
            <p:sp>
              <p:nvSpPr>
                <p:cNvPr id="119159" name="Arc 192"/>
                <p:cNvSpPr>
                  <a:spLocks/>
                </p:cNvSpPr>
                <p:nvPr/>
              </p:nvSpPr>
              <p:spPr bwMode="auto">
                <a:xfrm rot="1440000">
                  <a:off x="5768" y="2065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60" name="Arc 193"/>
                <p:cNvSpPr>
                  <a:spLocks/>
                </p:cNvSpPr>
                <p:nvPr/>
              </p:nvSpPr>
              <p:spPr bwMode="auto">
                <a:xfrm rot="1440000">
                  <a:off x="5767" y="2071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56" name="Group 194"/>
              <p:cNvGrpSpPr>
                <a:grpSpLocks/>
              </p:cNvGrpSpPr>
              <p:nvPr/>
            </p:nvGrpSpPr>
            <p:grpSpPr bwMode="auto">
              <a:xfrm>
                <a:off x="5736" y="2051"/>
                <a:ext cx="4" cy="12"/>
                <a:chOff x="5736" y="2051"/>
                <a:chExt cx="4" cy="12"/>
              </a:xfrm>
            </p:grpSpPr>
            <p:sp>
              <p:nvSpPr>
                <p:cNvPr id="119157" name="Arc 195"/>
                <p:cNvSpPr>
                  <a:spLocks/>
                </p:cNvSpPr>
                <p:nvPr/>
              </p:nvSpPr>
              <p:spPr bwMode="auto">
                <a:xfrm rot="1440000">
                  <a:off x="5737" y="2051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58" name="Arc 196"/>
                <p:cNvSpPr>
                  <a:spLocks/>
                </p:cNvSpPr>
                <p:nvPr/>
              </p:nvSpPr>
              <p:spPr bwMode="auto">
                <a:xfrm rot="1440000">
                  <a:off x="5736" y="205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9100" name="Group 197"/>
            <p:cNvGrpSpPr>
              <a:grpSpLocks/>
            </p:cNvGrpSpPr>
            <p:nvPr/>
          </p:nvGrpSpPr>
          <p:grpSpPr bwMode="auto">
            <a:xfrm>
              <a:off x="5761" y="2021"/>
              <a:ext cx="68" cy="39"/>
              <a:chOff x="5761" y="2021"/>
              <a:chExt cx="68" cy="39"/>
            </a:xfrm>
          </p:grpSpPr>
          <p:grpSp>
            <p:nvGrpSpPr>
              <p:cNvPr id="119145" name="Group 198"/>
              <p:cNvGrpSpPr>
                <a:grpSpLocks/>
              </p:cNvGrpSpPr>
              <p:nvPr/>
            </p:nvGrpSpPr>
            <p:grpSpPr bwMode="auto">
              <a:xfrm>
                <a:off x="5825" y="2049"/>
                <a:ext cx="4" cy="11"/>
                <a:chOff x="5825" y="2049"/>
                <a:chExt cx="4" cy="11"/>
              </a:xfrm>
            </p:grpSpPr>
            <p:sp>
              <p:nvSpPr>
                <p:cNvPr id="119152" name="Arc 199"/>
                <p:cNvSpPr>
                  <a:spLocks/>
                </p:cNvSpPr>
                <p:nvPr/>
              </p:nvSpPr>
              <p:spPr bwMode="auto">
                <a:xfrm rot="1440000">
                  <a:off x="5825" y="2049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53" name="Arc 200"/>
                <p:cNvSpPr>
                  <a:spLocks/>
                </p:cNvSpPr>
                <p:nvPr/>
              </p:nvSpPr>
              <p:spPr bwMode="auto">
                <a:xfrm rot="1440000">
                  <a:off x="5825" y="2054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46" name="Group 201"/>
              <p:cNvGrpSpPr>
                <a:grpSpLocks/>
              </p:cNvGrpSpPr>
              <p:nvPr/>
            </p:nvGrpSpPr>
            <p:grpSpPr bwMode="auto">
              <a:xfrm>
                <a:off x="5792" y="2035"/>
                <a:ext cx="5" cy="11"/>
                <a:chOff x="5792" y="2035"/>
                <a:chExt cx="5" cy="11"/>
              </a:xfrm>
            </p:grpSpPr>
            <p:sp>
              <p:nvSpPr>
                <p:cNvPr id="119150" name="Arc 202"/>
                <p:cNvSpPr>
                  <a:spLocks/>
                </p:cNvSpPr>
                <p:nvPr/>
              </p:nvSpPr>
              <p:spPr bwMode="auto">
                <a:xfrm rot="1440000">
                  <a:off x="5792" y="2035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51" name="Arc 203"/>
                <p:cNvSpPr>
                  <a:spLocks/>
                </p:cNvSpPr>
                <p:nvPr/>
              </p:nvSpPr>
              <p:spPr bwMode="auto">
                <a:xfrm rot="1440000">
                  <a:off x="5792" y="2041"/>
                  <a:ext cx="5" cy="5"/>
                </a:xfrm>
                <a:custGeom>
                  <a:avLst/>
                  <a:gdLst>
                    <a:gd name="T0" fmla="*/ 0 w 26839"/>
                    <a:gd name="T1" fmla="*/ 0 h 21600"/>
                    <a:gd name="T2" fmla="*/ 0 w 26839"/>
                    <a:gd name="T3" fmla="*/ 0 h 21600"/>
                    <a:gd name="T4" fmla="*/ 0 w 26839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6839"/>
                    <a:gd name="T10" fmla="*/ 0 h 21600"/>
                    <a:gd name="T11" fmla="*/ 26839 w 26839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839" h="21600" fill="none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</a:path>
                    <a:path w="26839" h="21600" stroke="0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  <a:lnTo>
                        <a:pt x="5239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47" name="Group 204"/>
              <p:cNvGrpSpPr>
                <a:grpSpLocks/>
              </p:cNvGrpSpPr>
              <p:nvPr/>
            </p:nvGrpSpPr>
            <p:grpSpPr bwMode="auto">
              <a:xfrm>
                <a:off x="5761" y="2021"/>
                <a:ext cx="4" cy="12"/>
                <a:chOff x="5761" y="2021"/>
                <a:chExt cx="4" cy="12"/>
              </a:xfrm>
            </p:grpSpPr>
            <p:sp>
              <p:nvSpPr>
                <p:cNvPr id="119148" name="Arc 205"/>
                <p:cNvSpPr>
                  <a:spLocks/>
                </p:cNvSpPr>
                <p:nvPr/>
              </p:nvSpPr>
              <p:spPr bwMode="auto">
                <a:xfrm rot="1440000">
                  <a:off x="5762" y="2021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49" name="Arc 206"/>
                <p:cNvSpPr>
                  <a:spLocks/>
                </p:cNvSpPr>
                <p:nvPr/>
              </p:nvSpPr>
              <p:spPr bwMode="auto">
                <a:xfrm rot="1440000">
                  <a:off x="5761" y="202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9101" name="Group 207"/>
            <p:cNvGrpSpPr>
              <a:grpSpLocks/>
            </p:cNvGrpSpPr>
            <p:nvPr/>
          </p:nvGrpSpPr>
          <p:grpSpPr bwMode="auto">
            <a:xfrm>
              <a:off x="5059" y="1271"/>
              <a:ext cx="48" cy="27"/>
              <a:chOff x="5059" y="1271"/>
              <a:chExt cx="48" cy="27"/>
            </a:xfrm>
          </p:grpSpPr>
          <p:grpSp>
            <p:nvGrpSpPr>
              <p:cNvPr id="119136" name="Group 208"/>
              <p:cNvGrpSpPr>
                <a:grpSpLocks/>
              </p:cNvGrpSpPr>
              <p:nvPr/>
            </p:nvGrpSpPr>
            <p:grpSpPr bwMode="auto">
              <a:xfrm>
                <a:off x="5103" y="1290"/>
                <a:ext cx="4" cy="8"/>
                <a:chOff x="5103" y="1290"/>
                <a:chExt cx="4" cy="8"/>
              </a:xfrm>
            </p:grpSpPr>
            <p:sp>
              <p:nvSpPr>
                <p:cNvPr id="119143" name="Arc 209"/>
                <p:cNvSpPr>
                  <a:spLocks/>
                </p:cNvSpPr>
                <p:nvPr/>
              </p:nvSpPr>
              <p:spPr bwMode="auto">
                <a:xfrm rot="1440000">
                  <a:off x="5105" y="1290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44" name="Arc 210"/>
                <p:cNvSpPr>
                  <a:spLocks/>
                </p:cNvSpPr>
                <p:nvPr/>
              </p:nvSpPr>
              <p:spPr bwMode="auto">
                <a:xfrm rot="1440000">
                  <a:off x="5103" y="1295"/>
                  <a:ext cx="3" cy="3"/>
                </a:xfrm>
                <a:custGeom>
                  <a:avLst/>
                  <a:gdLst>
                    <a:gd name="T0" fmla="*/ 0 w 31260"/>
                    <a:gd name="T1" fmla="*/ 0 h 21600"/>
                    <a:gd name="T2" fmla="*/ 0 w 31260"/>
                    <a:gd name="T3" fmla="*/ 0 h 21600"/>
                    <a:gd name="T4" fmla="*/ 0 w 3126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1260"/>
                    <a:gd name="T10" fmla="*/ 0 h 21600"/>
                    <a:gd name="T11" fmla="*/ 31260 w 3126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60" h="21600" fill="none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</a:path>
                    <a:path w="31260" h="21600" stroke="0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  <a:lnTo>
                        <a:pt x="966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37" name="Group 211"/>
              <p:cNvGrpSpPr>
                <a:grpSpLocks/>
              </p:cNvGrpSpPr>
              <p:nvPr/>
            </p:nvGrpSpPr>
            <p:grpSpPr bwMode="auto">
              <a:xfrm>
                <a:off x="5078" y="1283"/>
                <a:ext cx="7" cy="5"/>
                <a:chOff x="5078" y="1283"/>
                <a:chExt cx="7" cy="5"/>
              </a:xfrm>
            </p:grpSpPr>
            <p:sp>
              <p:nvSpPr>
                <p:cNvPr id="119141" name="Arc 212"/>
                <p:cNvSpPr>
                  <a:spLocks/>
                </p:cNvSpPr>
                <p:nvPr/>
              </p:nvSpPr>
              <p:spPr bwMode="auto">
                <a:xfrm rot="1440000">
                  <a:off x="5083" y="1283"/>
                  <a:ext cx="2" cy="2"/>
                </a:xfrm>
                <a:custGeom>
                  <a:avLst/>
                  <a:gdLst>
                    <a:gd name="T0" fmla="*/ 0 w 19320"/>
                    <a:gd name="T1" fmla="*/ 0 h 19320"/>
                    <a:gd name="T2" fmla="*/ 0 w 19320"/>
                    <a:gd name="T3" fmla="*/ 0 h 19320"/>
                    <a:gd name="T4" fmla="*/ 0 w 19320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19320"/>
                    <a:gd name="T10" fmla="*/ 0 h 19320"/>
                    <a:gd name="T11" fmla="*/ 19320 w 19320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20" h="19320" fill="none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</a:path>
                    <a:path w="19320" h="19320" stroke="0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  <a:lnTo>
                        <a:pt x="19320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42" name="Arc 213"/>
                <p:cNvSpPr>
                  <a:spLocks/>
                </p:cNvSpPr>
                <p:nvPr/>
              </p:nvSpPr>
              <p:spPr bwMode="auto">
                <a:xfrm rot="1440000">
                  <a:off x="5078" y="1285"/>
                  <a:ext cx="2" cy="3"/>
                </a:xfrm>
                <a:custGeom>
                  <a:avLst/>
                  <a:gdLst>
                    <a:gd name="T0" fmla="*/ 0 w 22620"/>
                    <a:gd name="T1" fmla="*/ 0 h 21600"/>
                    <a:gd name="T2" fmla="*/ 0 w 22620"/>
                    <a:gd name="T3" fmla="*/ 0 h 21600"/>
                    <a:gd name="T4" fmla="*/ 0 w 2262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2620"/>
                    <a:gd name="T10" fmla="*/ 0 h 21600"/>
                    <a:gd name="T11" fmla="*/ 22620 w 2262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620" h="21600" fill="none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14333" y="0"/>
                        <a:pt x="18881" y="1515"/>
                        <a:pt x="22619" y="4319"/>
                      </a:cubicBezTo>
                    </a:path>
                    <a:path w="22620" h="21600" stroke="0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14333" y="0"/>
                        <a:pt x="18881" y="1515"/>
                        <a:pt x="22619" y="4319"/>
                      </a:cubicBezTo>
                      <a:lnTo>
                        <a:pt x="966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38" name="Group 214"/>
              <p:cNvGrpSpPr>
                <a:grpSpLocks/>
              </p:cNvGrpSpPr>
              <p:nvPr/>
            </p:nvGrpSpPr>
            <p:grpSpPr bwMode="auto">
              <a:xfrm>
                <a:off x="5059" y="1271"/>
                <a:ext cx="4" cy="7"/>
                <a:chOff x="5059" y="1271"/>
                <a:chExt cx="4" cy="7"/>
              </a:xfrm>
            </p:grpSpPr>
            <p:sp>
              <p:nvSpPr>
                <p:cNvPr id="119139" name="Arc 215"/>
                <p:cNvSpPr>
                  <a:spLocks/>
                </p:cNvSpPr>
                <p:nvPr/>
              </p:nvSpPr>
              <p:spPr bwMode="auto">
                <a:xfrm rot="1440000">
                  <a:off x="5061" y="1271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40" name="Arc 216"/>
                <p:cNvSpPr>
                  <a:spLocks/>
                </p:cNvSpPr>
                <p:nvPr/>
              </p:nvSpPr>
              <p:spPr bwMode="auto">
                <a:xfrm rot="1440000">
                  <a:off x="5059" y="1278"/>
                  <a:ext cx="2" cy="0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9102" name="Group 217"/>
            <p:cNvGrpSpPr>
              <a:grpSpLocks/>
            </p:cNvGrpSpPr>
            <p:nvPr/>
          </p:nvGrpSpPr>
          <p:grpSpPr bwMode="auto">
            <a:xfrm>
              <a:off x="4895" y="1525"/>
              <a:ext cx="47" cy="26"/>
              <a:chOff x="4895" y="1525"/>
              <a:chExt cx="47" cy="26"/>
            </a:xfrm>
          </p:grpSpPr>
          <p:grpSp>
            <p:nvGrpSpPr>
              <p:cNvPr id="119127" name="Group 218"/>
              <p:cNvGrpSpPr>
                <a:grpSpLocks/>
              </p:cNvGrpSpPr>
              <p:nvPr/>
            </p:nvGrpSpPr>
            <p:grpSpPr bwMode="auto">
              <a:xfrm>
                <a:off x="4939" y="1544"/>
                <a:ext cx="3" cy="7"/>
                <a:chOff x="4939" y="1544"/>
                <a:chExt cx="3" cy="7"/>
              </a:xfrm>
            </p:grpSpPr>
            <p:sp>
              <p:nvSpPr>
                <p:cNvPr id="119134" name="Arc 219"/>
                <p:cNvSpPr>
                  <a:spLocks/>
                </p:cNvSpPr>
                <p:nvPr/>
              </p:nvSpPr>
              <p:spPr bwMode="auto">
                <a:xfrm rot="1440000">
                  <a:off x="4941" y="1544"/>
                  <a:ext cx="1" cy="2"/>
                </a:xfrm>
                <a:custGeom>
                  <a:avLst/>
                  <a:gdLst>
                    <a:gd name="T0" fmla="*/ 0 w 20492"/>
                    <a:gd name="T1" fmla="*/ 0 h 11982"/>
                    <a:gd name="T2" fmla="*/ 0 w 20492"/>
                    <a:gd name="T3" fmla="*/ 0 h 11982"/>
                    <a:gd name="T4" fmla="*/ 0 w 20492"/>
                    <a:gd name="T5" fmla="*/ 0 h 11982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1982"/>
                    <a:gd name="T11" fmla="*/ 20492 w 20492"/>
                    <a:gd name="T12" fmla="*/ 11982 h 119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1982" fill="none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</a:path>
                    <a:path w="20492" h="11982" stroke="0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  <a:lnTo>
                        <a:pt x="20492" y="1198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35" name="Arc 220"/>
                <p:cNvSpPr>
                  <a:spLocks/>
                </p:cNvSpPr>
                <p:nvPr/>
              </p:nvSpPr>
              <p:spPr bwMode="auto">
                <a:xfrm rot="1440000">
                  <a:off x="4939" y="1548"/>
                  <a:ext cx="2" cy="3"/>
                </a:xfrm>
                <a:custGeom>
                  <a:avLst/>
                  <a:gdLst>
                    <a:gd name="T0" fmla="*/ 0 w 39572"/>
                    <a:gd name="T1" fmla="*/ 0 h 21600"/>
                    <a:gd name="T2" fmla="*/ 0 w 39572"/>
                    <a:gd name="T3" fmla="*/ 0 h 21600"/>
                    <a:gd name="T4" fmla="*/ 0 w 395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9572"/>
                    <a:gd name="T10" fmla="*/ 0 h 21600"/>
                    <a:gd name="T11" fmla="*/ 39572 w 395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5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</a:path>
                    <a:path w="395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28" name="Group 221"/>
              <p:cNvGrpSpPr>
                <a:grpSpLocks/>
              </p:cNvGrpSpPr>
              <p:nvPr/>
            </p:nvGrpSpPr>
            <p:grpSpPr bwMode="auto">
              <a:xfrm>
                <a:off x="4917" y="1533"/>
                <a:ext cx="3" cy="7"/>
                <a:chOff x="4917" y="1533"/>
                <a:chExt cx="3" cy="7"/>
              </a:xfrm>
            </p:grpSpPr>
            <p:sp>
              <p:nvSpPr>
                <p:cNvPr id="119132" name="Arc 222"/>
                <p:cNvSpPr>
                  <a:spLocks/>
                </p:cNvSpPr>
                <p:nvPr/>
              </p:nvSpPr>
              <p:spPr bwMode="auto">
                <a:xfrm rot="1440000">
                  <a:off x="4918" y="1533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33" name="Arc 223"/>
                <p:cNvSpPr>
                  <a:spLocks/>
                </p:cNvSpPr>
                <p:nvPr/>
              </p:nvSpPr>
              <p:spPr bwMode="auto">
                <a:xfrm rot="1440000">
                  <a:off x="4917" y="1540"/>
                  <a:ext cx="2" cy="0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29" name="Group 224"/>
              <p:cNvGrpSpPr>
                <a:grpSpLocks/>
              </p:cNvGrpSpPr>
              <p:nvPr/>
            </p:nvGrpSpPr>
            <p:grpSpPr bwMode="auto">
              <a:xfrm>
                <a:off x="4895" y="1525"/>
                <a:ext cx="2" cy="7"/>
                <a:chOff x="4895" y="1525"/>
                <a:chExt cx="2" cy="7"/>
              </a:xfrm>
            </p:grpSpPr>
            <p:sp>
              <p:nvSpPr>
                <p:cNvPr id="119130" name="Arc 225"/>
                <p:cNvSpPr>
                  <a:spLocks/>
                </p:cNvSpPr>
                <p:nvPr/>
              </p:nvSpPr>
              <p:spPr bwMode="auto">
                <a:xfrm rot="1440000">
                  <a:off x="4895" y="1525"/>
                  <a:ext cx="2" cy="2"/>
                </a:xfrm>
                <a:custGeom>
                  <a:avLst/>
                  <a:gdLst>
                    <a:gd name="T0" fmla="*/ 0 w 19320"/>
                    <a:gd name="T1" fmla="*/ 0 h 19320"/>
                    <a:gd name="T2" fmla="*/ 0 w 19320"/>
                    <a:gd name="T3" fmla="*/ 0 h 19320"/>
                    <a:gd name="T4" fmla="*/ 0 w 19320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19320"/>
                    <a:gd name="T10" fmla="*/ 0 h 19320"/>
                    <a:gd name="T11" fmla="*/ 19320 w 19320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20" h="19320" fill="none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</a:path>
                    <a:path w="19320" h="19320" stroke="0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  <a:lnTo>
                        <a:pt x="19320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31" name="Arc 226"/>
                <p:cNvSpPr>
                  <a:spLocks/>
                </p:cNvSpPr>
                <p:nvPr/>
              </p:nvSpPr>
              <p:spPr bwMode="auto">
                <a:xfrm rot="1440000">
                  <a:off x="4895" y="1529"/>
                  <a:ext cx="1" cy="3"/>
                </a:xfrm>
                <a:custGeom>
                  <a:avLst/>
                  <a:gdLst>
                    <a:gd name="T0" fmla="*/ 0 w 17972"/>
                    <a:gd name="T1" fmla="*/ 0 h 21600"/>
                    <a:gd name="T2" fmla="*/ 0 w 17972"/>
                    <a:gd name="T3" fmla="*/ 0 h 21600"/>
                    <a:gd name="T4" fmla="*/ 0 w 179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7972"/>
                    <a:gd name="T10" fmla="*/ 0 h 21600"/>
                    <a:gd name="T11" fmla="*/ 17972 w 179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9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</a:path>
                    <a:path w="179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9103" name="Group 227"/>
            <p:cNvGrpSpPr>
              <a:grpSpLocks/>
            </p:cNvGrpSpPr>
            <p:nvPr/>
          </p:nvGrpSpPr>
          <p:grpSpPr bwMode="auto">
            <a:xfrm>
              <a:off x="4868" y="1822"/>
              <a:ext cx="47" cy="26"/>
              <a:chOff x="4868" y="1822"/>
              <a:chExt cx="47" cy="26"/>
            </a:xfrm>
          </p:grpSpPr>
          <p:grpSp>
            <p:nvGrpSpPr>
              <p:cNvPr id="119118" name="Group 228"/>
              <p:cNvGrpSpPr>
                <a:grpSpLocks/>
              </p:cNvGrpSpPr>
              <p:nvPr/>
            </p:nvGrpSpPr>
            <p:grpSpPr bwMode="auto">
              <a:xfrm>
                <a:off x="4912" y="1841"/>
                <a:ext cx="3" cy="7"/>
                <a:chOff x="4912" y="1841"/>
                <a:chExt cx="3" cy="7"/>
              </a:xfrm>
            </p:grpSpPr>
            <p:sp>
              <p:nvSpPr>
                <p:cNvPr id="119125" name="Arc 229"/>
                <p:cNvSpPr>
                  <a:spLocks/>
                </p:cNvSpPr>
                <p:nvPr/>
              </p:nvSpPr>
              <p:spPr bwMode="auto">
                <a:xfrm rot="1440000">
                  <a:off x="4914" y="1841"/>
                  <a:ext cx="1" cy="2"/>
                </a:xfrm>
                <a:custGeom>
                  <a:avLst/>
                  <a:gdLst>
                    <a:gd name="T0" fmla="*/ 0 w 20492"/>
                    <a:gd name="T1" fmla="*/ 0 h 11982"/>
                    <a:gd name="T2" fmla="*/ 0 w 20492"/>
                    <a:gd name="T3" fmla="*/ 0 h 11982"/>
                    <a:gd name="T4" fmla="*/ 0 w 20492"/>
                    <a:gd name="T5" fmla="*/ 0 h 11982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1982"/>
                    <a:gd name="T11" fmla="*/ 20492 w 20492"/>
                    <a:gd name="T12" fmla="*/ 11982 h 119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1982" fill="none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</a:path>
                    <a:path w="20492" h="11982" stroke="0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  <a:lnTo>
                        <a:pt x="20492" y="1198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26" name="Arc 230"/>
                <p:cNvSpPr>
                  <a:spLocks/>
                </p:cNvSpPr>
                <p:nvPr/>
              </p:nvSpPr>
              <p:spPr bwMode="auto">
                <a:xfrm rot="1440000">
                  <a:off x="4912" y="1845"/>
                  <a:ext cx="2" cy="3"/>
                </a:xfrm>
                <a:custGeom>
                  <a:avLst/>
                  <a:gdLst>
                    <a:gd name="T0" fmla="*/ 0 w 39572"/>
                    <a:gd name="T1" fmla="*/ 0 h 21600"/>
                    <a:gd name="T2" fmla="*/ 0 w 39572"/>
                    <a:gd name="T3" fmla="*/ 0 h 21600"/>
                    <a:gd name="T4" fmla="*/ 0 w 395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9572"/>
                    <a:gd name="T10" fmla="*/ 0 h 21600"/>
                    <a:gd name="T11" fmla="*/ 39572 w 395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5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</a:path>
                    <a:path w="395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19" name="Group 231"/>
              <p:cNvGrpSpPr>
                <a:grpSpLocks/>
              </p:cNvGrpSpPr>
              <p:nvPr/>
            </p:nvGrpSpPr>
            <p:grpSpPr bwMode="auto">
              <a:xfrm>
                <a:off x="4890" y="1830"/>
                <a:ext cx="3" cy="7"/>
                <a:chOff x="4890" y="1830"/>
                <a:chExt cx="3" cy="7"/>
              </a:xfrm>
            </p:grpSpPr>
            <p:sp>
              <p:nvSpPr>
                <p:cNvPr id="119123" name="Arc 232"/>
                <p:cNvSpPr>
                  <a:spLocks/>
                </p:cNvSpPr>
                <p:nvPr/>
              </p:nvSpPr>
              <p:spPr bwMode="auto">
                <a:xfrm rot="1440000">
                  <a:off x="4891" y="1830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24" name="Arc 233"/>
                <p:cNvSpPr>
                  <a:spLocks/>
                </p:cNvSpPr>
                <p:nvPr/>
              </p:nvSpPr>
              <p:spPr bwMode="auto">
                <a:xfrm rot="1440000">
                  <a:off x="4890" y="1837"/>
                  <a:ext cx="2" cy="0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120" name="Group 234"/>
              <p:cNvGrpSpPr>
                <a:grpSpLocks/>
              </p:cNvGrpSpPr>
              <p:nvPr/>
            </p:nvGrpSpPr>
            <p:grpSpPr bwMode="auto">
              <a:xfrm>
                <a:off x="4868" y="1822"/>
                <a:ext cx="2" cy="7"/>
                <a:chOff x="4868" y="1822"/>
                <a:chExt cx="2" cy="7"/>
              </a:xfrm>
            </p:grpSpPr>
            <p:sp>
              <p:nvSpPr>
                <p:cNvPr id="119121" name="Arc 235"/>
                <p:cNvSpPr>
                  <a:spLocks/>
                </p:cNvSpPr>
                <p:nvPr/>
              </p:nvSpPr>
              <p:spPr bwMode="auto">
                <a:xfrm rot="1440000">
                  <a:off x="4868" y="1822"/>
                  <a:ext cx="2" cy="2"/>
                </a:xfrm>
                <a:custGeom>
                  <a:avLst/>
                  <a:gdLst>
                    <a:gd name="T0" fmla="*/ 0 w 19320"/>
                    <a:gd name="T1" fmla="*/ 0 h 19320"/>
                    <a:gd name="T2" fmla="*/ 0 w 19320"/>
                    <a:gd name="T3" fmla="*/ 0 h 19320"/>
                    <a:gd name="T4" fmla="*/ 0 w 19320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19320"/>
                    <a:gd name="T10" fmla="*/ 0 h 19320"/>
                    <a:gd name="T11" fmla="*/ 19320 w 19320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20" h="19320" fill="none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</a:path>
                    <a:path w="19320" h="19320" stroke="0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  <a:lnTo>
                        <a:pt x="19320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122" name="Arc 236"/>
                <p:cNvSpPr>
                  <a:spLocks/>
                </p:cNvSpPr>
                <p:nvPr/>
              </p:nvSpPr>
              <p:spPr bwMode="auto">
                <a:xfrm rot="1440000">
                  <a:off x="4868" y="1826"/>
                  <a:ext cx="1" cy="3"/>
                </a:xfrm>
                <a:custGeom>
                  <a:avLst/>
                  <a:gdLst>
                    <a:gd name="T0" fmla="*/ 0 w 17972"/>
                    <a:gd name="T1" fmla="*/ 0 h 21600"/>
                    <a:gd name="T2" fmla="*/ 0 w 17972"/>
                    <a:gd name="T3" fmla="*/ 0 h 21600"/>
                    <a:gd name="T4" fmla="*/ 0 w 179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7972"/>
                    <a:gd name="T10" fmla="*/ 0 h 21600"/>
                    <a:gd name="T11" fmla="*/ 17972 w 179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9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</a:path>
                    <a:path w="179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9104" name="Group 237"/>
            <p:cNvGrpSpPr>
              <a:grpSpLocks/>
            </p:cNvGrpSpPr>
            <p:nvPr/>
          </p:nvGrpSpPr>
          <p:grpSpPr bwMode="auto">
            <a:xfrm>
              <a:off x="5041" y="1292"/>
              <a:ext cx="4" cy="7"/>
              <a:chOff x="5041" y="1292"/>
              <a:chExt cx="4" cy="7"/>
            </a:xfrm>
          </p:grpSpPr>
          <p:sp>
            <p:nvSpPr>
              <p:cNvPr id="119116" name="Arc 238"/>
              <p:cNvSpPr>
                <a:spLocks/>
              </p:cNvSpPr>
              <p:nvPr/>
            </p:nvSpPr>
            <p:spPr bwMode="auto">
              <a:xfrm rot="1440000">
                <a:off x="5043" y="1292"/>
                <a:ext cx="2" cy="2"/>
              </a:xfrm>
              <a:custGeom>
                <a:avLst/>
                <a:gdLst>
                  <a:gd name="T0" fmla="*/ 0 w 19320"/>
                  <a:gd name="T1" fmla="*/ 0 h 19320"/>
                  <a:gd name="T2" fmla="*/ 0 w 19320"/>
                  <a:gd name="T3" fmla="*/ 0 h 19320"/>
                  <a:gd name="T4" fmla="*/ 0 w 19320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19320"/>
                  <a:gd name="T10" fmla="*/ 0 h 19320"/>
                  <a:gd name="T11" fmla="*/ 19320 w 19320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20" h="19320" fill="none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</a:path>
                  <a:path w="19320" h="19320" stroke="0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  <a:lnTo>
                      <a:pt x="19320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117" name="Arc 239"/>
              <p:cNvSpPr>
                <a:spLocks/>
              </p:cNvSpPr>
              <p:nvPr/>
            </p:nvSpPr>
            <p:spPr bwMode="auto">
              <a:xfrm rot="1440000">
                <a:off x="5041" y="1299"/>
                <a:ext cx="2" cy="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9105" name="Arc 240"/>
            <p:cNvSpPr>
              <a:spLocks/>
            </p:cNvSpPr>
            <p:nvPr/>
          </p:nvSpPr>
          <p:spPr bwMode="auto">
            <a:xfrm rot="1440000">
              <a:off x="4900" y="1554"/>
              <a:ext cx="2" cy="3"/>
            </a:xfrm>
            <a:custGeom>
              <a:avLst/>
              <a:gdLst>
                <a:gd name="T0" fmla="*/ 0 w 20492"/>
                <a:gd name="T1" fmla="*/ 0 h 19320"/>
                <a:gd name="T2" fmla="*/ 0 w 20492"/>
                <a:gd name="T3" fmla="*/ 0 h 19320"/>
                <a:gd name="T4" fmla="*/ 0 w 20492"/>
                <a:gd name="T5" fmla="*/ 0 h 19320"/>
                <a:gd name="T6" fmla="*/ 0 60000 65536"/>
                <a:gd name="T7" fmla="*/ 0 60000 65536"/>
                <a:gd name="T8" fmla="*/ 0 60000 65536"/>
                <a:gd name="T9" fmla="*/ 0 w 20492"/>
                <a:gd name="T10" fmla="*/ 0 h 19320"/>
                <a:gd name="T11" fmla="*/ 20492 w 20492"/>
                <a:gd name="T12" fmla="*/ 19320 h 193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2" h="19320" fill="none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</a:path>
                <a:path w="20492" h="19320" stroke="0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  <a:lnTo>
                    <a:pt x="20492" y="1932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9106" name="Group 241"/>
            <p:cNvGrpSpPr>
              <a:grpSpLocks/>
            </p:cNvGrpSpPr>
            <p:nvPr/>
          </p:nvGrpSpPr>
          <p:grpSpPr bwMode="auto">
            <a:xfrm>
              <a:off x="4876" y="1546"/>
              <a:ext cx="4" cy="7"/>
              <a:chOff x="4876" y="1546"/>
              <a:chExt cx="4" cy="7"/>
            </a:xfrm>
          </p:grpSpPr>
          <p:sp>
            <p:nvSpPr>
              <p:cNvPr id="119114" name="Arc 242"/>
              <p:cNvSpPr>
                <a:spLocks/>
              </p:cNvSpPr>
              <p:nvPr/>
            </p:nvSpPr>
            <p:spPr bwMode="auto">
              <a:xfrm rot="1440000">
                <a:off x="4878" y="1546"/>
                <a:ext cx="2" cy="2"/>
              </a:xfrm>
              <a:custGeom>
                <a:avLst/>
                <a:gdLst>
                  <a:gd name="T0" fmla="*/ 0 w 19320"/>
                  <a:gd name="T1" fmla="*/ 0 h 19320"/>
                  <a:gd name="T2" fmla="*/ 0 w 19320"/>
                  <a:gd name="T3" fmla="*/ 0 h 19320"/>
                  <a:gd name="T4" fmla="*/ 0 w 19320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19320"/>
                  <a:gd name="T10" fmla="*/ 0 h 19320"/>
                  <a:gd name="T11" fmla="*/ 19320 w 19320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20" h="19320" fill="none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</a:path>
                  <a:path w="19320" h="19320" stroke="0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  <a:lnTo>
                      <a:pt x="19320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115" name="Arc 243"/>
              <p:cNvSpPr>
                <a:spLocks/>
              </p:cNvSpPr>
              <p:nvPr/>
            </p:nvSpPr>
            <p:spPr bwMode="auto">
              <a:xfrm rot="1440000">
                <a:off x="4876" y="1550"/>
                <a:ext cx="2" cy="3"/>
              </a:xfrm>
              <a:custGeom>
                <a:avLst/>
                <a:gdLst>
                  <a:gd name="T0" fmla="*/ 0 w 39572"/>
                  <a:gd name="T1" fmla="*/ 0 h 21600"/>
                  <a:gd name="T2" fmla="*/ 0 w 39572"/>
                  <a:gd name="T3" fmla="*/ 0 h 21600"/>
                  <a:gd name="T4" fmla="*/ 0 w 3957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9572"/>
                  <a:gd name="T10" fmla="*/ 0 h 21600"/>
                  <a:gd name="T11" fmla="*/ 39572 w 3957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572" h="21600" fill="none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</a:path>
                  <a:path w="39572" h="21600" stroke="0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  <a:lnTo>
                      <a:pt x="17972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9107" name="Arc 244"/>
            <p:cNvSpPr>
              <a:spLocks/>
            </p:cNvSpPr>
            <p:nvPr/>
          </p:nvSpPr>
          <p:spPr bwMode="auto">
            <a:xfrm rot="1440000">
              <a:off x="4873" y="1851"/>
              <a:ext cx="2" cy="3"/>
            </a:xfrm>
            <a:custGeom>
              <a:avLst/>
              <a:gdLst>
                <a:gd name="T0" fmla="*/ 0 w 20492"/>
                <a:gd name="T1" fmla="*/ 0 h 19320"/>
                <a:gd name="T2" fmla="*/ 0 w 20492"/>
                <a:gd name="T3" fmla="*/ 0 h 19320"/>
                <a:gd name="T4" fmla="*/ 0 w 20492"/>
                <a:gd name="T5" fmla="*/ 0 h 19320"/>
                <a:gd name="T6" fmla="*/ 0 60000 65536"/>
                <a:gd name="T7" fmla="*/ 0 60000 65536"/>
                <a:gd name="T8" fmla="*/ 0 60000 65536"/>
                <a:gd name="T9" fmla="*/ 0 w 20492"/>
                <a:gd name="T10" fmla="*/ 0 h 19320"/>
                <a:gd name="T11" fmla="*/ 20492 w 20492"/>
                <a:gd name="T12" fmla="*/ 19320 h 193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2" h="19320" fill="none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</a:path>
                <a:path w="20492" h="19320" stroke="0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  <a:lnTo>
                    <a:pt x="20492" y="1932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9108" name="Group 245"/>
            <p:cNvGrpSpPr>
              <a:grpSpLocks/>
            </p:cNvGrpSpPr>
            <p:nvPr/>
          </p:nvGrpSpPr>
          <p:grpSpPr bwMode="auto">
            <a:xfrm>
              <a:off x="4849" y="1843"/>
              <a:ext cx="4" cy="7"/>
              <a:chOff x="4849" y="1843"/>
              <a:chExt cx="4" cy="7"/>
            </a:xfrm>
          </p:grpSpPr>
          <p:sp>
            <p:nvSpPr>
              <p:cNvPr id="119112" name="Arc 246"/>
              <p:cNvSpPr>
                <a:spLocks/>
              </p:cNvSpPr>
              <p:nvPr/>
            </p:nvSpPr>
            <p:spPr bwMode="auto">
              <a:xfrm rot="1440000">
                <a:off x="4851" y="1843"/>
                <a:ext cx="2" cy="2"/>
              </a:xfrm>
              <a:custGeom>
                <a:avLst/>
                <a:gdLst>
                  <a:gd name="T0" fmla="*/ 0 w 19320"/>
                  <a:gd name="T1" fmla="*/ 0 h 19320"/>
                  <a:gd name="T2" fmla="*/ 0 w 19320"/>
                  <a:gd name="T3" fmla="*/ 0 h 19320"/>
                  <a:gd name="T4" fmla="*/ 0 w 19320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19320"/>
                  <a:gd name="T10" fmla="*/ 0 h 19320"/>
                  <a:gd name="T11" fmla="*/ 19320 w 19320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20" h="19320" fill="none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</a:path>
                  <a:path w="19320" h="19320" stroke="0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  <a:lnTo>
                      <a:pt x="19320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113" name="Arc 247"/>
              <p:cNvSpPr>
                <a:spLocks/>
              </p:cNvSpPr>
              <p:nvPr/>
            </p:nvSpPr>
            <p:spPr bwMode="auto">
              <a:xfrm rot="1440000">
                <a:off x="4849" y="1847"/>
                <a:ext cx="2" cy="3"/>
              </a:xfrm>
              <a:custGeom>
                <a:avLst/>
                <a:gdLst>
                  <a:gd name="T0" fmla="*/ 0 w 39572"/>
                  <a:gd name="T1" fmla="*/ 0 h 21600"/>
                  <a:gd name="T2" fmla="*/ 0 w 39572"/>
                  <a:gd name="T3" fmla="*/ 0 h 21600"/>
                  <a:gd name="T4" fmla="*/ 0 w 3957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9572"/>
                  <a:gd name="T10" fmla="*/ 0 h 21600"/>
                  <a:gd name="T11" fmla="*/ 39572 w 3957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572" h="21600" fill="none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</a:path>
                  <a:path w="39572" h="21600" stroke="0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  <a:lnTo>
                      <a:pt x="17972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9109" name="Arc 248"/>
            <p:cNvSpPr>
              <a:spLocks/>
            </p:cNvSpPr>
            <p:nvPr/>
          </p:nvSpPr>
          <p:spPr bwMode="auto">
            <a:xfrm rot="1440000">
              <a:off x="5064" y="1307"/>
              <a:ext cx="2" cy="2"/>
            </a:xfrm>
            <a:custGeom>
              <a:avLst/>
              <a:gdLst>
                <a:gd name="T0" fmla="*/ 0 w 40920"/>
                <a:gd name="T1" fmla="*/ 0 h 21600"/>
                <a:gd name="T2" fmla="*/ 0 w 40920"/>
                <a:gd name="T3" fmla="*/ 0 h 21600"/>
                <a:gd name="T4" fmla="*/ 0 w 40920"/>
                <a:gd name="T5" fmla="*/ 0 h 21600"/>
                <a:gd name="T6" fmla="*/ 0 60000 65536"/>
                <a:gd name="T7" fmla="*/ 0 60000 65536"/>
                <a:gd name="T8" fmla="*/ 0 60000 65536"/>
                <a:gd name="T9" fmla="*/ 0 w 40920"/>
                <a:gd name="T10" fmla="*/ 0 h 21600"/>
                <a:gd name="T11" fmla="*/ 40920 w 4092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920" h="21600" fill="none" extrusionOk="0">
                  <a:moveTo>
                    <a:pt x="0" y="11940"/>
                  </a:moveTo>
                  <a:cubicBezTo>
                    <a:pt x="3659" y="4622"/>
                    <a:pt x="11138" y="-1"/>
                    <a:pt x="19320" y="0"/>
                  </a:cubicBezTo>
                  <a:cubicBezTo>
                    <a:pt x="31249" y="0"/>
                    <a:pt x="40920" y="9670"/>
                    <a:pt x="40920" y="21600"/>
                  </a:cubicBezTo>
                </a:path>
                <a:path w="40920" h="21600" stroke="0" extrusionOk="0">
                  <a:moveTo>
                    <a:pt x="0" y="11940"/>
                  </a:moveTo>
                  <a:cubicBezTo>
                    <a:pt x="3659" y="4622"/>
                    <a:pt x="11138" y="-1"/>
                    <a:pt x="19320" y="0"/>
                  </a:cubicBezTo>
                  <a:cubicBezTo>
                    <a:pt x="31249" y="0"/>
                    <a:pt x="40920" y="9670"/>
                    <a:pt x="40920" y="21600"/>
                  </a:cubicBezTo>
                  <a:lnTo>
                    <a:pt x="19320" y="2160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110" name="Arc 249"/>
            <p:cNvSpPr>
              <a:spLocks/>
            </p:cNvSpPr>
            <p:nvPr/>
          </p:nvSpPr>
          <p:spPr bwMode="auto">
            <a:xfrm rot="1440000">
              <a:off x="4922" y="1569"/>
              <a:ext cx="1" cy="3"/>
            </a:xfrm>
            <a:custGeom>
              <a:avLst/>
              <a:gdLst>
                <a:gd name="T0" fmla="*/ 0 w 17972"/>
                <a:gd name="T1" fmla="*/ 0 h 21600"/>
                <a:gd name="T2" fmla="*/ 0 w 17972"/>
                <a:gd name="T3" fmla="*/ 0 h 21600"/>
                <a:gd name="T4" fmla="*/ 0 w 1797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972"/>
                <a:gd name="T10" fmla="*/ 0 h 21600"/>
                <a:gd name="T11" fmla="*/ 17972 w 1797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972" h="21600" fill="none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</a:path>
                <a:path w="17972" h="21600" stroke="0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  <a:lnTo>
                    <a:pt x="17972" y="2160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111" name="Arc 250"/>
            <p:cNvSpPr>
              <a:spLocks/>
            </p:cNvSpPr>
            <p:nvPr/>
          </p:nvSpPr>
          <p:spPr bwMode="auto">
            <a:xfrm rot="1440000">
              <a:off x="4895" y="1866"/>
              <a:ext cx="1" cy="3"/>
            </a:xfrm>
            <a:custGeom>
              <a:avLst/>
              <a:gdLst>
                <a:gd name="T0" fmla="*/ 0 w 17972"/>
                <a:gd name="T1" fmla="*/ 0 h 21600"/>
                <a:gd name="T2" fmla="*/ 0 w 17972"/>
                <a:gd name="T3" fmla="*/ 0 h 21600"/>
                <a:gd name="T4" fmla="*/ 0 w 1797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972"/>
                <a:gd name="T10" fmla="*/ 0 h 21600"/>
                <a:gd name="T11" fmla="*/ 17972 w 1797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972" h="21600" fill="none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</a:path>
                <a:path w="17972" h="21600" stroke="0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  <a:lnTo>
                    <a:pt x="17972" y="2160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8818" name="Group 251"/>
          <p:cNvGrpSpPr>
            <a:grpSpLocks/>
          </p:cNvGrpSpPr>
          <p:nvPr/>
        </p:nvGrpSpPr>
        <p:grpSpPr bwMode="auto">
          <a:xfrm>
            <a:off x="5176838" y="5281613"/>
            <a:ext cx="668337" cy="1331912"/>
            <a:chOff x="4661" y="1023"/>
            <a:chExt cx="1249" cy="2175"/>
          </a:xfrm>
        </p:grpSpPr>
        <p:sp>
          <p:nvSpPr>
            <p:cNvPr id="118828" name="Freeform 252"/>
            <p:cNvSpPr>
              <a:spLocks/>
            </p:cNvSpPr>
            <p:nvPr/>
          </p:nvSpPr>
          <p:spPr bwMode="auto">
            <a:xfrm>
              <a:off x="4661" y="1023"/>
              <a:ext cx="615" cy="1919"/>
            </a:xfrm>
            <a:custGeom>
              <a:avLst/>
              <a:gdLst>
                <a:gd name="T0" fmla="*/ 614 w 615"/>
                <a:gd name="T1" fmla="*/ 0 h 1919"/>
                <a:gd name="T2" fmla="*/ 565 w 615"/>
                <a:gd name="T3" fmla="*/ 75 h 1919"/>
                <a:gd name="T4" fmla="*/ 375 w 615"/>
                <a:gd name="T5" fmla="*/ 1016 h 1919"/>
                <a:gd name="T6" fmla="*/ 0 w 615"/>
                <a:gd name="T7" fmla="*/ 1918 h 19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5"/>
                <a:gd name="T13" fmla="*/ 0 h 1919"/>
                <a:gd name="T14" fmla="*/ 615 w 615"/>
                <a:gd name="T15" fmla="*/ 1919 h 19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5" h="1919">
                  <a:moveTo>
                    <a:pt x="614" y="0"/>
                  </a:moveTo>
                  <a:lnTo>
                    <a:pt x="565" y="75"/>
                  </a:lnTo>
                  <a:lnTo>
                    <a:pt x="375" y="1016"/>
                  </a:lnTo>
                  <a:lnTo>
                    <a:pt x="0" y="1918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29" name="Freeform 253"/>
            <p:cNvSpPr>
              <a:spLocks/>
            </p:cNvSpPr>
            <p:nvPr/>
          </p:nvSpPr>
          <p:spPr bwMode="auto">
            <a:xfrm>
              <a:off x="5289" y="1023"/>
              <a:ext cx="616" cy="1919"/>
            </a:xfrm>
            <a:custGeom>
              <a:avLst/>
              <a:gdLst>
                <a:gd name="T0" fmla="*/ 0 w 616"/>
                <a:gd name="T1" fmla="*/ 0 h 1919"/>
                <a:gd name="T2" fmla="*/ 49 w 616"/>
                <a:gd name="T3" fmla="*/ 75 h 1919"/>
                <a:gd name="T4" fmla="*/ 239 w 616"/>
                <a:gd name="T5" fmla="*/ 1016 h 1919"/>
                <a:gd name="T6" fmla="*/ 615 w 616"/>
                <a:gd name="T7" fmla="*/ 1918 h 19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6"/>
                <a:gd name="T13" fmla="*/ 0 h 1919"/>
                <a:gd name="T14" fmla="*/ 616 w 616"/>
                <a:gd name="T15" fmla="*/ 1919 h 19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6" h="1919">
                  <a:moveTo>
                    <a:pt x="0" y="0"/>
                  </a:moveTo>
                  <a:lnTo>
                    <a:pt x="49" y="75"/>
                  </a:lnTo>
                  <a:lnTo>
                    <a:pt x="239" y="1016"/>
                  </a:lnTo>
                  <a:lnTo>
                    <a:pt x="615" y="1918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30" name="Line 254"/>
            <p:cNvSpPr>
              <a:spLocks noChangeShapeType="1"/>
            </p:cNvSpPr>
            <p:nvPr/>
          </p:nvSpPr>
          <p:spPr bwMode="auto">
            <a:xfrm flipH="1">
              <a:off x="5255" y="1047"/>
              <a:ext cx="41" cy="2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31" name="Freeform 255"/>
            <p:cNvSpPr>
              <a:spLocks/>
            </p:cNvSpPr>
            <p:nvPr/>
          </p:nvSpPr>
          <p:spPr bwMode="auto">
            <a:xfrm>
              <a:off x="5041" y="1960"/>
              <a:ext cx="484" cy="169"/>
            </a:xfrm>
            <a:custGeom>
              <a:avLst/>
              <a:gdLst>
                <a:gd name="T0" fmla="*/ 0 w 484"/>
                <a:gd name="T1" fmla="*/ 74 h 169"/>
                <a:gd name="T2" fmla="*/ 226 w 484"/>
                <a:gd name="T3" fmla="*/ 168 h 169"/>
                <a:gd name="T4" fmla="*/ 483 w 484"/>
                <a:gd name="T5" fmla="*/ 79 h 169"/>
                <a:gd name="T6" fmla="*/ 230 w 484"/>
                <a:gd name="T7" fmla="*/ 0 h 169"/>
                <a:gd name="T8" fmla="*/ 0 w 484"/>
                <a:gd name="T9" fmla="*/ 74 h 1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4"/>
                <a:gd name="T16" fmla="*/ 0 h 169"/>
                <a:gd name="T17" fmla="*/ 484 w 484"/>
                <a:gd name="T18" fmla="*/ 169 h 1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4" h="169">
                  <a:moveTo>
                    <a:pt x="0" y="74"/>
                  </a:moveTo>
                  <a:lnTo>
                    <a:pt x="226" y="168"/>
                  </a:lnTo>
                  <a:lnTo>
                    <a:pt x="483" y="79"/>
                  </a:lnTo>
                  <a:lnTo>
                    <a:pt x="230" y="0"/>
                  </a:lnTo>
                  <a:lnTo>
                    <a:pt x="0" y="74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32" name="Freeform 256"/>
            <p:cNvSpPr>
              <a:spLocks/>
            </p:cNvSpPr>
            <p:nvPr/>
          </p:nvSpPr>
          <p:spPr bwMode="auto">
            <a:xfrm>
              <a:off x="4661" y="2433"/>
              <a:ext cx="1249" cy="765"/>
            </a:xfrm>
            <a:custGeom>
              <a:avLst/>
              <a:gdLst>
                <a:gd name="T0" fmla="*/ 0 w 1249"/>
                <a:gd name="T1" fmla="*/ 499 h 765"/>
                <a:gd name="T2" fmla="*/ 381 w 1249"/>
                <a:gd name="T3" fmla="*/ 137 h 765"/>
                <a:gd name="T4" fmla="*/ 607 w 1249"/>
                <a:gd name="T5" fmla="*/ 764 h 765"/>
                <a:gd name="T6" fmla="*/ 832 w 1249"/>
                <a:gd name="T7" fmla="*/ 141 h 765"/>
                <a:gd name="T8" fmla="*/ 1248 w 1249"/>
                <a:gd name="T9" fmla="*/ 517 h 765"/>
                <a:gd name="T10" fmla="*/ 801 w 1249"/>
                <a:gd name="T11" fmla="*/ 26 h 765"/>
                <a:gd name="T12" fmla="*/ 611 w 1249"/>
                <a:gd name="T13" fmla="*/ 397 h 765"/>
                <a:gd name="T14" fmla="*/ 416 w 1249"/>
                <a:gd name="T15" fmla="*/ 0 h 765"/>
                <a:gd name="T16" fmla="*/ 0 w 1249"/>
                <a:gd name="T17" fmla="*/ 499 h 7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49"/>
                <a:gd name="T28" fmla="*/ 0 h 765"/>
                <a:gd name="T29" fmla="*/ 1249 w 1249"/>
                <a:gd name="T30" fmla="*/ 765 h 76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49" h="765">
                  <a:moveTo>
                    <a:pt x="0" y="499"/>
                  </a:moveTo>
                  <a:lnTo>
                    <a:pt x="381" y="137"/>
                  </a:lnTo>
                  <a:lnTo>
                    <a:pt x="607" y="764"/>
                  </a:lnTo>
                  <a:lnTo>
                    <a:pt x="832" y="141"/>
                  </a:lnTo>
                  <a:lnTo>
                    <a:pt x="1248" y="517"/>
                  </a:lnTo>
                  <a:lnTo>
                    <a:pt x="801" y="26"/>
                  </a:lnTo>
                  <a:lnTo>
                    <a:pt x="611" y="397"/>
                  </a:lnTo>
                  <a:lnTo>
                    <a:pt x="416" y="0"/>
                  </a:lnTo>
                  <a:lnTo>
                    <a:pt x="0" y="499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33" name="Freeform 257"/>
            <p:cNvSpPr>
              <a:spLocks/>
            </p:cNvSpPr>
            <p:nvPr/>
          </p:nvSpPr>
          <p:spPr bwMode="auto">
            <a:xfrm>
              <a:off x="4843" y="2398"/>
              <a:ext cx="877" cy="287"/>
            </a:xfrm>
            <a:custGeom>
              <a:avLst/>
              <a:gdLst>
                <a:gd name="T0" fmla="*/ 0 w 877"/>
                <a:gd name="T1" fmla="*/ 92 h 287"/>
                <a:gd name="T2" fmla="*/ 429 w 877"/>
                <a:gd name="T3" fmla="*/ 286 h 287"/>
                <a:gd name="T4" fmla="*/ 876 w 877"/>
                <a:gd name="T5" fmla="*/ 88 h 287"/>
                <a:gd name="T6" fmla="*/ 425 w 877"/>
                <a:gd name="T7" fmla="*/ 0 h 287"/>
                <a:gd name="T8" fmla="*/ 0 w 877"/>
                <a:gd name="T9" fmla="*/ 92 h 2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7"/>
                <a:gd name="T16" fmla="*/ 0 h 287"/>
                <a:gd name="T17" fmla="*/ 877 w 877"/>
                <a:gd name="T18" fmla="*/ 287 h 2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7" h="287">
                  <a:moveTo>
                    <a:pt x="0" y="92"/>
                  </a:moveTo>
                  <a:lnTo>
                    <a:pt x="429" y="286"/>
                  </a:lnTo>
                  <a:lnTo>
                    <a:pt x="876" y="88"/>
                  </a:lnTo>
                  <a:lnTo>
                    <a:pt x="425" y="0"/>
                  </a:lnTo>
                  <a:lnTo>
                    <a:pt x="0" y="92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34" name="Freeform 258"/>
            <p:cNvSpPr>
              <a:spLocks/>
            </p:cNvSpPr>
            <p:nvPr/>
          </p:nvSpPr>
          <p:spPr bwMode="auto">
            <a:xfrm>
              <a:off x="5272" y="2036"/>
              <a:ext cx="253" cy="636"/>
            </a:xfrm>
            <a:custGeom>
              <a:avLst/>
              <a:gdLst>
                <a:gd name="T0" fmla="*/ 0 w 253"/>
                <a:gd name="T1" fmla="*/ 635 h 636"/>
                <a:gd name="T2" fmla="*/ 252 w 253"/>
                <a:gd name="T3" fmla="*/ 0 h 636"/>
                <a:gd name="T4" fmla="*/ 0 60000 65536"/>
                <a:gd name="T5" fmla="*/ 0 60000 65536"/>
                <a:gd name="T6" fmla="*/ 0 w 253"/>
                <a:gd name="T7" fmla="*/ 0 h 636"/>
                <a:gd name="T8" fmla="*/ 253 w 253"/>
                <a:gd name="T9" fmla="*/ 636 h 6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3" h="636">
                  <a:moveTo>
                    <a:pt x="0" y="635"/>
                  </a:moveTo>
                  <a:lnTo>
                    <a:pt x="252" y="0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35" name="Line 259"/>
            <p:cNvSpPr>
              <a:spLocks noChangeShapeType="1"/>
            </p:cNvSpPr>
            <p:nvPr/>
          </p:nvSpPr>
          <p:spPr bwMode="auto">
            <a:xfrm>
              <a:off x="5291" y="2139"/>
              <a:ext cx="403" cy="3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36" name="Line 260"/>
            <p:cNvSpPr>
              <a:spLocks noChangeShapeType="1"/>
            </p:cNvSpPr>
            <p:nvPr/>
          </p:nvSpPr>
          <p:spPr bwMode="auto">
            <a:xfrm>
              <a:off x="5060" y="2063"/>
              <a:ext cx="187" cy="5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37" name="Line 261"/>
            <p:cNvSpPr>
              <a:spLocks noChangeShapeType="1"/>
            </p:cNvSpPr>
            <p:nvPr/>
          </p:nvSpPr>
          <p:spPr bwMode="auto">
            <a:xfrm flipH="1">
              <a:off x="4825" y="2151"/>
              <a:ext cx="459" cy="3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38" name="Line 262"/>
            <p:cNvSpPr>
              <a:spLocks noChangeShapeType="1"/>
            </p:cNvSpPr>
            <p:nvPr/>
          </p:nvSpPr>
          <p:spPr bwMode="auto">
            <a:xfrm flipH="1">
              <a:off x="4852" y="1979"/>
              <a:ext cx="427" cy="4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39" name="Line 263"/>
            <p:cNvSpPr>
              <a:spLocks noChangeShapeType="1"/>
            </p:cNvSpPr>
            <p:nvPr/>
          </p:nvSpPr>
          <p:spPr bwMode="auto">
            <a:xfrm>
              <a:off x="5057" y="2055"/>
              <a:ext cx="190" cy="3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40" name="Line 264"/>
            <p:cNvSpPr>
              <a:spLocks noChangeShapeType="1"/>
            </p:cNvSpPr>
            <p:nvPr/>
          </p:nvSpPr>
          <p:spPr bwMode="auto">
            <a:xfrm>
              <a:off x="5299" y="1984"/>
              <a:ext cx="390" cy="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41" name="Line 265"/>
            <p:cNvSpPr>
              <a:spLocks noChangeShapeType="1"/>
            </p:cNvSpPr>
            <p:nvPr/>
          </p:nvSpPr>
          <p:spPr bwMode="auto">
            <a:xfrm flipH="1">
              <a:off x="5259" y="2072"/>
              <a:ext cx="277" cy="3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42" name="Freeform 266"/>
            <p:cNvSpPr>
              <a:spLocks/>
            </p:cNvSpPr>
            <p:nvPr/>
          </p:nvSpPr>
          <p:spPr bwMode="auto">
            <a:xfrm>
              <a:off x="5086" y="1730"/>
              <a:ext cx="390" cy="112"/>
            </a:xfrm>
            <a:custGeom>
              <a:avLst/>
              <a:gdLst>
                <a:gd name="T0" fmla="*/ 0 w 390"/>
                <a:gd name="T1" fmla="*/ 58 h 112"/>
                <a:gd name="T2" fmla="*/ 190 w 390"/>
                <a:gd name="T3" fmla="*/ 111 h 112"/>
                <a:gd name="T4" fmla="*/ 389 w 390"/>
                <a:gd name="T5" fmla="*/ 49 h 112"/>
                <a:gd name="T6" fmla="*/ 190 w 390"/>
                <a:gd name="T7" fmla="*/ 0 h 112"/>
                <a:gd name="T8" fmla="*/ 0 w 390"/>
                <a:gd name="T9" fmla="*/ 58 h 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0"/>
                <a:gd name="T16" fmla="*/ 0 h 112"/>
                <a:gd name="T17" fmla="*/ 390 w 390"/>
                <a:gd name="T18" fmla="*/ 112 h 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0" h="112">
                  <a:moveTo>
                    <a:pt x="0" y="58"/>
                  </a:moveTo>
                  <a:lnTo>
                    <a:pt x="190" y="111"/>
                  </a:lnTo>
                  <a:lnTo>
                    <a:pt x="389" y="49"/>
                  </a:lnTo>
                  <a:lnTo>
                    <a:pt x="190" y="0"/>
                  </a:lnTo>
                  <a:lnTo>
                    <a:pt x="0" y="58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43" name="Freeform 267"/>
            <p:cNvSpPr>
              <a:spLocks/>
            </p:cNvSpPr>
            <p:nvPr/>
          </p:nvSpPr>
          <p:spPr bwMode="auto">
            <a:xfrm>
              <a:off x="5125" y="1562"/>
              <a:ext cx="311" cy="68"/>
            </a:xfrm>
            <a:custGeom>
              <a:avLst/>
              <a:gdLst>
                <a:gd name="T0" fmla="*/ 0 w 311"/>
                <a:gd name="T1" fmla="*/ 40 h 68"/>
                <a:gd name="T2" fmla="*/ 151 w 311"/>
                <a:gd name="T3" fmla="*/ 67 h 68"/>
                <a:gd name="T4" fmla="*/ 310 w 311"/>
                <a:gd name="T5" fmla="*/ 27 h 68"/>
                <a:gd name="T6" fmla="*/ 151 w 311"/>
                <a:gd name="T7" fmla="*/ 0 h 68"/>
                <a:gd name="T8" fmla="*/ 0 w 311"/>
                <a:gd name="T9" fmla="*/ 4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1"/>
                <a:gd name="T16" fmla="*/ 0 h 68"/>
                <a:gd name="T17" fmla="*/ 311 w 311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1" h="68">
                  <a:moveTo>
                    <a:pt x="0" y="40"/>
                  </a:moveTo>
                  <a:lnTo>
                    <a:pt x="151" y="67"/>
                  </a:lnTo>
                  <a:lnTo>
                    <a:pt x="310" y="27"/>
                  </a:lnTo>
                  <a:lnTo>
                    <a:pt x="151" y="0"/>
                  </a:lnTo>
                  <a:lnTo>
                    <a:pt x="0" y="40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44" name="Freeform 268"/>
            <p:cNvSpPr>
              <a:spLocks/>
            </p:cNvSpPr>
            <p:nvPr/>
          </p:nvSpPr>
          <p:spPr bwMode="auto">
            <a:xfrm>
              <a:off x="5157" y="1425"/>
              <a:ext cx="252" cy="46"/>
            </a:xfrm>
            <a:custGeom>
              <a:avLst/>
              <a:gdLst>
                <a:gd name="T0" fmla="*/ 0 w 252"/>
                <a:gd name="T1" fmla="*/ 23 h 46"/>
                <a:gd name="T2" fmla="*/ 119 w 252"/>
                <a:gd name="T3" fmla="*/ 45 h 46"/>
                <a:gd name="T4" fmla="*/ 251 w 252"/>
                <a:gd name="T5" fmla="*/ 18 h 46"/>
                <a:gd name="T6" fmla="*/ 119 w 252"/>
                <a:gd name="T7" fmla="*/ 0 h 46"/>
                <a:gd name="T8" fmla="*/ 0 w 252"/>
                <a:gd name="T9" fmla="*/ 23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"/>
                <a:gd name="T16" fmla="*/ 0 h 46"/>
                <a:gd name="T17" fmla="*/ 252 w 252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" h="46">
                  <a:moveTo>
                    <a:pt x="0" y="23"/>
                  </a:moveTo>
                  <a:lnTo>
                    <a:pt x="119" y="45"/>
                  </a:lnTo>
                  <a:lnTo>
                    <a:pt x="251" y="18"/>
                  </a:lnTo>
                  <a:lnTo>
                    <a:pt x="119" y="0"/>
                  </a:lnTo>
                  <a:lnTo>
                    <a:pt x="0" y="23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45" name="Freeform 269"/>
            <p:cNvSpPr>
              <a:spLocks/>
            </p:cNvSpPr>
            <p:nvPr/>
          </p:nvSpPr>
          <p:spPr bwMode="auto">
            <a:xfrm>
              <a:off x="5188" y="1297"/>
              <a:ext cx="191" cy="28"/>
            </a:xfrm>
            <a:custGeom>
              <a:avLst/>
              <a:gdLst>
                <a:gd name="T0" fmla="*/ 0 w 191"/>
                <a:gd name="T1" fmla="*/ 14 h 28"/>
                <a:gd name="T2" fmla="*/ 93 w 191"/>
                <a:gd name="T3" fmla="*/ 27 h 28"/>
                <a:gd name="T4" fmla="*/ 190 w 191"/>
                <a:gd name="T5" fmla="*/ 9 h 28"/>
                <a:gd name="T6" fmla="*/ 89 w 191"/>
                <a:gd name="T7" fmla="*/ 0 h 28"/>
                <a:gd name="T8" fmla="*/ 0 w 191"/>
                <a:gd name="T9" fmla="*/ 14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"/>
                <a:gd name="T16" fmla="*/ 0 h 28"/>
                <a:gd name="T17" fmla="*/ 191 w 191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" h="28">
                  <a:moveTo>
                    <a:pt x="0" y="14"/>
                  </a:moveTo>
                  <a:lnTo>
                    <a:pt x="93" y="27"/>
                  </a:lnTo>
                  <a:lnTo>
                    <a:pt x="190" y="9"/>
                  </a:lnTo>
                  <a:lnTo>
                    <a:pt x="89" y="0"/>
                  </a:lnTo>
                  <a:lnTo>
                    <a:pt x="0" y="14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46" name="Freeform 270"/>
            <p:cNvSpPr>
              <a:spLocks/>
            </p:cNvSpPr>
            <p:nvPr/>
          </p:nvSpPr>
          <p:spPr bwMode="auto">
            <a:xfrm>
              <a:off x="5205" y="1200"/>
              <a:ext cx="157" cy="10"/>
            </a:xfrm>
            <a:custGeom>
              <a:avLst/>
              <a:gdLst>
                <a:gd name="T0" fmla="*/ 0 w 157"/>
                <a:gd name="T1" fmla="*/ 9 h 10"/>
                <a:gd name="T2" fmla="*/ 151 w 157"/>
                <a:gd name="T3" fmla="*/ 9 h 10"/>
                <a:gd name="T4" fmla="*/ 156 w 157"/>
                <a:gd name="T5" fmla="*/ 9 h 10"/>
                <a:gd name="T6" fmla="*/ 156 w 157"/>
                <a:gd name="T7" fmla="*/ 4 h 10"/>
                <a:gd name="T8" fmla="*/ 76 w 157"/>
                <a:gd name="T9" fmla="*/ 0 h 10"/>
                <a:gd name="T10" fmla="*/ 0 w 157"/>
                <a:gd name="T11" fmla="*/ 9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7"/>
                <a:gd name="T19" fmla="*/ 0 h 10"/>
                <a:gd name="T20" fmla="*/ 157 w 157"/>
                <a:gd name="T21" fmla="*/ 10 h 1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7" h="10">
                  <a:moveTo>
                    <a:pt x="0" y="9"/>
                  </a:moveTo>
                  <a:lnTo>
                    <a:pt x="151" y="9"/>
                  </a:lnTo>
                  <a:lnTo>
                    <a:pt x="156" y="9"/>
                  </a:lnTo>
                  <a:lnTo>
                    <a:pt x="156" y="4"/>
                  </a:lnTo>
                  <a:lnTo>
                    <a:pt x="76" y="0"/>
                  </a:lnTo>
                  <a:lnTo>
                    <a:pt x="0" y="9"/>
                  </a:lnTo>
                </a:path>
              </a:pathLst>
            </a:custGeom>
            <a:noFill/>
            <a:ln w="190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47" name="Line 271"/>
            <p:cNvSpPr>
              <a:spLocks noChangeShapeType="1"/>
            </p:cNvSpPr>
            <p:nvPr/>
          </p:nvSpPr>
          <p:spPr bwMode="auto">
            <a:xfrm>
              <a:off x="5242" y="1110"/>
              <a:ext cx="75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48" name="Line 272"/>
            <p:cNvSpPr>
              <a:spLocks noChangeShapeType="1"/>
            </p:cNvSpPr>
            <p:nvPr/>
          </p:nvSpPr>
          <p:spPr bwMode="auto">
            <a:xfrm>
              <a:off x="5294" y="1855"/>
              <a:ext cx="214" cy="1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49" name="Line 273"/>
            <p:cNvSpPr>
              <a:spLocks noChangeShapeType="1"/>
            </p:cNvSpPr>
            <p:nvPr/>
          </p:nvSpPr>
          <p:spPr bwMode="auto">
            <a:xfrm flipH="1">
              <a:off x="5262" y="1798"/>
              <a:ext cx="223" cy="3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50" name="Line 274"/>
            <p:cNvSpPr>
              <a:spLocks noChangeShapeType="1"/>
            </p:cNvSpPr>
            <p:nvPr/>
          </p:nvSpPr>
          <p:spPr bwMode="auto">
            <a:xfrm>
              <a:off x="5109" y="1816"/>
              <a:ext cx="143" cy="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51" name="Line 275"/>
            <p:cNvSpPr>
              <a:spLocks noChangeShapeType="1"/>
            </p:cNvSpPr>
            <p:nvPr/>
          </p:nvSpPr>
          <p:spPr bwMode="auto">
            <a:xfrm flipH="1">
              <a:off x="5025" y="1860"/>
              <a:ext cx="263" cy="1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52" name="Line 276"/>
            <p:cNvSpPr>
              <a:spLocks noChangeShapeType="1"/>
            </p:cNvSpPr>
            <p:nvPr/>
          </p:nvSpPr>
          <p:spPr bwMode="auto">
            <a:xfrm flipH="1">
              <a:off x="5028" y="1757"/>
              <a:ext cx="260" cy="2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53" name="Line 277"/>
            <p:cNvSpPr>
              <a:spLocks noChangeShapeType="1"/>
            </p:cNvSpPr>
            <p:nvPr/>
          </p:nvSpPr>
          <p:spPr bwMode="auto">
            <a:xfrm>
              <a:off x="5109" y="1807"/>
              <a:ext cx="138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54" name="Line 278"/>
            <p:cNvSpPr>
              <a:spLocks noChangeShapeType="1"/>
            </p:cNvSpPr>
            <p:nvPr/>
          </p:nvSpPr>
          <p:spPr bwMode="auto">
            <a:xfrm>
              <a:off x="5299" y="1754"/>
              <a:ext cx="205" cy="2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55" name="Line 279"/>
            <p:cNvSpPr>
              <a:spLocks noChangeShapeType="1"/>
            </p:cNvSpPr>
            <p:nvPr/>
          </p:nvSpPr>
          <p:spPr bwMode="auto">
            <a:xfrm flipH="1">
              <a:off x="5255" y="1807"/>
              <a:ext cx="229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56" name="Line 280"/>
            <p:cNvSpPr>
              <a:spLocks noChangeShapeType="1"/>
            </p:cNvSpPr>
            <p:nvPr/>
          </p:nvSpPr>
          <p:spPr bwMode="auto">
            <a:xfrm>
              <a:off x="5149" y="1616"/>
              <a:ext cx="107" cy="2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57" name="Line 281"/>
            <p:cNvSpPr>
              <a:spLocks noChangeShapeType="1"/>
            </p:cNvSpPr>
            <p:nvPr/>
          </p:nvSpPr>
          <p:spPr bwMode="auto">
            <a:xfrm flipH="1">
              <a:off x="5077" y="1648"/>
              <a:ext cx="211" cy="1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58" name="Line 282"/>
            <p:cNvSpPr>
              <a:spLocks noChangeShapeType="1"/>
            </p:cNvSpPr>
            <p:nvPr/>
          </p:nvSpPr>
          <p:spPr bwMode="auto">
            <a:xfrm>
              <a:off x="5299" y="1648"/>
              <a:ext cx="147" cy="1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59" name="Line 283"/>
            <p:cNvSpPr>
              <a:spLocks noChangeShapeType="1"/>
            </p:cNvSpPr>
            <p:nvPr/>
          </p:nvSpPr>
          <p:spPr bwMode="auto">
            <a:xfrm flipH="1">
              <a:off x="5267" y="1612"/>
              <a:ext cx="184" cy="2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60" name="Line 284"/>
            <p:cNvSpPr>
              <a:spLocks noChangeShapeType="1"/>
            </p:cNvSpPr>
            <p:nvPr/>
          </p:nvSpPr>
          <p:spPr bwMode="auto">
            <a:xfrm flipH="1">
              <a:off x="5073" y="1586"/>
              <a:ext cx="215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61" name="Line 285"/>
            <p:cNvSpPr>
              <a:spLocks noChangeShapeType="1"/>
            </p:cNvSpPr>
            <p:nvPr/>
          </p:nvSpPr>
          <p:spPr bwMode="auto">
            <a:xfrm>
              <a:off x="5144" y="1621"/>
              <a:ext cx="112" cy="1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62" name="Line 286"/>
            <p:cNvSpPr>
              <a:spLocks noChangeShapeType="1"/>
            </p:cNvSpPr>
            <p:nvPr/>
          </p:nvSpPr>
          <p:spPr bwMode="auto">
            <a:xfrm>
              <a:off x="5294" y="1586"/>
              <a:ext cx="158" cy="1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63" name="Line 287"/>
            <p:cNvSpPr>
              <a:spLocks noChangeShapeType="1"/>
            </p:cNvSpPr>
            <p:nvPr/>
          </p:nvSpPr>
          <p:spPr bwMode="auto">
            <a:xfrm flipH="1">
              <a:off x="5259" y="1616"/>
              <a:ext cx="192" cy="1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64" name="Line 288"/>
            <p:cNvSpPr>
              <a:spLocks noChangeShapeType="1"/>
            </p:cNvSpPr>
            <p:nvPr/>
          </p:nvSpPr>
          <p:spPr bwMode="auto">
            <a:xfrm>
              <a:off x="5294" y="1483"/>
              <a:ext cx="125" cy="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65" name="Line 289"/>
            <p:cNvSpPr>
              <a:spLocks noChangeShapeType="1"/>
            </p:cNvSpPr>
            <p:nvPr/>
          </p:nvSpPr>
          <p:spPr bwMode="auto">
            <a:xfrm flipH="1">
              <a:off x="5259" y="1458"/>
              <a:ext cx="161" cy="1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66" name="Line 290"/>
            <p:cNvSpPr>
              <a:spLocks noChangeShapeType="1"/>
            </p:cNvSpPr>
            <p:nvPr/>
          </p:nvSpPr>
          <p:spPr bwMode="auto">
            <a:xfrm>
              <a:off x="5176" y="1466"/>
              <a:ext cx="80" cy="1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67" name="Line 291"/>
            <p:cNvSpPr>
              <a:spLocks noChangeShapeType="1"/>
            </p:cNvSpPr>
            <p:nvPr/>
          </p:nvSpPr>
          <p:spPr bwMode="auto">
            <a:xfrm flipH="1">
              <a:off x="5107" y="1489"/>
              <a:ext cx="181" cy="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68" name="Line 292"/>
            <p:cNvSpPr>
              <a:spLocks noChangeShapeType="1"/>
            </p:cNvSpPr>
            <p:nvPr/>
          </p:nvSpPr>
          <p:spPr bwMode="auto">
            <a:xfrm flipH="1">
              <a:off x="5107" y="1449"/>
              <a:ext cx="181" cy="1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69" name="Line 293"/>
            <p:cNvSpPr>
              <a:spLocks noChangeShapeType="1"/>
            </p:cNvSpPr>
            <p:nvPr/>
          </p:nvSpPr>
          <p:spPr bwMode="auto">
            <a:xfrm>
              <a:off x="5181" y="1466"/>
              <a:ext cx="78" cy="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70" name="Line 294"/>
            <p:cNvSpPr>
              <a:spLocks noChangeShapeType="1"/>
            </p:cNvSpPr>
            <p:nvPr/>
          </p:nvSpPr>
          <p:spPr bwMode="auto">
            <a:xfrm>
              <a:off x="5304" y="1454"/>
              <a:ext cx="106" cy="1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71" name="Line 295"/>
            <p:cNvSpPr>
              <a:spLocks noChangeShapeType="1"/>
            </p:cNvSpPr>
            <p:nvPr/>
          </p:nvSpPr>
          <p:spPr bwMode="auto">
            <a:xfrm flipH="1">
              <a:off x="5267" y="1461"/>
              <a:ext cx="153" cy="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72" name="Line 296"/>
            <p:cNvSpPr>
              <a:spLocks noChangeShapeType="1"/>
            </p:cNvSpPr>
            <p:nvPr/>
          </p:nvSpPr>
          <p:spPr bwMode="auto">
            <a:xfrm flipH="1">
              <a:off x="5267" y="1323"/>
              <a:ext cx="122" cy="1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73" name="Line 297"/>
            <p:cNvSpPr>
              <a:spLocks noChangeShapeType="1"/>
            </p:cNvSpPr>
            <p:nvPr/>
          </p:nvSpPr>
          <p:spPr bwMode="auto">
            <a:xfrm>
              <a:off x="5299" y="1343"/>
              <a:ext cx="89" cy="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74" name="Line 298"/>
            <p:cNvSpPr>
              <a:spLocks noChangeShapeType="1"/>
            </p:cNvSpPr>
            <p:nvPr/>
          </p:nvSpPr>
          <p:spPr bwMode="auto">
            <a:xfrm>
              <a:off x="5207" y="1334"/>
              <a:ext cx="45" cy="1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75" name="Line 299"/>
            <p:cNvSpPr>
              <a:spLocks noChangeShapeType="1"/>
            </p:cNvSpPr>
            <p:nvPr/>
          </p:nvSpPr>
          <p:spPr bwMode="auto">
            <a:xfrm flipH="1">
              <a:off x="5139" y="1347"/>
              <a:ext cx="152" cy="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76" name="Line 300"/>
            <p:cNvSpPr>
              <a:spLocks noChangeShapeType="1"/>
            </p:cNvSpPr>
            <p:nvPr/>
          </p:nvSpPr>
          <p:spPr bwMode="auto">
            <a:xfrm>
              <a:off x="5299" y="1224"/>
              <a:ext cx="58" cy="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77" name="Line 301"/>
            <p:cNvSpPr>
              <a:spLocks noChangeShapeType="1"/>
            </p:cNvSpPr>
            <p:nvPr/>
          </p:nvSpPr>
          <p:spPr bwMode="auto">
            <a:xfrm flipH="1">
              <a:off x="5262" y="1224"/>
              <a:ext cx="110" cy="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78" name="Line 302"/>
            <p:cNvSpPr>
              <a:spLocks noChangeShapeType="1"/>
            </p:cNvSpPr>
            <p:nvPr/>
          </p:nvSpPr>
          <p:spPr bwMode="auto">
            <a:xfrm>
              <a:off x="5228" y="1224"/>
              <a:ext cx="31" cy="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79" name="Line 303"/>
            <p:cNvSpPr>
              <a:spLocks noChangeShapeType="1"/>
            </p:cNvSpPr>
            <p:nvPr/>
          </p:nvSpPr>
          <p:spPr bwMode="auto">
            <a:xfrm flipH="1">
              <a:off x="5170" y="1228"/>
              <a:ext cx="126" cy="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80" name="Line 304"/>
            <p:cNvSpPr>
              <a:spLocks noChangeShapeType="1"/>
            </p:cNvSpPr>
            <p:nvPr/>
          </p:nvSpPr>
          <p:spPr bwMode="auto">
            <a:xfrm>
              <a:off x="5304" y="1126"/>
              <a:ext cx="31" cy="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81" name="Line 305"/>
            <p:cNvSpPr>
              <a:spLocks noChangeShapeType="1"/>
            </p:cNvSpPr>
            <p:nvPr/>
          </p:nvSpPr>
          <p:spPr bwMode="auto">
            <a:xfrm flipH="1">
              <a:off x="5272" y="1131"/>
              <a:ext cx="86" cy="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82" name="Line 306"/>
            <p:cNvSpPr>
              <a:spLocks noChangeShapeType="1"/>
            </p:cNvSpPr>
            <p:nvPr/>
          </p:nvSpPr>
          <p:spPr bwMode="auto">
            <a:xfrm>
              <a:off x="5246" y="1131"/>
              <a:ext cx="2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83" name="Line 307"/>
            <p:cNvSpPr>
              <a:spLocks noChangeShapeType="1"/>
            </p:cNvSpPr>
            <p:nvPr/>
          </p:nvSpPr>
          <p:spPr bwMode="auto">
            <a:xfrm flipH="1">
              <a:off x="5196" y="1131"/>
              <a:ext cx="100" cy="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84" name="Line 308"/>
            <p:cNvSpPr>
              <a:spLocks noChangeShapeType="1"/>
            </p:cNvSpPr>
            <p:nvPr/>
          </p:nvSpPr>
          <p:spPr bwMode="auto">
            <a:xfrm>
              <a:off x="5294" y="1643"/>
              <a:ext cx="434" cy="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85" name="Line 309"/>
            <p:cNvSpPr>
              <a:spLocks noChangeShapeType="1"/>
            </p:cNvSpPr>
            <p:nvPr/>
          </p:nvSpPr>
          <p:spPr bwMode="auto">
            <a:xfrm>
              <a:off x="5459" y="1609"/>
              <a:ext cx="269" cy="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86" name="Line 310"/>
            <p:cNvSpPr>
              <a:spLocks noChangeShapeType="1"/>
            </p:cNvSpPr>
            <p:nvPr/>
          </p:nvSpPr>
          <p:spPr bwMode="auto">
            <a:xfrm>
              <a:off x="5363" y="1475"/>
              <a:ext cx="370" cy="2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87" name="Line 311"/>
            <p:cNvSpPr>
              <a:spLocks noChangeShapeType="1"/>
            </p:cNvSpPr>
            <p:nvPr/>
          </p:nvSpPr>
          <p:spPr bwMode="auto">
            <a:xfrm>
              <a:off x="5299" y="1338"/>
              <a:ext cx="280" cy="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88" name="Line 312"/>
            <p:cNvSpPr>
              <a:spLocks noChangeShapeType="1"/>
            </p:cNvSpPr>
            <p:nvPr/>
          </p:nvSpPr>
          <p:spPr bwMode="auto">
            <a:xfrm>
              <a:off x="5397" y="1321"/>
              <a:ext cx="186" cy="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89" name="Line 313"/>
            <p:cNvSpPr>
              <a:spLocks noChangeShapeType="1"/>
            </p:cNvSpPr>
            <p:nvPr/>
          </p:nvSpPr>
          <p:spPr bwMode="auto">
            <a:xfrm>
              <a:off x="5330" y="1224"/>
              <a:ext cx="258" cy="1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90" name="Line 314"/>
            <p:cNvSpPr>
              <a:spLocks noChangeShapeType="1"/>
            </p:cNvSpPr>
            <p:nvPr/>
          </p:nvSpPr>
          <p:spPr bwMode="auto">
            <a:xfrm flipH="1" flipV="1">
              <a:off x="4837" y="1517"/>
              <a:ext cx="295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91" name="Line 315"/>
            <p:cNvSpPr>
              <a:spLocks noChangeShapeType="1"/>
            </p:cNvSpPr>
            <p:nvPr/>
          </p:nvSpPr>
          <p:spPr bwMode="auto">
            <a:xfrm flipH="1" flipV="1">
              <a:off x="4842" y="1514"/>
              <a:ext cx="445" cy="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92" name="Line 316"/>
            <p:cNvSpPr>
              <a:spLocks noChangeShapeType="1"/>
            </p:cNvSpPr>
            <p:nvPr/>
          </p:nvSpPr>
          <p:spPr bwMode="auto">
            <a:xfrm flipH="1">
              <a:off x="4847" y="1455"/>
              <a:ext cx="385" cy="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93" name="Line 317"/>
            <p:cNvSpPr>
              <a:spLocks noChangeShapeType="1"/>
            </p:cNvSpPr>
            <p:nvPr/>
          </p:nvSpPr>
          <p:spPr bwMode="auto">
            <a:xfrm flipH="1" flipV="1">
              <a:off x="5005" y="1264"/>
              <a:ext cx="189" cy="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94" name="Line 318"/>
            <p:cNvSpPr>
              <a:spLocks noChangeShapeType="1"/>
            </p:cNvSpPr>
            <p:nvPr/>
          </p:nvSpPr>
          <p:spPr bwMode="auto">
            <a:xfrm flipH="1" flipV="1">
              <a:off x="5036" y="1264"/>
              <a:ext cx="247" cy="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95" name="Line 319"/>
            <p:cNvSpPr>
              <a:spLocks noChangeShapeType="1"/>
            </p:cNvSpPr>
            <p:nvPr/>
          </p:nvSpPr>
          <p:spPr bwMode="auto">
            <a:xfrm flipV="1">
              <a:off x="5038" y="1192"/>
              <a:ext cx="188" cy="1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8896" name="Group 320"/>
            <p:cNvGrpSpPr>
              <a:grpSpLocks/>
            </p:cNvGrpSpPr>
            <p:nvPr/>
          </p:nvGrpSpPr>
          <p:grpSpPr bwMode="auto">
            <a:xfrm>
              <a:off x="5786" y="1724"/>
              <a:ext cx="68" cy="39"/>
              <a:chOff x="5786" y="1724"/>
              <a:chExt cx="68" cy="39"/>
            </a:xfrm>
          </p:grpSpPr>
          <p:grpSp>
            <p:nvGrpSpPr>
              <p:cNvPr id="119010" name="Group 321"/>
              <p:cNvGrpSpPr>
                <a:grpSpLocks/>
              </p:cNvGrpSpPr>
              <p:nvPr/>
            </p:nvGrpSpPr>
            <p:grpSpPr bwMode="auto">
              <a:xfrm>
                <a:off x="5849" y="1752"/>
                <a:ext cx="5" cy="11"/>
                <a:chOff x="5849" y="1752"/>
                <a:chExt cx="5" cy="11"/>
              </a:xfrm>
            </p:grpSpPr>
            <p:sp>
              <p:nvSpPr>
                <p:cNvPr id="119017" name="Arc 322"/>
                <p:cNvSpPr>
                  <a:spLocks/>
                </p:cNvSpPr>
                <p:nvPr/>
              </p:nvSpPr>
              <p:spPr bwMode="auto">
                <a:xfrm rot="1440000">
                  <a:off x="5851" y="1752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018" name="Arc 323"/>
                <p:cNvSpPr>
                  <a:spLocks/>
                </p:cNvSpPr>
                <p:nvPr/>
              </p:nvSpPr>
              <p:spPr bwMode="auto">
                <a:xfrm rot="1440000">
                  <a:off x="5849" y="175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011" name="Group 324"/>
              <p:cNvGrpSpPr>
                <a:grpSpLocks/>
              </p:cNvGrpSpPr>
              <p:nvPr/>
            </p:nvGrpSpPr>
            <p:grpSpPr bwMode="auto">
              <a:xfrm>
                <a:off x="5818" y="1738"/>
                <a:ext cx="5" cy="11"/>
                <a:chOff x="5818" y="1738"/>
                <a:chExt cx="5" cy="11"/>
              </a:xfrm>
            </p:grpSpPr>
            <p:sp>
              <p:nvSpPr>
                <p:cNvPr id="119015" name="Arc 325"/>
                <p:cNvSpPr>
                  <a:spLocks/>
                </p:cNvSpPr>
                <p:nvPr/>
              </p:nvSpPr>
              <p:spPr bwMode="auto">
                <a:xfrm rot="1440000">
                  <a:off x="5818" y="173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016" name="Arc 326"/>
                <p:cNvSpPr>
                  <a:spLocks/>
                </p:cNvSpPr>
                <p:nvPr/>
              </p:nvSpPr>
              <p:spPr bwMode="auto">
                <a:xfrm rot="1440000">
                  <a:off x="5819" y="1744"/>
                  <a:ext cx="4" cy="5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012" name="Group 327"/>
              <p:cNvGrpSpPr>
                <a:grpSpLocks/>
              </p:cNvGrpSpPr>
              <p:nvPr/>
            </p:nvGrpSpPr>
            <p:grpSpPr bwMode="auto">
              <a:xfrm>
                <a:off x="5786" y="1724"/>
                <a:ext cx="4" cy="12"/>
                <a:chOff x="5786" y="1724"/>
                <a:chExt cx="4" cy="12"/>
              </a:xfrm>
            </p:grpSpPr>
            <p:sp>
              <p:nvSpPr>
                <p:cNvPr id="119013" name="Arc 328"/>
                <p:cNvSpPr>
                  <a:spLocks/>
                </p:cNvSpPr>
                <p:nvPr/>
              </p:nvSpPr>
              <p:spPr bwMode="auto">
                <a:xfrm rot="1440000">
                  <a:off x="5787" y="1724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014" name="Arc 329"/>
                <p:cNvSpPr>
                  <a:spLocks/>
                </p:cNvSpPr>
                <p:nvPr/>
              </p:nvSpPr>
              <p:spPr bwMode="auto">
                <a:xfrm rot="1440000">
                  <a:off x="5786" y="1730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8897" name="Group 330"/>
            <p:cNvGrpSpPr>
              <a:grpSpLocks/>
            </p:cNvGrpSpPr>
            <p:nvPr/>
          </p:nvGrpSpPr>
          <p:grpSpPr bwMode="auto">
            <a:xfrm>
              <a:off x="5763" y="1754"/>
              <a:ext cx="68" cy="40"/>
              <a:chOff x="5763" y="1754"/>
              <a:chExt cx="68" cy="40"/>
            </a:xfrm>
          </p:grpSpPr>
          <p:grpSp>
            <p:nvGrpSpPr>
              <p:cNvPr id="119001" name="Group 331"/>
              <p:cNvGrpSpPr>
                <a:grpSpLocks/>
              </p:cNvGrpSpPr>
              <p:nvPr/>
            </p:nvGrpSpPr>
            <p:grpSpPr bwMode="auto">
              <a:xfrm>
                <a:off x="5826" y="1781"/>
                <a:ext cx="5" cy="13"/>
                <a:chOff x="5826" y="1781"/>
                <a:chExt cx="5" cy="13"/>
              </a:xfrm>
            </p:grpSpPr>
            <p:sp>
              <p:nvSpPr>
                <p:cNvPr id="119008" name="Arc 332"/>
                <p:cNvSpPr>
                  <a:spLocks/>
                </p:cNvSpPr>
                <p:nvPr/>
              </p:nvSpPr>
              <p:spPr bwMode="auto">
                <a:xfrm rot="1440000">
                  <a:off x="5827" y="1781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009" name="Arc 333"/>
                <p:cNvSpPr>
                  <a:spLocks/>
                </p:cNvSpPr>
                <p:nvPr/>
              </p:nvSpPr>
              <p:spPr bwMode="auto">
                <a:xfrm rot="1440000">
                  <a:off x="5826" y="1788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002" name="Group 334"/>
              <p:cNvGrpSpPr>
                <a:grpSpLocks/>
              </p:cNvGrpSpPr>
              <p:nvPr/>
            </p:nvGrpSpPr>
            <p:grpSpPr bwMode="auto">
              <a:xfrm>
                <a:off x="5794" y="1768"/>
                <a:ext cx="5" cy="12"/>
                <a:chOff x="5794" y="1768"/>
                <a:chExt cx="5" cy="12"/>
              </a:xfrm>
            </p:grpSpPr>
            <p:sp>
              <p:nvSpPr>
                <p:cNvPr id="119006" name="Arc 335"/>
                <p:cNvSpPr>
                  <a:spLocks/>
                </p:cNvSpPr>
                <p:nvPr/>
              </p:nvSpPr>
              <p:spPr bwMode="auto">
                <a:xfrm rot="1440000">
                  <a:off x="5795" y="176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007" name="Arc 336"/>
                <p:cNvSpPr>
                  <a:spLocks/>
                </p:cNvSpPr>
                <p:nvPr/>
              </p:nvSpPr>
              <p:spPr bwMode="auto">
                <a:xfrm rot="1440000">
                  <a:off x="5794" y="1774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003" name="Group 337"/>
              <p:cNvGrpSpPr>
                <a:grpSpLocks/>
              </p:cNvGrpSpPr>
              <p:nvPr/>
            </p:nvGrpSpPr>
            <p:grpSpPr bwMode="auto">
              <a:xfrm>
                <a:off x="5763" y="1754"/>
                <a:ext cx="4" cy="12"/>
                <a:chOff x="5763" y="1754"/>
                <a:chExt cx="4" cy="12"/>
              </a:xfrm>
            </p:grpSpPr>
            <p:sp>
              <p:nvSpPr>
                <p:cNvPr id="119004" name="Arc 338"/>
                <p:cNvSpPr>
                  <a:spLocks/>
                </p:cNvSpPr>
                <p:nvPr/>
              </p:nvSpPr>
              <p:spPr bwMode="auto">
                <a:xfrm rot="1440000">
                  <a:off x="5764" y="1754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005" name="Arc 339"/>
                <p:cNvSpPr>
                  <a:spLocks/>
                </p:cNvSpPr>
                <p:nvPr/>
              </p:nvSpPr>
              <p:spPr bwMode="auto">
                <a:xfrm rot="1440000">
                  <a:off x="5763" y="1760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8898" name="Group 340"/>
            <p:cNvGrpSpPr>
              <a:grpSpLocks/>
            </p:cNvGrpSpPr>
            <p:nvPr/>
          </p:nvGrpSpPr>
          <p:grpSpPr bwMode="auto">
            <a:xfrm>
              <a:off x="5788" y="1724"/>
              <a:ext cx="68" cy="39"/>
              <a:chOff x="5788" y="1724"/>
              <a:chExt cx="68" cy="39"/>
            </a:xfrm>
          </p:grpSpPr>
          <p:grpSp>
            <p:nvGrpSpPr>
              <p:cNvPr id="118992" name="Group 341"/>
              <p:cNvGrpSpPr>
                <a:grpSpLocks/>
              </p:cNvGrpSpPr>
              <p:nvPr/>
            </p:nvGrpSpPr>
            <p:grpSpPr bwMode="auto">
              <a:xfrm>
                <a:off x="5852" y="1752"/>
                <a:ext cx="4" cy="11"/>
                <a:chOff x="5852" y="1752"/>
                <a:chExt cx="4" cy="11"/>
              </a:xfrm>
            </p:grpSpPr>
            <p:sp>
              <p:nvSpPr>
                <p:cNvPr id="118999" name="Arc 342"/>
                <p:cNvSpPr>
                  <a:spLocks/>
                </p:cNvSpPr>
                <p:nvPr/>
              </p:nvSpPr>
              <p:spPr bwMode="auto">
                <a:xfrm rot="1440000">
                  <a:off x="5852" y="1752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000" name="Arc 343"/>
                <p:cNvSpPr>
                  <a:spLocks/>
                </p:cNvSpPr>
                <p:nvPr/>
              </p:nvSpPr>
              <p:spPr bwMode="auto">
                <a:xfrm rot="1440000">
                  <a:off x="5852" y="175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93" name="Group 344"/>
              <p:cNvGrpSpPr>
                <a:grpSpLocks/>
              </p:cNvGrpSpPr>
              <p:nvPr/>
            </p:nvGrpSpPr>
            <p:grpSpPr bwMode="auto">
              <a:xfrm>
                <a:off x="5819" y="1738"/>
                <a:ext cx="5" cy="11"/>
                <a:chOff x="5819" y="1738"/>
                <a:chExt cx="5" cy="11"/>
              </a:xfrm>
            </p:grpSpPr>
            <p:sp>
              <p:nvSpPr>
                <p:cNvPr id="118997" name="Arc 345"/>
                <p:cNvSpPr>
                  <a:spLocks/>
                </p:cNvSpPr>
                <p:nvPr/>
              </p:nvSpPr>
              <p:spPr bwMode="auto">
                <a:xfrm rot="1440000">
                  <a:off x="5819" y="173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98" name="Arc 346"/>
                <p:cNvSpPr>
                  <a:spLocks/>
                </p:cNvSpPr>
                <p:nvPr/>
              </p:nvSpPr>
              <p:spPr bwMode="auto">
                <a:xfrm rot="1440000">
                  <a:off x="5819" y="1744"/>
                  <a:ext cx="5" cy="5"/>
                </a:xfrm>
                <a:custGeom>
                  <a:avLst/>
                  <a:gdLst>
                    <a:gd name="T0" fmla="*/ 0 w 26839"/>
                    <a:gd name="T1" fmla="*/ 0 h 21600"/>
                    <a:gd name="T2" fmla="*/ 0 w 26839"/>
                    <a:gd name="T3" fmla="*/ 0 h 21600"/>
                    <a:gd name="T4" fmla="*/ 0 w 26839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6839"/>
                    <a:gd name="T10" fmla="*/ 0 h 21600"/>
                    <a:gd name="T11" fmla="*/ 26839 w 26839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839" h="21600" fill="none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</a:path>
                    <a:path w="26839" h="21600" stroke="0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  <a:lnTo>
                        <a:pt x="5239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94" name="Group 347"/>
              <p:cNvGrpSpPr>
                <a:grpSpLocks/>
              </p:cNvGrpSpPr>
              <p:nvPr/>
            </p:nvGrpSpPr>
            <p:grpSpPr bwMode="auto">
              <a:xfrm>
                <a:off x="5788" y="1724"/>
                <a:ext cx="4" cy="12"/>
                <a:chOff x="5788" y="1724"/>
                <a:chExt cx="4" cy="12"/>
              </a:xfrm>
            </p:grpSpPr>
            <p:sp>
              <p:nvSpPr>
                <p:cNvPr id="118995" name="Arc 348"/>
                <p:cNvSpPr>
                  <a:spLocks/>
                </p:cNvSpPr>
                <p:nvPr/>
              </p:nvSpPr>
              <p:spPr bwMode="auto">
                <a:xfrm rot="1440000">
                  <a:off x="5789" y="1724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96" name="Arc 349"/>
                <p:cNvSpPr>
                  <a:spLocks/>
                </p:cNvSpPr>
                <p:nvPr/>
              </p:nvSpPr>
              <p:spPr bwMode="auto">
                <a:xfrm rot="1440000">
                  <a:off x="5788" y="1730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8899" name="Group 350"/>
            <p:cNvGrpSpPr>
              <a:grpSpLocks/>
            </p:cNvGrpSpPr>
            <p:nvPr/>
          </p:nvGrpSpPr>
          <p:grpSpPr bwMode="auto">
            <a:xfrm>
              <a:off x="5620" y="1417"/>
              <a:ext cx="68" cy="39"/>
              <a:chOff x="5620" y="1417"/>
              <a:chExt cx="68" cy="39"/>
            </a:xfrm>
          </p:grpSpPr>
          <p:grpSp>
            <p:nvGrpSpPr>
              <p:cNvPr id="118983" name="Group 351"/>
              <p:cNvGrpSpPr>
                <a:grpSpLocks/>
              </p:cNvGrpSpPr>
              <p:nvPr/>
            </p:nvGrpSpPr>
            <p:grpSpPr bwMode="auto">
              <a:xfrm>
                <a:off x="5684" y="1443"/>
                <a:ext cx="4" cy="13"/>
                <a:chOff x="5684" y="1443"/>
                <a:chExt cx="4" cy="13"/>
              </a:xfrm>
            </p:grpSpPr>
            <p:sp>
              <p:nvSpPr>
                <p:cNvPr id="118990" name="Arc 352"/>
                <p:cNvSpPr>
                  <a:spLocks/>
                </p:cNvSpPr>
                <p:nvPr/>
              </p:nvSpPr>
              <p:spPr bwMode="auto">
                <a:xfrm rot="1440000">
                  <a:off x="5684" y="1443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91" name="Arc 353"/>
                <p:cNvSpPr>
                  <a:spLocks/>
                </p:cNvSpPr>
                <p:nvPr/>
              </p:nvSpPr>
              <p:spPr bwMode="auto">
                <a:xfrm rot="1440000">
                  <a:off x="5684" y="1450"/>
                  <a:ext cx="3" cy="6"/>
                </a:xfrm>
                <a:custGeom>
                  <a:avLst/>
                  <a:gdLst>
                    <a:gd name="T0" fmla="*/ 0 w 31260"/>
                    <a:gd name="T1" fmla="*/ 0 h 21600"/>
                    <a:gd name="T2" fmla="*/ 0 w 31260"/>
                    <a:gd name="T3" fmla="*/ 0 h 21600"/>
                    <a:gd name="T4" fmla="*/ 0 w 3126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1260"/>
                    <a:gd name="T10" fmla="*/ 0 h 21600"/>
                    <a:gd name="T11" fmla="*/ 31260 w 3126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60" h="21600" fill="none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</a:path>
                    <a:path w="31260" h="21600" stroke="0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  <a:lnTo>
                        <a:pt x="966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84" name="Group 354"/>
              <p:cNvGrpSpPr>
                <a:grpSpLocks/>
              </p:cNvGrpSpPr>
              <p:nvPr/>
            </p:nvGrpSpPr>
            <p:grpSpPr bwMode="auto">
              <a:xfrm>
                <a:off x="5652" y="1430"/>
                <a:ext cx="4" cy="11"/>
                <a:chOff x="5652" y="1430"/>
                <a:chExt cx="4" cy="11"/>
              </a:xfrm>
            </p:grpSpPr>
            <p:sp>
              <p:nvSpPr>
                <p:cNvPr id="118988" name="Arc 355"/>
                <p:cNvSpPr>
                  <a:spLocks/>
                </p:cNvSpPr>
                <p:nvPr/>
              </p:nvSpPr>
              <p:spPr bwMode="auto">
                <a:xfrm rot="1440000">
                  <a:off x="5653" y="1430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89" name="Arc 356"/>
                <p:cNvSpPr>
                  <a:spLocks/>
                </p:cNvSpPr>
                <p:nvPr/>
              </p:nvSpPr>
              <p:spPr bwMode="auto">
                <a:xfrm rot="1440000">
                  <a:off x="5652" y="1435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85" name="Group 357"/>
              <p:cNvGrpSpPr>
                <a:grpSpLocks/>
              </p:cNvGrpSpPr>
              <p:nvPr/>
            </p:nvGrpSpPr>
            <p:grpSpPr bwMode="auto">
              <a:xfrm>
                <a:off x="5620" y="1417"/>
                <a:ext cx="5" cy="11"/>
                <a:chOff x="5620" y="1417"/>
                <a:chExt cx="5" cy="11"/>
              </a:xfrm>
            </p:grpSpPr>
            <p:sp>
              <p:nvSpPr>
                <p:cNvPr id="118986" name="Arc 358"/>
                <p:cNvSpPr>
                  <a:spLocks/>
                </p:cNvSpPr>
                <p:nvPr/>
              </p:nvSpPr>
              <p:spPr bwMode="auto">
                <a:xfrm rot="1440000">
                  <a:off x="5622" y="1417"/>
                  <a:ext cx="3" cy="4"/>
                </a:xfrm>
                <a:custGeom>
                  <a:avLst/>
                  <a:gdLst>
                    <a:gd name="T0" fmla="*/ 0 w 20955"/>
                    <a:gd name="T1" fmla="*/ 0 h 20492"/>
                    <a:gd name="T2" fmla="*/ 0 w 20955"/>
                    <a:gd name="T3" fmla="*/ 0 h 20492"/>
                    <a:gd name="T4" fmla="*/ 0 w 20955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0955"/>
                    <a:gd name="T10" fmla="*/ 0 h 20492"/>
                    <a:gd name="T11" fmla="*/ 20955 w 20955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55" h="20492" fill="none" extrusionOk="0">
                      <a:moveTo>
                        <a:pt x="-1" y="15252"/>
                      </a:moveTo>
                      <a:cubicBezTo>
                        <a:pt x="1791" y="8088"/>
                        <a:pt x="7118" y="2335"/>
                        <a:pt x="14124" y="0"/>
                      </a:cubicBezTo>
                    </a:path>
                    <a:path w="20955" h="20492" stroke="0" extrusionOk="0">
                      <a:moveTo>
                        <a:pt x="-1" y="15252"/>
                      </a:moveTo>
                      <a:cubicBezTo>
                        <a:pt x="1791" y="8088"/>
                        <a:pt x="7118" y="2335"/>
                        <a:pt x="14124" y="0"/>
                      </a:cubicBezTo>
                      <a:lnTo>
                        <a:pt x="20955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87" name="Arc 359"/>
                <p:cNvSpPr>
                  <a:spLocks/>
                </p:cNvSpPr>
                <p:nvPr/>
              </p:nvSpPr>
              <p:spPr bwMode="auto">
                <a:xfrm rot="1440000">
                  <a:off x="5620" y="1422"/>
                  <a:ext cx="4" cy="6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8900" name="Group 360"/>
            <p:cNvGrpSpPr>
              <a:grpSpLocks/>
            </p:cNvGrpSpPr>
            <p:nvPr/>
          </p:nvGrpSpPr>
          <p:grpSpPr bwMode="auto">
            <a:xfrm>
              <a:off x="5646" y="1386"/>
              <a:ext cx="67" cy="39"/>
              <a:chOff x="5646" y="1386"/>
              <a:chExt cx="67" cy="39"/>
            </a:xfrm>
          </p:grpSpPr>
          <p:grpSp>
            <p:nvGrpSpPr>
              <p:cNvPr id="118974" name="Group 361"/>
              <p:cNvGrpSpPr>
                <a:grpSpLocks/>
              </p:cNvGrpSpPr>
              <p:nvPr/>
            </p:nvGrpSpPr>
            <p:grpSpPr bwMode="auto">
              <a:xfrm>
                <a:off x="5708" y="1413"/>
                <a:ext cx="5" cy="12"/>
                <a:chOff x="5708" y="1413"/>
                <a:chExt cx="5" cy="12"/>
              </a:xfrm>
            </p:grpSpPr>
            <p:sp>
              <p:nvSpPr>
                <p:cNvPr id="118981" name="Arc 362"/>
                <p:cNvSpPr>
                  <a:spLocks/>
                </p:cNvSpPr>
                <p:nvPr/>
              </p:nvSpPr>
              <p:spPr bwMode="auto">
                <a:xfrm rot="1440000">
                  <a:off x="5708" y="1413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82" name="Arc 363"/>
                <p:cNvSpPr>
                  <a:spLocks/>
                </p:cNvSpPr>
                <p:nvPr/>
              </p:nvSpPr>
              <p:spPr bwMode="auto">
                <a:xfrm rot="1440000">
                  <a:off x="5709" y="1420"/>
                  <a:ext cx="4" cy="5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75" name="Group 364"/>
              <p:cNvGrpSpPr>
                <a:grpSpLocks/>
              </p:cNvGrpSpPr>
              <p:nvPr/>
            </p:nvGrpSpPr>
            <p:grpSpPr bwMode="auto">
              <a:xfrm>
                <a:off x="5676" y="1399"/>
                <a:ext cx="5" cy="12"/>
                <a:chOff x="5676" y="1399"/>
                <a:chExt cx="5" cy="12"/>
              </a:xfrm>
            </p:grpSpPr>
            <p:sp>
              <p:nvSpPr>
                <p:cNvPr id="118979" name="Arc 365"/>
                <p:cNvSpPr>
                  <a:spLocks/>
                </p:cNvSpPr>
                <p:nvPr/>
              </p:nvSpPr>
              <p:spPr bwMode="auto">
                <a:xfrm rot="1440000">
                  <a:off x="5677" y="1399"/>
                  <a:ext cx="4" cy="6"/>
                </a:xfrm>
                <a:custGeom>
                  <a:avLst/>
                  <a:gdLst>
                    <a:gd name="T0" fmla="*/ 0 w 21306"/>
                    <a:gd name="T1" fmla="*/ 0 h 20955"/>
                    <a:gd name="T2" fmla="*/ 0 w 21306"/>
                    <a:gd name="T3" fmla="*/ 0 h 20955"/>
                    <a:gd name="T4" fmla="*/ 0 w 21306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306"/>
                    <a:gd name="T10" fmla="*/ 0 h 20955"/>
                    <a:gd name="T11" fmla="*/ 21306 w 21306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306" h="20955" fill="none" extrusionOk="0">
                      <a:moveTo>
                        <a:pt x="-1" y="17403"/>
                      </a:moveTo>
                      <a:cubicBezTo>
                        <a:pt x="1413" y="8921"/>
                        <a:pt x="7724" y="2085"/>
                        <a:pt x="16066" y="-1"/>
                      </a:cubicBezTo>
                    </a:path>
                    <a:path w="21306" h="20955" stroke="0" extrusionOk="0">
                      <a:moveTo>
                        <a:pt x="-1" y="17403"/>
                      </a:moveTo>
                      <a:cubicBezTo>
                        <a:pt x="1413" y="8921"/>
                        <a:pt x="7724" y="2085"/>
                        <a:pt x="16066" y="-1"/>
                      </a:cubicBezTo>
                      <a:lnTo>
                        <a:pt x="21306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80" name="Arc 366"/>
                <p:cNvSpPr>
                  <a:spLocks/>
                </p:cNvSpPr>
                <p:nvPr/>
              </p:nvSpPr>
              <p:spPr bwMode="auto">
                <a:xfrm rot="1440000">
                  <a:off x="5676" y="1405"/>
                  <a:ext cx="4" cy="6"/>
                </a:xfrm>
                <a:custGeom>
                  <a:avLst/>
                  <a:gdLst>
                    <a:gd name="T0" fmla="*/ 0 w 28431"/>
                    <a:gd name="T1" fmla="*/ 0 h 21600"/>
                    <a:gd name="T2" fmla="*/ 0 w 28431"/>
                    <a:gd name="T3" fmla="*/ 0 h 21600"/>
                    <a:gd name="T4" fmla="*/ 0 w 2843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8431"/>
                    <a:gd name="T10" fmla="*/ 0 h 21600"/>
                    <a:gd name="T11" fmla="*/ 28431 w 2843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431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</a:path>
                    <a:path w="28431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8760" y="0"/>
                        <a:pt x="28431" y="9670"/>
                        <a:pt x="28431" y="2160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76" name="Group 367"/>
              <p:cNvGrpSpPr>
                <a:grpSpLocks/>
              </p:cNvGrpSpPr>
              <p:nvPr/>
            </p:nvGrpSpPr>
            <p:grpSpPr bwMode="auto">
              <a:xfrm>
                <a:off x="5646" y="1386"/>
                <a:ext cx="4" cy="12"/>
                <a:chOff x="5646" y="1386"/>
                <a:chExt cx="4" cy="12"/>
              </a:xfrm>
            </p:grpSpPr>
            <p:sp>
              <p:nvSpPr>
                <p:cNvPr id="118977" name="Arc 368"/>
                <p:cNvSpPr>
                  <a:spLocks/>
                </p:cNvSpPr>
                <p:nvPr/>
              </p:nvSpPr>
              <p:spPr bwMode="auto">
                <a:xfrm rot="1440000">
                  <a:off x="5646" y="1386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78" name="Arc 369"/>
                <p:cNvSpPr>
                  <a:spLocks/>
                </p:cNvSpPr>
                <p:nvPr/>
              </p:nvSpPr>
              <p:spPr bwMode="auto">
                <a:xfrm rot="1440000">
                  <a:off x="5646" y="1392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8901" name="Group 370"/>
            <p:cNvGrpSpPr>
              <a:grpSpLocks/>
            </p:cNvGrpSpPr>
            <p:nvPr/>
          </p:nvGrpSpPr>
          <p:grpSpPr bwMode="auto">
            <a:xfrm>
              <a:off x="5086" y="1311"/>
              <a:ext cx="4" cy="8"/>
              <a:chOff x="5086" y="1311"/>
              <a:chExt cx="4" cy="8"/>
            </a:xfrm>
          </p:grpSpPr>
          <p:sp>
            <p:nvSpPr>
              <p:cNvPr id="118972" name="Arc 371"/>
              <p:cNvSpPr>
                <a:spLocks/>
              </p:cNvSpPr>
              <p:nvPr/>
            </p:nvSpPr>
            <p:spPr bwMode="auto">
              <a:xfrm rot="1440000">
                <a:off x="5088" y="1311"/>
                <a:ext cx="2" cy="3"/>
              </a:xfrm>
              <a:custGeom>
                <a:avLst/>
                <a:gdLst>
                  <a:gd name="T0" fmla="*/ 0 w 20492"/>
                  <a:gd name="T1" fmla="*/ 0 h 19320"/>
                  <a:gd name="T2" fmla="*/ 0 w 20492"/>
                  <a:gd name="T3" fmla="*/ 0 h 19320"/>
                  <a:gd name="T4" fmla="*/ 0 w 20492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20492"/>
                  <a:gd name="T10" fmla="*/ 0 h 19320"/>
                  <a:gd name="T11" fmla="*/ 20492 w 20492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492" h="19320" fill="none" extrusionOk="0">
                    <a:moveTo>
                      <a:pt x="0" y="12489"/>
                    </a:moveTo>
                    <a:cubicBezTo>
                      <a:pt x="1812" y="7054"/>
                      <a:pt x="5708" y="2562"/>
                      <a:pt x="10832" y="0"/>
                    </a:cubicBezTo>
                  </a:path>
                  <a:path w="20492" h="19320" stroke="0" extrusionOk="0">
                    <a:moveTo>
                      <a:pt x="0" y="12489"/>
                    </a:moveTo>
                    <a:cubicBezTo>
                      <a:pt x="1812" y="7054"/>
                      <a:pt x="5708" y="2562"/>
                      <a:pt x="10832" y="0"/>
                    </a:cubicBezTo>
                    <a:lnTo>
                      <a:pt x="20492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8973" name="Arc 372"/>
              <p:cNvSpPr>
                <a:spLocks/>
              </p:cNvSpPr>
              <p:nvPr/>
            </p:nvSpPr>
            <p:spPr bwMode="auto">
              <a:xfrm rot="1440000">
                <a:off x="5086" y="1319"/>
                <a:ext cx="2" cy="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8902" name="Line 373"/>
            <p:cNvSpPr>
              <a:spLocks noChangeShapeType="1"/>
            </p:cNvSpPr>
            <p:nvPr/>
          </p:nvSpPr>
          <p:spPr bwMode="auto">
            <a:xfrm>
              <a:off x="5303" y="1985"/>
              <a:ext cx="398" cy="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903" name="Line 374"/>
            <p:cNvSpPr>
              <a:spLocks noChangeShapeType="1"/>
            </p:cNvSpPr>
            <p:nvPr/>
          </p:nvSpPr>
          <p:spPr bwMode="auto">
            <a:xfrm>
              <a:off x="5524" y="1948"/>
              <a:ext cx="177" cy="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904" name="Line 375"/>
            <p:cNvSpPr>
              <a:spLocks noChangeShapeType="1"/>
            </p:cNvSpPr>
            <p:nvPr/>
          </p:nvSpPr>
          <p:spPr bwMode="auto">
            <a:xfrm>
              <a:off x="5374" y="1759"/>
              <a:ext cx="332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905" name="Line 376"/>
            <p:cNvSpPr>
              <a:spLocks noChangeShapeType="1"/>
            </p:cNvSpPr>
            <p:nvPr/>
          </p:nvSpPr>
          <p:spPr bwMode="auto">
            <a:xfrm flipH="1" flipV="1">
              <a:off x="4810" y="1813"/>
              <a:ext cx="257" cy="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906" name="Line 377"/>
            <p:cNvSpPr>
              <a:spLocks noChangeShapeType="1"/>
            </p:cNvSpPr>
            <p:nvPr/>
          </p:nvSpPr>
          <p:spPr bwMode="auto">
            <a:xfrm flipH="1">
              <a:off x="4816" y="1815"/>
              <a:ext cx="441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907" name="Line 378"/>
            <p:cNvSpPr>
              <a:spLocks noChangeShapeType="1"/>
            </p:cNvSpPr>
            <p:nvPr/>
          </p:nvSpPr>
          <p:spPr bwMode="auto">
            <a:xfrm flipH="1">
              <a:off x="4820" y="1752"/>
              <a:ext cx="385" cy="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8908" name="Group 379"/>
            <p:cNvGrpSpPr>
              <a:grpSpLocks/>
            </p:cNvGrpSpPr>
            <p:nvPr/>
          </p:nvGrpSpPr>
          <p:grpSpPr bwMode="auto">
            <a:xfrm>
              <a:off x="5736" y="2051"/>
              <a:ext cx="68" cy="40"/>
              <a:chOff x="5736" y="2051"/>
              <a:chExt cx="68" cy="40"/>
            </a:xfrm>
          </p:grpSpPr>
          <p:grpSp>
            <p:nvGrpSpPr>
              <p:cNvPr id="118963" name="Group 380"/>
              <p:cNvGrpSpPr>
                <a:grpSpLocks/>
              </p:cNvGrpSpPr>
              <p:nvPr/>
            </p:nvGrpSpPr>
            <p:grpSpPr bwMode="auto">
              <a:xfrm>
                <a:off x="5799" y="2078"/>
                <a:ext cx="5" cy="13"/>
                <a:chOff x="5799" y="2078"/>
                <a:chExt cx="5" cy="13"/>
              </a:xfrm>
            </p:grpSpPr>
            <p:sp>
              <p:nvSpPr>
                <p:cNvPr id="118970" name="Arc 381"/>
                <p:cNvSpPr>
                  <a:spLocks/>
                </p:cNvSpPr>
                <p:nvPr/>
              </p:nvSpPr>
              <p:spPr bwMode="auto">
                <a:xfrm rot="1440000">
                  <a:off x="5800" y="2078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71" name="Arc 382"/>
                <p:cNvSpPr>
                  <a:spLocks/>
                </p:cNvSpPr>
                <p:nvPr/>
              </p:nvSpPr>
              <p:spPr bwMode="auto">
                <a:xfrm rot="1440000">
                  <a:off x="5799" y="2085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64" name="Group 383"/>
              <p:cNvGrpSpPr>
                <a:grpSpLocks/>
              </p:cNvGrpSpPr>
              <p:nvPr/>
            </p:nvGrpSpPr>
            <p:grpSpPr bwMode="auto">
              <a:xfrm>
                <a:off x="5767" y="2065"/>
                <a:ext cx="5" cy="12"/>
                <a:chOff x="5767" y="2065"/>
                <a:chExt cx="5" cy="12"/>
              </a:xfrm>
            </p:grpSpPr>
            <p:sp>
              <p:nvSpPr>
                <p:cNvPr id="118968" name="Arc 384"/>
                <p:cNvSpPr>
                  <a:spLocks/>
                </p:cNvSpPr>
                <p:nvPr/>
              </p:nvSpPr>
              <p:spPr bwMode="auto">
                <a:xfrm rot="1440000">
                  <a:off x="5768" y="2065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69" name="Arc 385"/>
                <p:cNvSpPr>
                  <a:spLocks/>
                </p:cNvSpPr>
                <p:nvPr/>
              </p:nvSpPr>
              <p:spPr bwMode="auto">
                <a:xfrm rot="1440000">
                  <a:off x="5767" y="2071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65" name="Group 386"/>
              <p:cNvGrpSpPr>
                <a:grpSpLocks/>
              </p:cNvGrpSpPr>
              <p:nvPr/>
            </p:nvGrpSpPr>
            <p:grpSpPr bwMode="auto">
              <a:xfrm>
                <a:off x="5736" y="2051"/>
                <a:ext cx="4" cy="12"/>
                <a:chOff x="5736" y="2051"/>
                <a:chExt cx="4" cy="12"/>
              </a:xfrm>
            </p:grpSpPr>
            <p:sp>
              <p:nvSpPr>
                <p:cNvPr id="118966" name="Arc 387"/>
                <p:cNvSpPr>
                  <a:spLocks/>
                </p:cNvSpPr>
                <p:nvPr/>
              </p:nvSpPr>
              <p:spPr bwMode="auto">
                <a:xfrm rot="1440000">
                  <a:off x="5737" y="2051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67" name="Arc 388"/>
                <p:cNvSpPr>
                  <a:spLocks/>
                </p:cNvSpPr>
                <p:nvPr/>
              </p:nvSpPr>
              <p:spPr bwMode="auto">
                <a:xfrm rot="1440000">
                  <a:off x="5736" y="205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8909" name="Group 389"/>
            <p:cNvGrpSpPr>
              <a:grpSpLocks/>
            </p:cNvGrpSpPr>
            <p:nvPr/>
          </p:nvGrpSpPr>
          <p:grpSpPr bwMode="auto">
            <a:xfrm>
              <a:off x="5761" y="2021"/>
              <a:ext cx="68" cy="39"/>
              <a:chOff x="5761" y="2021"/>
              <a:chExt cx="68" cy="39"/>
            </a:xfrm>
          </p:grpSpPr>
          <p:grpSp>
            <p:nvGrpSpPr>
              <p:cNvPr id="118954" name="Group 390"/>
              <p:cNvGrpSpPr>
                <a:grpSpLocks/>
              </p:cNvGrpSpPr>
              <p:nvPr/>
            </p:nvGrpSpPr>
            <p:grpSpPr bwMode="auto">
              <a:xfrm>
                <a:off x="5825" y="2049"/>
                <a:ext cx="4" cy="11"/>
                <a:chOff x="5825" y="2049"/>
                <a:chExt cx="4" cy="11"/>
              </a:xfrm>
            </p:grpSpPr>
            <p:sp>
              <p:nvSpPr>
                <p:cNvPr id="118961" name="Arc 391"/>
                <p:cNvSpPr>
                  <a:spLocks/>
                </p:cNvSpPr>
                <p:nvPr/>
              </p:nvSpPr>
              <p:spPr bwMode="auto">
                <a:xfrm rot="1440000">
                  <a:off x="5825" y="2049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62" name="Arc 392"/>
                <p:cNvSpPr>
                  <a:spLocks/>
                </p:cNvSpPr>
                <p:nvPr/>
              </p:nvSpPr>
              <p:spPr bwMode="auto">
                <a:xfrm rot="1440000">
                  <a:off x="5825" y="2054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55" name="Group 393"/>
              <p:cNvGrpSpPr>
                <a:grpSpLocks/>
              </p:cNvGrpSpPr>
              <p:nvPr/>
            </p:nvGrpSpPr>
            <p:grpSpPr bwMode="auto">
              <a:xfrm>
                <a:off x="5792" y="2035"/>
                <a:ext cx="5" cy="11"/>
                <a:chOff x="5792" y="2035"/>
                <a:chExt cx="5" cy="11"/>
              </a:xfrm>
            </p:grpSpPr>
            <p:sp>
              <p:nvSpPr>
                <p:cNvPr id="118959" name="Arc 394"/>
                <p:cNvSpPr>
                  <a:spLocks/>
                </p:cNvSpPr>
                <p:nvPr/>
              </p:nvSpPr>
              <p:spPr bwMode="auto">
                <a:xfrm rot="1440000">
                  <a:off x="5792" y="2035"/>
                  <a:ext cx="4" cy="5"/>
                </a:xfrm>
                <a:custGeom>
                  <a:avLst/>
                  <a:gdLst>
                    <a:gd name="T0" fmla="*/ 0 w 21181"/>
                    <a:gd name="T1" fmla="*/ 0 h 20955"/>
                    <a:gd name="T2" fmla="*/ 0 w 21181"/>
                    <a:gd name="T3" fmla="*/ 0 h 20955"/>
                    <a:gd name="T4" fmla="*/ 0 w 21181"/>
                    <a:gd name="T5" fmla="*/ 0 h 20955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955"/>
                    <a:gd name="T11" fmla="*/ 21181 w 21181"/>
                    <a:gd name="T12" fmla="*/ 20955 h 209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955" fill="none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</a:path>
                    <a:path w="21181" h="20955" stroke="0" extrusionOk="0">
                      <a:moveTo>
                        <a:pt x="0" y="16719"/>
                      </a:moveTo>
                      <a:cubicBezTo>
                        <a:pt x="1637" y="8533"/>
                        <a:pt x="7844" y="2024"/>
                        <a:pt x="15941" y="-1"/>
                      </a:cubicBezTo>
                      <a:lnTo>
                        <a:pt x="21181" y="20955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60" name="Arc 395"/>
                <p:cNvSpPr>
                  <a:spLocks/>
                </p:cNvSpPr>
                <p:nvPr/>
              </p:nvSpPr>
              <p:spPr bwMode="auto">
                <a:xfrm rot="1440000">
                  <a:off x="5792" y="2041"/>
                  <a:ext cx="5" cy="5"/>
                </a:xfrm>
                <a:custGeom>
                  <a:avLst/>
                  <a:gdLst>
                    <a:gd name="T0" fmla="*/ 0 w 26839"/>
                    <a:gd name="T1" fmla="*/ 0 h 21600"/>
                    <a:gd name="T2" fmla="*/ 0 w 26839"/>
                    <a:gd name="T3" fmla="*/ 0 h 21600"/>
                    <a:gd name="T4" fmla="*/ 0 w 26839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6839"/>
                    <a:gd name="T10" fmla="*/ 0 h 21600"/>
                    <a:gd name="T11" fmla="*/ 26839 w 26839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839" h="21600" fill="none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</a:path>
                    <a:path w="26839" h="21600" stroke="0" extrusionOk="0">
                      <a:moveTo>
                        <a:pt x="-1" y="644"/>
                      </a:moveTo>
                      <a:cubicBezTo>
                        <a:pt x="1713" y="216"/>
                        <a:pt x="3472" y="-1"/>
                        <a:pt x="5239" y="0"/>
                      </a:cubicBezTo>
                      <a:cubicBezTo>
                        <a:pt x="17168" y="0"/>
                        <a:pt x="26839" y="9670"/>
                        <a:pt x="26839" y="21600"/>
                      </a:cubicBezTo>
                      <a:lnTo>
                        <a:pt x="5239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56" name="Group 396"/>
              <p:cNvGrpSpPr>
                <a:grpSpLocks/>
              </p:cNvGrpSpPr>
              <p:nvPr/>
            </p:nvGrpSpPr>
            <p:grpSpPr bwMode="auto">
              <a:xfrm>
                <a:off x="5761" y="2021"/>
                <a:ext cx="4" cy="12"/>
                <a:chOff x="5761" y="2021"/>
                <a:chExt cx="4" cy="12"/>
              </a:xfrm>
            </p:grpSpPr>
            <p:sp>
              <p:nvSpPr>
                <p:cNvPr id="118957" name="Arc 397"/>
                <p:cNvSpPr>
                  <a:spLocks/>
                </p:cNvSpPr>
                <p:nvPr/>
              </p:nvSpPr>
              <p:spPr bwMode="auto">
                <a:xfrm rot="1440000">
                  <a:off x="5762" y="2021"/>
                  <a:ext cx="3" cy="5"/>
                </a:xfrm>
                <a:custGeom>
                  <a:avLst/>
                  <a:gdLst>
                    <a:gd name="T0" fmla="*/ 0 w 21181"/>
                    <a:gd name="T1" fmla="*/ 0 h 20492"/>
                    <a:gd name="T2" fmla="*/ 0 w 21181"/>
                    <a:gd name="T3" fmla="*/ 0 h 20492"/>
                    <a:gd name="T4" fmla="*/ 0 w 21181"/>
                    <a:gd name="T5" fmla="*/ 0 h 20492"/>
                    <a:gd name="T6" fmla="*/ 0 60000 65536"/>
                    <a:gd name="T7" fmla="*/ 0 60000 65536"/>
                    <a:gd name="T8" fmla="*/ 0 60000 65536"/>
                    <a:gd name="T9" fmla="*/ 0 w 21181"/>
                    <a:gd name="T10" fmla="*/ 0 h 20492"/>
                    <a:gd name="T11" fmla="*/ 21181 w 21181"/>
                    <a:gd name="T12" fmla="*/ 20492 h 204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81" h="20492" fill="none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</a:path>
                    <a:path w="21181" h="20492" stroke="0" extrusionOk="0">
                      <a:moveTo>
                        <a:pt x="0" y="16256"/>
                      </a:moveTo>
                      <a:cubicBezTo>
                        <a:pt x="1520" y="8655"/>
                        <a:pt x="6996" y="2451"/>
                        <a:pt x="14350" y="0"/>
                      </a:cubicBezTo>
                      <a:lnTo>
                        <a:pt x="21181" y="2049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58" name="Arc 398"/>
                <p:cNvSpPr>
                  <a:spLocks/>
                </p:cNvSpPr>
                <p:nvPr/>
              </p:nvSpPr>
              <p:spPr bwMode="auto">
                <a:xfrm rot="1440000">
                  <a:off x="5761" y="2027"/>
                  <a:ext cx="4" cy="6"/>
                </a:xfrm>
                <a:custGeom>
                  <a:avLst/>
                  <a:gdLst>
                    <a:gd name="T0" fmla="*/ 0 w 27786"/>
                    <a:gd name="T1" fmla="*/ 0 h 21600"/>
                    <a:gd name="T2" fmla="*/ 0 w 27786"/>
                    <a:gd name="T3" fmla="*/ 0 h 21600"/>
                    <a:gd name="T4" fmla="*/ 0 w 2778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786"/>
                    <a:gd name="T10" fmla="*/ 0 h 21600"/>
                    <a:gd name="T11" fmla="*/ 27786 w 2778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786" h="21600" fill="none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</a:path>
                    <a:path w="27786" h="21600" stroke="0" extrusionOk="0">
                      <a:moveTo>
                        <a:pt x="0" y="1108"/>
                      </a:moveTo>
                      <a:cubicBezTo>
                        <a:pt x="2202" y="374"/>
                        <a:pt x="4509" y="-1"/>
                        <a:pt x="6831" y="0"/>
                      </a:cubicBezTo>
                      <a:cubicBezTo>
                        <a:pt x="16742" y="0"/>
                        <a:pt x="25382" y="6745"/>
                        <a:pt x="27786" y="16360"/>
                      </a:cubicBezTo>
                      <a:lnTo>
                        <a:pt x="6831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8910" name="Group 399"/>
            <p:cNvGrpSpPr>
              <a:grpSpLocks/>
            </p:cNvGrpSpPr>
            <p:nvPr/>
          </p:nvGrpSpPr>
          <p:grpSpPr bwMode="auto">
            <a:xfrm>
              <a:off x="5059" y="1271"/>
              <a:ext cx="48" cy="27"/>
              <a:chOff x="5059" y="1271"/>
              <a:chExt cx="48" cy="27"/>
            </a:xfrm>
          </p:grpSpPr>
          <p:grpSp>
            <p:nvGrpSpPr>
              <p:cNvPr id="118945" name="Group 400"/>
              <p:cNvGrpSpPr>
                <a:grpSpLocks/>
              </p:cNvGrpSpPr>
              <p:nvPr/>
            </p:nvGrpSpPr>
            <p:grpSpPr bwMode="auto">
              <a:xfrm>
                <a:off x="5103" y="1290"/>
                <a:ext cx="4" cy="8"/>
                <a:chOff x="5103" y="1290"/>
                <a:chExt cx="4" cy="8"/>
              </a:xfrm>
            </p:grpSpPr>
            <p:sp>
              <p:nvSpPr>
                <p:cNvPr id="118952" name="Arc 401"/>
                <p:cNvSpPr>
                  <a:spLocks/>
                </p:cNvSpPr>
                <p:nvPr/>
              </p:nvSpPr>
              <p:spPr bwMode="auto">
                <a:xfrm rot="1440000">
                  <a:off x="5105" y="1290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53" name="Arc 402"/>
                <p:cNvSpPr>
                  <a:spLocks/>
                </p:cNvSpPr>
                <p:nvPr/>
              </p:nvSpPr>
              <p:spPr bwMode="auto">
                <a:xfrm rot="1440000">
                  <a:off x="5103" y="1295"/>
                  <a:ext cx="3" cy="3"/>
                </a:xfrm>
                <a:custGeom>
                  <a:avLst/>
                  <a:gdLst>
                    <a:gd name="T0" fmla="*/ 0 w 31260"/>
                    <a:gd name="T1" fmla="*/ 0 h 21600"/>
                    <a:gd name="T2" fmla="*/ 0 w 31260"/>
                    <a:gd name="T3" fmla="*/ 0 h 21600"/>
                    <a:gd name="T4" fmla="*/ 0 w 3126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1260"/>
                    <a:gd name="T10" fmla="*/ 0 h 21600"/>
                    <a:gd name="T11" fmla="*/ 31260 w 3126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60" h="21600" fill="none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</a:path>
                    <a:path w="31260" h="21600" stroke="0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21589" y="0"/>
                        <a:pt x="31260" y="9670"/>
                        <a:pt x="31260" y="21600"/>
                      </a:cubicBezTo>
                      <a:lnTo>
                        <a:pt x="966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46" name="Group 403"/>
              <p:cNvGrpSpPr>
                <a:grpSpLocks/>
              </p:cNvGrpSpPr>
              <p:nvPr/>
            </p:nvGrpSpPr>
            <p:grpSpPr bwMode="auto">
              <a:xfrm>
                <a:off x="5078" y="1283"/>
                <a:ext cx="7" cy="5"/>
                <a:chOff x="5078" y="1283"/>
                <a:chExt cx="7" cy="5"/>
              </a:xfrm>
            </p:grpSpPr>
            <p:sp>
              <p:nvSpPr>
                <p:cNvPr id="118950" name="Arc 404"/>
                <p:cNvSpPr>
                  <a:spLocks/>
                </p:cNvSpPr>
                <p:nvPr/>
              </p:nvSpPr>
              <p:spPr bwMode="auto">
                <a:xfrm rot="1440000">
                  <a:off x="5083" y="1283"/>
                  <a:ext cx="2" cy="2"/>
                </a:xfrm>
                <a:custGeom>
                  <a:avLst/>
                  <a:gdLst>
                    <a:gd name="T0" fmla="*/ 0 w 19320"/>
                    <a:gd name="T1" fmla="*/ 0 h 19320"/>
                    <a:gd name="T2" fmla="*/ 0 w 19320"/>
                    <a:gd name="T3" fmla="*/ 0 h 19320"/>
                    <a:gd name="T4" fmla="*/ 0 w 19320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19320"/>
                    <a:gd name="T10" fmla="*/ 0 h 19320"/>
                    <a:gd name="T11" fmla="*/ 19320 w 19320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20" h="19320" fill="none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</a:path>
                    <a:path w="19320" h="19320" stroke="0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  <a:lnTo>
                        <a:pt x="19320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51" name="Arc 405"/>
                <p:cNvSpPr>
                  <a:spLocks/>
                </p:cNvSpPr>
                <p:nvPr/>
              </p:nvSpPr>
              <p:spPr bwMode="auto">
                <a:xfrm rot="1440000">
                  <a:off x="5078" y="1285"/>
                  <a:ext cx="2" cy="3"/>
                </a:xfrm>
                <a:custGeom>
                  <a:avLst/>
                  <a:gdLst>
                    <a:gd name="T0" fmla="*/ 0 w 22620"/>
                    <a:gd name="T1" fmla="*/ 0 h 21600"/>
                    <a:gd name="T2" fmla="*/ 0 w 22620"/>
                    <a:gd name="T3" fmla="*/ 0 h 21600"/>
                    <a:gd name="T4" fmla="*/ 0 w 2262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2620"/>
                    <a:gd name="T10" fmla="*/ 0 h 21600"/>
                    <a:gd name="T11" fmla="*/ 22620 w 2262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620" h="21600" fill="none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14333" y="0"/>
                        <a:pt x="18881" y="1515"/>
                        <a:pt x="22619" y="4319"/>
                      </a:cubicBezTo>
                    </a:path>
                    <a:path w="22620" h="21600" stroke="0" extrusionOk="0">
                      <a:moveTo>
                        <a:pt x="0" y="2280"/>
                      </a:moveTo>
                      <a:cubicBezTo>
                        <a:pt x="2999" y="780"/>
                        <a:pt x="6306" y="-1"/>
                        <a:pt x="9660" y="0"/>
                      </a:cubicBezTo>
                      <a:cubicBezTo>
                        <a:pt x="14333" y="0"/>
                        <a:pt x="18881" y="1515"/>
                        <a:pt x="22619" y="4319"/>
                      </a:cubicBezTo>
                      <a:lnTo>
                        <a:pt x="966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47" name="Group 406"/>
              <p:cNvGrpSpPr>
                <a:grpSpLocks/>
              </p:cNvGrpSpPr>
              <p:nvPr/>
            </p:nvGrpSpPr>
            <p:grpSpPr bwMode="auto">
              <a:xfrm>
                <a:off x="5059" y="1271"/>
                <a:ext cx="4" cy="7"/>
                <a:chOff x="5059" y="1271"/>
                <a:chExt cx="4" cy="7"/>
              </a:xfrm>
            </p:grpSpPr>
            <p:sp>
              <p:nvSpPr>
                <p:cNvPr id="118948" name="Arc 407"/>
                <p:cNvSpPr>
                  <a:spLocks/>
                </p:cNvSpPr>
                <p:nvPr/>
              </p:nvSpPr>
              <p:spPr bwMode="auto">
                <a:xfrm rot="1440000">
                  <a:off x="5061" y="1271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49" name="Arc 408"/>
                <p:cNvSpPr>
                  <a:spLocks/>
                </p:cNvSpPr>
                <p:nvPr/>
              </p:nvSpPr>
              <p:spPr bwMode="auto">
                <a:xfrm rot="1440000">
                  <a:off x="5059" y="1278"/>
                  <a:ext cx="2" cy="0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8911" name="Group 409"/>
            <p:cNvGrpSpPr>
              <a:grpSpLocks/>
            </p:cNvGrpSpPr>
            <p:nvPr/>
          </p:nvGrpSpPr>
          <p:grpSpPr bwMode="auto">
            <a:xfrm>
              <a:off x="4895" y="1525"/>
              <a:ext cx="47" cy="26"/>
              <a:chOff x="4895" y="1525"/>
              <a:chExt cx="47" cy="26"/>
            </a:xfrm>
          </p:grpSpPr>
          <p:grpSp>
            <p:nvGrpSpPr>
              <p:cNvPr id="118936" name="Group 410"/>
              <p:cNvGrpSpPr>
                <a:grpSpLocks/>
              </p:cNvGrpSpPr>
              <p:nvPr/>
            </p:nvGrpSpPr>
            <p:grpSpPr bwMode="auto">
              <a:xfrm>
                <a:off x="4939" y="1544"/>
                <a:ext cx="3" cy="7"/>
                <a:chOff x="4939" y="1544"/>
                <a:chExt cx="3" cy="7"/>
              </a:xfrm>
            </p:grpSpPr>
            <p:sp>
              <p:nvSpPr>
                <p:cNvPr id="118943" name="Arc 411"/>
                <p:cNvSpPr>
                  <a:spLocks/>
                </p:cNvSpPr>
                <p:nvPr/>
              </p:nvSpPr>
              <p:spPr bwMode="auto">
                <a:xfrm rot="1440000">
                  <a:off x="4941" y="1544"/>
                  <a:ext cx="1" cy="2"/>
                </a:xfrm>
                <a:custGeom>
                  <a:avLst/>
                  <a:gdLst>
                    <a:gd name="T0" fmla="*/ 0 w 20492"/>
                    <a:gd name="T1" fmla="*/ 0 h 11982"/>
                    <a:gd name="T2" fmla="*/ 0 w 20492"/>
                    <a:gd name="T3" fmla="*/ 0 h 11982"/>
                    <a:gd name="T4" fmla="*/ 0 w 20492"/>
                    <a:gd name="T5" fmla="*/ 0 h 11982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1982"/>
                    <a:gd name="T11" fmla="*/ 20492 w 20492"/>
                    <a:gd name="T12" fmla="*/ 11982 h 119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1982" fill="none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</a:path>
                    <a:path w="20492" h="11982" stroke="0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  <a:lnTo>
                        <a:pt x="20492" y="1198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44" name="Arc 412"/>
                <p:cNvSpPr>
                  <a:spLocks/>
                </p:cNvSpPr>
                <p:nvPr/>
              </p:nvSpPr>
              <p:spPr bwMode="auto">
                <a:xfrm rot="1440000">
                  <a:off x="4939" y="1548"/>
                  <a:ext cx="2" cy="3"/>
                </a:xfrm>
                <a:custGeom>
                  <a:avLst/>
                  <a:gdLst>
                    <a:gd name="T0" fmla="*/ 0 w 39572"/>
                    <a:gd name="T1" fmla="*/ 0 h 21600"/>
                    <a:gd name="T2" fmla="*/ 0 w 39572"/>
                    <a:gd name="T3" fmla="*/ 0 h 21600"/>
                    <a:gd name="T4" fmla="*/ 0 w 395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9572"/>
                    <a:gd name="T10" fmla="*/ 0 h 21600"/>
                    <a:gd name="T11" fmla="*/ 39572 w 395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5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</a:path>
                    <a:path w="395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37" name="Group 413"/>
              <p:cNvGrpSpPr>
                <a:grpSpLocks/>
              </p:cNvGrpSpPr>
              <p:nvPr/>
            </p:nvGrpSpPr>
            <p:grpSpPr bwMode="auto">
              <a:xfrm>
                <a:off x="4917" y="1533"/>
                <a:ext cx="3" cy="7"/>
                <a:chOff x="4917" y="1533"/>
                <a:chExt cx="3" cy="7"/>
              </a:xfrm>
            </p:grpSpPr>
            <p:sp>
              <p:nvSpPr>
                <p:cNvPr id="118941" name="Arc 414"/>
                <p:cNvSpPr>
                  <a:spLocks/>
                </p:cNvSpPr>
                <p:nvPr/>
              </p:nvSpPr>
              <p:spPr bwMode="auto">
                <a:xfrm rot="1440000">
                  <a:off x="4918" y="1533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42" name="Arc 415"/>
                <p:cNvSpPr>
                  <a:spLocks/>
                </p:cNvSpPr>
                <p:nvPr/>
              </p:nvSpPr>
              <p:spPr bwMode="auto">
                <a:xfrm rot="1440000">
                  <a:off x="4917" y="1540"/>
                  <a:ext cx="2" cy="0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38" name="Group 416"/>
              <p:cNvGrpSpPr>
                <a:grpSpLocks/>
              </p:cNvGrpSpPr>
              <p:nvPr/>
            </p:nvGrpSpPr>
            <p:grpSpPr bwMode="auto">
              <a:xfrm>
                <a:off x="4895" y="1525"/>
                <a:ext cx="2" cy="7"/>
                <a:chOff x="4895" y="1525"/>
                <a:chExt cx="2" cy="7"/>
              </a:xfrm>
            </p:grpSpPr>
            <p:sp>
              <p:nvSpPr>
                <p:cNvPr id="118939" name="Arc 417"/>
                <p:cNvSpPr>
                  <a:spLocks/>
                </p:cNvSpPr>
                <p:nvPr/>
              </p:nvSpPr>
              <p:spPr bwMode="auto">
                <a:xfrm rot="1440000">
                  <a:off x="4895" y="1525"/>
                  <a:ext cx="2" cy="2"/>
                </a:xfrm>
                <a:custGeom>
                  <a:avLst/>
                  <a:gdLst>
                    <a:gd name="T0" fmla="*/ 0 w 19320"/>
                    <a:gd name="T1" fmla="*/ 0 h 19320"/>
                    <a:gd name="T2" fmla="*/ 0 w 19320"/>
                    <a:gd name="T3" fmla="*/ 0 h 19320"/>
                    <a:gd name="T4" fmla="*/ 0 w 19320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19320"/>
                    <a:gd name="T10" fmla="*/ 0 h 19320"/>
                    <a:gd name="T11" fmla="*/ 19320 w 19320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20" h="19320" fill="none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</a:path>
                    <a:path w="19320" h="19320" stroke="0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  <a:lnTo>
                        <a:pt x="19320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40" name="Arc 418"/>
                <p:cNvSpPr>
                  <a:spLocks/>
                </p:cNvSpPr>
                <p:nvPr/>
              </p:nvSpPr>
              <p:spPr bwMode="auto">
                <a:xfrm rot="1440000">
                  <a:off x="4895" y="1529"/>
                  <a:ext cx="1" cy="3"/>
                </a:xfrm>
                <a:custGeom>
                  <a:avLst/>
                  <a:gdLst>
                    <a:gd name="T0" fmla="*/ 0 w 17972"/>
                    <a:gd name="T1" fmla="*/ 0 h 21600"/>
                    <a:gd name="T2" fmla="*/ 0 w 17972"/>
                    <a:gd name="T3" fmla="*/ 0 h 21600"/>
                    <a:gd name="T4" fmla="*/ 0 w 179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7972"/>
                    <a:gd name="T10" fmla="*/ 0 h 21600"/>
                    <a:gd name="T11" fmla="*/ 17972 w 179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9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</a:path>
                    <a:path w="179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8912" name="Group 419"/>
            <p:cNvGrpSpPr>
              <a:grpSpLocks/>
            </p:cNvGrpSpPr>
            <p:nvPr/>
          </p:nvGrpSpPr>
          <p:grpSpPr bwMode="auto">
            <a:xfrm>
              <a:off x="4868" y="1822"/>
              <a:ext cx="47" cy="26"/>
              <a:chOff x="4868" y="1822"/>
              <a:chExt cx="47" cy="26"/>
            </a:xfrm>
          </p:grpSpPr>
          <p:grpSp>
            <p:nvGrpSpPr>
              <p:cNvPr id="118927" name="Group 420"/>
              <p:cNvGrpSpPr>
                <a:grpSpLocks/>
              </p:cNvGrpSpPr>
              <p:nvPr/>
            </p:nvGrpSpPr>
            <p:grpSpPr bwMode="auto">
              <a:xfrm>
                <a:off x="4912" y="1841"/>
                <a:ext cx="3" cy="7"/>
                <a:chOff x="4912" y="1841"/>
                <a:chExt cx="3" cy="7"/>
              </a:xfrm>
            </p:grpSpPr>
            <p:sp>
              <p:nvSpPr>
                <p:cNvPr id="118934" name="Arc 421"/>
                <p:cNvSpPr>
                  <a:spLocks/>
                </p:cNvSpPr>
                <p:nvPr/>
              </p:nvSpPr>
              <p:spPr bwMode="auto">
                <a:xfrm rot="1440000">
                  <a:off x="4914" y="1841"/>
                  <a:ext cx="1" cy="2"/>
                </a:xfrm>
                <a:custGeom>
                  <a:avLst/>
                  <a:gdLst>
                    <a:gd name="T0" fmla="*/ 0 w 20492"/>
                    <a:gd name="T1" fmla="*/ 0 h 11982"/>
                    <a:gd name="T2" fmla="*/ 0 w 20492"/>
                    <a:gd name="T3" fmla="*/ 0 h 11982"/>
                    <a:gd name="T4" fmla="*/ 0 w 20492"/>
                    <a:gd name="T5" fmla="*/ 0 h 11982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1982"/>
                    <a:gd name="T11" fmla="*/ 20492 w 20492"/>
                    <a:gd name="T12" fmla="*/ 11982 h 119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1982" fill="none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</a:path>
                    <a:path w="20492" h="11982" stroke="0" extrusionOk="0">
                      <a:moveTo>
                        <a:pt x="0" y="5151"/>
                      </a:moveTo>
                      <a:cubicBezTo>
                        <a:pt x="607" y="3329"/>
                        <a:pt x="1454" y="1597"/>
                        <a:pt x="2520" y="0"/>
                      </a:cubicBezTo>
                      <a:lnTo>
                        <a:pt x="20492" y="11982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35" name="Arc 422"/>
                <p:cNvSpPr>
                  <a:spLocks/>
                </p:cNvSpPr>
                <p:nvPr/>
              </p:nvSpPr>
              <p:spPr bwMode="auto">
                <a:xfrm rot="1440000">
                  <a:off x="4912" y="1845"/>
                  <a:ext cx="2" cy="3"/>
                </a:xfrm>
                <a:custGeom>
                  <a:avLst/>
                  <a:gdLst>
                    <a:gd name="T0" fmla="*/ 0 w 39572"/>
                    <a:gd name="T1" fmla="*/ 0 h 21600"/>
                    <a:gd name="T2" fmla="*/ 0 w 39572"/>
                    <a:gd name="T3" fmla="*/ 0 h 21600"/>
                    <a:gd name="T4" fmla="*/ 0 w 395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9572"/>
                    <a:gd name="T10" fmla="*/ 0 h 21600"/>
                    <a:gd name="T11" fmla="*/ 39572 w 395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5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</a:path>
                    <a:path w="395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-1"/>
                        <a:pt x="17972" y="0"/>
                      </a:cubicBezTo>
                      <a:cubicBezTo>
                        <a:pt x="29901" y="0"/>
                        <a:pt x="39572" y="9670"/>
                        <a:pt x="39572" y="2160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28" name="Group 423"/>
              <p:cNvGrpSpPr>
                <a:grpSpLocks/>
              </p:cNvGrpSpPr>
              <p:nvPr/>
            </p:nvGrpSpPr>
            <p:grpSpPr bwMode="auto">
              <a:xfrm>
                <a:off x="4890" y="1830"/>
                <a:ext cx="3" cy="7"/>
                <a:chOff x="4890" y="1830"/>
                <a:chExt cx="3" cy="7"/>
              </a:xfrm>
            </p:grpSpPr>
            <p:sp>
              <p:nvSpPr>
                <p:cNvPr id="118932" name="Arc 424"/>
                <p:cNvSpPr>
                  <a:spLocks/>
                </p:cNvSpPr>
                <p:nvPr/>
              </p:nvSpPr>
              <p:spPr bwMode="auto">
                <a:xfrm rot="1440000">
                  <a:off x="4891" y="1830"/>
                  <a:ext cx="2" cy="3"/>
                </a:xfrm>
                <a:custGeom>
                  <a:avLst/>
                  <a:gdLst>
                    <a:gd name="T0" fmla="*/ 0 w 20492"/>
                    <a:gd name="T1" fmla="*/ 0 h 19320"/>
                    <a:gd name="T2" fmla="*/ 0 w 20492"/>
                    <a:gd name="T3" fmla="*/ 0 h 19320"/>
                    <a:gd name="T4" fmla="*/ 0 w 20492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20492"/>
                    <a:gd name="T10" fmla="*/ 0 h 19320"/>
                    <a:gd name="T11" fmla="*/ 20492 w 20492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492" h="19320" fill="none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</a:path>
                    <a:path w="20492" h="19320" stroke="0" extrusionOk="0">
                      <a:moveTo>
                        <a:pt x="0" y="12489"/>
                      </a:moveTo>
                      <a:cubicBezTo>
                        <a:pt x="1812" y="7054"/>
                        <a:pt x="5708" y="2562"/>
                        <a:pt x="10832" y="0"/>
                      </a:cubicBezTo>
                      <a:lnTo>
                        <a:pt x="20492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33" name="Arc 425"/>
                <p:cNvSpPr>
                  <a:spLocks/>
                </p:cNvSpPr>
                <p:nvPr/>
              </p:nvSpPr>
              <p:spPr bwMode="auto">
                <a:xfrm rot="1440000">
                  <a:off x="4890" y="1837"/>
                  <a:ext cx="2" cy="0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929" name="Group 426"/>
              <p:cNvGrpSpPr>
                <a:grpSpLocks/>
              </p:cNvGrpSpPr>
              <p:nvPr/>
            </p:nvGrpSpPr>
            <p:grpSpPr bwMode="auto">
              <a:xfrm>
                <a:off x="4868" y="1822"/>
                <a:ext cx="2" cy="7"/>
                <a:chOff x="4868" y="1822"/>
                <a:chExt cx="2" cy="7"/>
              </a:xfrm>
            </p:grpSpPr>
            <p:sp>
              <p:nvSpPr>
                <p:cNvPr id="118930" name="Arc 427"/>
                <p:cNvSpPr>
                  <a:spLocks/>
                </p:cNvSpPr>
                <p:nvPr/>
              </p:nvSpPr>
              <p:spPr bwMode="auto">
                <a:xfrm rot="1440000">
                  <a:off x="4868" y="1822"/>
                  <a:ext cx="2" cy="2"/>
                </a:xfrm>
                <a:custGeom>
                  <a:avLst/>
                  <a:gdLst>
                    <a:gd name="T0" fmla="*/ 0 w 19320"/>
                    <a:gd name="T1" fmla="*/ 0 h 19320"/>
                    <a:gd name="T2" fmla="*/ 0 w 19320"/>
                    <a:gd name="T3" fmla="*/ 0 h 19320"/>
                    <a:gd name="T4" fmla="*/ 0 w 19320"/>
                    <a:gd name="T5" fmla="*/ 0 h 19320"/>
                    <a:gd name="T6" fmla="*/ 0 60000 65536"/>
                    <a:gd name="T7" fmla="*/ 0 60000 65536"/>
                    <a:gd name="T8" fmla="*/ 0 60000 65536"/>
                    <a:gd name="T9" fmla="*/ 0 w 19320"/>
                    <a:gd name="T10" fmla="*/ 0 h 19320"/>
                    <a:gd name="T11" fmla="*/ 19320 w 19320"/>
                    <a:gd name="T12" fmla="*/ 19320 h 19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20" h="19320" fill="none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</a:path>
                    <a:path w="19320" h="19320" stroke="0" extrusionOk="0">
                      <a:moveTo>
                        <a:pt x="0" y="9660"/>
                      </a:moveTo>
                      <a:cubicBezTo>
                        <a:pt x="2090" y="5479"/>
                        <a:pt x="5479" y="2090"/>
                        <a:pt x="9660" y="0"/>
                      </a:cubicBezTo>
                      <a:lnTo>
                        <a:pt x="19320" y="1932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931" name="Arc 428"/>
                <p:cNvSpPr>
                  <a:spLocks/>
                </p:cNvSpPr>
                <p:nvPr/>
              </p:nvSpPr>
              <p:spPr bwMode="auto">
                <a:xfrm rot="1440000">
                  <a:off x="4868" y="1826"/>
                  <a:ext cx="1" cy="3"/>
                </a:xfrm>
                <a:custGeom>
                  <a:avLst/>
                  <a:gdLst>
                    <a:gd name="T0" fmla="*/ 0 w 17972"/>
                    <a:gd name="T1" fmla="*/ 0 h 21600"/>
                    <a:gd name="T2" fmla="*/ 0 w 17972"/>
                    <a:gd name="T3" fmla="*/ 0 h 21600"/>
                    <a:gd name="T4" fmla="*/ 0 w 1797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7972"/>
                    <a:gd name="T10" fmla="*/ 0 h 21600"/>
                    <a:gd name="T11" fmla="*/ 17972 w 1797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972" h="21600" fill="none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</a:path>
                    <a:path w="17972" h="21600" stroke="0" extrusionOk="0">
                      <a:moveTo>
                        <a:pt x="0" y="9618"/>
                      </a:moveTo>
                      <a:cubicBezTo>
                        <a:pt x="4006" y="3609"/>
                        <a:pt x="10750" y="0"/>
                        <a:pt x="17971" y="0"/>
                      </a:cubicBezTo>
                      <a:lnTo>
                        <a:pt x="17972" y="216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8913" name="Group 429"/>
            <p:cNvGrpSpPr>
              <a:grpSpLocks/>
            </p:cNvGrpSpPr>
            <p:nvPr/>
          </p:nvGrpSpPr>
          <p:grpSpPr bwMode="auto">
            <a:xfrm>
              <a:off x="5041" y="1292"/>
              <a:ext cx="4" cy="7"/>
              <a:chOff x="5041" y="1292"/>
              <a:chExt cx="4" cy="7"/>
            </a:xfrm>
          </p:grpSpPr>
          <p:sp>
            <p:nvSpPr>
              <p:cNvPr id="118925" name="Arc 430"/>
              <p:cNvSpPr>
                <a:spLocks/>
              </p:cNvSpPr>
              <p:nvPr/>
            </p:nvSpPr>
            <p:spPr bwMode="auto">
              <a:xfrm rot="1440000">
                <a:off x="5043" y="1292"/>
                <a:ext cx="2" cy="2"/>
              </a:xfrm>
              <a:custGeom>
                <a:avLst/>
                <a:gdLst>
                  <a:gd name="T0" fmla="*/ 0 w 19320"/>
                  <a:gd name="T1" fmla="*/ 0 h 19320"/>
                  <a:gd name="T2" fmla="*/ 0 w 19320"/>
                  <a:gd name="T3" fmla="*/ 0 h 19320"/>
                  <a:gd name="T4" fmla="*/ 0 w 19320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19320"/>
                  <a:gd name="T10" fmla="*/ 0 h 19320"/>
                  <a:gd name="T11" fmla="*/ 19320 w 19320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20" h="19320" fill="none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</a:path>
                  <a:path w="19320" h="19320" stroke="0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  <a:lnTo>
                      <a:pt x="19320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8926" name="Arc 431"/>
              <p:cNvSpPr>
                <a:spLocks/>
              </p:cNvSpPr>
              <p:nvPr/>
            </p:nvSpPr>
            <p:spPr bwMode="auto">
              <a:xfrm rot="1440000">
                <a:off x="5041" y="1299"/>
                <a:ext cx="2" cy="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8914" name="Arc 432"/>
            <p:cNvSpPr>
              <a:spLocks/>
            </p:cNvSpPr>
            <p:nvPr/>
          </p:nvSpPr>
          <p:spPr bwMode="auto">
            <a:xfrm rot="1440000">
              <a:off x="4900" y="1554"/>
              <a:ext cx="2" cy="3"/>
            </a:xfrm>
            <a:custGeom>
              <a:avLst/>
              <a:gdLst>
                <a:gd name="T0" fmla="*/ 0 w 20492"/>
                <a:gd name="T1" fmla="*/ 0 h 19320"/>
                <a:gd name="T2" fmla="*/ 0 w 20492"/>
                <a:gd name="T3" fmla="*/ 0 h 19320"/>
                <a:gd name="T4" fmla="*/ 0 w 20492"/>
                <a:gd name="T5" fmla="*/ 0 h 19320"/>
                <a:gd name="T6" fmla="*/ 0 60000 65536"/>
                <a:gd name="T7" fmla="*/ 0 60000 65536"/>
                <a:gd name="T8" fmla="*/ 0 60000 65536"/>
                <a:gd name="T9" fmla="*/ 0 w 20492"/>
                <a:gd name="T10" fmla="*/ 0 h 19320"/>
                <a:gd name="T11" fmla="*/ 20492 w 20492"/>
                <a:gd name="T12" fmla="*/ 19320 h 193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2" h="19320" fill="none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</a:path>
                <a:path w="20492" h="19320" stroke="0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  <a:lnTo>
                    <a:pt x="20492" y="1932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8915" name="Group 433"/>
            <p:cNvGrpSpPr>
              <a:grpSpLocks/>
            </p:cNvGrpSpPr>
            <p:nvPr/>
          </p:nvGrpSpPr>
          <p:grpSpPr bwMode="auto">
            <a:xfrm>
              <a:off x="4876" y="1546"/>
              <a:ext cx="4" cy="7"/>
              <a:chOff x="4876" y="1546"/>
              <a:chExt cx="4" cy="7"/>
            </a:xfrm>
          </p:grpSpPr>
          <p:sp>
            <p:nvSpPr>
              <p:cNvPr id="118923" name="Arc 434"/>
              <p:cNvSpPr>
                <a:spLocks/>
              </p:cNvSpPr>
              <p:nvPr/>
            </p:nvSpPr>
            <p:spPr bwMode="auto">
              <a:xfrm rot="1440000">
                <a:off x="4878" y="1546"/>
                <a:ext cx="2" cy="2"/>
              </a:xfrm>
              <a:custGeom>
                <a:avLst/>
                <a:gdLst>
                  <a:gd name="T0" fmla="*/ 0 w 19320"/>
                  <a:gd name="T1" fmla="*/ 0 h 19320"/>
                  <a:gd name="T2" fmla="*/ 0 w 19320"/>
                  <a:gd name="T3" fmla="*/ 0 h 19320"/>
                  <a:gd name="T4" fmla="*/ 0 w 19320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19320"/>
                  <a:gd name="T10" fmla="*/ 0 h 19320"/>
                  <a:gd name="T11" fmla="*/ 19320 w 19320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20" h="19320" fill="none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</a:path>
                  <a:path w="19320" h="19320" stroke="0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  <a:lnTo>
                      <a:pt x="19320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8924" name="Arc 435"/>
              <p:cNvSpPr>
                <a:spLocks/>
              </p:cNvSpPr>
              <p:nvPr/>
            </p:nvSpPr>
            <p:spPr bwMode="auto">
              <a:xfrm rot="1440000">
                <a:off x="4876" y="1550"/>
                <a:ext cx="2" cy="3"/>
              </a:xfrm>
              <a:custGeom>
                <a:avLst/>
                <a:gdLst>
                  <a:gd name="T0" fmla="*/ 0 w 39572"/>
                  <a:gd name="T1" fmla="*/ 0 h 21600"/>
                  <a:gd name="T2" fmla="*/ 0 w 39572"/>
                  <a:gd name="T3" fmla="*/ 0 h 21600"/>
                  <a:gd name="T4" fmla="*/ 0 w 3957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9572"/>
                  <a:gd name="T10" fmla="*/ 0 h 21600"/>
                  <a:gd name="T11" fmla="*/ 39572 w 3957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572" h="21600" fill="none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</a:path>
                  <a:path w="39572" h="21600" stroke="0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  <a:lnTo>
                      <a:pt x="17972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8916" name="Arc 436"/>
            <p:cNvSpPr>
              <a:spLocks/>
            </p:cNvSpPr>
            <p:nvPr/>
          </p:nvSpPr>
          <p:spPr bwMode="auto">
            <a:xfrm rot="1440000">
              <a:off x="4873" y="1851"/>
              <a:ext cx="2" cy="3"/>
            </a:xfrm>
            <a:custGeom>
              <a:avLst/>
              <a:gdLst>
                <a:gd name="T0" fmla="*/ 0 w 20492"/>
                <a:gd name="T1" fmla="*/ 0 h 19320"/>
                <a:gd name="T2" fmla="*/ 0 w 20492"/>
                <a:gd name="T3" fmla="*/ 0 h 19320"/>
                <a:gd name="T4" fmla="*/ 0 w 20492"/>
                <a:gd name="T5" fmla="*/ 0 h 19320"/>
                <a:gd name="T6" fmla="*/ 0 60000 65536"/>
                <a:gd name="T7" fmla="*/ 0 60000 65536"/>
                <a:gd name="T8" fmla="*/ 0 60000 65536"/>
                <a:gd name="T9" fmla="*/ 0 w 20492"/>
                <a:gd name="T10" fmla="*/ 0 h 19320"/>
                <a:gd name="T11" fmla="*/ 20492 w 20492"/>
                <a:gd name="T12" fmla="*/ 19320 h 193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2" h="19320" fill="none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</a:path>
                <a:path w="20492" h="19320" stroke="0" extrusionOk="0">
                  <a:moveTo>
                    <a:pt x="0" y="12489"/>
                  </a:moveTo>
                  <a:cubicBezTo>
                    <a:pt x="1812" y="7054"/>
                    <a:pt x="5708" y="2562"/>
                    <a:pt x="10832" y="0"/>
                  </a:cubicBezTo>
                  <a:lnTo>
                    <a:pt x="20492" y="1932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8917" name="Group 437"/>
            <p:cNvGrpSpPr>
              <a:grpSpLocks/>
            </p:cNvGrpSpPr>
            <p:nvPr/>
          </p:nvGrpSpPr>
          <p:grpSpPr bwMode="auto">
            <a:xfrm>
              <a:off x="4849" y="1843"/>
              <a:ext cx="4" cy="7"/>
              <a:chOff x="4849" y="1843"/>
              <a:chExt cx="4" cy="7"/>
            </a:xfrm>
          </p:grpSpPr>
          <p:sp>
            <p:nvSpPr>
              <p:cNvPr id="118921" name="Arc 438"/>
              <p:cNvSpPr>
                <a:spLocks/>
              </p:cNvSpPr>
              <p:nvPr/>
            </p:nvSpPr>
            <p:spPr bwMode="auto">
              <a:xfrm rot="1440000">
                <a:off x="4851" y="1843"/>
                <a:ext cx="2" cy="2"/>
              </a:xfrm>
              <a:custGeom>
                <a:avLst/>
                <a:gdLst>
                  <a:gd name="T0" fmla="*/ 0 w 19320"/>
                  <a:gd name="T1" fmla="*/ 0 h 19320"/>
                  <a:gd name="T2" fmla="*/ 0 w 19320"/>
                  <a:gd name="T3" fmla="*/ 0 h 19320"/>
                  <a:gd name="T4" fmla="*/ 0 w 19320"/>
                  <a:gd name="T5" fmla="*/ 0 h 19320"/>
                  <a:gd name="T6" fmla="*/ 0 60000 65536"/>
                  <a:gd name="T7" fmla="*/ 0 60000 65536"/>
                  <a:gd name="T8" fmla="*/ 0 60000 65536"/>
                  <a:gd name="T9" fmla="*/ 0 w 19320"/>
                  <a:gd name="T10" fmla="*/ 0 h 19320"/>
                  <a:gd name="T11" fmla="*/ 19320 w 19320"/>
                  <a:gd name="T12" fmla="*/ 19320 h 19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20" h="19320" fill="none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</a:path>
                  <a:path w="19320" h="19320" stroke="0" extrusionOk="0">
                    <a:moveTo>
                      <a:pt x="0" y="9660"/>
                    </a:moveTo>
                    <a:cubicBezTo>
                      <a:pt x="2090" y="5479"/>
                      <a:pt x="5479" y="2090"/>
                      <a:pt x="9660" y="0"/>
                    </a:cubicBezTo>
                    <a:lnTo>
                      <a:pt x="19320" y="1932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8922" name="Arc 439"/>
              <p:cNvSpPr>
                <a:spLocks/>
              </p:cNvSpPr>
              <p:nvPr/>
            </p:nvSpPr>
            <p:spPr bwMode="auto">
              <a:xfrm rot="1440000">
                <a:off x="4849" y="1847"/>
                <a:ext cx="2" cy="3"/>
              </a:xfrm>
              <a:custGeom>
                <a:avLst/>
                <a:gdLst>
                  <a:gd name="T0" fmla="*/ 0 w 39572"/>
                  <a:gd name="T1" fmla="*/ 0 h 21600"/>
                  <a:gd name="T2" fmla="*/ 0 w 39572"/>
                  <a:gd name="T3" fmla="*/ 0 h 21600"/>
                  <a:gd name="T4" fmla="*/ 0 w 3957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9572"/>
                  <a:gd name="T10" fmla="*/ 0 h 21600"/>
                  <a:gd name="T11" fmla="*/ 39572 w 3957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572" h="21600" fill="none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</a:path>
                  <a:path w="39572" h="21600" stroke="0" extrusionOk="0">
                    <a:moveTo>
                      <a:pt x="0" y="9618"/>
                    </a:moveTo>
                    <a:cubicBezTo>
                      <a:pt x="4006" y="3609"/>
                      <a:pt x="10750" y="-1"/>
                      <a:pt x="17972" y="0"/>
                    </a:cubicBezTo>
                    <a:cubicBezTo>
                      <a:pt x="29901" y="0"/>
                      <a:pt x="39572" y="9670"/>
                      <a:pt x="39572" y="21600"/>
                    </a:cubicBezTo>
                    <a:lnTo>
                      <a:pt x="17972" y="2160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8918" name="Arc 440"/>
            <p:cNvSpPr>
              <a:spLocks/>
            </p:cNvSpPr>
            <p:nvPr/>
          </p:nvSpPr>
          <p:spPr bwMode="auto">
            <a:xfrm rot="1440000">
              <a:off x="5064" y="1307"/>
              <a:ext cx="2" cy="2"/>
            </a:xfrm>
            <a:custGeom>
              <a:avLst/>
              <a:gdLst>
                <a:gd name="T0" fmla="*/ 0 w 40920"/>
                <a:gd name="T1" fmla="*/ 0 h 21600"/>
                <a:gd name="T2" fmla="*/ 0 w 40920"/>
                <a:gd name="T3" fmla="*/ 0 h 21600"/>
                <a:gd name="T4" fmla="*/ 0 w 40920"/>
                <a:gd name="T5" fmla="*/ 0 h 21600"/>
                <a:gd name="T6" fmla="*/ 0 60000 65536"/>
                <a:gd name="T7" fmla="*/ 0 60000 65536"/>
                <a:gd name="T8" fmla="*/ 0 60000 65536"/>
                <a:gd name="T9" fmla="*/ 0 w 40920"/>
                <a:gd name="T10" fmla="*/ 0 h 21600"/>
                <a:gd name="T11" fmla="*/ 40920 w 4092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920" h="21600" fill="none" extrusionOk="0">
                  <a:moveTo>
                    <a:pt x="0" y="11940"/>
                  </a:moveTo>
                  <a:cubicBezTo>
                    <a:pt x="3659" y="4622"/>
                    <a:pt x="11138" y="-1"/>
                    <a:pt x="19320" y="0"/>
                  </a:cubicBezTo>
                  <a:cubicBezTo>
                    <a:pt x="31249" y="0"/>
                    <a:pt x="40920" y="9670"/>
                    <a:pt x="40920" y="21600"/>
                  </a:cubicBezTo>
                </a:path>
                <a:path w="40920" h="21600" stroke="0" extrusionOk="0">
                  <a:moveTo>
                    <a:pt x="0" y="11940"/>
                  </a:moveTo>
                  <a:cubicBezTo>
                    <a:pt x="3659" y="4622"/>
                    <a:pt x="11138" y="-1"/>
                    <a:pt x="19320" y="0"/>
                  </a:cubicBezTo>
                  <a:cubicBezTo>
                    <a:pt x="31249" y="0"/>
                    <a:pt x="40920" y="9670"/>
                    <a:pt x="40920" y="21600"/>
                  </a:cubicBezTo>
                  <a:lnTo>
                    <a:pt x="19320" y="2160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919" name="Arc 441"/>
            <p:cNvSpPr>
              <a:spLocks/>
            </p:cNvSpPr>
            <p:nvPr/>
          </p:nvSpPr>
          <p:spPr bwMode="auto">
            <a:xfrm rot="1440000">
              <a:off x="4922" y="1569"/>
              <a:ext cx="1" cy="3"/>
            </a:xfrm>
            <a:custGeom>
              <a:avLst/>
              <a:gdLst>
                <a:gd name="T0" fmla="*/ 0 w 17972"/>
                <a:gd name="T1" fmla="*/ 0 h 21600"/>
                <a:gd name="T2" fmla="*/ 0 w 17972"/>
                <a:gd name="T3" fmla="*/ 0 h 21600"/>
                <a:gd name="T4" fmla="*/ 0 w 1797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972"/>
                <a:gd name="T10" fmla="*/ 0 h 21600"/>
                <a:gd name="T11" fmla="*/ 17972 w 1797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972" h="21600" fill="none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</a:path>
                <a:path w="17972" h="21600" stroke="0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  <a:lnTo>
                    <a:pt x="17972" y="2160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920" name="Arc 442"/>
            <p:cNvSpPr>
              <a:spLocks/>
            </p:cNvSpPr>
            <p:nvPr/>
          </p:nvSpPr>
          <p:spPr bwMode="auto">
            <a:xfrm rot="1440000">
              <a:off x="4895" y="1866"/>
              <a:ext cx="1" cy="3"/>
            </a:xfrm>
            <a:custGeom>
              <a:avLst/>
              <a:gdLst>
                <a:gd name="T0" fmla="*/ 0 w 17972"/>
                <a:gd name="T1" fmla="*/ 0 h 21600"/>
                <a:gd name="T2" fmla="*/ 0 w 17972"/>
                <a:gd name="T3" fmla="*/ 0 h 21600"/>
                <a:gd name="T4" fmla="*/ 0 w 1797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972"/>
                <a:gd name="T10" fmla="*/ 0 h 21600"/>
                <a:gd name="T11" fmla="*/ 17972 w 1797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972" h="21600" fill="none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</a:path>
                <a:path w="17972" h="21600" stroke="0" extrusionOk="0">
                  <a:moveTo>
                    <a:pt x="0" y="9618"/>
                  </a:moveTo>
                  <a:cubicBezTo>
                    <a:pt x="4006" y="3609"/>
                    <a:pt x="10750" y="0"/>
                    <a:pt x="17971" y="0"/>
                  </a:cubicBezTo>
                  <a:lnTo>
                    <a:pt x="17972" y="2160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8819" name="AutoShape 443"/>
          <p:cNvSpPr>
            <a:spLocks noChangeArrowheads="1"/>
          </p:cNvSpPr>
          <p:nvPr/>
        </p:nvSpPr>
        <p:spPr bwMode="auto">
          <a:xfrm>
            <a:off x="5800725" y="4721225"/>
            <a:ext cx="1157288" cy="690563"/>
          </a:xfrm>
          <a:prstGeom prst="roundRect">
            <a:avLst>
              <a:gd name="adj" fmla="val 16667"/>
            </a:avLst>
          </a:prstGeom>
          <a:solidFill>
            <a:srgbClr val="4FA600"/>
          </a:solidFill>
          <a:ln w="25400">
            <a:solidFill>
              <a:srgbClr val="E47F00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820" name="AutoShape 444"/>
          <p:cNvSpPr>
            <a:spLocks noChangeArrowheads="1"/>
          </p:cNvSpPr>
          <p:nvPr/>
        </p:nvSpPr>
        <p:spPr bwMode="auto">
          <a:xfrm>
            <a:off x="2232025" y="4721225"/>
            <a:ext cx="1158875" cy="690563"/>
          </a:xfrm>
          <a:prstGeom prst="roundRect">
            <a:avLst>
              <a:gd name="adj" fmla="val 16667"/>
            </a:avLst>
          </a:prstGeom>
          <a:solidFill>
            <a:srgbClr val="4FA600"/>
          </a:solidFill>
          <a:ln w="25400">
            <a:solidFill>
              <a:srgbClr val="E47F00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821" name="Rectangle 445"/>
          <p:cNvSpPr>
            <a:spLocks noChangeArrowheads="1"/>
          </p:cNvSpPr>
          <p:nvPr/>
        </p:nvSpPr>
        <p:spPr bwMode="auto">
          <a:xfrm>
            <a:off x="2386013" y="4843463"/>
            <a:ext cx="9779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Relay A</a:t>
            </a:r>
          </a:p>
        </p:txBody>
      </p:sp>
      <p:sp>
        <p:nvSpPr>
          <p:cNvPr id="118822" name="Rectangle 446"/>
          <p:cNvSpPr>
            <a:spLocks noChangeArrowheads="1"/>
          </p:cNvSpPr>
          <p:nvPr/>
        </p:nvSpPr>
        <p:spPr bwMode="auto">
          <a:xfrm>
            <a:off x="5916613" y="4856163"/>
            <a:ext cx="9398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Relay B</a:t>
            </a:r>
          </a:p>
        </p:txBody>
      </p:sp>
      <p:sp>
        <p:nvSpPr>
          <p:cNvPr id="118823" name="Line 447"/>
          <p:cNvSpPr>
            <a:spLocks noChangeShapeType="1"/>
          </p:cNvSpPr>
          <p:nvPr/>
        </p:nvSpPr>
        <p:spPr bwMode="auto">
          <a:xfrm>
            <a:off x="3290888" y="4044950"/>
            <a:ext cx="993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24" name="Line 448"/>
          <p:cNvSpPr>
            <a:spLocks noChangeShapeType="1"/>
          </p:cNvSpPr>
          <p:nvPr/>
        </p:nvSpPr>
        <p:spPr bwMode="auto">
          <a:xfrm>
            <a:off x="4887913" y="4044950"/>
            <a:ext cx="993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25" name="Freeform 449"/>
          <p:cNvSpPr>
            <a:spLocks/>
          </p:cNvSpPr>
          <p:nvPr/>
        </p:nvSpPr>
        <p:spPr bwMode="auto">
          <a:xfrm>
            <a:off x="4786313" y="4044950"/>
            <a:ext cx="201612" cy="266700"/>
          </a:xfrm>
          <a:custGeom>
            <a:avLst/>
            <a:gdLst>
              <a:gd name="T0" fmla="*/ 2147483647 w 311"/>
              <a:gd name="T1" fmla="*/ 0 h 584"/>
              <a:gd name="T2" fmla="*/ 2147483647 w 311"/>
              <a:gd name="T3" fmla="*/ 2147483647 h 584"/>
              <a:gd name="T4" fmla="*/ 2147483647 w 311"/>
              <a:gd name="T5" fmla="*/ 2147483647 h 584"/>
              <a:gd name="T6" fmla="*/ 2147483647 w 311"/>
              <a:gd name="T7" fmla="*/ 2147483647 h 584"/>
              <a:gd name="T8" fmla="*/ 0 60000 65536"/>
              <a:gd name="T9" fmla="*/ 0 60000 65536"/>
              <a:gd name="T10" fmla="*/ 0 60000 65536"/>
              <a:gd name="T11" fmla="*/ 0 60000 65536"/>
              <a:gd name="T12" fmla="*/ 0 w 311"/>
              <a:gd name="T13" fmla="*/ 0 h 584"/>
              <a:gd name="T14" fmla="*/ 311 w 311"/>
              <a:gd name="T15" fmla="*/ 584 h 5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11" h="584">
                <a:moveTo>
                  <a:pt x="200" y="0"/>
                </a:moveTo>
                <a:cubicBezTo>
                  <a:pt x="100" y="50"/>
                  <a:pt x="0" y="100"/>
                  <a:pt x="16" y="168"/>
                </a:cubicBezTo>
                <a:cubicBezTo>
                  <a:pt x="32" y="236"/>
                  <a:pt x="281" y="339"/>
                  <a:pt x="296" y="408"/>
                </a:cubicBezTo>
                <a:cubicBezTo>
                  <a:pt x="311" y="477"/>
                  <a:pt x="207" y="530"/>
                  <a:pt x="104" y="58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26" name="Freeform 450"/>
          <p:cNvSpPr>
            <a:spLocks/>
          </p:cNvSpPr>
          <p:nvPr/>
        </p:nvSpPr>
        <p:spPr bwMode="auto">
          <a:xfrm>
            <a:off x="4132263" y="4057650"/>
            <a:ext cx="201612" cy="266700"/>
          </a:xfrm>
          <a:custGeom>
            <a:avLst/>
            <a:gdLst>
              <a:gd name="T0" fmla="*/ 2147483647 w 311"/>
              <a:gd name="T1" fmla="*/ 0 h 584"/>
              <a:gd name="T2" fmla="*/ 2147483647 w 311"/>
              <a:gd name="T3" fmla="*/ 2147483647 h 584"/>
              <a:gd name="T4" fmla="*/ 2147483647 w 311"/>
              <a:gd name="T5" fmla="*/ 2147483647 h 584"/>
              <a:gd name="T6" fmla="*/ 2147483647 w 311"/>
              <a:gd name="T7" fmla="*/ 2147483647 h 584"/>
              <a:gd name="T8" fmla="*/ 0 60000 65536"/>
              <a:gd name="T9" fmla="*/ 0 60000 65536"/>
              <a:gd name="T10" fmla="*/ 0 60000 65536"/>
              <a:gd name="T11" fmla="*/ 0 60000 65536"/>
              <a:gd name="T12" fmla="*/ 0 w 311"/>
              <a:gd name="T13" fmla="*/ 0 h 584"/>
              <a:gd name="T14" fmla="*/ 311 w 311"/>
              <a:gd name="T15" fmla="*/ 584 h 5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11" h="584">
                <a:moveTo>
                  <a:pt x="200" y="0"/>
                </a:moveTo>
                <a:cubicBezTo>
                  <a:pt x="100" y="50"/>
                  <a:pt x="0" y="100"/>
                  <a:pt x="16" y="168"/>
                </a:cubicBezTo>
                <a:cubicBezTo>
                  <a:pt x="32" y="236"/>
                  <a:pt x="281" y="339"/>
                  <a:pt x="296" y="408"/>
                </a:cubicBezTo>
                <a:cubicBezTo>
                  <a:pt x="311" y="477"/>
                  <a:pt x="207" y="530"/>
                  <a:pt x="104" y="58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827" name="Rectangle 451"/>
          <p:cNvSpPr>
            <a:spLocks noChangeArrowheads="1"/>
          </p:cNvSpPr>
          <p:nvPr/>
        </p:nvSpPr>
        <p:spPr bwMode="auto">
          <a:xfrm>
            <a:off x="3219450" y="2616200"/>
            <a:ext cx="26892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US" altLang="en-US" sz="2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Now, </a:t>
            </a:r>
            <a:r>
              <a:rPr lang="en-US" altLang="en-US" sz="2800" b="1" u="sng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tp2 &gt; tp1</a:t>
            </a:r>
            <a:endParaRPr lang="en-US" altLang="en-US" sz="2800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158218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MiCOM P54x</a:t>
            </a:r>
            <a:br>
              <a:rPr lang="en-GB" altLang="en-US"/>
            </a:br>
            <a:r>
              <a:rPr lang="en-GB" altLang="en-US"/>
              <a:t>Transient Change in Propagation Delay (2)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506538"/>
            <a:ext cx="8280400" cy="4525962"/>
          </a:xfrm>
          <a:noFill/>
        </p:spPr>
        <p:txBody>
          <a:bodyPr/>
          <a:lstStyle/>
          <a:p>
            <a:pPr eaLnBrk="1" hangingPunct="1"/>
            <a:r>
              <a:rPr lang="en-GB" altLang="en-US" dirty="0"/>
              <a:t>Relay continuously measures the propagation delay</a:t>
            </a:r>
          </a:p>
          <a:p>
            <a:pPr marL="0" indent="0" eaLnBrk="1" hangingPunct="1">
              <a:buNone/>
            </a:pPr>
            <a:endParaRPr lang="en-GB" altLang="en-US" dirty="0"/>
          </a:p>
          <a:p>
            <a:pPr eaLnBrk="1" hangingPunct="1"/>
            <a:r>
              <a:rPr lang="en-GB" altLang="en-US" dirty="0"/>
              <a:t>Any change in propagation delay greater than settable value used to raise k1 (initial bias slope) to 200% (effectively blocking relay for currents less than Is2, similar to an overcurrent interlock)</a:t>
            </a:r>
            <a:br>
              <a:rPr lang="en-GB" altLang="en-US" dirty="0"/>
            </a:br>
            <a:endParaRPr lang="en-GB" altLang="en-US" dirty="0"/>
          </a:p>
          <a:p>
            <a:pPr eaLnBrk="1" hangingPunct="1"/>
            <a:r>
              <a:rPr lang="en-GB" altLang="en-US" dirty="0"/>
              <a:t>Change is maintained for settable time delay (max. 500ms) to overcome transient period after which k1 is reduced to original value</a:t>
            </a:r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Line 2"/>
          <p:cNvSpPr>
            <a:spLocks noChangeShapeType="1"/>
          </p:cNvSpPr>
          <p:nvPr/>
        </p:nvSpPr>
        <p:spPr bwMode="auto">
          <a:xfrm flipH="1">
            <a:off x="2533650" y="4910138"/>
            <a:ext cx="773113" cy="0"/>
          </a:xfrm>
          <a:prstGeom prst="line">
            <a:avLst/>
          </a:prstGeom>
          <a:noFill/>
          <a:ln w="254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3321050" y="1455738"/>
            <a:ext cx="5505450" cy="3916362"/>
          </a:xfrm>
          <a:prstGeom prst="rect">
            <a:avLst/>
          </a:prstGeom>
          <a:solidFill>
            <a:srgbClr val="4FA600">
              <a:alpha val="25098"/>
            </a:srgbClr>
          </a:soli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2011363" y="4699000"/>
            <a:ext cx="782637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Is1</a:t>
            </a:r>
            <a:endParaRPr lang="en-US" altLang="en-US" sz="24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5" name="Freeform 13"/>
          <p:cNvSpPr>
            <a:spLocks/>
          </p:cNvSpPr>
          <p:nvPr/>
        </p:nvSpPr>
        <p:spPr bwMode="auto">
          <a:xfrm>
            <a:off x="3336925" y="2384425"/>
            <a:ext cx="5462588" cy="2511425"/>
          </a:xfrm>
          <a:custGeom>
            <a:avLst/>
            <a:gdLst>
              <a:gd name="T0" fmla="*/ 0 w 3441"/>
              <a:gd name="T1" fmla="*/ 2147483646 h 1582"/>
              <a:gd name="T2" fmla="*/ 2147483646 w 3441"/>
              <a:gd name="T3" fmla="*/ 2147483646 h 1582"/>
              <a:gd name="T4" fmla="*/ 2147483646 w 3441"/>
              <a:gd name="T5" fmla="*/ 0 h 1582"/>
              <a:gd name="T6" fmla="*/ 0 60000 65536"/>
              <a:gd name="T7" fmla="*/ 0 60000 65536"/>
              <a:gd name="T8" fmla="*/ 0 60000 65536"/>
              <a:gd name="T9" fmla="*/ 0 w 3441"/>
              <a:gd name="T10" fmla="*/ 0 h 1582"/>
              <a:gd name="T11" fmla="*/ 3441 w 3441"/>
              <a:gd name="T12" fmla="*/ 1582 h 15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1" h="1582">
                <a:moveTo>
                  <a:pt x="0" y="1581"/>
                </a:moveTo>
                <a:lnTo>
                  <a:pt x="1669" y="1269"/>
                </a:lnTo>
                <a:lnTo>
                  <a:pt x="3440" y="0"/>
                </a:lnTo>
              </a:path>
            </a:pathLst>
          </a:custGeom>
          <a:noFill/>
          <a:ln w="50800" cap="rnd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6" name="Line 14"/>
          <p:cNvSpPr>
            <a:spLocks noChangeShapeType="1"/>
          </p:cNvSpPr>
          <p:nvPr/>
        </p:nvSpPr>
        <p:spPr bwMode="auto">
          <a:xfrm>
            <a:off x="6000750" y="4438650"/>
            <a:ext cx="0" cy="739775"/>
          </a:xfrm>
          <a:prstGeom prst="line">
            <a:avLst/>
          </a:prstGeom>
          <a:noFill/>
          <a:ln w="254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7" name="Rectangle 20"/>
          <p:cNvSpPr>
            <a:spLocks noChangeArrowheads="1"/>
          </p:cNvSpPr>
          <p:nvPr/>
        </p:nvSpPr>
        <p:spPr bwMode="auto">
          <a:xfrm rot="-660000">
            <a:off x="3786188" y="4162425"/>
            <a:ext cx="3441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Percentage bias k1</a:t>
            </a:r>
          </a:p>
        </p:txBody>
      </p:sp>
      <p:sp>
        <p:nvSpPr>
          <p:cNvPr id="35848" name="Rectangle 34"/>
          <p:cNvSpPr>
            <a:spLocks noChangeArrowheads="1"/>
          </p:cNvSpPr>
          <p:nvPr/>
        </p:nvSpPr>
        <p:spPr bwMode="auto">
          <a:xfrm rot="-2100000">
            <a:off x="5764213" y="2954338"/>
            <a:ext cx="3441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Percentage bias k2</a:t>
            </a:r>
          </a:p>
        </p:txBody>
      </p:sp>
      <p:sp>
        <p:nvSpPr>
          <p:cNvPr id="35849" name="Text Box 46"/>
          <p:cNvSpPr txBox="1">
            <a:spLocks noChangeArrowheads="1"/>
          </p:cNvSpPr>
          <p:nvPr/>
        </p:nvSpPr>
        <p:spPr bwMode="auto">
          <a:xfrm>
            <a:off x="165100" y="2219325"/>
            <a:ext cx="3276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Differential current</a:t>
            </a:r>
          </a:p>
          <a:p>
            <a:pPr>
              <a:spcBef>
                <a:spcPct val="50000"/>
              </a:spcBef>
            </a:pP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│Idiff│ =│I</a:t>
            </a:r>
            <a:r>
              <a:rPr lang="en-GB" alt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+ I</a:t>
            </a:r>
            <a:r>
              <a:rPr lang="en-GB" alt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+ I</a:t>
            </a:r>
            <a:r>
              <a:rPr lang="en-GB" alt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│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50" name="Text Box 47"/>
          <p:cNvSpPr txBox="1">
            <a:spLocks noChangeArrowheads="1"/>
          </p:cNvSpPr>
          <p:nvPr/>
        </p:nvSpPr>
        <p:spPr bwMode="auto">
          <a:xfrm>
            <a:off x="3840163" y="5487988"/>
            <a:ext cx="48466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Bias Current</a:t>
            </a:r>
          </a:p>
          <a:p>
            <a:pPr>
              <a:spcBef>
                <a:spcPct val="50000"/>
              </a:spcBef>
            </a:pP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│Ibias│ =  ½(│I</a:t>
            </a:r>
            <a:r>
              <a:rPr lang="en-GB" alt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│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│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alt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│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│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alt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│)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51" name="Rectangle 48"/>
          <p:cNvSpPr>
            <a:spLocks noChangeArrowheads="1"/>
          </p:cNvSpPr>
          <p:nvPr/>
        </p:nvSpPr>
        <p:spPr bwMode="auto">
          <a:xfrm>
            <a:off x="5984875" y="4900613"/>
            <a:ext cx="78263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GB" alt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Is2</a:t>
            </a:r>
            <a:endParaRPr lang="en-US" altLang="en-US" sz="24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52" name="Rectangle 49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MiCOM P54x</a:t>
            </a:r>
            <a:br>
              <a:rPr lang="en-US" altLang="en-US"/>
            </a:br>
            <a:r>
              <a:rPr lang="en-US" altLang="en-US"/>
              <a:t> </a:t>
            </a:r>
            <a:r>
              <a:rPr lang="en-GB" altLang="en-US"/>
              <a:t>Transient Change in Propagation Delay (3)</a:t>
            </a:r>
          </a:p>
        </p:txBody>
      </p:sp>
      <p:sp>
        <p:nvSpPr>
          <p:cNvPr id="35853" name="Line 50"/>
          <p:cNvSpPr>
            <a:spLocks noChangeShapeType="1"/>
          </p:cNvSpPr>
          <p:nvPr/>
        </p:nvSpPr>
        <p:spPr bwMode="auto">
          <a:xfrm flipV="1">
            <a:off x="3340100" y="2370138"/>
            <a:ext cx="2443163" cy="2498725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54" name="Line 51"/>
          <p:cNvSpPr>
            <a:spLocks noChangeShapeType="1"/>
          </p:cNvSpPr>
          <p:nvPr/>
        </p:nvSpPr>
        <p:spPr bwMode="auto">
          <a:xfrm>
            <a:off x="5781675" y="2366963"/>
            <a:ext cx="301625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55" name="Rectangle 52"/>
          <p:cNvSpPr>
            <a:spLocks noChangeArrowheads="1"/>
          </p:cNvSpPr>
          <p:nvPr/>
        </p:nvSpPr>
        <p:spPr bwMode="auto">
          <a:xfrm rot="-2867014">
            <a:off x="3629025" y="3084513"/>
            <a:ext cx="1673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Bias 200%</a:t>
            </a:r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611188" y="2708275"/>
            <a:ext cx="813752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 eaLnBrk="1" hangingPunct="1"/>
            <a:r>
              <a:rPr lang="en-US" alt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Differential </a:t>
            </a:r>
            <a:br>
              <a:rPr lang="en-US" alt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Communication Link</a:t>
            </a:r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MiCOM P54x</a:t>
            </a:r>
            <a:br>
              <a:rPr lang="en-US" altLang="en-US"/>
            </a:br>
            <a:r>
              <a:rPr lang="en-US" altLang="en-US"/>
              <a:t>Direct Optical Fibre Link</a:t>
            </a:r>
            <a:endParaRPr lang="en-GB" altLang="en-US"/>
          </a:p>
        </p:txBody>
      </p:sp>
      <p:sp>
        <p:nvSpPr>
          <p:cNvPr id="55299" name="Arc 3"/>
          <p:cNvSpPr>
            <a:spLocks/>
          </p:cNvSpPr>
          <p:nvPr/>
        </p:nvSpPr>
        <p:spPr bwMode="auto">
          <a:xfrm>
            <a:off x="5900738" y="1806575"/>
            <a:ext cx="1557337" cy="1933575"/>
          </a:xfrm>
          <a:custGeom>
            <a:avLst/>
            <a:gdLst>
              <a:gd name="T0" fmla="*/ 749591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19" y="0"/>
                </a:moveTo>
                <a:cubicBezTo>
                  <a:pt x="11941" y="11"/>
                  <a:pt x="21600" y="9678"/>
                  <a:pt x="21600" y="21600"/>
                </a:cubicBezTo>
              </a:path>
              <a:path w="21600" h="21600" stroke="0" extrusionOk="0">
                <a:moveTo>
                  <a:pt x="19" y="0"/>
                </a:moveTo>
                <a:cubicBezTo>
                  <a:pt x="11941" y="11"/>
                  <a:pt x="21600" y="9678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5300" name="Arc 4"/>
          <p:cNvSpPr>
            <a:spLocks/>
          </p:cNvSpPr>
          <p:nvPr/>
        </p:nvSpPr>
        <p:spPr bwMode="auto">
          <a:xfrm>
            <a:off x="1839913" y="1804988"/>
            <a:ext cx="1557337" cy="1931987"/>
          </a:xfrm>
          <a:custGeom>
            <a:avLst/>
            <a:gdLst>
              <a:gd name="T0" fmla="*/ 0 w 21600"/>
              <a:gd name="T1" fmla="*/ 2147483647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21567"/>
                </a:moveTo>
                <a:cubicBezTo>
                  <a:pt x="18" y="9658"/>
                  <a:pt x="9671" y="11"/>
                  <a:pt x="21580" y="0"/>
                </a:cubicBezTo>
              </a:path>
              <a:path w="21600" h="21600" stroke="0" extrusionOk="0">
                <a:moveTo>
                  <a:pt x="0" y="21567"/>
                </a:moveTo>
                <a:cubicBezTo>
                  <a:pt x="18" y="9658"/>
                  <a:pt x="9671" y="11"/>
                  <a:pt x="21580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6100763" y="2917825"/>
            <a:ext cx="135413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rPr>
              <a:t>OPGW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5302" name="Line 6"/>
          <p:cNvSpPr>
            <a:spLocks noChangeShapeType="1"/>
          </p:cNvSpPr>
          <p:nvPr/>
        </p:nvSpPr>
        <p:spPr bwMode="auto">
          <a:xfrm flipH="1">
            <a:off x="1820863" y="3738563"/>
            <a:ext cx="34925" cy="320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5303" name="Line 7"/>
          <p:cNvSpPr>
            <a:spLocks noChangeShapeType="1"/>
          </p:cNvSpPr>
          <p:nvPr/>
        </p:nvSpPr>
        <p:spPr bwMode="auto">
          <a:xfrm flipH="1">
            <a:off x="1608138" y="3760788"/>
            <a:ext cx="236537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grpSp>
        <p:nvGrpSpPr>
          <p:cNvPr id="55304" name="Group 8"/>
          <p:cNvGrpSpPr>
            <a:grpSpLocks/>
          </p:cNvGrpSpPr>
          <p:nvPr/>
        </p:nvGrpSpPr>
        <p:grpSpPr bwMode="auto">
          <a:xfrm>
            <a:off x="1493838" y="4046538"/>
            <a:ext cx="149225" cy="190500"/>
            <a:chOff x="1037" y="2848"/>
            <a:chExt cx="102" cy="130"/>
          </a:xfrm>
        </p:grpSpPr>
        <p:sp>
          <p:nvSpPr>
            <p:cNvPr id="55381" name="Rectangle 9"/>
            <p:cNvSpPr>
              <a:spLocks noChangeArrowheads="1"/>
            </p:cNvSpPr>
            <p:nvPr/>
          </p:nvSpPr>
          <p:spPr bwMode="auto">
            <a:xfrm>
              <a:off x="1070" y="2848"/>
              <a:ext cx="38" cy="13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82" name="Rectangle 10"/>
            <p:cNvSpPr>
              <a:spLocks noChangeArrowheads="1"/>
            </p:cNvSpPr>
            <p:nvPr/>
          </p:nvSpPr>
          <p:spPr bwMode="auto">
            <a:xfrm>
              <a:off x="1037" y="2897"/>
              <a:ext cx="102" cy="3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</p:grpSp>
      <p:grpSp>
        <p:nvGrpSpPr>
          <p:cNvPr id="55305" name="Group 11"/>
          <p:cNvGrpSpPr>
            <a:grpSpLocks/>
          </p:cNvGrpSpPr>
          <p:nvPr/>
        </p:nvGrpSpPr>
        <p:grpSpPr bwMode="auto">
          <a:xfrm>
            <a:off x="1747838" y="4011613"/>
            <a:ext cx="149225" cy="190500"/>
            <a:chOff x="1195" y="2848"/>
            <a:chExt cx="102" cy="130"/>
          </a:xfrm>
        </p:grpSpPr>
        <p:sp>
          <p:nvSpPr>
            <p:cNvPr id="55379" name="Rectangle 12"/>
            <p:cNvSpPr>
              <a:spLocks noChangeArrowheads="1"/>
            </p:cNvSpPr>
            <p:nvPr/>
          </p:nvSpPr>
          <p:spPr bwMode="auto">
            <a:xfrm>
              <a:off x="1228" y="2848"/>
              <a:ext cx="38" cy="13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80" name="Rectangle 13"/>
            <p:cNvSpPr>
              <a:spLocks noChangeArrowheads="1"/>
            </p:cNvSpPr>
            <p:nvPr/>
          </p:nvSpPr>
          <p:spPr bwMode="auto">
            <a:xfrm>
              <a:off x="1195" y="2897"/>
              <a:ext cx="102" cy="3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</p:grpSp>
      <p:sp>
        <p:nvSpPr>
          <p:cNvPr id="55306" name="Line 14"/>
          <p:cNvSpPr>
            <a:spLocks noChangeShapeType="1"/>
          </p:cNvSpPr>
          <p:nvPr/>
        </p:nvSpPr>
        <p:spPr bwMode="auto">
          <a:xfrm>
            <a:off x="7470775" y="3749675"/>
            <a:ext cx="0" cy="287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5307" name="Line 15"/>
          <p:cNvSpPr>
            <a:spLocks noChangeShapeType="1"/>
          </p:cNvSpPr>
          <p:nvPr/>
        </p:nvSpPr>
        <p:spPr bwMode="auto">
          <a:xfrm>
            <a:off x="7472363" y="3795713"/>
            <a:ext cx="225425" cy="269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grpSp>
        <p:nvGrpSpPr>
          <p:cNvPr id="55308" name="Group 16"/>
          <p:cNvGrpSpPr>
            <a:grpSpLocks/>
          </p:cNvGrpSpPr>
          <p:nvPr/>
        </p:nvGrpSpPr>
        <p:grpSpPr bwMode="auto">
          <a:xfrm>
            <a:off x="7626350" y="4022725"/>
            <a:ext cx="149225" cy="190500"/>
            <a:chOff x="5219" y="2848"/>
            <a:chExt cx="102" cy="130"/>
          </a:xfrm>
        </p:grpSpPr>
        <p:sp>
          <p:nvSpPr>
            <p:cNvPr id="55377" name="Rectangle 17"/>
            <p:cNvSpPr>
              <a:spLocks noChangeArrowheads="1"/>
            </p:cNvSpPr>
            <p:nvPr/>
          </p:nvSpPr>
          <p:spPr bwMode="auto">
            <a:xfrm>
              <a:off x="5250" y="2848"/>
              <a:ext cx="37" cy="13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78" name="Rectangle 18"/>
            <p:cNvSpPr>
              <a:spLocks noChangeArrowheads="1"/>
            </p:cNvSpPr>
            <p:nvPr/>
          </p:nvSpPr>
          <p:spPr bwMode="auto">
            <a:xfrm>
              <a:off x="5219" y="2897"/>
              <a:ext cx="102" cy="3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</p:grpSp>
      <p:grpSp>
        <p:nvGrpSpPr>
          <p:cNvPr id="55309" name="Group 19"/>
          <p:cNvGrpSpPr>
            <a:grpSpLocks/>
          </p:cNvGrpSpPr>
          <p:nvPr/>
        </p:nvGrpSpPr>
        <p:grpSpPr bwMode="auto">
          <a:xfrm>
            <a:off x="7383463" y="4046538"/>
            <a:ext cx="147637" cy="190500"/>
            <a:chOff x="5061" y="2848"/>
            <a:chExt cx="101" cy="130"/>
          </a:xfrm>
        </p:grpSpPr>
        <p:sp>
          <p:nvSpPr>
            <p:cNvPr id="55375" name="Rectangle 20"/>
            <p:cNvSpPr>
              <a:spLocks noChangeArrowheads="1"/>
            </p:cNvSpPr>
            <p:nvPr/>
          </p:nvSpPr>
          <p:spPr bwMode="auto">
            <a:xfrm>
              <a:off x="5091" y="2848"/>
              <a:ext cx="38" cy="13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76" name="Rectangle 21"/>
            <p:cNvSpPr>
              <a:spLocks noChangeArrowheads="1"/>
            </p:cNvSpPr>
            <p:nvPr/>
          </p:nvSpPr>
          <p:spPr bwMode="auto">
            <a:xfrm>
              <a:off x="5061" y="2897"/>
              <a:ext cx="101" cy="3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</p:grpSp>
      <p:grpSp>
        <p:nvGrpSpPr>
          <p:cNvPr id="55310" name="Group 24"/>
          <p:cNvGrpSpPr>
            <a:grpSpLocks/>
          </p:cNvGrpSpPr>
          <p:nvPr/>
        </p:nvGrpSpPr>
        <p:grpSpPr bwMode="auto">
          <a:xfrm>
            <a:off x="3073400" y="1651000"/>
            <a:ext cx="3201988" cy="1273175"/>
            <a:chOff x="3974" y="1880"/>
            <a:chExt cx="2192" cy="871"/>
          </a:xfrm>
        </p:grpSpPr>
        <p:sp>
          <p:nvSpPr>
            <p:cNvPr id="55314" name="Freeform 25"/>
            <p:cNvSpPr>
              <a:spLocks/>
            </p:cNvSpPr>
            <p:nvPr/>
          </p:nvSpPr>
          <p:spPr bwMode="auto">
            <a:xfrm>
              <a:off x="4624" y="1982"/>
              <a:ext cx="434" cy="68"/>
            </a:xfrm>
            <a:custGeom>
              <a:avLst/>
              <a:gdLst>
                <a:gd name="T0" fmla="*/ 0 w 434"/>
                <a:gd name="T1" fmla="*/ 67 h 68"/>
                <a:gd name="T2" fmla="*/ 170 w 434"/>
                <a:gd name="T3" fmla="*/ 55 h 68"/>
                <a:gd name="T4" fmla="*/ 182 w 434"/>
                <a:gd name="T5" fmla="*/ 54 h 68"/>
                <a:gd name="T6" fmla="*/ 219 w 434"/>
                <a:gd name="T7" fmla="*/ 49 h 68"/>
                <a:gd name="T8" fmla="*/ 269 w 434"/>
                <a:gd name="T9" fmla="*/ 42 h 68"/>
                <a:gd name="T10" fmla="*/ 328 w 434"/>
                <a:gd name="T11" fmla="*/ 31 h 68"/>
                <a:gd name="T12" fmla="*/ 371 w 434"/>
                <a:gd name="T13" fmla="*/ 19 h 68"/>
                <a:gd name="T14" fmla="*/ 433 w 434"/>
                <a:gd name="T15" fmla="*/ 0 h 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34"/>
                <a:gd name="T25" fmla="*/ 0 h 68"/>
                <a:gd name="T26" fmla="*/ 434 w 434"/>
                <a:gd name="T27" fmla="*/ 68 h 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34" h="68">
                  <a:moveTo>
                    <a:pt x="0" y="67"/>
                  </a:moveTo>
                  <a:lnTo>
                    <a:pt x="170" y="55"/>
                  </a:lnTo>
                  <a:lnTo>
                    <a:pt x="182" y="54"/>
                  </a:lnTo>
                  <a:lnTo>
                    <a:pt x="219" y="49"/>
                  </a:lnTo>
                  <a:lnTo>
                    <a:pt x="269" y="42"/>
                  </a:lnTo>
                  <a:lnTo>
                    <a:pt x="328" y="31"/>
                  </a:lnTo>
                  <a:lnTo>
                    <a:pt x="371" y="19"/>
                  </a:lnTo>
                  <a:lnTo>
                    <a:pt x="433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15" name="Freeform 26"/>
            <p:cNvSpPr>
              <a:spLocks/>
            </p:cNvSpPr>
            <p:nvPr/>
          </p:nvSpPr>
          <p:spPr bwMode="auto">
            <a:xfrm>
              <a:off x="4186" y="1982"/>
              <a:ext cx="434" cy="68"/>
            </a:xfrm>
            <a:custGeom>
              <a:avLst/>
              <a:gdLst>
                <a:gd name="T0" fmla="*/ 433 w 434"/>
                <a:gd name="T1" fmla="*/ 67 h 68"/>
                <a:gd name="T2" fmla="*/ 263 w 434"/>
                <a:gd name="T3" fmla="*/ 55 h 68"/>
                <a:gd name="T4" fmla="*/ 251 w 434"/>
                <a:gd name="T5" fmla="*/ 54 h 68"/>
                <a:gd name="T6" fmla="*/ 214 w 434"/>
                <a:gd name="T7" fmla="*/ 49 h 68"/>
                <a:gd name="T8" fmla="*/ 164 w 434"/>
                <a:gd name="T9" fmla="*/ 42 h 68"/>
                <a:gd name="T10" fmla="*/ 105 w 434"/>
                <a:gd name="T11" fmla="*/ 31 h 68"/>
                <a:gd name="T12" fmla="*/ 62 w 434"/>
                <a:gd name="T13" fmla="*/ 19 h 68"/>
                <a:gd name="T14" fmla="*/ 0 w 434"/>
                <a:gd name="T15" fmla="*/ 0 h 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34"/>
                <a:gd name="T25" fmla="*/ 0 h 68"/>
                <a:gd name="T26" fmla="*/ 434 w 434"/>
                <a:gd name="T27" fmla="*/ 68 h 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34" h="68">
                  <a:moveTo>
                    <a:pt x="433" y="67"/>
                  </a:moveTo>
                  <a:lnTo>
                    <a:pt x="263" y="55"/>
                  </a:lnTo>
                  <a:lnTo>
                    <a:pt x="251" y="54"/>
                  </a:lnTo>
                  <a:lnTo>
                    <a:pt x="214" y="49"/>
                  </a:lnTo>
                  <a:lnTo>
                    <a:pt x="164" y="42"/>
                  </a:lnTo>
                  <a:lnTo>
                    <a:pt x="105" y="31"/>
                  </a:lnTo>
                  <a:lnTo>
                    <a:pt x="62" y="19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16" name="Arc 27"/>
            <p:cNvSpPr>
              <a:spLocks/>
            </p:cNvSpPr>
            <p:nvPr/>
          </p:nvSpPr>
          <p:spPr bwMode="auto">
            <a:xfrm rot="8100000">
              <a:off x="4433" y="1880"/>
              <a:ext cx="356" cy="362"/>
            </a:xfrm>
            <a:custGeom>
              <a:avLst/>
              <a:gdLst>
                <a:gd name="T0" fmla="*/ 0 w 21661"/>
                <a:gd name="T1" fmla="*/ 0 h 21600"/>
                <a:gd name="T2" fmla="*/ 0 w 21661"/>
                <a:gd name="T3" fmla="*/ 0 h 21600"/>
                <a:gd name="T4" fmla="*/ 0 w 21661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1"/>
                <a:gd name="T10" fmla="*/ 0 h 21600"/>
                <a:gd name="T11" fmla="*/ 21661 w 2166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1" h="21600" fill="none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</a:path>
                <a:path w="21661" h="21600" stroke="0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  <a:lnTo>
                    <a:pt x="61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17" name="Arc 28"/>
            <p:cNvSpPr>
              <a:spLocks/>
            </p:cNvSpPr>
            <p:nvPr/>
          </p:nvSpPr>
          <p:spPr bwMode="auto">
            <a:xfrm rot="8100000">
              <a:off x="4433" y="1961"/>
              <a:ext cx="356" cy="362"/>
            </a:xfrm>
            <a:custGeom>
              <a:avLst/>
              <a:gdLst>
                <a:gd name="T0" fmla="*/ 0 w 21661"/>
                <a:gd name="T1" fmla="*/ 0 h 21600"/>
                <a:gd name="T2" fmla="*/ 0 w 21661"/>
                <a:gd name="T3" fmla="*/ 0 h 21600"/>
                <a:gd name="T4" fmla="*/ 0 w 21661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1"/>
                <a:gd name="T10" fmla="*/ 0 h 21600"/>
                <a:gd name="T11" fmla="*/ 21661 w 2166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1" h="21600" fill="none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</a:path>
                <a:path w="21661" h="21600" stroke="0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  <a:lnTo>
                    <a:pt x="61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18" name="Arc 29"/>
            <p:cNvSpPr>
              <a:spLocks/>
            </p:cNvSpPr>
            <p:nvPr/>
          </p:nvSpPr>
          <p:spPr bwMode="auto">
            <a:xfrm rot="8100000">
              <a:off x="4433" y="2042"/>
              <a:ext cx="356" cy="362"/>
            </a:xfrm>
            <a:custGeom>
              <a:avLst/>
              <a:gdLst>
                <a:gd name="T0" fmla="*/ 0 w 21661"/>
                <a:gd name="T1" fmla="*/ 0 h 21600"/>
                <a:gd name="T2" fmla="*/ 0 w 21661"/>
                <a:gd name="T3" fmla="*/ 0 h 21600"/>
                <a:gd name="T4" fmla="*/ 0 w 21661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1"/>
                <a:gd name="T10" fmla="*/ 0 h 21600"/>
                <a:gd name="T11" fmla="*/ 21661 w 2166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1" h="21600" fill="none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</a:path>
                <a:path w="21661" h="21600" stroke="0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  <a:lnTo>
                    <a:pt x="61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19" name="Line 30"/>
            <p:cNvSpPr>
              <a:spLocks noChangeShapeType="1"/>
            </p:cNvSpPr>
            <p:nvPr/>
          </p:nvSpPr>
          <p:spPr bwMode="auto">
            <a:xfrm flipH="1">
              <a:off x="3981" y="1971"/>
              <a:ext cx="174" cy="78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20" name="Line 31"/>
            <p:cNvSpPr>
              <a:spLocks noChangeShapeType="1"/>
            </p:cNvSpPr>
            <p:nvPr/>
          </p:nvSpPr>
          <p:spPr bwMode="auto">
            <a:xfrm>
              <a:off x="4158" y="1968"/>
              <a:ext cx="182" cy="783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21" name="Line 32"/>
            <p:cNvSpPr>
              <a:spLocks noChangeShapeType="1"/>
            </p:cNvSpPr>
            <p:nvPr/>
          </p:nvSpPr>
          <p:spPr bwMode="auto">
            <a:xfrm>
              <a:off x="4017" y="2621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22" name="Line 33"/>
            <p:cNvSpPr>
              <a:spLocks noChangeShapeType="1"/>
            </p:cNvSpPr>
            <p:nvPr/>
          </p:nvSpPr>
          <p:spPr bwMode="auto">
            <a:xfrm>
              <a:off x="4032" y="2499"/>
              <a:ext cx="242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23" name="Line 34"/>
            <p:cNvSpPr>
              <a:spLocks noChangeShapeType="1"/>
            </p:cNvSpPr>
            <p:nvPr/>
          </p:nvSpPr>
          <p:spPr bwMode="auto">
            <a:xfrm>
              <a:off x="4080" y="2359"/>
              <a:ext cx="176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24" name="Line 35"/>
            <p:cNvSpPr>
              <a:spLocks noChangeShapeType="1"/>
            </p:cNvSpPr>
            <p:nvPr/>
          </p:nvSpPr>
          <p:spPr bwMode="auto">
            <a:xfrm>
              <a:off x="4007" y="2060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25" name="Oval 36"/>
            <p:cNvSpPr>
              <a:spLocks noChangeArrowheads="1"/>
            </p:cNvSpPr>
            <p:nvPr/>
          </p:nvSpPr>
          <p:spPr bwMode="auto">
            <a:xfrm>
              <a:off x="3974" y="2047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26" name="Oval 37"/>
            <p:cNvSpPr>
              <a:spLocks noChangeArrowheads="1"/>
            </p:cNvSpPr>
            <p:nvPr/>
          </p:nvSpPr>
          <p:spPr bwMode="auto">
            <a:xfrm>
              <a:off x="4316" y="2047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27" name="Freeform 38"/>
            <p:cNvSpPr>
              <a:spLocks/>
            </p:cNvSpPr>
            <p:nvPr/>
          </p:nvSpPr>
          <p:spPr bwMode="auto">
            <a:xfrm>
              <a:off x="4030" y="2244"/>
              <a:ext cx="305" cy="497"/>
            </a:xfrm>
            <a:custGeom>
              <a:avLst/>
              <a:gdLst>
                <a:gd name="T0" fmla="*/ 180 w 326"/>
                <a:gd name="T1" fmla="*/ 0 h 557"/>
                <a:gd name="T2" fmla="*/ 60 w 326"/>
                <a:gd name="T3" fmla="*/ 109 h 557"/>
                <a:gd name="T4" fmla="*/ 225 w 326"/>
                <a:gd name="T5" fmla="*/ 222 h 557"/>
                <a:gd name="T6" fmla="*/ 0 w 326"/>
                <a:gd name="T7" fmla="*/ 335 h 557"/>
                <a:gd name="T8" fmla="*/ 284 w 326"/>
                <a:gd name="T9" fmla="*/ 443 h 5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6"/>
                <a:gd name="T16" fmla="*/ 0 h 557"/>
                <a:gd name="T17" fmla="*/ 326 w 326"/>
                <a:gd name="T18" fmla="*/ 557 h 5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6" h="557">
                  <a:moveTo>
                    <a:pt x="205" y="0"/>
                  </a:moveTo>
                  <a:lnTo>
                    <a:pt x="68" y="137"/>
                  </a:lnTo>
                  <a:lnTo>
                    <a:pt x="258" y="279"/>
                  </a:lnTo>
                  <a:lnTo>
                    <a:pt x="0" y="420"/>
                  </a:lnTo>
                  <a:lnTo>
                    <a:pt x="325" y="55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28" name="Freeform 39"/>
            <p:cNvSpPr>
              <a:spLocks/>
            </p:cNvSpPr>
            <p:nvPr/>
          </p:nvSpPr>
          <p:spPr bwMode="auto">
            <a:xfrm>
              <a:off x="3981" y="2239"/>
              <a:ext cx="326" cy="495"/>
            </a:xfrm>
            <a:custGeom>
              <a:avLst/>
              <a:gdLst>
                <a:gd name="T0" fmla="*/ 127 w 323"/>
                <a:gd name="T1" fmla="*/ 0 h 558"/>
                <a:gd name="T2" fmla="*/ 262 w 323"/>
                <a:gd name="T3" fmla="*/ 105 h 558"/>
                <a:gd name="T4" fmla="*/ 70 w 323"/>
                <a:gd name="T5" fmla="*/ 220 h 558"/>
                <a:gd name="T6" fmla="*/ 328 w 323"/>
                <a:gd name="T7" fmla="*/ 328 h 558"/>
                <a:gd name="T8" fmla="*/ 0 w 323"/>
                <a:gd name="T9" fmla="*/ 438 h 5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3"/>
                <a:gd name="T16" fmla="*/ 0 h 558"/>
                <a:gd name="T17" fmla="*/ 323 w 323"/>
                <a:gd name="T18" fmla="*/ 558 h 5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3" h="558">
                  <a:moveTo>
                    <a:pt x="125" y="0"/>
                  </a:moveTo>
                  <a:lnTo>
                    <a:pt x="258" y="133"/>
                  </a:lnTo>
                  <a:lnTo>
                    <a:pt x="68" y="279"/>
                  </a:lnTo>
                  <a:lnTo>
                    <a:pt x="322" y="417"/>
                  </a:lnTo>
                  <a:lnTo>
                    <a:pt x="0" y="557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29" name="Oval 40"/>
            <p:cNvSpPr>
              <a:spLocks noChangeArrowheads="1"/>
            </p:cNvSpPr>
            <p:nvPr/>
          </p:nvSpPr>
          <p:spPr bwMode="auto">
            <a:xfrm>
              <a:off x="4143" y="1966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30" name="Line 41"/>
            <p:cNvSpPr>
              <a:spLocks noChangeShapeType="1"/>
            </p:cNvSpPr>
            <p:nvPr/>
          </p:nvSpPr>
          <p:spPr bwMode="auto">
            <a:xfrm>
              <a:off x="4007" y="2144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31" name="Oval 42"/>
            <p:cNvSpPr>
              <a:spLocks noChangeArrowheads="1"/>
            </p:cNvSpPr>
            <p:nvPr/>
          </p:nvSpPr>
          <p:spPr bwMode="auto">
            <a:xfrm>
              <a:off x="3974" y="2131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32" name="Oval 43"/>
            <p:cNvSpPr>
              <a:spLocks noChangeArrowheads="1"/>
            </p:cNvSpPr>
            <p:nvPr/>
          </p:nvSpPr>
          <p:spPr bwMode="auto">
            <a:xfrm>
              <a:off x="4316" y="2131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33" name="Line 44"/>
            <p:cNvSpPr>
              <a:spLocks noChangeShapeType="1"/>
            </p:cNvSpPr>
            <p:nvPr/>
          </p:nvSpPr>
          <p:spPr bwMode="auto">
            <a:xfrm>
              <a:off x="4007" y="2231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34" name="Oval 45"/>
            <p:cNvSpPr>
              <a:spLocks noChangeArrowheads="1"/>
            </p:cNvSpPr>
            <p:nvPr/>
          </p:nvSpPr>
          <p:spPr bwMode="auto">
            <a:xfrm>
              <a:off x="3974" y="2218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35" name="Oval 46"/>
            <p:cNvSpPr>
              <a:spLocks noChangeArrowheads="1"/>
            </p:cNvSpPr>
            <p:nvPr/>
          </p:nvSpPr>
          <p:spPr bwMode="auto">
            <a:xfrm>
              <a:off x="4316" y="2218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36" name="Freeform 47"/>
            <p:cNvSpPr>
              <a:spLocks/>
            </p:cNvSpPr>
            <p:nvPr/>
          </p:nvSpPr>
          <p:spPr bwMode="auto">
            <a:xfrm>
              <a:off x="5536" y="1982"/>
              <a:ext cx="434" cy="68"/>
            </a:xfrm>
            <a:custGeom>
              <a:avLst/>
              <a:gdLst>
                <a:gd name="T0" fmla="*/ 0 w 434"/>
                <a:gd name="T1" fmla="*/ 67 h 68"/>
                <a:gd name="T2" fmla="*/ 170 w 434"/>
                <a:gd name="T3" fmla="*/ 55 h 68"/>
                <a:gd name="T4" fmla="*/ 182 w 434"/>
                <a:gd name="T5" fmla="*/ 54 h 68"/>
                <a:gd name="T6" fmla="*/ 219 w 434"/>
                <a:gd name="T7" fmla="*/ 49 h 68"/>
                <a:gd name="T8" fmla="*/ 269 w 434"/>
                <a:gd name="T9" fmla="*/ 42 h 68"/>
                <a:gd name="T10" fmla="*/ 328 w 434"/>
                <a:gd name="T11" fmla="*/ 31 h 68"/>
                <a:gd name="T12" fmla="*/ 371 w 434"/>
                <a:gd name="T13" fmla="*/ 19 h 68"/>
                <a:gd name="T14" fmla="*/ 433 w 434"/>
                <a:gd name="T15" fmla="*/ 0 h 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34"/>
                <a:gd name="T25" fmla="*/ 0 h 68"/>
                <a:gd name="T26" fmla="*/ 434 w 434"/>
                <a:gd name="T27" fmla="*/ 68 h 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34" h="68">
                  <a:moveTo>
                    <a:pt x="0" y="67"/>
                  </a:moveTo>
                  <a:lnTo>
                    <a:pt x="170" y="55"/>
                  </a:lnTo>
                  <a:lnTo>
                    <a:pt x="182" y="54"/>
                  </a:lnTo>
                  <a:lnTo>
                    <a:pt x="219" y="49"/>
                  </a:lnTo>
                  <a:lnTo>
                    <a:pt x="269" y="42"/>
                  </a:lnTo>
                  <a:lnTo>
                    <a:pt x="328" y="31"/>
                  </a:lnTo>
                  <a:lnTo>
                    <a:pt x="371" y="19"/>
                  </a:lnTo>
                  <a:lnTo>
                    <a:pt x="433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37" name="Freeform 48"/>
            <p:cNvSpPr>
              <a:spLocks/>
            </p:cNvSpPr>
            <p:nvPr/>
          </p:nvSpPr>
          <p:spPr bwMode="auto">
            <a:xfrm>
              <a:off x="5098" y="1982"/>
              <a:ext cx="434" cy="68"/>
            </a:xfrm>
            <a:custGeom>
              <a:avLst/>
              <a:gdLst>
                <a:gd name="T0" fmla="*/ 433 w 434"/>
                <a:gd name="T1" fmla="*/ 67 h 68"/>
                <a:gd name="T2" fmla="*/ 263 w 434"/>
                <a:gd name="T3" fmla="*/ 55 h 68"/>
                <a:gd name="T4" fmla="*/ 251 w 434"/>
                <a:gd name="T5" fmla="*/ 54 h 68"/>
                <a:gd name="T6" fmla="*/ 214 w 434"/>
                <a:gd name="T7" fmla="*/ 49 h 68"/>
                <a:gd name="T8" fmla="*/ 164 w 434"/>
                <a:gd name="T9" fmla="*/ 42 h 68"/>
                <a:gd name="T10" fmla="*/ 105 w 434"/>
                <a:gd name="T11" fmla="*/ 31 h 68"/>
                <a:gd name="T12" fmla="*/ 62 w 434"/>
                <a:gd name="T13" fmla="*/ 19 h 68"/>
                <a:gd name="T14" fmla="*/ 0 w 434"/>
                <a:gd name="T15" fmla="*/ 0 h 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34"/>
                <a:gd name="T25" fmla="*/ 0 h 68"/>
                <a:gd name="T26" fmla="*/ 434 w 434"/>
                <a:gd name="T27" fmla="*/ 68 h 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34" h="68">
                  <a:moveTo>
                    <a:pt x="433" y="67"/>
                  </a:moveTo>
                  <a:lnTo>
                    <a:pt x="263" y="55"/>
                  </a:lnTo>
                  <a:lnTo>
                    <a:pt x="251" y="54"/>
                  </a:lnTo>
                  <a:lnTo>
                    <a:pt x="214" y="49"/>
                  </a:lnTo>
                  <a:lnTo>
                    <a:pt x="164" y="42"/>
                  </a:lnTo>
                  <a:lnTo>
                    <a:pt x="105" y="31"/>
                  </a:lnTo>
                  <a:lnTo>
                    <a:pt x="62" y="19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38" name="Arc 49"/>
            <p:cNvSpPr>
              <a:spLocks/>
            </p:cNvSpPr>
            <p:nvPr/>
          </p:nvSpPr>
          <p:spPr bwMode="auto">
            <a:xfrm rot="8100000">
              <a:off x="5345" y="1961"/>
              <a:ext cx="356" cy="362"/>
            </a:xfrm>
            <a:custGeom>
              <a:avLst/>
              <a:gdLst>
                <a:gd name="T0" fmla="*/ 0 w 21661"/>
                <a:gd name="T1" fmla="*/ 0 h 21600"/>
                <a:gd name="T2" fmla="*/ 0 w 21661"/>
                <a:gd name="T3" fmla="*/ 0 h 21600"/>
                <a:gd name="T4" fmla="*/ 0 w 21661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1"/>
                <a:gd name="T10" fmla="*/ 0 h 21600"/>
                <a:gd name="T11" fmla="*/ 21661 w 2166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1" h="21600" fill="none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</a:path>
                <a:path w="21661" h="21600" stroke="0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  <a:lnTo>
                    <a:pt x="61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39" name="Arc 50"/>
            <p:cNvSpPr>
              <a:spLocks/>
            </p:cNvSpPr>
            <p:nvPr/>
          </p:nvSpPr>
          <p:spPr bwMode="auto">
            <a:xfrm rot="8100000">
              <a:off x="5345" y="2042"/>
              <a:ext cx="356" cy="362"/>
            </a:xfrm>
            <a:custGeom>
              <a:avLst/>
              <a:gdLst>
                <a:gd name="T0" fmla="*/ 0 w 21661"/>
                <a:gd name="T1" fmla="*/ 0 h 21600"/>
                <a:gd name="T2" fmla="*/ 0 w 21661"/>
                <a:gd name="T3" fmla="*/ 0 h 21600"/>
                <a:gd name="T4" fmla="*/ 0 w 21661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1"/>
                <a:gd name="T10" fmla="*/ 0 h 21600"/>
                <a:gd name="T11" fmla="*/ 21661 w 2166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1" h="21600" fill="none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</a:path>
                <a:path w="21661" h="21600" stroke="0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  <a:lnTo>
                    <a:pt x="61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40" name="Line 51"/>
            <p:cNvSpPr>
              <a:spLocks noChangeShapeType="1"/>
            </p:cNvSpPr>
            <p:nvPr/>
          </p:nvSpPr>
          <p:spPr bwMode="auto">
            <a:xfrm flipH="1">
              <a:off x="4893" y="1971"/>
              <a:ext cx="174" cy="78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41" name="Line 52"/>
            <p:cNvSpPr>
              <a:spLocks noChangeShapeType="1"/>
            </p:cNvSpPr>
            <p:nvPr/>
          </p:nvSpPr>
          <p:spPr bwMode="auto">
            <a:xfrm>
              <a:off x="5070" y="1968"/>
              <a:ext cx="182" cy="783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42" name="Line 53"/>
            <p:cNvSpPr>
              <a:spLocks noChangeShapeType="1"/>
            </p:cNvSpPr>
            <p:nvPr/>
          </p:nvSpPr>
          <p:spPr bwMode="auto">
            <a:xfrm>
              <a:off x="4929" y="2621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43" name="Line 54"/>
            <p:cNvSpPr>
              <a:spLocks noChangeShapeType="1"/>
            </p:cNvSpPr>
            <p:nvPr/>
          </p:nvSpPr>
          <p:spPr bwMode="auto">
            <a:xfrm>
              <a:off x="4944" y="2499"/>
              <a:ext cx="242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44" name="Line 55"/>
            <p:cNvSpPr>
              <a:spLocks noChangeShapeType="1"/>
            </p:cNvSpPr>
            <p:nvPr/>
          </p:nvSpPr>
          <p:spPr bwMode="auto">
            <a:xfrm>
              <a:off x="4992" y="2359"/>
              <a:ext cx="176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45" name="Line 56"/>
            <p:cNvSpPr>
              <a:spLocks noChangeShapeType="1"/>
            </p:cNvSpPr>
            <p:nvPr/>
          </p:nvSpPr>
          <p:spPr bwMode="auto">
            <a:xfrm>
              <a:off x="4919" y="2060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46" name="Oval 57"/>
            <p:cNvSpPr>
              <a:spLocks noChangeArrowheads="1"/>
            </p:cNvSpPr>
            <p:nvPr/>
          </p:nvSpPr>
          <p:spPr bwMode="auto">
            <a:xfrm>
              <a:off x="4886" y="2047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47" name="Oval 58"/>
            <p:cNvSpPr>
              <a:spLocks noChangeArrowheads="1"/>
            </p:cNvSpPr>
            <p:nvPr/>
          </p:nvSpPr>
          <p:spPr bwMode="auto">
            <a:xfrm>
              <a:off x="5228" y="2047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48" name="Freeform 59"/>
            <p:cNvSpPr>
              <a:spLocks/>
            </p:cNvSpPr>
            <p:nvPr/>
          </p:nvSpPr>
          <p:spPr bwMode="auto">
            <a:xfrm>
              <a:off x="4942" y="2244"/>
              <a:ext cx="305" cy="497"/>
            </a:xfrm>
            <a:custGeom>
              <a:avLst/>
              <a:gdLst>
                <a:gd name="T0" fmla="*/ 180 w 326"/>
                <a:gd name="T1" fmla="*/ 0 h 557"/>
                <a:gd name="T2" fmla="*/ 60 w 326"/>
                <a:gd name="T3" fmla="*/ 109 h 557"/>
                <a:gd name="T4" fmla="*/ 225 w 326"/>
                <a:gd name="T5" fmla="*/ 222 h 557"/>
                <a:gd name="T6" fmla="*/ 0 w 326"/>
                <a:gd name="T7" fmla="*/ 335 h 557"/>
                <a:gd name="T8" fmla="*/ 284 w 326"/>
                <a:gd name="T9" fmla="*/ 443 h 5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6"/>
                <a:gd name="T16" fmla="*/ 0 h 557"/>
                <a:gd name="T17" fmla="*/ 326 w 326"/>
                <a:gd name="T18" fmla="*/ 557 h 5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6" h="557">
                  <a:moveTo>
                    <a:pt x="205" y="0"/>
                  </a:moveTo>
                  <a:lnTo>
                    <a:pt x="68" y="137"/>
                  </a:lnTo>
                  <a:lnTo>
                    <a:pt x="258" y="279"/>
                  </a:lnTo>
                  <a:lnTo>
                    <a:pt x="0" y="420"/>
                  </a:lnTo>
                  <a:lnTo>
                    <a:pt x="325" y="55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49" name="Freeform 60"/>
            <p:cNvSpPr>
              <a:spLocks/>
            </p:cNvSpPr>
            <p:nvPr/>
          </p:nvSpPr>
          <p:spPr bwMode="auto">
            <a:xfrm>
              <a:off x="4893" y="2239"/>
              <a:ext cx="326" cy="495"/>
            </a:xfrm>
            <a:custGeom>
              <a:avLst/>
              <a:gdLst>
                <a:gd name="T0" fmla="*/ 127 w 323"/>
                <a:gd name="T1" fmla="*/ 0 h 558"/>
                <a:gd name="T2" fmla="*/ 262 w 323"/>
                <a:gd name="T3" fmla="*/ 105 h 558"/>
                <a:gd name="T4" fmla="*/ 70 w 323"/>
                <a:gd name="T5" fmla="*/ 220 h 558"/>
                <a:gd name="T6" fmla="*/ 328 w 323"/>
                <a:gd name="T7" fmla="*/ 328 h 558"/>
                <a:gd name="T8" fmla="*/ 0 w 323"/>
                <a:gd name="T9" fmla="*/ 438 h 5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3"/>
                <a:gd name="T16" fmla="*/ 0 h 558"/>
                <a:gd name="T17" fmla="*/ 323 w 323"/>
                <a:gd name="T18" fmla="*/ 558 h 5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3" h="558">
                  <a:moveTo>
                    <a:pt x="125" y="0"/>
                  </a:moveTo>
                  <a:lnTo>
                    <a:pt x="258" y="133"/>
                  </a:lnTo>
                  <a:lnTo>
                    <a:pt x="68" y="279"/>
                  </a:lnTo>
                  <a:lnTo>
                    <a:pt x="322" y="417"/>
                  </a:lnTo>
                  <a:lnTo>
                    <a:pt x="0" y="557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50" name="Oval 61"/>
            <p:cNvSpPr>
              <a:spLocks noChangeArrowheads="1"/>
            </p:cNvSpPr>
            <p:nvPr/>
          </p:nvSpPr>
          <p:spPr bwMode="auto">
            <a:xfrm>
              <a:off x="5055" y="1966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51" name="Line 62"/>
            <p:cNvSpPr>
              <a:spLocks noChangeShapeType="1"/>
            </p:cNvSpPr>
            <p:nvPr/>
          </p:nvSpPr>
          <p:spPr bwMode="auto">
            <a:xfrm>
              <a:off x="4919" y="2144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52" name="Oval 63"/>
            <p:cNvSpPr>
              <a:spLocks noChangeArrowheads="1"/>
            </p:cNvSpPr>
            <p:nvPr/>
          </p:nvSpPr>
          <p:spPr bwMode="auto">
            <a:xfrm>
              <a:off x="4886" y="2131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53" name="Oval 64"/>
            <p:cNvSpPr>
              <a:spLocks noChangeArrowheads="1"/>
            </p:cNvSpPr>
            <p:nvPr/>
          </p:nvSpPr>
          <p:spPr bwMode="auto">
            <a:xfrm>
              <a:off x="5228" y="2131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54" name="Line 65"/>
            <p:cNvSpPr>
              <a:spLocks noChangeShapeType="1"/>
            </p:cNvSpPr>
            <p:nvPr/>
          </p:nvSpPr>
          <p:spPr bwMode="auto">
            <a:xfrm>
              <a:off x="4919" y="2231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55" name="Oval 66"/>
            <p:cNvSpPr>
              <a:spLocks noChangeArrowheads="1"/>
            </p:cNvSpPr>
            <p:nvPr/>
          </p:nvSpPr>
          <p:spPr bwMode="auto">
            <a:xfrm>
              <a:off x="4886" y="2218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56" name="Oval 67"/>
            <p:cNvSpPr>
              <a:spLocks noChangeArrowheads="1"/>
            </p:cNvSpPr>
            <p:nvPr/>
          </p:nvSpPr>
          <p:spPr bwMode="auto">
            <a:xfrm>
              <a:off x="5228" y="2218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57" name="Arc 68"/>
            <p:cNvSpPr>
              <a:spLocks/>
            </p:cNvSpPr>
            <p:nvPr/>
          </p:nvSpPr>
          <p:spPr bwMode="auto">
            <a:xfrm rot="8100000">
              <a:off x="5345" y="1883"/>
              <a:ext cx="356" cy="362"/>
            </a:xfrm>
            <a:custGeom>
              <a:avLst/>
              <a:gdLst>
                <a:gd name="T0" fmla="*/ 0 w 21661"/>
                <a:gd name="T1" fmla="*/ 0 h 21600"/>
                <a:gd name="T2" fmla="*/ 0 w 21661"/>
                <a:gd name="T3" fmla="*/ 0 h 21600"/>
                <a:gd name="T4" fmla="*/ 0 w 21661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1"/>
                <a:gd name="T10" fmla="*/ 0 h 21600"/>
                <a:gd name="T11" fmla="*/ 21661 w 2166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1" h="21600" fill="none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</a:path>
                <a:path w="21661" h="21600" stroke="0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  <a:lnTo>
                    <a:pt x="61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58" name="Line 69"/>
            <p:cNvSpPr>
              <a:spLocks noChangeShapeType="1"/>
            </p:cNvSpPr>
            <p:nvPr/>
          </p:nvSpPr>
          <p:spPr bwMode="auto">
            <a:xfrm flipH="1">
              <a:off x="5805" y="1971"/>
              <a:ext cx="174" cy="78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59" name="Line 70"/>
            <p:cNvSpPr>
              <a:spLocks noChangeShapeType="1"/>
            </p:cNvSpPr>
            <p:nvPr/>
          </p:nvSpPr>
          <p:spPr bwMode="auto">
            <a:xfrm>
              <a:off x="5982" y="1968"/>
              <a:ext cx="182" cy="783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60" name="Line 71"/>
            <p:cNvSpPr>
              <a:spLocks noChangeShapeType="1"/>
            </p:cNvSpPr>
            <p:nvPr/>
          </p:nvSpPr>
          <p:spPr bwMode="auto">
            <a:xfrm>
              <a:off x="5841" y="2621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61" name="Line 72"/>
            <p:cNvSpPr>
              <a:spLocks noChangeShapeType="1"/>
            </p:cNvSpPr>
            <p:nvPr/>
          </p:nvSpPr>
          <p:spPr bwMode="auto">
            <a:xfrm>
              <a:off x="5856" y="2499"/>
              <a:ext cx="242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62" name="Line 73"/>
            <p:cNvSpPr>
              <a:spLocks noChangeShapeType="1"/>
            </p:cNvSpPr>
            <p:nvPr/>
          </p:nvSpPr>
          <p:spPr bwMode="auto">
            <a:xfrm>
              <a:off x="5904" y="2359"/>
              <a:ext cx="176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63" name="Line 74"/>
            <p:cNvSpPr>
              <a:spLocks noChangeShapeType="1"/>
            </p:cNvSpPr>
            <p:nvPr/>
          </p:nvSpPr>
          <p:spPr bwMode="auto">
            <a:xfrm>
              <a:off x="5831" y="2060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64" name="Oval 75"/>
            <p:cNvSpPr>
              <a:spLocks noChangeArrowheads="1"/>
            </p:cNvSpPr>
            <p:nvPr/>
          </p:nvSpPr>
          <p:spPr bwMode="auto">
            <a:xfrm>
              <a:off x="5798" y="2047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65" name="Oval 76"/>
            <p:cNvSpPr>
              <a:spLocks noChangeArrowheads="1"/>
            </p:cNvSpPr>
            <p:nvPr/>
          </p:nvSpPr>
          <p:spPr bwMode="auto">
            <a:xfrm>
              <a:off x="6140" y="2047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66" name="Freeform 77"/>
            <p:cNvSpPr>
              <a:spLocks/>
            </p:cNvSpPr>
            <p:nvPr/>
          </p:nvSpPr>
          <p:spPr bwMode="auto">
            <a:xfrm>
              <a:off x="5854" y="2244"/>
              <a:ext cx="305" cy="497"/>
            </a:xfrm>
            <a:custGeom>
              <a:avLst/>
              <a:gdLst>
                <a:gd name="T0" fmla="*/ 180 w 326"/>
                <a:gd name="T1" fmla="*/ 0 h 557"/>
                <a:gd name="T2" fmla="*/ 60 w 326"/>
                <a:gd name="T3" fmla="*/ 109 h 557"/>
                <a:gd name="T4" fmla="*/ 225 w 326"/>
                <a:gd name="T5" fmla="*/ 222 h 557"/>
                <a:gd name="T6" fmla="*/ 0 w 326"/>
                <a:gd name="T7" fmla="*/ 335 h 557"/>
                <a:gd name="T8" fmla="*/ 284 w 326"/>
                <a:gd name="T9" fmla="*/ 443 h 5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6"/>
                <a:gd name="T16" fmla="*/ 0 h 557"/>
                <a:gd name="T17" fmla="*/ 326 w 326"/>
                <a:gd name="T18" fmla="*/ 557 h 5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6" h="557">
                  <a:moveTo>
                    <a:pt x="205" y="0"/>
                  </a:moveTo>
                  <a:lnTo>
                    <a:pt x="68" y="137"/>
                  </a:lnTo>
                  <a:lnTo>
                    <a:pt x="258" y="279"/>
                  </a:lnTo>
                  <a:lnTo>
                    <a:pt x="0" y="420"/>
                  </a:lnTo>
                  <a:lnTo>
                    <a:pt x="325" y="55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67" name="Freeform 78"/>
            <p:cNvSpPr>
              <a:spLocks/>
            </p:cNvSpPr>
            <p:nvPr/>
          </p:nvSpPr>
          <p:spPr bwMode="auto">
            <a:xfrm>
              <a:off x="5805" y="2239"/>
              <a:ext cx="326" cy="495"/>
            </a:xfrm>
            <a:custGeom>
              <a:avLst/>
              <a:gdLst>
                <a:gd name="T0" fmla="*/ 127 w 323"/>
                <a:gd name="T1" fmla="*/ 0 h 558"/>
                <a:gd name="T2" fmla="*/ 262 w 323"/>
                <a:gd name="T3" fmla="*/ 105 h 558"/>
                <a:gd name="T4" fmla="*/ 70 w 323"/>
                <a:gd name="T5" fmla="*/ 220 h 558"/>
                <a:gd name="T6" fmla="*/ 328 w 323"/>
                <a:gd name="T7" fmla="*/ 328 h 558"/>
                <a:gd name="T8" fmla="*/ 0 w 323"/>
                <a:gd name="T9" fmla="*/ 438 h 5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3"/>
                <a:gd name="T16" fmla="*/ 0 h 558"/>
                <a:gd name="T17" fmla="*/ 323 w 323"/>
                <a:gd name="T18" fmla="*/ 558 h 5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3" h="558">
                  <a:moveTo>
                    <a:pt x="125" y="0"/>
                  </a:moveTo>
                  <a:lnTo>
                    <a:pt x="258" y="133"/>
                  </a:lnTo>
                  <a:lnTo>
                    <a:pt x="68" y="279"/>
                  </a:lnTo>
                  <a:lnTo>
                    <a:pt x="322" y="417"/>
                  </a:lnTo>
                  <a:lnTo>
                    <a:pt x="0" y="557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68" name="Oval 79"/>
            <p:cNvSpPr>
              <a:spLocks noChangeArrowheads="1"/>
            </p:cNvSpPr>
            <p:nvPr/>
          </p:nvSpPr>
          <p:spPr bwMode="auto">
            <a:xfrm>
              <a:off x="5967" y="1966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69" name="Line 80"/>
            <p:cNvSpPr>
              <a:spLocks noChangeShapeType="1"/>
            </p:cNvSpPr>
            <p:nvPr/>
          </p:nvSpPr>
          <p:spPr bwMode="auto">
            <a:xfrm>
              <a:off x="5831" y="2144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70" name="Oval 81"/>
            <p:cNvSpPr>
              <a:spLocks noChangeArrowheads="1"/>
            </p:cNvSpPr>
            <p:nvPr/>
          </p:nvSpPr>
          <p:spPr bwMode="auto">
            <a:xfrm>
              <a:off x="5798" y="2131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71" name="Oval 82"/>
            <p:cNvSpPr>
              <a:spLocks noChangeArrowheads="1"/>
            </p:cNvSpPr>
            <p:nvPr/>
          </p:nvSpPr>
          <p:spPr bwMode="auto">
            <a:xfrm>
              <a:off x="6140" y="2131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72" name="Line 83"/>
            <p:cNvSpPr>
              <a:spLocks noChangeShapeType="1"/>
            </p:cNvSpPr>
            <p:nvPr/>
          </p:nvSpPr>
          <p:spPr bwMode="auto">
            <a:xfrm>
              <a:off x="5831" y="2231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73" name="Oval 84"/>
            <p:cNvSpPr>
              <a:spLocks noChangeArrowheads="1"/>
            </p:cNvSpPr>
            <p:nvPr/>
          </p:nvSpPr>
          <p:spPr bwMode="auto">
            <a:xfrm>
              <a:off x="5798" y="2218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5374" name="Oval 85"/>
            <p:cNvSpPr>
              <a:spLocks noChangeArrowheads="1"/>
            </p:cNvSpPr>
            <p:nvPr/>
          </p:nvSpPr>
          <p:spPr bwMode="auto">
            <a:xfrm>
              <a:off x="6140" y="2218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</p:grpSp>
      <p:pic>
        <p:nvPicPr>
          <p:cNvPr id="55311" name="Picture 95" descr="Px40_80TE_ph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178300"/>
            <a:ext cx="2154238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12" name="Picture 96" descr="Px40_80TE_ph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700" y="4216400"/>
            <a:ext cx="2154238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13" name="AutoShape 97"/>
          <p:cNvSpPr>
            <a:spLocks noChangeArrowheads="1"/>
          </p:cNvSpPr>
          <p:nvPr/>
        </p:nvSpPr>
        <p:spPr bwMode="auto">
          <a:xfrm>
            <a:off x="352425" y="1546225"/>
            <a:ext cx="8599488" cy="4132263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Clr>
                <a:srgbClr val="B10043"/>
              </a:buClr>
              <a:buSzPct val="130000"/>
              <a:buFontTx/>
              <a:buNone/>
              <a:tabLst/>
              <a:defRPr/>
            </a:pPr>
            <a:endParaRPr kumimoji="0" lang="de-DE" altLang="en-US" sz="1800" b="0" i="0" u="none" strike="noStrike" kern="1200" cap="none" spc="0" normalizeH="0" baseline="0" noProof="0">
              <a:ln>
                <a:noFill/>
              </a:ln>
              <a:solidFill>
                <a:srgbClr val="00953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550787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AutoShape 54"/>
          <p:cNvSpPr>
            <a:spLocks noChangeArrowheads="1"/>
          </p:cNvSpPr>
          <p:nvPr/>
        </p:nvSpPr>
        <p:spPr bwMode="auto">
          <a:xfrm>
            <a:off x="6334125" y="2320925"/>
            <a:ext cx="1425575" cy="715963"/>
          </a:xfrm>
          <a:prstGeom prst="roundRect">
            <a:avLst>
              <a:gd name="adj" fmla="val 16667"/>
            </a:avLst>
          </a:prstGeom>
          <a:solidFill>
            <a:srgbClr val="4FA600"/>
          </a:solidFill>
          <a:ln w="25400">
            <a:solidFill>
              <a:srgbClr val="E47F00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Clr>
                <a:srgbClr val="B10043"/>
              </a:buClr>
              <a:buSzPct val="130000"/>
              <a:buFontTx/>
              <a:buNone/>
              <a:tabLst/>
              <a:defRPr/>
            </a:pPr>
            <a:endParaRPr kumimoji="0" lang="de-DE" altLang="en-US" sz="1800" b="0" i="0" u="none" strike="noStrike" kern="1200" cap="none" spc="0" normalizeH="0" baseline="0" noProof="0">
              <a:ln>
                <a:noFill/>
              </a:ln>
              <a:solidFill>
                <a:srgbClr val="00953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6323" name="AutoShape 53"/>
          <p:cNvSpPr>
            <a:spLocks noChangeArrowheads="1"/>
          </p:cNvSpPr>
          <p:nvPr/>
        </p:nvSpPr>
        <p:spPr bwMode="auto">
          <a:xfrm>
            <a:off x="6321425" y="4048125"/>
            <a:ext cx="1425575" cy="715963"/>
          </a:xfrm>
          <a:prstGeom prst="roundRect">
            <a:avLst>
              <a:gd name="adj" fmla="val 16667"/>
            </a:avLst>
          </a:prstGeom>
          <a:solidFill>
            <a:srgbClr val="4FA600"/>
          </a:solidFill>
          <a:ln w="25400">
            <a:solidFill>
              <a:srgbClr val="E47F00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Clr>
                <a:srgbClr val="B10043"/>
              </a:buClr>
              <a:buSzPct val="130000"/>
              <a:buFontTx/>
              <a:buNone/>
              <a:tabLst/>
              <a:defRPr/>
            </a:pPr>
            <a:endParaRPr kumimoji="0" lang="de-DE" altLang="en-US" sz="1800" b="0" i="0" u="none" strike="noStrike" kern="1200" cap="none" spc="0" normalizeH="0" baseline="0" noProof="0">
              <a:ln>
                <a:noFill/>
              </a:ln>
              <a:solidFill>
                <a:srgbClr val="00953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MiCOM P54x / MiCOM P59x</a:t>
            </a:r>
            <a:br>
              <a:rPr lang="en-US" altLang="en-US"/>
            </a:br>
            <a:r>
              <a:rPr lang="en-US" altLang="en-US"/>
              <a:t>Interfacing to PCM Multiplexers</a:t>
            </a:r>
            <a:endParaRPr lang="en-GB" altLang="en-US"/>
          </a:p>
        </p:txBody>
      </p:sp>
      <p:sp>
        <p:nvSpPr>
          <p:cNvPr id="56325" name="Rectangle 3"/>
          <p:cNvSpPr>
            <a:spLocks noChangeArrowheads="1"/>
          </p:cNvSpPr>
          <p:nvPr/>
        </p:nvSpPr>
        <p:spPr bwMode="auto">
          <a:xfrm>
            <a:off x="2765425" y="3268663"/>
            <a:ext cx="1890713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4612" tIns="36512" rIns="74612" bIns="36512">
            <a:spAutoFit/>
          </a:bodyPr>
          <a:lstStyle>
            <a:lvl1pPr defTabSz="598488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598488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850nm multimode</a:t>
            </a: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6326" name="Line 4"/>
          <p:cNvSpPr>
            <a:spLocks noChangeShapeType="1"/>
          </p:cNvSpPr>
          <p:nvPr/>
        </p:nvSpPr>
        <p:spPr bwMode="auto">
          <a:xfrm>
            <a:off x="2176463" y="4522788"/>
            <a:ext cx="1838325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27" name="Line 5"/>
          <p:cNvSpPr>
            <a:spLocks noChangeShapeType="1"/>
          </p:cNvSpPr>
          <p:nvPr/>
        </p:nvSpPr>
        <p:spPr bwMode="auto">
          <a:xfrm>
            <a:off x="2176463" y="4338638"/>
            <a:ext cx="1812925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28" name="AutoShape 6"/>
          <p:cNvSpPr>
            <a:spLocks noChangeArrowheads="1"/>
          </p:cNvSpPr>
          <p:nvPr/>
        </p:nvSpPr>
        <p:spPr bwMode="auto">
          <a:xfrm rot="16200000" flipH="1">
            <a:off x="3398838" y="4219575"/>
            <a:ext cx="120650" cy="222250"/>
          </a:xfrm>
          <a:prstGeom prst="triangle">
            <a:avLst>
              <a:gd name="adj" fmla="val 499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29" name="AutoShape 7"/>
          <p:cNvSpPr>
            <a:spLocks noChangeArrowheads="1"/>
          </p:cNvSpPr>
          <p:nvPr/>
        </p:nvSpPr>
        <p:spPr bwMode="auto">
          <a:xfrm rot="5400000">
            <a:off x="3397250" y="4405313"/>
            <a:ext cx="120650" cy="222250"/>
          </a:xfrm>
          <a:prstGeom prst="triangle">
            <a:avLst>
              <a:gd name="adj" fmla="val 499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117768" name="Rectangle 8"/>
          <p:cNvSpPr>
            <a:spLocks noChangeArrowheads="1"/>
          </p:cNvSpPr>
          <p:nvPr/>
        </p:nvSpPr>
        <p:spPr bwMode="auto">
          <a:xfrm>
            <a:off x="3937000" y="3959225"/>
            <a:ext cx="1479550" cy="92233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20392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25400" algn="ctr">
            <a:solidFill>
              <a:srgbClr val="E47F00"/>
            </a:solidFill>
            <a:miter lim="800000"/>
            <a:headEnd/>
            <a:tailEnd/>
          </a:ln>
          <a:effectLst/>
        </p:spPr>
        <p:txBody>
          <a:bodyPr wrap="none" lIns="74612" tIns="36512" rIns="74612" bIns="36512" anchor="ctr"/>
          <a:lstStyle/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A Md BT" pitchFamily="34" charset="0"/>
                <a:ea typeface="+mn-ea"/>
                <a:cs typeface="+mn-cs"/>
              </a:rPr>
              <a:t>P593</a:t>
            </a:r>
          </a:p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A Md BT" pitchFamily="34" charset="0"/>
                <a:ea typeface="+mn-ea"/>
                <a:cs typeface="+mn-cs"/>
              </a:rPr>
              <a:t>interface</a:t>
            </a:r>
          </a:p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A Md BT" pitchFamily="34" charset="0"/>
                <a:ea typeface="+mn-ea"/>
                <a:cs typeface="+mn-cs"/>
              </a:rPr>
              <a:t>unit</a:t>
            </a:r>
          </a:p>
        </p:txBody>
      </p:sp>
      <p:grpSp>
        <p:nvGrpSpPr>
          <p:cNvPr id="56331" name="Group 9"/>
          <p:cNvGrpSpPr>
            <a:grpSpLocks/>
          </p:cNvGrpSpPr>
          <p:nvPr/>
        </p:nvGrpSpPr>
        <p:grpSpPr bwMode="auto">
          <a:xfrm>
            <a:off x="5430838" y="4389438"/>
            <a:ext cx="871537" cy="76200"/>
            <a:chOff x="3956" y="2943"/>
            <a:chExt cx="590" cy="52"/>
          </a:xfrm>
        </p:grpSpPr>
        <p:sp>
          <p:nvSpPr>
            <p:cNvPr id="56361" name="Oval 10"/>
            <p:cNvSpPr>
              <a:spLocks noChangeArrowheads="1"/>
            </p:cNvSpPr>
            <p:nvPr/>
          </p:nvSpPr>
          <p:spPr bwMode="auto">
            <a:xfrm rot="-9600000">
              <a:off x="3956" y="2943"/>
              <a:ext cx="141" cy="52"/>
            </a:xfrm>
            <a:prstGeom prst="ellipse">
              <a:avLst/>
            </a:prstGeom>
            <a:noFill/>
            <a:ln w="25400">
              <a:solidFill>
                <a:srgbClr val="0921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6362" name="Oval 11"/>
            <p:cNvSpPr>
              <a:spLocks noChangeArrowheads="1"/>
            </p:cNvSpPr>
            <p:nvPr/>
          </p:nvSpPr>
          <p:spPr bwMode="auto">
            <a:xfrm rot="-1200000">
              <a:off x="4104" y="2943"/>
              <a:ext cx="142" cy="52"/>
            </a:xfrm>
            <a:prstGeom prst="ellipse">
              <a:avLst/>
            </a:prstGeom>
            <a:noFill/>
            <a:ln w="25400">
              <a:solidFill>
                <a:srgbClr val="0921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6363" name="Oval 12"/>
            <p:cNvSpPr>
              <a:spLocks noChangeArrowheads="1"/>
            </p:cNvSpPr>
            <p:nvPr/>
          </p:nvSpPr>
          <p:spPr bwMode="auto">
            <a:xfrm rot="-9600000">
              <a:off x="4255" y="2943"/>
              <a:ext cx="143" cy="52"/>
            </a:xfrm>
            <a:prstGeom prst="ellipse">
              <a:avLst/>
            </a:prstGeom>
            <a:noFill/>
            <a:ln w="25400">
              <a:solidFill>
                <a:srgbClr val="0921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6364" name="Oval 13"/>
            <p:cNvSpPr>
              <a:spLocks noChangeArrowheads="1"/>
            </p:cNvSpPr>
            <p:nvPr/>
          </p:nvSpPr>
          <p:spPr bwMode="auto">
            <a:xfrm rot="-1200000">
              <a:off x="4405" y="2943"/>
              <a:ext cx="141" cy="52"/>
            </a:xfrm>
            <a:prstGeom prst="ellipse">
              <a:avLst/>
            </a:prstGeom>
            <a:noFill/>
            <a:ln w="25400">
              <a:solidFill>
                <a:srgbClr val="0921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</p:grpSp>
      <p:sp>
        <p:nvSpPr>
          <p:cNvPr id="56332" name="AutoShape 14"/>
          <p:cNvSpPr>
            <a:spLocks noChangeArrowheads="1"/>
          </p:cNvSpPr>
          <p:nvPr/>
        </p:nvSpPr>
        <p:spPr bwMode="auto">
          <a:xfrm rot="14940000" flipH="1">
            <a:off x="6136481" y="4325145"/>
            <a:ext cx="79375" cy="144462"/>
          </a:xfrm>
          <a:prstGeom prst="triangle">
            <a:avLst>
              <a:gd name="adj" fmla="val 49986"/>
            </a:avLst>
          </a:prstGeom>
          <a:solidFill>
            <a:srgbClr val="092165"/>
          </a:solidFill>
          <a:ln w="12700">
            <a:solidFill>
              <a:srgbClr val="092165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33" name="AutoShape 15"/>
          <p:cNvSpPr>
            <a:spLocks noChangeArrowheads="1"/>
          </p:cNvSpPr>
          <p:nvPr/>
        </p:nvSpPr>
        <p:spPr bwMode="auto">
          <a:xfrm rot="4140000" flipH="1">
            <a:off x="5703094" y="4326731"/>
            <a:ext cx="79375" cy="144463"/>
          </a:xfrm>
          <a:prstGeom prst="triangle">
            <a:avLst>
              <a:gd name="adj" fmla="val 49986"/>
            </a:avLst>
          </a:prstGeom>
          <a:solidFill>
            <a:srgbClr val="092165"/>
          </a:solidFill>
          <a:ln w="12700">
            <a:solidFill>
              <a:srgbClr val="092165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34" name="Freeform 17"/>
          <p:cNvSpPr>
            <a:spLocks/>
          </p:cNvSpPr>
          <p:nvPr/>
        </p:nvSpPr>
        <p:spPr bwMode="auto">
          <a:xfrm>
            <a:off x="7959725" y="4305300"/>
            <a:ext cx="358775" cy="117475"/>
          </a:xfrm>
          <a:custGeom>
            <a:avLst/>
            <a:gdLst>
              <a:gd name="T0" fmla="*/ 0 w 243"/>
              <a:gd name="T1" fmla="*/ 172477072 h 79"/>
              <a:gd name="T2" fmla="*/ 353139431 w 243"/>
              <a:gd name="T3" fmla="*/ 170265866 h 79"/>
              <a:gd name="T4" fmla="*/ 211448441 w 243"/>
              <a:gd name="T5" fmla="*/ 0 h 79"/>
              <a:gd name="T6" fmla="*/ 527530705 w 243"/>
              <a:gd name="T7" fmla="*/ 4422413 h 79"/>
              <a:gd name="T8" fmla="*/ 0 60000 65536"/>
              <a:gd name="T9" fmla="*/ 0 60000 65536"/>
              <a:gd name="T10" fmla="*/ 0 60000 65536"/>
              <a:gd name="T11" fmla="*/ 0 60000 65536"/>
              <a:gd name="T12" fmla="*/ 0 w 243"/>
              <a:gd name="T13" fmla="*/ 0 h 79"/>
              <a:gd name="T14" fmla="*/ 243 w 243"/>
              <a:gd name="T15" fmla="*/ 79 h 7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3" h="79">
                <a:moveTo>
                  <a:pt x="0" y="78"/>
                </a:moveTo>
                <a:lnTo>
                  <a:pt x="162" y="77"/>
                </a:lnTo>
                <a:lnTo>
                  <a:pt x="97" y="0"/>
                </a:lnTo>
                <a:lnTo>
                  <a:pt x="242" y="2"/>
                </a:lnTo>
              </a:path>
            </a:pathLst>
          </a:custGeom>
          <a:solidFill>
            <a:schemeClr val="accent1"/>
          </a:solidFill>
          <a:ln w="2540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35" name="Rectangle 18"/>
          <p:cNvSpPr>
            <a:spLocks noChangeArrowheads="1"/>
          </p:cNvSpPr>
          <p:nvPr/>
        </p:nvSpPr>
        <p:spPr bwMode="auto">
          <a:xfrm>
            <a:off x="6284913" y="4259263"/>
            <a:ext cx="158432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4612" tIns="36512" rIns="74612" bIns="36512">
            <a:spAutoFit/>
          </a:bodyPr>
          <a:lstStyle>
            <a:lvl1pPr defTabSz="598488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598488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A Md BT" pitchFamily="34" charset="0"/>
                <a:ea typeface="+mn-ea"/>
                <a:cs typeface="+mn-cs"/>
              </a:rPr>
              <a:t>ISDN</a:t>
            </a:r>
          </a:p>
        </p:txBody>
      </p:sp>
      <p:sp>
        <p:nvSpPr>
          <p:cNvPr id="56336" name="Rectangle 19"/>
          <p:cNvSpPr>
            <a:spLocks noChangeArrowheads="1"/>
          </p:cNvSpPr>
          <p:nvPr/>
        </p:nvSpPr>
        <p:spPr bwMode="auto">
          <a:xfrm>
            <a:off x="5189538" y="4508500"/>
            <a:ext cx="124936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4612" tIns="36512" rIns="74612" bIns="36512">
            <a:spAutoFit/>
          </a:bodyPr>
          <a:lstStyle>
            <a:lvl1pPr defTabSz="598488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598488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X.21 electrical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6337" name="Line 20"/>
          <p:cNvSpPr>
            <a:spLocks noChangeShapeType="1"/>
          </p:cNvSpPr>
          <p:nvPr/>
        </p:nvSpPr>
        <p:spPr bwMode="auto">
          <a:xfrm flipH="1">
            <a:off x="3311525" y="4021138"/>
            <a:ext cx="165100" cy="250825"/>
          </a:xfrm>
          <a:prstGeom prst="line">
            <a:avLst/>
          </a:prstGeom>
          <a:noFill/>
          <a:ln w="12700">
            <a:solidFill>
              <a:srgbClr val="0921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grpSp>
        <p:nvGrpSpPr>
          <p:cNvPr id="56338" name="Group 21"/>
          <p:cNvGrpSpPr>
            <a:grpSpLocks/>
          </p:cNvGrpSpPr>
          <p:nvPr/>
        </p:nvGrpSpPr>
        <p:grpSpPr bwMode="auto">
          <a:xfrm>
            <a:off x="5422900" y="2660650"/>
            <a:ext cx="871538" cy="76200"/>
            <a:chOff x="3950" y="1772"/>
            <a:chExt cx="590" cy="52"/>
          </a:xfrm>
        </p:grpSpPr>
        <p:sp>
          <p:nvSpPr>
            <p:cNvPr id="56357" name="Oval 22"/>
            <p:cNvSpPr>
              <a:spLocks noChangeArrowheads="1"/>
            </p:cNvSpPr>
            <p:nvPr/>
          </p:nvSpPr>
          <p:spPr bwMode="auto">
            <a:xfrm rot="-9600000">
              <a:off x="3950" y="1772"/>
              <a:ext cx="141" cy="52"/>
            </a:xfrm>
            <a:prstGeom prst="ellipse">
              <a:avLst/>
            </a:prstGeom>
            <a:noFill/>
            <a:ln w="25400">
              <a:solidFill>
                <a:srgbClr val="0921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6358" name="Oval 23"/>
            <p:cNvSpPr>
              <a:spLocks noChangeArrowheads="1"/>
            </p:cNvSpPr>
            <p:nvPr/>
          </p:nvSpPr>
          <p:spPr bwMode="auto">
            <a:xfrm rot="-1200000">
              <a:off x="4098" y="1772"/>
              <a:ext cx="142" cy="52"/>
            </a:xfrm>
            <a:prstGeom prst="ellipse">
              <a:avLst/>
            </a:prstGeom>
            <a:noFill/>
            <a:ln w="25400">
              <a:solidFill>
                <a:srgbClr val="0921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6359" name="Oval 24"/>
            <p:cNvSpPr>
              <a:spLocks noChangeArrowheads="1"/>
            </p:cNvSpPr>
            <p:nvPr/>
          </p:nvSpPr>
          <p:spPr bwMode="auto">
            <a:xfrm rot="-9600000">
              <a:off x="4249" y="1772"/>
              <a:ext cx="143" cy="52"/>
            </a:xfrm>
            <a:prstGeom prst="ellipse">
              <a:avLst/>
            </a:prstGeom>
            <a:noFill/>
            <a:ln w="25400">
              <a:solidFill>
                <a:srgbClr val="0921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56360" name="Oval 25"/>
            <p:cNvSpPr>
              <a:spLocks noChangeArrowheads="1"/>
            </p:cNvSpPr>
            <p:nvPr/>
          </p:nvSpPr>
          <p:spPr bwMode="auto">
            <a:xfrm rot="-1200000">
              <a:off x="4399" y="1772"/>
              <a:ext cx="141" cy="52"/>
            </a:xfrm>
            <a:prstGeom prst="ellipse">
              <a:avLst/>
            </a:prstGeom>
            <a:noFill/>
            <a:ln w="25400">
              <a:solidFill>
                <a:srgbClr val="0921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</p:grpSp>
      <p:sp>
        <p:nvSpPr>
          <p:cNvPr id="56339" name="AutoShape 26"/>
          <p:cNvSpPr>
            <a:spLocks noChangeArrowheads="1"/>
          </p:cNvSpPr>
          <p:nvPr/>
        </p:nvSpPr>
        <p:spPr bwMode="auto">
          <a:xfrm rot="14940000" flipH="1">
            <a:off x="6126956" y="2594770"/>
            <a:ext cx="79375" cy="144462"/>
          </a:xfrm>
          <a:prstGeom prst="triangle">
            <a:avLst>
              <a:gd name="adj" fmla="val 49986"/>
            </a:avLst>
          </a:prstGeom>
          <a:solidFill>
            <a:srgbClr val="092165"/>
          </a:solidFill>
          <a:ln w="12700">
            <a:solidFill>
              <a:srgbClr val="092165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40" name="AutoShape 27"/>
          <p:cNvSpPr>
            <a:spLocks noChangeArrowheads="1"/>
          </p:cNvSpPr>
          <p:nvPr/>
        </p:nvSpPr>
        <p:spPr bwMode="auto">
          <a:xfrm rot="4140000" flipH="1">
            <a:off x="5694362" y="2595563"/>
            <a:ext cx="79375" cy="146050"/>
          </a:xfrm>
          <a:prstGeom prst="triangle">
            <a:avLst>
              <a:gd name="adj" fmla="val 49986"/>
            </a:avLst>
          </a:prstGeom>
          <a:solidFill>
            <a:srgbClr val="092165"/>
          </a:solidFill>
          <a:ln w="12700">
            <a:solidFill>
              <a:srgbClr val="092165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41" name="Freeform 29"/>
          <p:cNvSpPr>
            <a:spLocks/>
          </p:cNvSpPr>
          <p:nvPr/>
        </p:nvSpPr>
        <p:spPr bwMode="auto">
          <a:xfrm>
            <a:off x="7951788" y="2574925"/>
            <a:ext cx="358775" cy="117475"/>
          </a:xfrm>
          <a:custGeom>
            <a:avLst/>
            <a:gdLst>
              <a:gd name="T0" fmla="*/ 0 w 243"/>
              <a:gd name="T1" fmla="*/ 172477072 h 79"/>
              <a:gd name="T2" fmla="*/ 353139431 w 243"/>
              <a:gd name="T3" fmla="*/ 170265866 h 79"/>
              <a:gd name="T4" fmla="*/ 211448441 w 243"/>
              <a:gd name="T5" fmla="*/ 0 h 79"/>
              <a:gd name="T6" fmla="*/ 527530705 w 243"/>
              <a:gd name="T7" fmla="*/ 4422413 h 79"/>
              <a:gd name="T8" fmla="*/ 0 60000 65536"/>
              <a:gd name="T9" fmla="*/ 0 60000 65536"/>
              <a:gd name="T10" fmla="*/ 0 60000 65536"/>
              <a:gd name="T11" fmla="*/ 0 60000 65536"/>
              <a:gd name="T12" fmla="*/ 0 w 243"/>
              <a:gd name="T13" fmla="*/ 0 h 79"/>
              <a:gd name="T14" fmla="*/ 243 w 243"/>
              <a:gd name="T15" fmla="*/ 79 h 7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3" h="79">
                <a:moveTo>
                  <a:pt x="0" y="78"/>
                </a:moveTo>
                <a:lnTo>
                  <a:pt x="162" y="77"/>
                </a:lnTo>
                <a:lnTo>
                  <a:pt x="97" y="0"/>
                </a:lnTo>
                <a:lnTo>
                  <a:pt x="242" y="2"/>
                </a:lnTo>
              </a:path>
            </a:pathLst>
          </a:custGeom>
          <a:solidFill>
            <a:schemeClr val="accent1"/>
          </a:solidFill>
          <a:ln w="2540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42" name="AutoShape 30"/>
          <p:cNvSpPr>
            <a:spLocks noChangeArrowheads="1"/>
          </p:cNvSpPr>
          <p:nvPr/>
        </p:nvSpPr>
        <p:spPr bwMode="auto">
          <a:xfrm rot="5400000">
            <a:off x="8320088" y="4238625"/>
            <a:ext cx="171450" cy="161925"/>
          </a:xfrm>
          <a:prstGeom prst="triangle">
            <a:avLst>
              <a:gd name="adj" fmla="val 499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43" name="AutoShape 31"/>
          <p:cNvSpPr>
            <a:spLocks noChangeArrowheads="1"/>
          </p:cNvSpPr>
          <p:nvPr/>
        </p:nvSpPr>
        <p:spPr bwMode="auto">
          <a:xfrm rot="16200000" flipH="1">
            <a:off x="7806532" y="4356893"/>
            <a:ext cx="171450" cy="163513"/>
          </a:xfrm>
          <a:prstGeom prst="triangle">
            <a:avLst>
              <a:gd name="adj" fmla="val 499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44" name="Line 32"/>
          <p:cNvSpPr>
            <a:spLocks noChangeShapeType="1"/>
          </p:cNvSpPr>
          <p:nvPr/>
        </p:nvSpPr>
        <p:spPr bwMode="auto">
          <a:xfrm>
            <a:off x="2166938" y="2792413"/>
            <a:ext cx="1838325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45" name="Line 33"/>
          <p:cNvSpPr>
            <a:spLocks noChangeShapeType="1"/>
          </p:cNvSpPr>
          <p:nvPr/>
        </p:nvSpPr>
        <p:spPr bwMode="auto">
          <a:xfrm>
            <a:off x="2166938" y="2609850"/>
            <a:ext cx="1814512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46" name="AutoShape 34"/>
          <p:cNvSpPr>
            <a:spLocks noChangeArrowheads="1"/>
          </p:cNvSpPr>
          <p:nvPr/>
        </p:nvSpPr>
        <p:spPr bwMode="auto">
          <a:xfrm rot="16200000" flipH="1">
            <a:off x="3390107" y="2489993"/>
            <a:ext cx="120650" cy="220663"/>
          </a:xfrm>
          <a:prstGeom prst="triangle">
            <a:avLst>
              <a:gd name="adj" fmla="val 499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47" name="AutoShape 35"/>
          <p:cNvSpPr>
            <a:spLocks noChangeArrowheads="1"/>
          </p:cNvSpPr>
          <p:nvPr/>
        </p:nvSpPr>
        <p:spPr bwMode="auto">
          <a:xfrm rot="5400000">
            <a:off x="3387725" y="2676526"/>
            <a:ext cx="122237" cy="220662"/>
          </a:xfrm>
          <a:prstGeom prst="triangle">
            <a:avLst>
              <a:gd name="adj" fmla="val 499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48" name="AutoShape 36"/>
          <p:cNvSpPr>
            <a:spLocks noChangeArrowheads="1"/>
          </p:cNvSpPr>
          <p:nvPr/>
        </p:nvSpPr>
        <p:spPr bwMode="auto">
          <a:xfrm rot="5400000">
            <a:off x="8311357" y="2509043"/>
            <a:ext cx="171450" cy="163513"/>
          </a:xfrm>
          <a:prstGeom prst="triangle">
            <a:avLst>
              <a:gd name="adj" fmla="val 499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49" name="AutoShape 37"/>
          <p:cNvSpPr>
            <a:spLocks noChangeArrowheads="1"/>
          </p:cNvSpPr>
          <p:nvPr/>
        </p:nvSpPr>
        <p:spPr bwMode="auto">
          <a:xfrm rot="16200000" flipH="1">
            <a:off x="7797801" y="2627312"/>
            <a:ext cx="171450" cy="161925"/>
          </a:xfrm>
          <a:prstGeom prst="triangle">
            <a:avLst>
              <a:gd name="adj" fmla="val 499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56350" name="Rectangle 38"/>
          <p:cNvSpPr>
            <a:spLocks noChangeArrowheads="1"/>
          </p:cNvSpPr>
          <p:nvPr/>
        </p:nvSpPr>
        <p:spPr bwMode="auto">
          <a:xfrm>
            <a:off x="6276975" y="2530475"/>
            <a:ext cx="158432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4612" tIns="36512" rIns="74612" bIns="36512">
            <a:spAutoFit/>
          </a:bodyPr>
          <a:lstStyle>
            <a:lvl1pPr defTabSz="598488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598488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A Md BT" pitchFamily="34" charset="0"/>
                <a:ea typeface="+mn-ea"/>
                <a:cs typeface="+mn-cs"/>
              </a:rPr>
              <a:t>Multiplexer</a:t>
            </a:r>
          </a:p>
        </p:txBody>
      </p:sp>
      <p:sp>
        <p:nvSpPr>
          <p:cNvPr id="56351" name="Rectangle 39"/>
          <p:cNvSpPr>
            <a:spLocks noChangeArrowheads="1"/>
          </p:cNvSpPr>
          <p:nvPr/>
        </p:nvSpPr>
        <p:spPr bwMode="auto">
          <a:xfrm>
            <a:off x="5197475" y="2789238"/>
            <a:ext cx="1249363" cy="89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4612" tIns="36512" rIns="74612" bIns="36512">
            <a:spAutoFit/>
          </a:bodyPr>
          <a:lstStyle>
            <a:lvl1pPr defTabSz="598488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598488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G.703    or V.35 electrical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6352" name="Line 40"/>
          <p:cNvSpPr>
            <a:spLocks noChangeShapeType="1"/>
          </p:cNvSpPr>
          <p:nvPr/>
        </p:nvSpPr>
        <p:spPr bwMode="auto">
          <a:xfrm flipH="1" flipV="1">
            <a:off x="3297238" y="2898775"/>
            <a:ext cx="165100" cy="296863"/>
          </a:xfrm>
          <a:prstGeom prst="line">
            <a:avLst/>
          </a:prstGeom>
          <a:noFill/>
          <a:ln w="12700">
            <a:solidFill>
              <a:srgbClr val="0921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117803" name="Rectangle 43"/>
          <p:cNvSpPr>
            <a:spLocks noChangeArrowheads="1"/>
          </p:cNvSpPr>
          <p:nvPr/>
        </p:nvSpPr>
        <p:spPr bwMode="auto">
          <a:xfrm>
            <a:off x="3927475" y="2230438"/>
            <a:ext cx="1479550" cy="9207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20392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25400">
            <a:solidFill>
              <a:srgbClr val="E47F00"/>
            </a:solidFill>
            <a:miter lim="800000"/>
            <a:headEnd/>
            <a:tailEnd/>
          </a:ln>
          <a:effectLst/>
        </p:spPr>
        <p:txBody>
          <a:bodyPr wrap="none" lIns="74612" tIns="36512" rIns="74612" bIns="36512" anchor="ctr"/>
          <a:lstStyle/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A Md BT" pitchFamily="34" charset="0"/>
                <a:ea typeface="+mn-ea"/>
                <a:cs typeface="+mn-cs"/>
              </a:rPr>
              <a:t>P591/2</a:t>
            </a:r>
          </a:p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A Md BT" pitchFamily="34" charset="0"/>
                <a:ea typeface="+mn-ea"/>
                <a:cs typeface="+mn-cs"/>
              </a:rPr>
              <a:t>interface</a:t>
            </a:r>
          </a:p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A Md BT" pitchFamily="34" charset="0"/>
                <a:ea typeface="+mn-ea"/>
                <a:cs typeface="+mn-cs"/>
              </a:rPr>
              <a:t>unit</a:t>
            </a:r>
          </a:p>
        </p:txBody>
      </p:sp>
      <p:pic>
        <p:nvPicPr>
          <p:cNvPr id="56354" name="Picture 51" descr="Px40_80TE_ph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84400"/>
            <a:ext cx="2154238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55" name="Picture 52" descr="Px40_80TE_ph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911600"/>
            <a:ext cx="2154238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56" name="AutoShape 55"/>
          <p:cNvSpPr>
            <a:spLocks noChangeArrowheads="1"/>
          </p:cNvSpPr>
          <p:nvPr/>
        </p:nvSpPr>
        <p:spPr bwMode="auto">
          <a:xfrm>
            <a:off x="352425" y="1546225"/>
            <a:ext cx="8599488" cy="4132263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Clr>
                <a:srgbClr val="B10043"/>
              </a:buClr>
              <a:buSzPct val="130000"/>
              <a:buFontTx/>
              <a:buNone/>
              <a:tabLst/>
              <a:defRPr/>
            </a:pPr>
            <a:endParaRPr kumimoji="0" lang="de-DE" altLang="en-US" sz="1800" b="0" i="0" u="none" strike="noStrike" kern="1200" cap="none" spc="0" normalizeH="0" baseline="0" noProof="0">
              <a:ln>
                <a:noFill/>
              </a:ln>
              <a:solidFill>
                <a:srgbClr val="00953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2758999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Line 6"/>
          <p:cNvSpPr>
            <a:spLocks noChangeShapeType="1"/>
          </p:cNvSpPr>
          <p:nvPr/>
        </p:nvSpPr>
        <p:spPr bwMode="auto">
          <a:xfrm>
            <a:off x="2268538" y="3078163"/>
            <a:ext cx="989012" cy="1009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2053" name="Rectangle 134"/>
          <p:cNvSpPr>
            <a:spLocks noChangeArrowheads="1"/>
          </p:cNvSpPr>
          <p:nvPr/>
        </p:nvSpPr>
        <p:spPr bwMode="auto">
          <a:xfrm>
            <a:off x="3232150" y="3805238"/>
            <a:ext cx="271463" cy="5794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MiCOM P54x / MiCOM P59x</a:t>
            </a:r>
            <a:br>
              <a:rPr lang="en-US" altLang="en-US"/>
            </a:br>
            <a:r>
              <a:rPr lang="en-US" altLang="en-US"/>
              <a:t>Multiplexed Optical Link</a:t>
            </a:r>
            <a:endParaRPr lang="en-GB" altLang="en-US"/>
          </a:p>
        </p:txBody>
      </p:sp>
      <p:sp>
        <p:nvSpPr>
          <p:cNvPr id="2055" name="Line 3"/>
          <p:cNvSpPr>
            <a:spLocks noChangeShapeType="1"/>
          </p:cNvSpPr>
          <p:nvPr/>
        </p:nvSpPr>
        <p:spPr bwMode="auto">
          <a:xfrm flipH="1">
            <a:off x="2262188" y="1906588"/>
            <a:ext cx="1138237" cy="1984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2056" name="Line 4"/>
          <p:cNvSpPr>
            <a:spLocks noChangeShapeType="1"/>
          </p:cNvSpPr>
          <p:nvPr/>
        </p:nvSpPr>
        <p:spPr bwMode="auto">
          <a:xfrm>
            <a:off x="5567363" y="1906588"/>
            <a:ext cx="1050925" cy="1984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2057" name="Line 5"/>
          <p:cNvSpPr>
            <a:spLocks noChangeShapeType="1"/>
          </p:cNvSpPr>
          <p:nvPr/>
        </p:nvSpPr>
        <p:spPr bwMode="auto">
          <a:xfrm flipH="1" flipV="1">
            <a:off x="2006600" y="3059113"/>
            <a:ext cx="1314450" cy="18272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2058" name="Rectangle 8"/>
          <p:cNvSpPr>
            <a:spLocks noChangeArrowheads="1"/>
          </p:cNvSpPr>
          <p:nvPr/>
        </p:nvSpPr>
        <p:spPr bwMode="auto">
          <a:xfrm>
            <a:off x="3225800" y="380365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59" name="Rectangle 9"/>
          <p:cNvSpPr>
            <a:spLocks noChangeArrowheads="1"/>
          </p:cNvSpPr>
          <p:nvPr/>
        </p:nvSpPr>
        <p:spPr bwMode="auto">
          <a:xfrm>
            <a:off x="3225800" y="3922713"/>
            <a:ext cx="280988" cy="1063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60" name="Rectangle 10"/>
          <p:cNvSpPr>
            <a:spLocks noChangeArrowheads="1"/>
          </p:cNvSpPr>
          <p:nvPr/>
        </p:nvSpPr>
        <p:spPr bwMode="auto">
          <a:xfrm>
            <a:off x="3225800" y="4040188"/>
            <a:ext cx="280988" cy="107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61" name="Rectangle 11"/>
          <p:cNvSpPr>
            <a:spLocks noChangeArrowheads="1"/>
          </p:cNvSpPr>
          <p:nvPr/>
        </p:nvSpPr>
        <p:spPr bwMode="auto">
          <a:xfrm>
            <a:off x="3225800" y="4159250"/>
            <a:ext cx="280988" cy="1063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62" name="Rectangle 12"/>
          <p:cNvSpPr>
            <a:spLocks noChangeArrowheads="1"/>
          </p:cNvSpPr>
          <p:nvPr/>
        </p:nvSpPr>
        <p:spPr bwMode="auto">
          <a:xfrm>
            <a:off x="3225800" y="427990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63" name="Rectangle 13"/>
          <p:cNvSpPr>
            <a:spLocks noChangeArrowheads="1"/>
          </p:cNvSpPr>
          <p:nvPr/>
        </p:nvSpPr>
        <p:spPr bwMode="auto">
          <a:xfrm>
            <a:off x="3230563" y="3808413"/>
            <a:ext cx="271462" cy="5762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64" name="Line 21"/>
          <p:cNvSpPr>
            <a:spLocks noChangeShapeType="1"/>
          </p:cNvSpPr>
          <p:nvPr/>
        </p:nvSpPr>
        <p:spPr bwMode="auto">
          <a:xfrm flipV="1">
            <a:off x="5589588" y="3057525"/>
            <a:ext cx="1258887" cy="1835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2065" name="Line 22"/>
          <p:cNvSpPr>
            <a:spLocks noChangeShapeType="1"/>
          </p:cNvSpPr>
          <p:nvPr/>
        </p:nvSpPr>
        <p:spPr bwMode="auto">
          <a:xfrm flipH="1">
            <a:off x="5554663" y="3078163"/>
            <a:ext cx="1120775" cy="10239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2066" name="Line 37"/>
          <p:cNvSpPr>
            <a:spLocks noChangeShapeType="1"/>
          </p:cNvSpPr>
          <p:nvPr/>
        </p:nvSpPr>
        <p:spPr bwMode="auto">
          <a:xfrm>
            <a:off x="2319338" y="3052763"/>
            <a:ext cx="1023937" cy="146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2067" name="Line 38"/>
          <p:cNvSpPr>
            <a:spLocks noChangeShapeType="1"/>
          </p:cNvSpPr>
          <p:nvPr/>
        </p:nvSpPr>
        <p:spPr bwMode="auto">
          <a:xfrm flipH="1">
            <a:off x="5470525" y="3052763"/>
            <a:ext cx="1111250" cy="146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2068" name="Line 39"/>
          <p:cNvSpPr>
            <a:spLocks noChangeShapeType="1"/>
          </p:cNvSpPr>
          <p:nvPr/>
        </p:nvSpPr>
        <p:spPr bwMode="auto">
          <a:xfrm>
            <a:off x="1509713" y="3106738"/>
            <a:ext cx="0" cy="1003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2069" name="Line 40"/>
          <p:cNvSpPr>
            <a:spLocks noChangeShapeType="1"/>
          </p:cNvSpPr>
          <p:nvPr/>
        </p:nvSpPr>
        <p:spPr bwMode="auto">
          <a:xfrm>
            <a:off x="1698625" y="3106738"/>
            <a:ext cx="0" cy="1003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2070" name="AutoShape 41"/>
          <p:cNvSpPr>
            <a:spLocks noChangeArrowheads="1"/>
          </p:cNvSpPr>
          <p:nvPr/>
        </p:nvSpPr>
        <p:spPr bwMode="auto">
          <a:xfrm flipH="1">
            <a:off x="1630363" y="3525838"/>
            <a:ext cx="128587" cy="168275"/>
          </a:xfrm>
          <a:prstGeom prst="triangle">
            <a:avLst>
              <a:gd name="adj" fmla="val 49986"/>
            </a:avLst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71" name="AutoShape 42"/>
          <p:cNvSpPr>
            <a:spLocks noChangeArrowheads="1"/>
          </p:cNvSpPr>
          <p:nvPr/>
        </p:nvSpPr>
        <p:spPr bwMode="auto">
          <a:xfrm rot="10800000">
            <a:off x="1438275" y="3524250"/>
            <a:ext cx="128588" cy="169863"/>
          </a:xfrm>
          <a:prstGeom prst="triangle">
            <a:avLst>
              <a:gd name="adj" fmla="val 49986"/>
            </a:avLst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72" name="Line 43"/>
          <p:cNvSpPr>
            <a:spLocks noChangeShapeType="1"/>
          </p:cNvSpPr>
          <p:nvPr/>
        </p:nvSpPr>
        <p:spPr bwMode="auto">
          <a:xfrm>
            <a:off x="7245350" y="3157538"/>
            <a:ext cx="0" cy="952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2073" name="Line 44"/>
          <p:cNvSpPr>
            <a:spLocks noChangeShapeType="1"/>
          </p:cNvSpPr>
          <p:nvPr/>
        </p:nvSpPr>
        <p:spPr bwMode="auto">
          <a:xfrm>
            <a:off x="7434263" y="3157538"/>
            <a:ext cx="0" cy="952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2074" name="AutoShape 45"/>
          <p:cNvSpPr>
            <a:spLocks noChangeArrowheads="1"/>
          </p:cNvSpPr>
          <p:nvPr/>
        </p:nvSpPr>
        <p:spPr bwMode="auto">
          <a:xfrm flipH="1">
            <a:off x="7364413" y="3556000"/>
            <a:ext cx="130175" cy="161925"/>
          </a:xfrm>
          <a:prstGeom prst="triangle">
            <a:avLst>
              <a:gd name="adj" fmla="val 49986"/>
            </a:avLst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75" name="AutoShape 46"/>
          <p:cNvSpPr>
            <a:spLocks noChangeArrowheads="1"/>
          </p:cNvSpPr>
          <p:nvPr/>
        </p:nvSpPr>
        <p:spPr bwMode="auto">
          <a:xfrm rot="10800000">
            <a:off x="7173913" y="3554413"/>
            <a:ext cx="128587" cy="161925"/>
          </a:xfrm>
          <a:prstGeom prst="triangle">
            <a:avLst>
              <a:gd name="adj" fmla="val 49986"/>
            </a:avLst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76" name="Rectangle 47"/>
          <p:cNvSpPr>
            <a:spLocks noChangeArrowheads="1"/>
          </p:cNvSpPr>
          <p:nvPr/>
        </p:nvSpPr>
        <p:spPr bwMode="auto">
          <a:xfrm>
            <a:off x="3829050" y="2860675"/>
            <a:ext cx="1271588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l" defTabSz="739775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34 Mbit/s</a:t>
            </a:r>
          </a:p>
        </p:txBody>
      </p:sp>
      <p:sp>
        <p:nvSpPr>
          <p:cNvPr id="118832" name="Rectangle 48"/>
          <p:cNvSpPr>
            <a:spLocks noChangeArrowheads="1"/>
          </p:cNvSpPr>
          <p:nvPr/>
        </p:nvSpPr>
        <p:spPr bwMode="auto">
          <a:xfrm>
            <a:off x="835025" y="1927225"/>
            <a:ext cx="1527175" cy="12509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20392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25400" algn="ctr">
            <a:solidFill>
              <a:srgbClr val="E47F00"/>
            </a:solidFill>
            <a:miter lim="800000"/>
            <a:headEnd/>
            <a:tailEnd/>
          </a:ln>
          <a:effectLst/>
        </p:spPr>
        <p:txBody>
          <a:bodyPr wrap="none" lIns="74612" tIns="36512" rIns="74612" bIns="36512" anchor="ctr"/>
          <a:lstStyle/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Multiplexer</a:t>
            </a:r>
          </a:p>
        </p:txBody>
      </p:sp>
      <p:sp>
        <p:nvSpPr>
          <p:cNvPr id="118833" name="Rectangle 49"/>
          <p:cNvSpPr>
            <a:spLocks noChangeArrowheads="1"/>
          </p:cNvSpPr>
          <p:nvPr/>
        </p:nvSpPr>
        <p:spPr bwMode="auto">
          <a:xfrm>
            <a:off x="6569075" y="1927225"/>
            <a:ext cx="1527175" cy="12509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20392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25400" algn="ctr">
            <a:solidFill>
              <a:srgbClr val="E47F00"/>
            </a:solidFill>
            <a:miter lim="800000"/>
            <a:headEnd/>
            <a:tailEnd/>
          </a:ln>
          <a:effectLst/>
        </p:spPr>
        <p:txBody>
          <a:bodyPr wrap="none" lIns="74612" tIns="36512" rIns="74612" bIns="36512" anchor="ctr"/>
          <a:lstStyle/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Multiplexer</a:t>
            </a: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79" name="Rectangle 50"/>
          <p:cNvSpPr>
            <a:spLocks noChangeArrowheads="1"/>
          </p:cNvSpPr>
          <p:nvPr/>
        </p:nvSpPr>
        <p:spPr bwMode="auto">
          <a:xfrm>
            <a:off x="755650" y="3484563"/>
            <a:ext cx="9366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l" defTabSz="739775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64k</a:t>
            </a:r>
          </a:p>
          <a:p>
            <a:pPr marL="0" marR="0" lvl="0" indent="0" algn="l" defTabSz="739775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bits/s</a:t>
            </a:r>
          </a:p>
        </p:txBody>
      </p:sp>
      <p:sp>
        <p:nvSpPr>
          <p:cNvPr id="2080" name="Rectangle 51"/>
          <p:cNvSpPr>
            <a:spLocks noChangeArrowheads="1"/>
          </p:cNvSpPr>
          <p:nvPr/>
        </p:nvSpPr>
        <p:spPr bwMode="auto">
          <a:xfrm>
            <a:off x="2941638" y="1524000"/>
            <a:ext cx="3052762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739775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Earth wire optical fibre</a:t>
            </a:r>
          </a:p>
        </p:txBody>
      </p:sp>
      <p:graphicFrame>
        <p:nvGraphicFramePr>
          <p:cNvPr id="2050" name="Object 52">
            <a:hlinkClick r:id="" action="ppaction://ole?verb=0"/>
          </p:cNvPr>
          <p:cNvGraphicFramePr>
            <a:graphicFrameLocks/>
          </p:cNvGraphicFramePr>
          <p:nvPr/>
        </p:nvGraphicFramePr>
        <p:xfrm>
          <a:off x="3000375" y="3057525"/>
          <a:ext cx="693738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90" r:id="rId4" imgW="803160" imgH="730080" progId="">
                  <p:embed/>
                </p:oleObj>
              </mc:Choice>
              <mc:Fallback>
                <p:oleObj r:id="rId4" imgW="803160" imgH="730080" progId="">
                  <p:embed/>
                  <p:pic>
                    <p:nvPicPr>
                      <p:cNvPr id="2050" name="Object 52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3057525"/>
                        <a:ext cx="693738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3">
            <a:hlinkClick r:id="" action="ppaction://ole?verb=0"/>
          </p:cNvPr>
          <p:cNvGraphicFramePr>
            <a:graphicFrameLocks/>
          </p:cNvGraphicFramePr>
          <p:nvPr/>
        </p:nvGraphicFramePr>
        <p:xfrm>
          <a:off x="5138738" y="3057525"/>
          <a:ext cx="6953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91" r:id="rId6" imgW="803160" imgH="730080" progId="">
                  <p:embed/>
                </p:oleObj>
              </mc:Choice>
              <mc:Fallback>
                <p:oleObj r:id="rId6" imgW="803160" imgH="730080" progId="">
                  <p:embed/>
                  <p:pic>
                    <p:nvPicPr>
                      <p:cNvPr id="2051" name="Object 53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738" y="3057525"/>
                        <a:ext cx="69532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1" name="Rectangle 54"/>
          <p:cNvSpPr>
            <a:spLocks noChangeArrowheads="1"/>
          </p:cNvSpPr>
          <p:nvPr/>
        </p:nvSpPr>
        <p:spPr bwMode="auto">
          <a:xfrm>
            <a:off x="3608388" y="3341688"/>
            <a:ext cx="1630362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739775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Telephone</a:t>
            </a:r>
          </a:p>
        </p:txBody>
      </p:sp>
      <p:sp>
        <p:nvSpPr>
          <p:cNvPr id="2082" name="Rectangle 55"/>
          <p:cNvSpPr>
            <a:spLocks noChangeArrowheads="1"/>
          </p:cNvSpPr>
          <p:nvPr/>
        </p:nvSpPr>
        <p:spPr bwMode="auto">
          <a:xfrm>
            <a:off x="3608388" y="3910013"/>
            <a:ext cx="1630362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739775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Telecontrol</a:t>
            </a:r>
          </a:p>
        </p:txBody>
      </p:sp>
      <p:sp>
        <p:nvSpPr>
          <p:cNvPr id="2083" name="Rectangle 56"/>
          <p:cNvSpPr>
            <a:spLocks noChangeArrowheads="1"/>
          </p:cNvSpPr>
          <p:nvPr/>
        </p:nvSpPr>
        <p:spPr bwMode="auto">
          <a:xfrm>
            <a:off x="3419475" y="4638675"/>
            <a:ext cx="2008188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739775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Teleprotection</a:t>
            </a:r>
          </a:p>
        </p:txBody>
      </p:sp>
      <p:sp>
        <p:nvSpPr>
          <p:cNvPr id="2084" name="Rectangle 59"/>
          <p:cNvSpPr>
            <a:spLocks noChangeArrowheads="1"/>
          </p:cNvSpPr>
          <p:nvPr/>
        </p:nvSpPr>
        <p:spPr bwMode="auto">
          <a:xfrm>
            <a:off x="1031875" y="5091113"/>
            <a:ext cx="118110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End A</a:t>
            </a:r>
          </a:p>
        </p:txBody>
      </p:sp>
      <p:sp>
        <p:nvSpPr>
          <p:cNvPr id="2085" name="Rectangle 61"/>
          <p:cNvSpPr>
            <a:spLocks noChangeArrowheads="1"/>
          </p:cNvSpPr>
          <p:nvPr/>
        </p:nvSpPr>
        <p:spPr bwMode="auto">
          <a:xfrm>
            <a:off x="6748463" y="5108575"/>
            <a:ext cx="1182687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End B</a:t>
            </a:r>
          </a:p>
        </p:txBody>
      </p:sp>
      <p:grpSp>
        <p:nvGrpSpPr>
          <p:cNvPr id="2086" name="Group 62"/>
          <p:cNvGrpSpPr>
            <a:grpSpLocks/>
          </p:cNvGrpSpPr>
          <p:nvPr/>
        </p:nvGrpSpPr>
        <p:grpSpPr bwMode="auto">
          <a:xfrm>
            <a:off x="3148013" y="1771650"/>
            <a:ext cx="2641600" cy="1049338"/>
            <a:chOff x="3974" y="1880"/>
            <a:chExt cx="2192" cy="871"/>
          </a:xfrm>
        </p:grpSpPr>
        <p:sp>
          <p:nvSpPr>
            <p:cNvPr id="2111" name="Freeform 63"/>
            <p:cNvSpPr>
              <a:spLocks/>
            </p:cNvSpPr>
            <p:nvPr/>
          </p:nvSpPr>
          <p:spPr bwMode="auto">
            <a:xfrm>
              <a:off x="4624" y="1982"/>
              <a:ext cx="434" cy="68"/>
            </a:xfrm>
            <a:custGeom>
              <a:avLst/>
              <a:gdLst>
                <a:gd name="T0" fmla="*/ 0 w 434"/>
                <a:gd name="T1" fmla="*/ 67 h 68"/>
                <a:gd name="T2" fmla="*/ 170 w 434"/>
                <a:gd name="T3" fmla="*/ 55 h 68"/>
                <a:gd name="T4" fmla="*/ 182 w 434"/>
                <a:gd name="T5" fmla="*/ 54 h 68"/>
                <a:gd name="T6" fmla="*/ 219 w 434"/>
                <a:gd name="T7" fmla="*/ 49 h 68"/>
                <a:gd name="T8" fmla="*/ 269 w 434"/>
                <a:gd name="T9" fmla="*/ 42 h 68"/>
                <a:gd name="T10" fmla="*/ 328 w 434"/>
                <a:gd name="T11" fmla="*/ 31 h 68"/>
                <a:gd name="T12" fmla="*/ 371 w 434"/>
                <a:gd name="T13" fmla="*/ 19 h 68"/>
                <a:gd name="T14" fmla="*/ 433 w 434"/>
                <a:gd name="T15" fmla="*/ 0 h 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34"/>
                <a:gd name="T25" fmla="*/ 0 h 68"/>
                <a:gd name="T26" fmla="*/ 434 w 434"/>
                <a:gd name="T27" fmla="*/ 68 h 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34" h="68">
                  <a:moveTo>
                    <a:pt x="0" y="67"/>
                  </a:moveTo>
                  <a:lnTo>
                    <a:pt x="170" y="55"/>
                  </a:lnTo>
                  <a:lnTo>
                    <a:pt x="182" y="54"/>
                  </a:lnTo>
                  <a:lnTo>
                    <a:pt x="219" y="49"/>
                  </a:lnTo>
                  <a:lnTo>
                    <a:pt x="269" y="42"/>
                  </a:lnTo>
                  <a:lnTo>
                    <a:pt x="328" y="31"/>
                  </a:lnTo>
                  <a:lnTo>
                    <a:pt x="371" y="19"/>
                  </a:lnTo>
                  <a:lnTo>
                    <a:pt x="433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12" name="Freeform 64"/>
            <p:cNvSpPr>
              <a:spLocks/>
            </p:cNvSpPr>
            <p:nvPr/>
          </p:nvSpPr>
          <p:spPr bwMode="auto">
            <a:xfrm>
              <a:off x="4186" y="1982"/>
              <a:ext cx="434" cy="68"/>
            </a:xfrm>
            <a:custGeom>
              <a:avLst/>
              <a:gdLst>
                <a:gd name="T0" fmla="*/ 433 w 434"/>
                <a:gd name="T1" fmla="*/ 67 h 68"/>
                <a:gd name="T2" fmla="*/ 263 w 434"/>
                <a:gd name="T3" fmla="*/ 55 h 68"/>
                <a:gd name="T4" fmla="*/ 251 w 434"/>
                <a:gd name="T5" fmla="*/ 54 h 68"/>
                <a:gd name="T6" fmla="*/ 214 w 434"/>
                <a:gd name="T7" fmla="*/ 49 h 68"/>
                <a:gd name="T8" fmla="*/ 164 w 434"/>
                <a:gd name="T9" fmla="*/ 42 h 68"/>
                <a:gd name="T10" fmla="*/ 105 w 434"/>
                <a:gd name="T11" fmla="*/ 31 h 68"/>
                <a:gd name="T12" fmla="*/ 62 w 434"/>
                <a:gd name="T13" fmla="*/ 19 h 68"/>
                <a:gd name="T14" fmla="*/ 0 w 434"/>
                <a:gd name="T15" fmla="*/ 0 h 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34"/>
                <a:gd name="T25" fmla="*/ 0 h 68"/>
                <a:gd name="T26" fmla="*/ 434 w 434"/>
                <a:gd name="T27" fmla="*/ 68 h 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34" h="68">
                  <a:moveTo>
                    <a:pt x="433" y="67"/>
                  </a:moveTo>
                  <a:lnTo>
                    <a:pt x="263" y="55"/>
                  </a:lnTo>
                  <a:lnTo>
                    <a:pt x="251" y="54"/>
                  </a:lnTo>
                  <a:lnTo>
                    <a:pt x="214" y="49"/>
                  </a:lnTo>
                  <a:lnTo>
                    <a:pt x="164" y="42"/>
                  </a:lnTo>
                  <a:lnTo>
                    <a:pt x="105" y="31"/>
                  </a:lnTo>
                  <a:lnTo>
                    <a:pt x="62" y="19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13" name="Arc 65"/>
            <p:cNvSpPr>
              <a:spLocks/>
            </p:cNvSpPr>
            <p:nvPr/>
          </p:nvSpPr>
          <p:spPr bwMode="auto">
            <a:xfrm rot="8100000">
              <a:off x="4433" y="1880"/>
              <a:ext cx="356" cy="362"/>
            </a:xfrm>
            <a:custGeom>
              <a:avLst/>
              <a:gdLst>
                <a:gd name="T0" fmla="*/ 0 w 21661"/>
                <a:gd name="T1" fmla="*/ 0 h 21600"/>
                <a:gd name="T2" fmla="*/ 0 w 21661"/>
                <a:gd name="T3" fmla="*/ 0 h 21600"/>
                <a:gd name="T4" fmla="*/ 0 w 21661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1"/>
                <a:gd name="T10" fmla="*/ 0 h 21600"/>
                <a:gd name="T11" fmla="*/ 21661 w 2166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1" h="21600" fill="none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</a:path>
                <a:path w="21661" h="21600" stroke="0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  <a:lnTo>
                    <a:pt x="61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14" name="Arc 66"/>
            <p:cNvSpPr>
              <a:spLocks/>
            </p:cNvSpPr>
            <p:nvPr/>
          </p:nvSpPr>
          <p:spPr bwMode="auto">
            <a:xfrm rot="8100000">
              <a:off x="4433" y="1961"/>
              <a:ext cx="356" cy="362"/>
            </a:xfrm>
            <a:custGeom>
              <a:avLst/>
              <a:gdLst>
                <a:gd name="T0" fmla="*/ 0 w 21661"/>
                <a:gd name="T1" fmla="*/ 0 h 21600"/>
                <a:gd name="T2" fmla="*/ 0 w 21661"/>
                <a:gd name="T3" fmla="*/ 0 h 21600"/>
                <a:gd name="T4" fmla="*/ 0 w 21661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1"/>
                <a:gd name="T10" fmla="*/ 0 h 21600"/>
                <a:gd name="T11" fmla="*/ 21661 w 2166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1" h="21600" fill="none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</a:path>
                <a:path w="21661" h="21600" stroke="0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  <a:lnTo>
                    <a:pt x="61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15" name="Arc 67"/>
            <p:cNvSpPr>
              <a:spLocks/>
            </p:cNvSpPr>
            <p:nvPr/>
          </p:nvSpPr>
          <p:spPr bwMode="auto">
            <a:xfrm rot="8100000">
              <a:off x="4433" y="2042"/>
              <a:ext cx="356" cy="362"/>
            </a:xfrm>
            <a:custGeom>
              <a:avLst/>
              <a:gdLst>
                <a:gd name="T0" fmla="*/ 0 w 21661"/>
                <a:gd name="T1" fmla="*/ 0 h 21600"/>
                <a:gd name="T2" fmla="*/ 0 w 21661"/>
                <a:gd name="T3" fmla="*/ 0 h 21600"/>
                <a:gd name="T4" fmla="*/ 0 w 21661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1"/>
                <a:gd name="T10" fmla="*/ 0 h 21600"/>
                <a:gd name="T11" fmla="*/ 21661 w 2166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1" h="21600" fill="none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</a:path>
                <a:path w="21661" h="21600" stroke="0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  <a:lnTo>
                    <a:pt x="61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16" name="Line 68"/>
            <p:cNvSpPr>
              <a:spLocks noChangeShapeType="1"/>
            </p:cNvSpPr>
            <p:nvPr/>
          </p:nvSpPr>
          <p:spPr bwMode="auto">
            <a:xfrm flipH="1">
              <a:off x="3981" y="1971"/>
              <a:ext cx="174" cy="78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17" name="Line 69"/>
            <p:cNvSpPr>
              <a:spLocks noChangeShapeType="1"/>
            </p:cNvSpPr>
            <p:nvPr/>
          </p:nvSpPr>
          <p:spPr bwMode="auto">
            <a:xfrm>
              <a:off x="4158" y="1968"/>
              <a:ext cx="182" cy="783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18" name="Line 70"/>
            <p:cNvSpPr>
              <a:spLocks noChangeShapeType="1"/>
            </p:cNvSpPr>
            <p:nvPr/>
          </p:nvSpPr>
          <p:spPr bwMode="auto">
            <a:xfrm>
              <a:off x="4017" y="2621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19" name="Line 71"/>
            <p:cNvSpPr>
              <a:spLocks noChangeShapeType="1"/>
            </p:cNvSpPr>
            <p:nvPr/>
          </p:nvSpPr>
          <p:spPr bwMode="auto">
            <a:xfrm>
              <a:off x="4032" y="2499"/>
              <a:ext cx="242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20" name="Line 72"/>
            <p:cNvSpPr>
              <a:spLocks noChangeShapeType="1"/>
            </p:cNvSpPr>
            <p:nvPr/>
          </p:nvSpPr>
          <p:spPr bwMode="auto">
            <a:xfrm>
              <a:off x="4080" y="2359"/>
              <a:ext cx="176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21" name="Line 73"/>
            <p:cNvSpPr>
              <a:spLocks noChangeShapeType="1"/>
            </p:cNvSpPr>
            <p:nvPr/>
          </p:nvSpPr>
          <p:spPr bwMode="auto">
            <a:xfrm>
              <a:off x="4007" y="2060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22" name="Oval 74"/>
            <p:cNvSpPr>
              <a:spLocks noChangeArrowheads="1"/>
            </p:cNvSpPr>
            <p:nvPr/>
          </p:nvSpPr>
          <p:spPr bwMode="auto">
            <a:xfrm>
              <a:off x="3974" y="2047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23" name="Oval 75"/>
            <p:cNvSpPr>
              <a:spLocks noChangeArrowheads="1"/>
            </p:cNvSpPr>
            <p:nvPr/>
          </p:nvSpPr>
          <p:spPr bwMode="auto">
            <a:xfrm>
              <a:off x="4316" y="2047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24" name="Freeform 76"/>
            <p:cNvSpPr>
              <a:spLocks/>
            </p:cNvSpPr>
            <p:nvPr/>
          </p:nvSpPr>
          <p:spPr bwMode="auto">
            <a:xfrm>
              <a:off x="4030" y="2244"/>
              <a:ext cx="305" cy="497"/>
            </a:xfrm>
            <a:custGeom>
              <a:avLst/>
              <a:gdLst>
                <a:gd name="T0" fmla="*/ 180 w 326"/>
                <a:gd name="T1" fmla="*/ 0 h 557"/>
                <a:gd name="T2" fmla="*/ 60 w 326"/>
                <a:gd name="T3" fmla="*/ 109 h 557"/>
                <a:gd name="T4" fmla="*/ 225 w 326"/>
                <a:gd name="T5" fmla="*/ 222 h 557"/>
                <a:gd name="T6" fmla="*/ 0 w 326"/>
                <a:gd name="T7" fmla="*/ 335 h 557"/>
                <a:gd name="T8" fmla="*/ 284 w 326"/>
                <a:gd name="T9" fmla="*/ 443 h 5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6"/>
                <a:gd name="T16" fmla="*/ 0 h 557"/>
                <a:gd name="T17" fmla="*/ 326 w 326"/>
                <a:gd name="T18" fmla="*/ 557 h 5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6" h="557">
                  <a:moveTo>
                    <a:pt x="205" y="0"/>
                  </a:moveTo>
                  <a:lnTo>
                    <a:pt x="68" y="137"/>
                  </a:lnTo>
                  <a:lnTo>
                    <a:pt x="258" y="279"/>
                  </a:lnTo>
                  <a:lnTo>
                    <a:pt x="0" y="420"/>
                  </a:lnTo>
                  <a:lnTo>
                    <a:pt x="325" y="55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25" name="Freeform 77"/>
            <p:cNvSpPr>
              <a:spLocks/>
            </p:cNvSpPr>
            <p:nvPr/>
          </p:nvSpPr>
          <p:spPr bwMode="auto">
            <a:xfrm>
              <a:off x="3981" y="2239"/>
              <a:ext cx="326" cy="495"/>
            </a:xfrm>
            <a:custGeom>
              <a:avLst/>
              <a:gdLst>
                <a:gd name="T0" fmla="*/ 127 w 323"/>
                <a:gd name="T1" fmla="*/ 0 h 558"/>
                <a:gd name="T2" fmla="*/ 262 w 323"/>
                <a:gd name="T3" fmla="*/ 105 h 558"/>
                <a:gd name="T4" fmla="*/ 70 w 323"/>
                <a:gd name="T5" fmla="*/ 220 h 558"/>
                <a:gd name="T6" fmla="*/ 328 w 323"/>
                <a:gd name="T7" fmla="*/ 328 h 558"/>
                <a:gd name="T8" fmla="*/ 0 w 323"/>
                <a:gd name="T9" fmla="*/ 438 h 5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3"/>
                <a:gd name="T16" fmla="*/ 0 h 558"/>
                <a:gd name="T17" fmla="*/ 323 w 323"/>
                <a:gd name="T18" fmla="*/ 558 h 5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3" h="558">
                  <a:moveTo>
                    <a:pt x="125" y="0"/>
                  </a:moveTo>
                  <a:lnTo>
                    <a:pt x="258" y="133"/>
                  </a:lnTo>
                  <a:lnTo>
                    <a:pt x="68" y="279"/>
                  </a:lnTo>
                  <a:lnTo>
                    <a:pt x="322" y="417"/>
                  </a:lnTo>
                  <a:lnTo>
                    <a:pt x="0" y="557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26" name="Oval 78"/>
            <p:cNvSpPr>
              <a:spLocks noChangeArrowheads="1"/>
            </p:cNvSpPr>
            <p:nvPr/>
          </p:nvSpPr>
          <p:spPr bwMode="auto">
            <a:xfrm>
              <a:off x="4143" y="1966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27" name="Line 79"/>
            <p:cNvSpPr>
              <a:spLocks noChangeShapeType="1"/>
            </p:cNvSpPr>
            <p:nvPr/>
          </p:nvSpPr>
          <p:spPr bwMode="auto">
            <a:xfrm>
              <a:off x="4007" y="2144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28" name="Oval 80"/>
            <p:cNvSpPr>
              <a:spLocks noChangeArrowheads="1"/>
            </p:cNvSpPr>
            <p:nvPr/>
          </p:nvSpPr>
          <p:spPr bwMode="auto">
            <a:xfrm>
              <a:off x="3974" y="2131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29" name="Oval 81"/>
            <p:cNvSpPr>
              <a:spLocks noChangeArrowheads="1"/>
            </p:cNvSpPr>
            <p:nvPr/>
          </p:nvSpPr>
          <p:spPr bwMode="auto">
            <a:xfrm>
              <a:off x="4316" y="2131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30" name="Line 82"/>
            <p:cNvSpPr>
              <a:spLocks noChangeShapeType="1"/>
            </p:cNvSpPr>
            <p:nvPr/>
          </p:nvSpPr>
          <p:spPr bwMode="auto">
            <a:xfrm>
              <a:off x="4007" y="2231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31" name="Oval 83"/>
            <p:cNvSpPr>
              <a:spLocks noChangeArrowheads="1"/>
            </p:cNvSpPr>
            <p:nvPr/>
          </p:nvSpPr>
          <p:spPr bwMode="auto">
            <a:xfrm>
              <a:off x="3974" y="2218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32" name="Oval 84"/>
            <p:cNvSpPr>
              <a:spLocks noChangeArrowheads="1"/>
            </p:cNvSpPr>
            <p:nvPr/>
          </p:nvSpPr>
          <p:spPr bwMode="auto">
            <a:xfrm>
              <a:off x="4316" y="2218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33" name="Freeform 85"/>
            <p:cNvSpPr>
              <a:spLocks/>
            </p:cNvSpPr>
            <p:nvPr/>
          </p:nvSpPr>
          <p:spPr bwMode="auto">
            <a:xfrm>
              <a:off x="5536" y="1982"/>
              <a:ext cx="434" cy="68"/>
            </a:xfrm>
            <a:custGeom>
              <a:avLst/>
              <a:gdLst>
                <a:gd name="T0" fmla="*/ 0 w 434"/>
                <a:gd name="T1" fmla="*/ 67 h 68"/>
                <a:gd name="T2" fmla="*/ 170 w 434"/>
                <a:gd name="T3" fmla="*/ 55 h 68"/>
                <a:gd name="T4" fmla="*/ 182 w 434"/>
                <a:gd name="T5" fmla="*/ 54 h 68"/>
                <a:gd name="T6" fmla="*/ 219 w 434"/>
                <a:gd name="T7" fmla="*/ 49 h 68"/>
                <a:gd name="T8" fmla="*/ 269 w 434"/>
                <a:gd name="T9" fmla="*/ 42 h 68"/>
                <a:gd name="T10" fmla="*/ 328 w 434"/>
                <a:gd name="T11" fmla="*/ 31 h 68"/>
                <a:gd name="T12" fmla="*/ 371 w 434"/>
                <a:gd name="T13" fmla="*/ 19 h 68"/>
                <a:gd name="T14" fmla="*/ 433 w 434"/>
                <a:gd name="T15" fmla="*/ 0 h 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34"/>
                <a:gd name="T25" fmla="*/ 0 h 68"/>
                <a:gd name="T26" fmla="*/ 434 w 434"/>
                <a:gd name="T27" fmla="*/ 68 h 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34" h="68">
                  <a:moveTo>
                    <a:pt x="0" y="67"/>
                  </a:moveTo>
                  <a:lnTo>
                    <a:pt x="170" y="55"/>
                  </a:lnTo>
                  <a:lnTo>
                    <a:pt x="182" y="54"/>
                  </a:lnTo>
                  <a:lnTo>
                    <a:pt x="219" y="49"/>
                  </a:lnTo>
                  <a:lnTo>
                    <a:pt x="269" y="42"/>
                  </a:lnTo>
                  <a:lnTo>
                    <a:pt x="328" y="31"/>
                  </a:lnTo>
                  <a:lnTo>
                    <a:pt x="371" y="19"/>
                  </a:lnTo>
                  <a:lnTo>
                    <a:pt x="433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34" name="Freeform 86"/>
            <p:cNvSpPr>
              <a:spLocks/>
            </p:cNvSpPr>
            <p:nvPr/>
          </p:nvSpPr>
          <p:spPr bwMode="auto">
            <a:xfrm>
              <a:off x="5098" y="1982"/>
              <a:ext cx="434" cy="68"/>
            </a:xfrm>
            <a:custGeom>
              <a:avLst/>
              <a:gdLst>
                <a:gd name="T0" fmla="*/ 433 w 434"/>
                <a:gd name="T1" fmla="*/ 67 h 68"/>
                <a:gd name="T2" fmla="*/ 263 w 434"/>
                <a:gd name="T3" fmla="*/ 55 h 68"/>
                <a:gd name="T4" fmla="*/ 251 w 434"/>
                <a:gd name="T5" fmla="*/ 54 h 68"/>
                <a:gd name="T6" fmla="*/ 214 w 434"/>
                <a:gd name="T7" fmla="*/ 49 h 68"/>
                <a:gd name="T8" fmla="*/ 164 w 434"/>
                <a:gd name="T9" fmla="*/ 42 h 68"/>
                <a:gd name="T10" fmla="*/ 105 w 434"/>
                <a:gd name="T11" fmla="*/ 31 h 68"/>
                <a:gd name="T12" fmla="*/ 62 w 434"/>
                <a:gd name="T13" fmla="*/ 19 h 68"/>
                <a:gd name="T14" fmla="*/ 0 w 434"/>
                <a:gd name="T15" fmla="*/ 0 h 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34"/>
                <a:gd name="T25" fmla="*/ 0 h 68"/>
                <a:gd name="T26" fmla="*/ 434 w 434"/>
                <a:gd name="T27" fmla="*/ 68 h 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34" h="68">
                  <a:moveTo>
                    <a:pt x="433" y="67"/>
                  </a:moveTo>
                  <a:lnTo>
                    <a:pt x="263" y="55"/>
                  </a:lnTo>
                  <a:lnTo>
                    <a:pt x="251" y="54"/>
                  </a:lnTo>
                  <a:lnTo>
                    <a:pt x="214" y="49"/>
                  </a:lnTo>
                  <a:lnTo>
                    <a:pt x="164" y="42"/>
                  </a:lnTo>
                  <a:lnTo>
                    <a:pt x="105" y="31"/>
                  </a:lnTo>
                  <a:lnTo>
                    <a:pt x="62" y="19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35" name="Arc 87"/>
            <p:cNvSpPr>
              <a:spLocks/>
            </p:cNvSpPr>
            <p:nvPr/>
          </p:nvSpPr>
          <p:spPr bwMode="auto">
            <a:xfrm rot="8100000">
              <a:off x="5345" y="1961"/>
              <a:ext cx="356" cy="362"/>
            </a:xfrm>
            <a:custGeom>
              <a:avLst/>
              <a:gdLst>
                <a:gd name="T0" fmla="*/ 0 w 21661"/>
                <a:gd name="T1" fmla="*/ 0 h 21600"/>
                <a:gd name="T2" fmla="*/ 0 w 21661"/>
                <a:gd name="T3" fmla="*/ 0 h 21600"/>
                <a:gd name="T4" fmla="*/ 0 w 21661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1"/>
                <a:gd name="T10" fmla="*/ 0 h 21600"/>
                <a:gd name="T11" fmla="*/ 21661 w 2166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1" h="21600" fill="none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</a:path>
                <a:path w="21661" h="21600" stroke="0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  <a:lnTo>
                    <a:pt x="61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36" name="Arc 88"/>
            <p:cNvSpPr>
              <a:spLocks/>
            </p:cNvSpPr>
            <p:nvPr/>
          </p:nvSpPr>
          <p:spPr bwMode="auto">
            <a:xfrm rot="8100000">
              <a:off x="5345" y="2042"/>
              <a:ext cx="356" cy="362"/>
            </a:xfrm>
            <a:custGeom>
              <a:avLst/>
              <a:gdLst>
                <a:gd name="T0" fmla="*/ 0 w 21661"/>
                <a:gd name="T1" fmla="*/ 0 h 21600"/>
                <a:gd name="T2" fmla="*/ 0 w 21661"/>
                <a:gd name="T3" fmla="*/ 0 h 21600"/>
                <a:gd name="T4" fmla="*/ 0 w 21661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1"/>
                <a:gd name="T10" fmla="*/ 0 h 21600"/>
                <a:gd name="T11" fmla="*/ 21661 w 2166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1" h="21600" fill="none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</a:path>
                <a:path w="21661" h="21600" stroke="0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  <a:lnTo>
                    <a:pt x="61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37" name="Line 89"/>
            <p:cNvSpPr>
              <a:spLocks noChangeShapeType="1"/>
            </p:cNvSpPr>
            <p:nvPr/>
          </p:nvSpPr>
          <p:spPr bwMode="auto">
            <a:xfrm flipH="1">
              <a:off x="4893" y="1971"/>
              <a:ext cx="174" cy="78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38" name="Line 90"/>
            <p:cNvSpPr>
              <a:spLocks noChangeShapeType="1"/>
            </p:cNvSpPr>
            <p:nvPr/>
          </p:nvSpPr>
          <p:spPr bwMode="auto">
            <a:xfrm>
              <a:off x="5070" y="1968"/>
              <a:ext cx="182" cy="783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39" name="Line 91"/>
            <p:cNvSpPr>
              <a:spLocks noChangeShapeType="1"/>
            </p:cNvSpPr>
            <p:nvPr/>
          </p:nvSpPr>
          <p:spPr bwMode="auto">
            <a:xfrm>
              <a:off x="4929" y="2621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40" name="Line 92"/>
            <p:cNvSpPr>
              <a:spLocks noChangeShapeType="1"/>
            </p:cNvSpPr>
            <p:nvPr/>
          </p:nvSpPr>
          <p:spPr bwMode="auto">
            <a:xfrm>
              <a:off x="4944" y="2499"/>
              <a:ext cx="242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41" name="Line 93"/>
            <p:cNvSpPr>
              <a:spLocks noChangeShapeType="1"/>
            </p:cNvSpPr>
            <p:nvPr/>
          </p:nvSpPr>
          <p:spPr bwMode="auto">
            <a:xfrm>
              <a:off x="4992" y="2359"/>
              <a:ext cx="176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42" name="Line 94"/>
            <p:cNvSpPr>
              <a:spLocks noChangeShapeType="1"/>
            </p:cNvSpPr>
            <p:nvPr/>
          </p:nvSpPr>
          <p:spPr bwMode="auto">
            <a:xfrm>
              <a:off x="4919" y="2060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43" name="Oval 95"/>
            <p:cNvSpPr>
              <a:spLocks noChangeArrowheads="1"/>
            </p:cNvSpPr>
            <p:nvPr/>
          </p:nvSpPr>
          <p:spPr bwMode="auto">
            <a:xfrm>
              <a:off x="4886" y="2047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44" name="Oval 96"/>
            <p:cNvSpPr>
              <a:spLocks noChangeArrowheads="1"/>
            </p:cNvSpPr>
            <p:nvPr/>
          </p:nvSpPr>
          <p:spPr bwMode="auto">
            <a:xfrm>
              <a:off x="5228" y="2047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45" name="Freeform 97"/>
            <p:cNvSpPr>
              <a:spLocks/>
            </p:cNvSpPr>
            <p:nvPr/>
          </p:nvSpPr>
          <p:spPr bwMode="auto">
            <a:xfrm>
              <a:off x="4942" y="2244"/>
              <a:ext cx="305" cy="497"/>
            </a:xfrm>
            <a:custGeom>
              <a:avLst/>
              <a:gdLst>
                <a:gd name="T0" fmla="*/ 180 w 326"/>
                <a:gd name="T1" fmla="*/ 0 h 557"/>
                <a:gd name="T2" fmla="*/ 60 w 326"/>
                <a:gd name="T3" fmla="*/ 109 h 557"/>
                <a:gd name="T4" fmla="*/ 225 w 326"/>
                <a:gd name="T5" fmla="*/ 222 h 557"/>
                <a:gd name="T6" fmla="*/ 0 w 326"/>
                <a:gd name="T7" fmla="*/ 335 h 557"/>
                <a:gd name="T8" fmla="*/ 284 w 326"/>
                <a:gd name="T9" fmla="*/ 443 h 5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6"/>
                <a:gd name="T16" fmla="*/ 0 h 557"/>
                <a:gd name="T17" fmla="*/ 326 w 326"/>
                <a:gd name="T18" fmla="*/ 557 h 5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6" h="557">
                  <a:moveTo>
                    <a:pt x="205" y="0"/>
                  </a:moveTo>
                  <a:lnTo>
                    <a:pt x="68" y="137"/>
                  </a:lnTo>
                  <a:lnTo>
                    <a:pt x="258" y="279"/>
                  </a:lnTo>
                  <a:lnTo>
                    <a:pt x="0" y="420"/>
                  </a:lnTo>
                  <a:lnTo>
                    <a:pt x="325" y="55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46" name="Freeform 98"/>
            <p:cNvSpPr>
              <a:spLocks/>
            </p:cNvSpPr>
            <p:nvPr/>
          </p:nvSpPr>
          <p:spPr bwMode="auto">
            <a:xfrm>
              <a:off x="4893" y="2239"/>
              <a:ext cx="326" cy="495"/>
            </a:xfrm>
            <a:custGeom>
              <a:avLst/>
              <a:gdLst>
                <a:gd name="T0" fmla="*/ 127 w 323"/>
                <a:gd name="T1" fmla="*/ 0 h 558"/>
                <a:gd name="T2" fmla="*/ 262 w 323"/>
                <a:gd name="T3" fmla="*/ 105 h 558"/>
                <a:gd name="T4" fmla="*/ 70 w 323"/>
                <a:gd name="T5" fmla="*/ 220 h 558"/>
                <a:gd name="T6" fmla="*/ 328 w 323"/>
                <a:gd name="T7" fmla="*/ 328 h 558"/>
                <a:gd name="T8" fmla="*/ 0 w 323"/>
                <a:gd name="T9" fmla="*/ 438 h 5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3"/>
                <a:gd name="T16" fmla="*/ 0 h 558"/>
                <a:gd name="T17" fmla="*/ 323 w 323"/>
                <a:gd name="T18" fmla="*/ 558 h 5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3" h="558">
                  <a:moveTo>
                    <a:pt x="125" y="0"/>
                  </a:moveTo>
                  <a:lnTo>
                    <a:pt x="258" y="133"/>
                  </a:lnTo>
                  <a:lnTo>
                    <a:pt x="68" y="279"/>
                  </a:lnTo>
                  <a:lnTo>
                    <a:pt x="322" y="417"/>
                  </a:lnTo>
                  <a:lnTo>
                    <a:pt x="0" y="557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47" name="Oval 99"/>
            <p:cNvSpPr>
              <a:spLocks noChangeArrowheads="1"/>
            </p:cNvSpPr>
            <p:nvPr/>
          </p:nvSpPr>
          <p:spPr bwMode="auto">
            <a:xfrm>
              <a:off x="5055" y="1966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48" name="Line 100"/>
            <p:cNvSpPr>
              <a:spLocks noChangeShapeType="1"/>
            </p:cNvSpPr>
            <p:nvPr/>
          </p:nvSpPr>
          <p:spPr bwMode="auto">
            <a:xfrm>
              <a:off x="4919" y="2144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49" name="Oval 101"/>
            <p:cNvSpPr>
              <a:spLocks noChangeArrowheads="1"/>
            </p:cNvSpPr>
            <p:nvPr/>
          </p:nvSpPr>
          <p:spPr bwMode="auto">
            <a:xfrm>
              <a:off x="4886" y="2131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50" name="Oval 102"/>
            <p:cNvSpPr>
              <a:spLocks noChangeArrowheads="1"/>
            </p:cNvSpPr>
            <p:nvPr/>
          </p:nvSpPr>
          <p:spPr bwMode="auto">
            <a:xfrm>
              <a:off x="5228" y="2131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51" name="Line 103"/>
            <p:cNvSpPr>
              <a:spLocks noChangeShapeType="1"/>
            </p:cNvSpPr>
            <p:nvPr/>
          </p:nvSpPr>
          <p:spPr bwMode="auto">
            <a:xfrm>
              <a:off x="4919" y="2231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52" name="Oval 104"/>
            <p:cNvSpPr>
              <a:spLocks noChangeArrowheads="1"/>
            </p:cNvSpPr>
            <p:nvPr/>
          </p:nvSpPr>
          <p:spPr bwMode="auto">
            <a:xfrm>
              <a:off x="4886" y="2218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53" name="Oval 105"/>
            <p:cNvSpPr>
              <a:spLocks noChangeArrowheads="1"/>
            </p:cNvSpPr>
            <p:nvPr/>
          </p:nvSpPr>
          <p:spPr bwMode="auto">
            <a:xfrm>
              <a:off x="5228" y="2218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54" name="Arc 106"/>
            <p:cNvSpPr>
              <a:spLocks/>
            </p:cNvSpPr>
            <p:nvPr/>
          </p:nvSpPr>
          <p:spPr bwMode="auto">
            <a:xfrm rot="8100000">
              <a:off x="5345" y="1883"/>
              <a:ext cx="356" cy="362"/>
            </a:xfrm>
            <a:custGeom>
              <a:avLst/>
              <a:gdLst>
                <a:gd name="T0" fmla="*/ 0 w 21661"/>
                <a:gd name="T1" fmla="*/ 0 h 21600"/>
                <a:gd name="T2" fmla="*/ 0 w 21661"/>
                <a:gd name="T3" fmla="*/ 0 h 21600"/>
                <a:gd name="T4" fmla="*/ 0 w 21661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1"/>
                <a:gd name="T10" fmla="*/ 0 h 21600"/>
                <a:gd name="T11" fmla="*/ 21661 w 2166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1" h="21600" fill="none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</a:path>
                <a:path w="21661" h="21600" stroke="0" extrusionOk="0">
                  <a:moveTo>
                    <a:pt x="0" y="0"/>
                  </a:moveTo>
                  <a:cubicBezTo>
                    <a:pt x="20" y="0"/>
                    <a:pt x="40" y="-1"/>
                    <a:pt x="61" y="0"/>
                  </a:cubicBezTo>
                  <a:cubicBezTo>
                    <a:pt x="11966" y="0"/>
                    <a:pt x="21627" y="9634"/>
                    <a:pt x="21660" y="21540"/>
                  </a:cubicBezTo>
                  <a:lnTo>
                    <a:pt x="61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55" name="Line 107"/>
            <p:cNvSpPr>
              <a:spLocks noChangeShapeType="1"/>
            </p:cNvSpPr>
            <p:nvPr/>
          </p:nvSpPr>
          <p:spPr bwMode="auto">
            <a:xfrm flipH="1">
              <a:off x="5805" y="1971"/>
              <a:ext cx="174" cy="78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56" name="Line 108"/>
            <p:cNvSpPr>
              <a:spLocks noChangeShapeType="1"/>
            </p:cNvSpPr>
            <p:nvPr/>
          </p:nvSpPr>
          <p:spPr bwMode="auto">
            <a:xfrm>
              <a:off x="5982" y="1968"/>
              <a:ext cx="182" cy="783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57" name="Line 109"/>
            <p:cNvSpPr>
              <a:spLocks noChangeShapeType="1"/>
            </p:cNvSpPr>
            <p:nvPr/>
          </p:nvSpPr>
          <p:spPr bwMode="auto">
            <a:xfrm>
              <a:off x="5841" y="2621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58" name="Line 110"/>
            <p:cNvSpPr>
              <a:spLocks noChangeShapeType="1"/>
            </p:cNvSpPr>
            <p:nvPr/>
          </p:nvSpPr>
          <p:spPr bwMode="auto">
            <a:xfrm>
              <a:off x="5856" y="2499"/>
              <a:ext cx="242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59" name="Line 111"/>
            <p:cNvSpPr>
              <a:spLocks noChangeShapeType="1"/>
            </p:cNvSpPr>
            <p:nvPr/>
          </p:nvSpPr>
          <p:spPr bwMode="auto">
            <a:xfrm>
              <a:off x="5904" y="2359"/>
              <a:ext cx="176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60" name="Line 112"/>
            <p:cNvSpPr>
              <a:spLocks noChangeShapeType="1"/>
            </p:cNvSpPr>
            <p:nvPr/>
          </p:nvSpPr>
          <p:spPr bwMode="auto">
            <a:xfrm>
              <a:off x="5831" y="2060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61" name="Oval 113"/>
            <p:cNvSpPr>
              <a:spLocks noChangeArrowheads="1"/>
            </p:cNvSpPr>
            <p:nvPr/>
          </p:nvSpPr>
          <p:spPr bwMode="auto">
            <a:xfrm>
              <a:off x="5798" y="2047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62" name="Oval 114"/>
            <p:cNvSpPr>
              <a:spLocks noChangeArrowheads="1"/>
            </p:cNvSpPr>
            <p:nvPr/>
          </p:nvSpPr>
          <p:spPr bwMode="auto">
            <a:xfrm>
              <a:off x="6140" y="2047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63" name="Freeform 115"/>
            <p:cNvSpPr>
              <a:spLocks/>
            </p:cNvSpPr>
            <p:nvPr/>
          </p:nvSpPr>
          <p:spPr bwMode="auto">
            <a:xfrm>
              <a:off x="5854" y="2244"/>
              <a:ext cx="305" cy="497"/>
            </a:xfrm>
            <a:custGeom>
              <a:avLst/>
              <a:gdLst>
                <a:gd name="T0" fmla="*/ 180 w 326"/>
                <a:gd name="T1" fmla="*/ 0 h 557"/>
                <a:gd name="T2" fmla="*/ 60 w 326"/>
                <a:gd name="T3" fmla="*/ 109 h 557"/>
                <a:gd name="T4" fmla="*/ 225 w 326"/>
                <a:gd name="T5" fmla="*/ 222 h 557"/>
                <a:gd name="T6" fmla="*/ 0 w 326"/>
                <a:gd name="T7" fmla="*/ 335 h 557"/>
                <a:gd name="T8" fmla="*/ 284 w 326"/>
                <a:gd name="T9" fmla="*/ 443 h 5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6"/>
                <a:gd name="T16" fmla="*/ 0 h 557"/>
                <a:gd name="T17" fmla="*/ 326 w 326"/>
                <a:gd name="T18" fmla="*/ 557 h 5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6" h="557">
                  <a:moveTo>
                    <a:pt x="205" y="0"/>
                  </a:moveTo>
                  <a:lnTo>
                    <a:pt x="68" y="137"/>
                  </a:lnTo>
                  <a:lnTo>
                    <a:pt x="258" y="279"/>
                  </a:lnTo>
                  <a:lnTo>
                    <a:pt x="0" y="420"/>
                  </a:lnTo>
                  <a:lnTo>
                    <a:pt x="325" y="55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64" name="Freeform 116"/>
            <p:cNvSpPr>
              <a:spLocks/>
            </p:cNvSpPr>
            <p:nvPr/>
          </p:nvSpPr>
          <p:spPr bwMode="auto">
            <a:xfrm>
              <a:off x="5805" y="2239"/>
              <a:ext cx="326" cy="495"/>
            </a:xfrm>
            <a:custGeom>
              <a:avLst/>
              <a:gdLst>
                <a:gd name="T0" fmla="*/ 127 w 323"/>
                <a:gd name="T1" fmla="*/ 0 h 558"/>
                <a:gd name="T2" fmla="*/ 262 w 323"/>
                <a:gd name="T3" fmla="*/ 105 h 558"/>
                <a:gd name="T4" fmla="*/ 70 w 323"/>
                <a:gd name="T5" fmla="*/ 220 h 558"/>
                <a:gd name="T6" fmla="*/ 328 w 323"/>
                <a:gd name="T7" fmla="*/ 328 h 558"/>
                <a:gd name="T8" fmla="*/ 0 w 323"/>
                <a:gd name="T9" fmla="*/ 438 h 5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3"/>
                <a:gd name="T16" fmla="*/ 0 h 558"/>
                <a:gd name="T17" fmla="*/ 323 w 323"/>
                <a:gd name="T18" fmla="*/ 558 h 5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3" h="558">
                  <a:moveTo>
                    <a:pt x="125" y="0"/>
                  </a:moveTo>
                  <a:lnTo>
                    <a:pt x="258" y="133"/>
                  </a:lnTo>
                  <a:lnTo>
                    <a:pt x="68" y="279"/>
                  </a:lnTo>
                  <a:lnTo>
                    <a:pt x="322" y="417"/>
                  </a:lnTo>
                  <a:lnTo>
                    <a:pt x="0" y="557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65" name="Oval 117"/>
            <p:cNvSpPr>
              <a:spLocks noChangeArrowheads="1"/>
            </p:cNvSpPr>
            <p:nvPr/>
          </p:nvSpPr>
          <p:spPr bwMode="auto">
            <a:xfrm>
              <a:off x="5967" y="1966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66" name="Line 118"/>
            <p:cNvSpPr>
              <a:spLocks noChangeShapeType="1"/>
            </p:cNvSpPr>
            <p:nvPr/>
          </p:nvSpPr>
          <p:spPr bwMode="auto">
            <a:xfrm>
              <a:off x="5831" y="2144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67" name="Oval 119"/>
            <p:cNvSpPr>
              <a:spLocks noChangeArrowheads="1"/>
            </p:cNvSpPr>
            <p:nvPr/>
          </p:nvSpPr>
          <p:spPr bwMode="auto">
            <a:xfrm>
              <a:off x="5798" y="2131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68" name="Oval 120"/>
            <p:cNvSpPr>
              <a:spLocks noChangeArrowheads="1"/>
            </p:cNvSpPr>
            <p:nvPr/>
          </p:nvSpPr>
          <p:spPr bwMode="auto">
            <a:xfrm>
              <a:off x="6140" y="2131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69" name="Line 121"/>
            <p:cNvSpPr>
              <a:spLocks noChangeShapeType="1"/>
            </p:cNvSpPr>
            <p:nvPr/>
          </p:nvSpPr>
          <p:spPr bwMode="auto">
            <a:xfrm>
              <a:off x="5831" y="2231"/>
              <a:ext cx="30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2170" name="Oval 122"/>
            <p:cNvSpPr>
              <a:spLocks noChangeArrowheads="1"/>
            </p:cNvSpPr>
            <p:nvPr/>
          </p:nvSpPr>
          <p:spPr bwMode="auto">
            <a:xfrm>
              <a:off x="5798" y="2218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71" name="Oval 123"/>
            <p:cNvSpPr>
              <a:spLocks noChangeArrowheads="1"/>
            </p:cNvSpPr>
            <p:nvPr/>
          </p:nvSpPr>
          <p:spPr bwMode="auto">
            <a:xfrm>
              <a:off x="6140" y="2218"/>
              <a:ext cx="26" cy="26"/>
            </a:xfrm>
            <a:prstGeom prst="ellipse">
              <a:avLst/>
            </a:prstGeom>
            <a:solidFill>
              <a:srgbClr val="114FF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pic>
        <p:nvPicPr>
          <p:cNvPr id="2087" name="Picture 132" descr="Px40_80TE_ph2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4078288"/>
            <a:ext cx="2154238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88" name="Picture 133" descr="Px40_80TE_ph2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925" y="4071938"/>
            <a:ext cx="2154238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89" name="Rectangle 135"/>
          <p:cNvSpPr>
            <a:spLocks noChangeArrowheads="1"/>
          </p:cNvSpPr>
          <p:nvPr/>
        </p:nvSpPr>
        <p:spPr bwMode="auto">
          <a:xfrm>
            <a:off x="3232150" y="4491038"/>
            <a:ext cx="271463" cy="5794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90" name="Rectangle 136"/>
          <p:cNvSpPr>
            <a:spLocks noChangeArrowheads="1"/>
          </p:cNvSpPr>
          <p:nvPr/>
        </p:nvSpPr>
        <p:spPr bwMode="auto">
          <a:xfrm>
            <a:off x="3225800" y="448945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91" name="Rectangle 137"/>
          <p:cNvSpPr>
            <a:spLocks noChangeArrowheads="1"/>
          </p:cNvSpPr>
          <p:nvPr/>
        </p:nvSpPr>
        <p:spPr bwMode="auto">
          <a:xfrm>
            <a:off x="3225800" y="4608513"/>
            <a:ext cx="280988" cy="1063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92" name="Rectangle 138"/>
          <p:cNvSpPr>
            <a:spLocks noChangeArrowheads="1"/>
          </p:cNvSpPr>
          <p:nvPr/>
        </p:nvSpPr>
        <p:spPr bwMode="auto">
          <a:xfrm>
            <a:off x="3225800" y="4725988"/>
            <a:ext cx="280988" cy="107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93" name="Rectangle 139"/>
          <p:cNvSpPr>
            <a:spLocks noChangeArrowheads="1"/>
          </p:cNvSpPr>
          <p:nvPr/>
        </p:nvSpPr>
        <p:spPr bwMode="auto">
          <a:xfrm>
            <a:off x="3225800" y="4845050"/>
            <a:ext cx="280988" cy="1063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94" name="Rectangle 140"/>
          <p:cNvSpPr>
            <a:spLocks noChangeArrowheads="1"/>
          </p:cNvSpPr>
          <p:nvPr/>
        </p:nvSpPr>
        <p:spPr bwMode="auto">
          <a:xfrm>
            <a:off x="3225800" y="496570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95" name="Rectangle 141"/>
          <p:cNvSpPr>
            <a:spLocks noChangeArrowheads="1"/>
          </p:cNvSpPr>
          <p:nvPr/>
        </p:nvSpPr>
        <p:spPr bwMode="auto">
          <a:xfrm>
            <a:off x="3230563" y="4494213"/>
            <a:ext cx="271462" cy="5762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96" name="Rectangle 142"/>
          <p:cNvSpPr>
            <a:spLocks noChangeArrowheads="1"/>
          </p:cNvSpPr>
          <p:nvPr/>
        </p:nvSpPr>
        <p:spPr bwMode="auto">
          <a:xfrm>
            <a:off x="5330825" y="3805238"/>
            <a:ext cx="271463" cy="5794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97" name="Rectangle 143"/>
          <p:cNvSpPr>
            <a:spLocks noChangeArrowheads="1"/>
          </p:cNvSpPr>
          <p:nvPr/>
        </p:nvSpPr>
        <p:spPr bwMode="auto">
          <a:xfrm>
            <a:off x="5324475" y="380365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98" name="Rectangle 144"/>
          <p:cNvSpPr>
            <a:spLocks noChangeArrowheads="1"/>
          </p:cNvSpPr>
          <p:nvPr/>
        </p:nvSpPr>
        <p:spPr bwMode="auto">
          <a:xfrm>
            <a:off x="5324475" y="3922713"/>
            <a:ext cx="280988" cy="1063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99" name="Rectangle 145"/>
          <p:cNvSpPr>
            <a:spLocks noChangeArrowheads="1"/>
          </p:cNvSpPr>
          <p:nvPr/>
        </p:nvSpPr>
        <p:spPr bwMode="auto">
          <a:xfrm>
            <a:off x="5324475" y="4040188"/>
            <a:ext cx="280988" cy="107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00" name="Rectangle 146"/>
          <p:cNvSpPr>
            <a:spLocks noChangeArrowheads="1"/>
          </p:cNvSpPr>
          <p:nvPr/>
        </p:nvSpPr>
        <p:spPr bwMode="auto">
          <a:xfrm>
            <a:off x="5324475" y="4159250"/>
            <a:ext cx="280988" cy="1063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01" name="Rectangle 147"/>
          <p:cNvSpPr>
            <a:spLocks noChangeArrowheads="1"/>
          </p:cNvSpPr>
          <p:nvPr/>
        </p:nvSpPr>
        <p:spPr bwMode="auto">
          <a:xfrm>
            <a:off x="5324475" y="427990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02" name="Rectangle 148"/>
          <p:cNvSpPr>
            <a:spLocks noChangeArrowheads="1"/>
          </p:cNvSpPr>
          <p:nvPr/>
        </p:nvSpPr>
        <p:spPr bwMode="auto">
          <a:xfrm>
            <a:off x="5329238" y="3808413"/>
            <a:ext cx="271462" cy="5762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03" name="Rectangle 149"/>
          <p:cNvSpPr>
            <a:spLocks noChangeArrowheads="1"/>
          </p:cNvSpPr>
          <p:nvPr/>
        </p:nvSpPr>
        <p:spPr bwMode="auto">
          <a:xfrm>
            <a:off x="5330825" y="4491038"/>
            <a:ext cx="271463" cy="5794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04" name="Rectangle 150"/>
          <p:cNvSpPr>
            <a:spLocks noChangeArrowheads="1"/>
          </p:cNvSpPr>
          <p:nvPr/>
        </p:nvSpPr>
        <p:spPr bwMode="auto">
          <a:xfrm>
            <a:off x="5324475" y="448945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05" name="Rectangle 151"/>
          <p:cNvSpPr>
            <a:spLocks noChangeArrowheads="1"/>
          </p:cNvSpPr>
          <p:nvPr/>
        </p:nvSpPr>
        <p:spPr bwMode="auto">
          <a:xfrm>
            <a:off x="5324475" y="4608513"/>
            <a:ext cx="280988" cy="1063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06" name="Rectangle 152"/>
          <p:cNvSpPr>
            <a:spLocks noChangeArrowheads="1"/>
          </p:cNvSpPr>
          <p:nvPr/>
        </p:nvSpPr>
        <p:spPr bwMode="auto">
          <a:xfrm>
            <a:off x="5324475" y="4725988"/>
            <a:ext cx="280988" cy="107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07" name="Rectangle 153"/>
          <p:cNvSpPr>
            <a:spLocks noChangeArrowheads="1"/>
          </p:cNvSpPr>
          <p:nvPr/>
        </p:nvSpPr>
        <p:spPr bwMode="auto">
          <a:xfrm>
            <a:off x="5324475" y="4845050"/>
            <a:ext cx="280988" cy="1063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08" name="Rectangle 154"/>
          <p:cNvSpPr>
            <a:spLocks noChangeArrowheads="1"/>
          </p:cNvSpPr>
          <p:nvPr/>
        </p:nvSpPr>
        <p:spPr bwMode="auto">
          <a:xfrm>
            <a:off x="5324475" y="496570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09" name="Rectangle 155"/>
          <p:cNvSpPr>
            <a:spLocks noChangeArrowheads="1"/>
          </p:cNvSpPr>
          <p:nvPr/>
        </p:nvSpPr>
        <p:spPr bwMode="auto">
          <a:xfrm>
            <a:off x="5329238" y="4494213"/>
            <a:ext cx="271462" cy="5762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10" name="AutoShape 156"/>
          <p:cNvSpPr>
            <a:spLocks noChangeArrowheads="1"/>
          </p:cNvSpPr>
          <p:nvPr/>
        </p:nvSpPr>
        <p:spPr bwMode="auto">
          <a:xfrm>
            <a:off x="314325" y="1546225"/>
            <a:ext cx="8599488" cy="4132263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Clr>
                <a:srgbClr val="B10043"/>
              </a:buClr>
              <a:buSzPct val="130000"/>
              <a:buFontTx/>
              <a:buNone/>
              <a:tabLst/>
              <a:defRPr/>
            </a:pPr>
            <a:endParaRPr kumimoji="0" lang="de-DE" altLang="en-US" sz="1800" b="0" i="0" u="none" strike="noStrike" kern="1200" cap="none" spc="0" normalizeH="0" baseline="0" noProof="0">
              <a:ln>
                <a:noFill/>
              </a:ln>
              <a:solidFill>
                <a:srgbClr val="00953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813375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2"/>
          <p:cNvSpPr>
            <a:spLocks noChangeShapeType="1"/>
          </p:cNvSpPr>
          <p:nvPr/>
        </p:nvSpPr>
        <p:spPr bwMode="auto">
          <a:xfrm>
            <a:off x="2268538" y="3078163"/>
            <a:ext cx="989012" cy="1009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3077" name="Rectangle 3"/>
          <p:cNvSpPr>
            <a:spLocks noChangeArrowheads="1"/>
          </p:cNvSpPr>
          <p:nvPr/>
        </p:nvSpPr>
        <p:spPr bwMode="auto">
          <a:xfrm>
            <a:off x="3232150" y="3805238"/>
            <a:ext cx="271463" cy="5794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7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MiCOM P54x / MiCOM P59x</a:t>
            </a:r>
            <a:br>
              <a:rPr lang="en-US" altLang="en-US"/>
            </a:br>
            <a:r>
              <a:rPr lang="en-US" altLang="en-US"/>
              <a:t>Multiplexed Microwave Link</a:t>
            </a:r>
            <a:endParaRPr lang="en-GB" altLang="en-US"/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 flipH="1" flipV="1">
            <a:off x="2006600" y="3059113"/>
            <a:ext cx="1314450" cy="18272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3225800" y="380365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3225800" y="3922713"/>
            <a:ext cx="280988" cy="1063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3225800" y="4040188"/>
            <a:ext cx="280988" cy="107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auto">
          <a:xfrm>
            <a:off x="3225800" y="4159250"/>
            <a:ext cx="280988" cy="1063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auto">
          <a:xfrm>
            <a:off x="3225800" y="427990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3230563" y="3808413"/>
            <a:ext cx="271462" cy="5762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86" name="Line 14"/>
          <p:cNvSpPr>
            <a:spLocks noChangeShapeType="1"/>
          </p:cNvSpPr>
          <p:nvPr/>
        </p:nvSpPr>
        <p:spPr bwMode="auto">
          <a:xfrm flipV="1">
            <a:off x="5589588" y="3057525"/>
            <a:ext cx="1258887" cy="1835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3087" name="Line 15"/>
          <p:cNvSpPr>
            <a:spLocks noChangeShapeType="1"/>
          </p:cNvSpPr>
          <p:nvPr/>
        </p:nvSpPr>
        <p:spPr bwMode="auto">
          <a:xfrm flipH="1">
            <a:off x="5554663" y="3078163"/>
            <a:ext cx="1120775" cy="10239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3088" name="Line 16"/>
          <p:cNvSpPr>
            <a:spLocks noChangeShapeType="1"/>
          </p:cNvSpPr>
          <p:nvPr/>
        </p:nvSpPr>
        <p:spPr bwMode="auto">
          <a:xfrm>
            <a:off x="2319338" y="3052763"/>
            <a:ext cx="1023937" cy="146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3089" name="Line 17"/>
          <p:cNvSpPr>
            <a:spLocks noChangeShapeType="1"/>
          </p:cNvSpPr>
          <p:nvPr/>
        </p:nvSpPr>
        <p:spPr bwMode="auto">
          <a:xfrm flipH="1">
            <a:off x="5470525" y="3052763"/>
            <a:ext cx="1111250" cy="146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3090" name="Line 18"/>
          <p:cNvSpPr>
            <a:spLocks noChangeShapeType="1"/>
          </p:cNvSpPr>
          <p:nvPr/>
        </p:nvSpPr>
        <p:spPr bwMode="auto">
          <a:xfrm>
            <a:off x="1509713" y="3106738"/>
            <a:ext cx="0" cy="1003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3091" name="Line 19"/>
          <p:cNvSpPr>
            <a:spLocks noChangeShapeType="1"/>
          </p:cNvSpPr>
          <p:nvPr/>
        </p:nvSpPr>
        <p:spPr bwMode="auto">
          <a:xfrm>
            <a:off x="1698625" y="3106738"/>
            <a:ext cx="0" cy="1003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3092" name="AutoShape 20"/>
          <p:cNvSpPr>
            <a:spLocks noChangeArrowheads="1"/>
          </p:cNvSpPr>
          <p:nvPr/>
        </p:nvSpPr>
        <p:spPr bwMode="auto">
          <a:xfrm flipH="1">
            <a:off x="1630363" y="3525838"/>
            <a:ext cx="128587" cy="168275"/>
          </a:xfrm>
          <a:prstGeom prst="triangle">
            <a:avLst>
              <a:gd name="adj" fmla="val 49986"/>
            </a:avLst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93" name="AutoShape 21"/>
          <p:cNvSpPr>
            <a:spLocks noChangeArrowheads="1"/>
          </p:cNvSpPr>
          <p:nvPr/>
        </p:nvSpPr>
        <p:spPr bwMode="auto">
          <a:xfrm rot="10800000">
            <a:off x="1438275" y="3524250"/>
            <a:ext cx="128588" cy="169863"/>
          </a:xfrm>
          <a:prstGeom prst="triangle">
            <a:avLst>
              <a:gd name="adj" fmla="val 49986"/>
            </a:avLst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94" name="Line 22"/>
          <p:cNvSpPr>
            <a:spLocks noChangeShapeType="1"/>
          </p:cNvSpPr>
          <p:nvPr/>
        </p:nvSpPr>
        <p:spPr bwMode="auto">
          <a:xfrm>
            <a:off x="7245350" y="3157538"/>
            <a:ext cx="0" cy="952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3095" name="Line 23"/>
          <p:cNvSpPr>
            <a:spLocks noChangeShapeType="1"/>
          </p:cNvSpPr>
          <p:nvPr/>
        </p:nvSpPr>
        <p:spPr bwMode="auto">
          <a:xfrm>
            <a:off x="7434263" y="3157538"/>
            <a:ext cx="0" cy="952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3096" name="AutoShape 24"/>
          <p:cNvSpPr>
            <a:spLocks noChangeArrowheads="1"/>
          </p:cNvSpPr>
          <p:nvPr/>
        </p:nvSpPr>
        <p:spPr bwMode="auto">
          <a:xfrm flipH="1">
            <a:off x="7364413" y="3556000"/>
            <a:ext cx="130175" cy="161925"/>
          </a:xfrm>
          <a:prstGeom prst="triangle">
            <a:avLst>
              <a:gd name="adj" fmla="val 49986"/>
            </a:avLst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97" name="AutoShape 25"/>
          <p:cNvSpPr>
            <a:spLocks noChangeArrowheads="1"/>
          </p:cNvSpPr>
          <p:nvPr/>
        </p:nvSpPr>
        <p:spPr bwMode="auto">
          <a:xfrm rot="10800000">
            <a:off x="7173913" y="3554413"/>
            <a:ext cx="128587" cy="161925"/>
          </a:xfrm>
          <a:prstGeom prst="triangle">
            <a:avLst>
              <a:gd name="adj" fmla="val 49986"/>
            </a:avLst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26075" name="Rectangle 27"/>
          <p:cNvSpPr>
            <a:spLocks noChangeArrowheads="1"/>
          </p:cNvSpPr>
          <p:nvPr/>
        </p:nvSpPr>
        <p:spPr bwMode="auto">
          <a:xfrm>
            <a:off x="835025" y="1927225"/>
            <a:ext cx="1527175" cy="12509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20392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25400" algn="ctr">
            <a:solidFill>
              <a:srgbClr val="E47F00"/>
            </a:solidFill>
            <a:miter lim="800000"/>
            <a:headEnd/>
            <a:tailEnd/>
          </a:ln>
          <a:effectLst/>
        </p:spPr>
        <p:txBody>
          <a:bodyPr wrap="none" lIns="74612" tIns="36512" rIns="74612" bIns="36512" anchor="ctr"/>
          <a:lstStyle/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Multiplexer</a:t>
            </a:r>
          </a:p>
        </p:txBody>
      </p:sp>
      <p:sp>
        <p:nvSpPr>
          <p:cNvPr id="1026076" name="Rectangle 28"/>
          <p:cNvSpPr>
            <a:spLocks noChangeArrowheads="1"/>
          </p:cNvSpPr>
          <p:nvPr/>
        </p:nvSpPr>
        <p:spPr bwMode="auto">
          <a:xfrm>
            <a:off x="6569075" y="1927225"/>
            <a:ext cx="1527175" cy="12509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20392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25400" algn="ctr">
            <a:solidFill>
              <a:srgbClr val="E47F00"/>
            </a:solidFill>
            <a:miter lim="800000"/>
            <a:headEnd/>
            <a:tailEnd/>
          </a:ln>
          <a:effectLst/>
        </p:spPr>
        <p:txBody>
          <a:bodyPr wrap="none" lIns="74612" tIns="36512" rIns="74612" bIns="36512" anchor="ctr"/>
          <a:lstStyle/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Multiplexer</a:t>
            </a: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100" name="Rectangle 29"/>
          <p:cNvSpPr>
            <a:spLocks noChangeArrowheads="1"/>
          </p:cNvSpPr>
          <p:nvPr/>
        </p:nvSpPr>
        <p:spPr bwMode="auto">
          <a:xfrm>
            <a:off x="755650" y="3484563"/>
            <a:ext cx="9366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l" defTabSz="739775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64k</a:t>
            </a:r>
          </a:p>
          <a:p>
            <a:pPr marL="0" marR="0" lvl="0" indent="0" algn="l" defTabSz="739775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bits/s</a:t>
            </a:r>
          </a:p>
        </p:txBody>
      </p:sp>
      <p:graphicFrame>
        <p:nvGraphicFramePr>
          <p:cNvPr id="3074" name="Object 31">
            <a:hlinkClick r:id="" action="ppaction://ole?verb=0"/>
          </p:cNvPr>
          <p:cNvGraphicFramePr>
            <a:graphicFrameLocks/>
          </p:cNvGraphicFramePr>
          <p:nvPr/>
        </p:nvGraphicFramePr>
        <p:xfrm>
          <a:off x="3000375" y="3057525"/>
          <a:ext cx="693738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4" r:id="rId4" imgW="803160" imgH="730080" progId="">
                  <p:embed/>
                </p:oleObj>
              </mc:Choice>
              <mc:Fallback>
                <p:oleObj r:id="rId4" imgW="803160" imgH="730080" progId="">
                  <p:embed/>
                  <p:pic>
                    <p:nvPicPr>
                      <p:cNvPr id="3074" name="Object 31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3057525"/>
                        <a:ext cx="693738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2">
            <a:hlinkClick r:id="" action="ppaction://ole?verb=0"/>
          </p:cNvPr>
          <p:cNvGraphicFramePr>
            <a:graphicFrameLocks/>
          </p:cNvGraphicFramePr>
          <p:nvPr/>
        </p:nvGraphicFramePr>
        <p:xfrm>
          <a:off x="5138738" y="3057525"/>
          <a:ext cx="6953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5" r:id="rId6" imgW="803160" imgH="730080" progId="">
                  <p:embed/>
                </p:oleObj>
              </mc:Choice>
              <mc:Fallback>
                <p:oleObj r:id="rId6" imgW="803160" imgH="730080" progId="">
                  <p:embed/>
                  <p:pic>
                    <p:nvPicPr>
                      <p:cNvPr id="3075" name="Object 32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738" y="3057525"/>
                        <a:ext cx="69532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1" name="Rectangle 33"/>
          <p:cNvSpPr>
            <a:spLocks noChangeArrowheads="1"/>
          </p:cNvSpPr>
          <p:nvPr/>
        </p:nvSpPr>
        <p:spPr bwMode="auto">
          <a:xfrm>
            <a:off x="3608388" y="3341688"/>
            <a:ext cx="1630362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739775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Telephone</a:t>
            </a:r>
          </a:p>
        </p:txBody>
      </p:sp>
      <p:sp>
        <p:nvSpPr>
          <p:cNvPr id="3102" name="Rectangle 34"/>
          <p:cNvSpPr>
            <a:spLocks noChangeArrowheads="1"/>
          </p:cNvSpPr>
          <p:nvPr/>
        </p:nvSpPr>
        <p:spPr bwMode="auto">
          <a:xfrm>
            <a:off x="3608388" y="3910013"/>
            <a:ext cx="1630362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739775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Telecontrol</a:t>
            </a:r>
          </a:p>
        </p:txBody>
      </p:sp>
      <p:sp>
        <p:nvSpPr>
          <p:cNvPr id="3103" name="Rectangle 35"/>
          <p:cNvSpPr>
            <a:spLocks noChangeArrowheads="1"/>
          </p:cNvSpPr>
          <p:nvPr/>
        </p:nvSpPr>
        <p:spPr bwMode="auto">
          <a:xfrm>
            <a:off x="3419475" y="4638675"/>
            <a:ext cx="2008188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739775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Teleprotection</a:t>
            </a:r>
          </a:p>
        </p:txBody>
      </p:sp>
      <p:sp>
        <p:nvSpPr>
          <p:cNvPr id="3104" name="Rectangle 36"/>
          <p:cNvSpPr>
            <a:spLocks noChangeArrowheads="1"/>
          </p:cNvSpPr>
          <p:nvPr/>
        </p:nvSpPr>
        <p:spPr bwMode="auto">
          <a:xfrm>
            <a:off x="1031875" y="5091113"/>
            <a:ext cx="118110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End A</a:t>
            </a:r>
          </a:p>
        </p:txBody>
      </p:sp>
      <p:sp>
        <p:nvSpPr>
          <p:cNvPr id="3105" name="Rectangle 37"/>
          <p:cNvSpPr>
            <a:spLocks noChangeArrowheads="1"/>
          </p:cNvSpPr>
          <p:nvPr/>
        </p:nvSpPr>
        <p:spPr bwMode="auto">
          <a:xfrm>
            <a:off x="6748463" y="5108575"/>
            <a:ext cx="1182687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End B</a:t>
            </a:r>
          </a:p>
        </p:txBody>
      </p:sp>
      <p:pic>
        <p:nvPicPr>
          <p:cNvPr id="3106" name="Picture 100" descr="Px40_80TE_ph2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4078288"/>
            <a:ext cx="2154238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07" name="Picture 101" descr="Px40_80TE_ph2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925" y="4071938"/>
            <a:ext cx="2154238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08" name="Rectangle 102"/>
          <p:cNvSpPr>
            <a:spLocks noChangeArrowheads="1"/>
          </p:cNvSpPr>
          <p:nvPr/>
        </p:nvSpPr>
        <p:spPr bwMode="auto">
          <a:xfrm>
            <a:off x="3232150" y="4491038"/>
            <a:ext cx="271463" cy="5794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09" name="Rectangle 103"/>
          <p:cNvSpPr>
            <a:spLocks noChangeArrowheads="1"/>
          </p:cNvSpPr>
          <p:nvPr/>
        </p:nvSpPr>
        <p:spPr bwMode="auto">
          <a:xfrm>
            <a:off x="3225800" y="448945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10" name="Rectangle 104"/>
          <p:cNvSpPr>
            <a:spLocks noChangeArrowheads="1"/>
          </p:cNvSpPr>
          <p:nvPr/>
        </p:nvSpPr>
        <p:spPr bwMode="auto">
          <a:xfrm>
            <a:off x="3225800" y="4608513"/>
            <a:ext cx="280988" cy="1063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11" name="Rectangle 105"/>
          <p:cNvSpPr>
            <a:spLocks noChangeArrowheads="1"/>
          </p:cNvSpPr>
          <p:nvPr/>
        </p:nvSpPr>
        <p:spPr bwMode="auto">
          <a:xfrm>
            <a:off x="3225800" y="4725988"/>
            <a:ext cx="280988" cy="107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12" name="Rectangle 106"/>
          <p:cNvSpPr>
            <a:spLocks noChangeArrowheads="1"/>
          </p:cNvSpPr>
          <p:nvPr/>
        </p:nvSpPr>
        <p:spPr bwMode="auto">
          <a:xfrm>
            <a:off x="3225800" y="4845050"/>
            <a:ext cx="280988" cy="1063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13" name="Rectangle 107"/>
          <p:cNvSpPr>
            <a:spLocks noChangeArrowheads="1"/>
          </p:cNvSpPr>
          <p:nvPr/>
        </p:nvSpPr>
        <p:spPr bwMode="auto">
          <a:xfrm>
            <a:off x="3225800" y="496570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14" name="Rectangle 108"/>
          <p:cNvSpPr>
            <a:spLocks noChangeArrowheads="1"/>
          </p:cNvSpPr>
          <p:nvPr/>
        </p:nvSpPr>
        <p:spPr bwMode="auto">
          <a:xfrm>
            <a:off x="3230563" y="4494213"/>
            <a:ext cx="271462" cy="5762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15" name="Rectangle 109"/>
          <p:cNvSpPr>
            <a:spLocks noChangeArrowheads="1"/>
          </p:cNvSpPr>
          <p:nvPr/>
        </p:nvSpPr>
        <p:spPr bwMode="auto">
          <a:xfrm>
            <a:off x="5330825" y="3805238"/>
            <a:ext cx="271463" cy="5794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16" name="Rectangle 110"/>
          <p:cNvSpPr>
            <a:spLocks noChangeArrowheads="1"/>
          </p:cNvSpPr>
          <p:nvPr/>
        </p:nvSpPr>
        <p:spPr bwMode="auto">
          <a:xfrm>
            <a:off x="5324475" y="380365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17" name="Rectangle 111"/>
          <p:cNvSpPr>
            <a:spLocks noChangeArrowheads="1"/>
          </p:cNvSpPr>
          <p:nvPr/>
        </p:nvSpPr>
        <p:spPr bwMode="auto">
          <a:xfrm>
            <a:off x="5324475" y="3922713"/>
            <a:ext cx="280988" cy="1063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18" name="Rectangle 112"/>
          <p:cNvSpPr>
            <a:spLocks noChangeArrowheads="1"/>
          </p:cNvSpPr>
          <p:nvPr/>
        </p:nvSpPr>
        <p:spPr bwMode="auto">
          <a:xfrm>
            <a:off x="5324475" y="4040188"/>
            <a:ext cx="280988" cy="107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19" name="Rectangle 113"/>
          <p:cNvSpPr>
            <a:spLocks noChangeArrowheads="1"/>
          </p:cNvSpPr>
          <p:nvPr/>
        </p:nvSpPr>
        <p:spPr bwMode="auto">
          <a:xfrm>
            <a:off x="5324475" y="4159250"/>
            <a:ext cx="280988" cy="1063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20" name="Rectangle 114"/>
          <p:cNvSpPr>
            <a:spLocks noChangeArrowheads="1"/>
          </p:cNvSpPr>
          <p:nvPr/>
        </p:nvSpPr>
        <p:spPr bwMode="auto">
          <a:xfrm>
            <a:off x="5324475" y="427990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21" name="Rectangle 115"/>
          <p:cNvSpPr>
            <a:spLocks noChangeArrowheads="1"/>
          </p:cNvSpPr>
          <p:nvPr/>
        </p:nvSpPr>
        <p:spPr bwMode="auto">
          <a:xfrm>
            <a:off x="5329238" y="3808413"/>
            <a:ext cx="271462" cy="5762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22" name="Rectangle 116"/>
          <p:cNvSpPr>
            <a:spLocks noChangeArrowheads="1"/>
          </p:cNvSpPr>
          <p:nvPr/>
        </p:nvSpPr>
        <p:spPr bwMode="auto">
          <a:xfrm>
            <a:off x="5330825" y="4491038"/>
            <a:ext cx="271463" cy="5794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23" name="Rectangle 117"/>
          <p:cNvSpPr>
            <a:spLocks noChangeArrowheads="1"/>
          </p:cNvSpPr>
          <p:nvPr/>
        </p:nvSpPr>
        <p:spPr bwMode="auto">
          <a:xfrm>
            <a:off x="5324475" y="448945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24" name="Rectangle 118"/>
          <p:cNvSpPr>
            <a:spLocks noChangeArrowheads="1"/>
          </p:cNvSpPr>
          <p:nvPr/>
        </p:nvSpPr>
        <p:spPr bwMode="auto">
          <a:xfrm>
            <a:off x="5324475" y="4608513"/>
            <a:ext cx="280988" cy="1063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25" name="Rectangle 119"/>
          <p:cNvSpPr>
            <a:spLocks noChangeArrowheads="1"/>
          </p:cNvSpPr>
          <p:nvPr/>
        </p:nvSpPr>
        <p:spPr bwMode="auto">
          <a:xfrm>
            <a:off x="5324475" y="4725988"/>
            <a:ext cx="280988" cy="107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26" name="Rectangle 120"/>
          <p:cNvSpPr>
            <a:spLocks noChangeArrowheads="1"/>
          </p:cNvSpPr>
          <p:nvPr/>
        </p:nvSpPr>
        <p:spPr bwMode="auto">
          <a:xfrm>
            <a:off x="5324475" y="4845050"/>
            <a:ext cx="280988" cy="1063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27" name="Rectangle 121"/>
          <p:cNvSpPr>
            <a:spLocks noChangeArrowheads="1"/>
          </p:cNvSpPr>
          <p:nvPr/>
        </p:nvSpPr>
        <p:spPr bwMode="auto">
          <a:xfrm>
            <a:off x="5324475" y="4965700"/>
            <a:ext cx="280988" cy="104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28" name="Rectangle 122"/>
          <p:cNvSpPr>
            <a:spLocks noChangeArrowheads="1"/>
          </p:cNvSpPr>
          <p:nvPr/>
        </p:nvSpPr>
        <p:spPr bwMode="auto">
          <a:xfrm>
            <a:off x="5329238" y="4494213"/>
            <a:ext cx="271462" cy="5762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29" name="AutoShape 123"/>
          <p:cNvSpPr>
            <a:spLocks noChangeArrowheads="1"/>
          </p:cNvSpPr>
          <p:nvPr/>
        </p:nvSpPr>
        <p:spPr bwMode="auto">
          <a:xfrm>
            <a:off x="314325" y="1546225"/>
            <a:ext cx="8599488" cy="4132263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Clr>
                <a:srgbClr val="B10043"/>
              </a:buClr>
              <a:buSzPct val="130000"/>
              <a:buFontTx/>
              <a:buNone/>
              <a:tabLst/>
              <a:defRPr/>
            </a:pPr>
            <a:endParaRPr kumimoji="0" lang="de-DE" altLang="en-US" sz="1800" b="0" i="0" u="none" strike="noStrike" kern="1200" cap="none" spc="0" normalizeH="0" baseline="0" noProof="0">
              <a:ln>
                <a:noFill/>
              </a:ln>
              <a:solidFill>
                <a:srgbClr val="00953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130" name="Group 124"/>
          <p:cNvGrpSpPr>
            <a:grpSpLocks/>
          </p:cNvGrpSpPr>
          <p:nvPr/>
        </p:nvGrpSpPr>
        <p:grpSpPr bwMode="auto">
          <a:xfrm>
            <a:off x="2752725" y="1676400"/>
            <a:ext cx="652463" cy="1042988"/>
            <a:chOff x="2029" y="1028"/>
            <a:chExt cx="473" cy="758"/>
          </a:xfrm>
        </p:grpSpPr>
        <p:sp>
          <p:nvSpPr>
            <p:cNvPr id="3149" name="Freeform 125"/>
            <p:cNvSpPr>
              <a:spLocks/>
            </p:cNvSpPr>
            <p:nvPr/>
          </p:nvSpPr>
          <p:spPr bwMode="auto">
            <a:xfrm>
              <a:off x="2029" y="1294"/>
              <a:ext cx="165" cy="492"/>
            </a:xfrm>
            <a:custGeom>
              <a:avLst/>
              <a:gdLst>
                <a:gd name="T0" fmla="*/ 0 w 165"/>
                <a:gd name="T1" fmla="*/ 488 h 492"/>
                <a:gd name="T2" fmla="*/ 0 w 165"/>
                <a:gd name="T3" fmla="*/ 0 h 492"/>
                <a:gd name="T4" fmla="*/ 164 w 165"/>
                <a:gd name="T5" fmla="*/ 0 h 492"/>
                <a:gd name="T6" fmla="*/ 164 w 165"/>
                <a:gd name="T7" fmla="*/ 491 h 4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5"/>
                <a:gd name="T13" fmla="*/ 0 h 492"/>
                <a:gd name="T14" fmla="*/ 165 w 165"/>
                <a:gd name="T15" fmla="*/ 492 h 4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5" h="492">
                  <a:moveTo>
                    <a:pt x="0" y="488"/>
                  </a:moveTo>
                  <a:lnTo>
                    <a:pt x="0" y="0"/>
                  </a:lnTo>
                  <a:lnTo>
                    <a:pt x="164" y="0"/>
                  </a:lnTo>
                  <a:lnTo>
                    <a:pt x="164" y="491"/>
                  </a:lnTo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50" name="Line 126"/>
            <p:cNvSpPr>
              <a:spLocks noChangeShapeType="1"/>
            </p:cNvSpPr>
            <p:nvPr/>
          </p:nvSpPr>
          <p:spPr bwMode="auto">
            <a:xfrm>
              <a:off x="2038" y="1421"/>
              <a:ext cx="1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51" name="Line 127"/>
            <p:cNvSpPr>
              <a:spLocks noChangeShapeType="1"/>
            </p:cNvSpPr>
            <p:nvPr/>
          </p:nvSpPr>
          <p:spPr bwMode="auto">
            <a:xfrm>
              <a:off x="2038" y="1545"/>
              <a:ext cx="1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52" name="Line 128"/>
            <p:cNvSpPr>
              <a:spLocks noChangeShapeType="1"/>
            </p:cNvSpPr>
            <p:nvPr/>
          </p:nvSpPr>
          <p:spPr bwMode="auto">
            <a:xfrm>
              <a:off x="2038" y="1670"/>
              <a:ext cx="1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53" name="Line 129"/>
            <p:cNvSpPr>
              <a:spLocks noChangeShapeType="1"/>
            </p:cNvSpPr>
            <p:nvPr/>
          </p:nvSpPr>
          <p:spPr bwMode="auto">
            <a:xfrm>
              <a:off x="2042" y="1303"/>
              <a:ext cx="135" cy="1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54" name="Line 130"/>
            <p:cNvSpPr>
              <a:spLocks noChangeShapeType="1"/>
            </p:cNvSpPr>
            <p:nvPr/>
          </p:nvSpPr>
          <p:spPr bwMode="auto">
            <a:xfrm flipV="1">
              <a:off x="2038" y="1289"/>
              <a:ext cx="139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55" name="Line 131"/>
            <p:cNvSpPr>
              <a:spLocks noChangeShapeType="1"/>
            </p:cNvSpPr>
            <p:nvPr/>
          </p:nvSpPr>
          <p:spPr bwMode="auto">
            <a:xfrm>
              <a:off x="2042" y="1430"/>
              <a:ext cx="135" cy="1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56" name="Line 132"/>
            <p:cNvSpPr>
              <a:spLocks noChangeShapeType="1"/>
            </p:cNvSpPr>
            <p:nvPr/>
          </p:nvSpPr>
          <p:spPr bwMode="auto">
            <a:xfrm flipV="1">
              <a:off x="2038" y="1418"/>
              <a:ext cx="139" cy="1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57" name="Line 133"/>
            <p:cNvSpPr>
              <a:spLocks noChangeShapeType="1"/>
            </p:cNvSpPr>
            <p:nvPr/>
          </p:nvSpPr>
          <p:spPr bwMode="auto">
            <a:xfrm>
              <a:off x="2042" y="1550"/>
              <a:ext cx="135" cy="1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58" name="Line 134"/>
            <p:cNvSpPr>
              <a:spLocks noChangeShapeType="1"/>
            </p:cNvSpPr>
            <p:nvPr/>
          </p:nvSpPr>
          <p:spPr bwMode="auto">
            <a:xfrm flipV="1">
              <a:off x="2038" y="1537"/>
              <a:ext cx="139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59" name="Freeform 135"/>
            <p:cNvSpPr>
              <a:spLocks/>
            </p:cNvSpPr>
            <p:nvPr/>
          </p:nvSpPr>
          <p:spPr bwMode="auto">
            <a:xfrm>
              <a:off x="2189" y="1028"/>
              <a:ext cx="146" cy="529"/>
            </a:xfrm>
            <a:custGeom>
              <a:avLst/>
              <a:gdLst>
                <a:gd name="T0" fmla="*/ 145 w 146"/>
                <a:gd name="T1" fmla="*/ 528 h 529"/>
                <a:gd name="T2" fmla="*/ 107 w 146"/>
                <a:gd name="T3" fmla="*/ 521 h 529"/>
                <a:gd name="T4" fmla="*/ 77 w 146"/>
                <a:gd name="T5" fmla="*/ 496 h 529"/>
                <a:gd name="T6" fmla="*/ 48 w 146"/>
                <a:gd name="T7" fmla="*/ 463 h 529"/>
                <a:gd name="T8" fmla="*/ 34 w 146"/>
                <a:gd name="T9" fmla="*/ 419 h 529"/>
                <a:gd name="T10" fmla="*/ 15 w 146"/>
                <a:gd name="T11" fmla="*/ 376 h 529"/>
                <a:gd name="T12" fmla="*/ 4 w 146"/>
                <a:gd name="T13" fmla="*/ 321 h 529"/>
                <a:gd name="T14" fmla="*/ 0 w 146"/>
                <a:gd name="T15" fmla="*/ 263 h 529"/>
                <a:gd name="T16" fmla="*/ 4 w 146"/>
                <a:gd name="T17" fmla="*/ 186 h 529"/>
                <a:gd name="T18" fmla="*/ 29 w 146"/>
                <a:gd name="T19" fmla="*/ 127 h 529"/>
                <a:gd name="T20" fmla="*/ 54 w 146"/>
                <a:gd name="T21" fmla="*/ 70 h 529"/>
                <a:gd name="T22" fmla="*/ 92 w 146"/>
                <a:gd name="T23" fmla="*/ 26 h 529"/>
                <a:gd name="T24" fmla="*/ 145 w 146"/>
                <a:gd name="T25" fmla="*/ 0 h 529"/>
                <a:gd name="T26" fmla="*/ 145 w 146"/>
                <a:gd name="T27" fmla="*/ 528 h 52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46"/>
                <a:gd name="T43" fmla="*/ 0 h 529"/>
                <a:gd name="T44" fmla="*/ 146 w 146"/>
                <a:gd name="T45" fmla="*/ 529 h 52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46" h="529">
                  <a:moveTo>
                    <a:pt x="145" y="528"/>
                  </a:moveTo>
                  <a:lnTo>
                    <a:pt x="107" y="521"/>
                  </a:lnTo>
                  <a:lnTo>
                    <a:pt x="77" y="496"/>
                  </a:lnTo>
                  <a:lnTo>
                    <a:pt x="48" y="463"/>
                  </a:lnTo>
                  <a:lnTo>
                    <a:pt x="34" y="419"/>
                  </a:lnTo>
                  <a:lnTo>
                    <a:pt x="15" y="376"/>
                  </a:lnTo>
                  <a:lnTo>
                    <a:pt x="4" y="321"/>
                  </a:lnTo>
                  <a:lnTo>
                    <a:pt x="0" y="263"/>
                  </a:lnTo>
                  <a:lnTo>
                    <a:pt x="4" y="186"/>
                  </a:lnTo>
                  <a:lnTo>
                    <a:pt x="29" y="127"/>
                  </a:lnTo>
                  <a:lnTo>
                    <a:pt x="54" y="70"/>
                  </a:lnTo>
                  <a:lnTo>
                    <a:pt x="92" y="26"/>
                  </a:lnTo>
                  <a:lnTo>
                    <a:pt x="145" y="0"/>
                  </a:lnTo>
                  <a:lnTo>
                    <a:pt x="145" y="528"/>
                  </a:lnTo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CCCCCC"/>
                </a:gs>
              </a:gsLst>
              <a:lin ang="0" scaled="1"/>
            </a:gradFill>
            <a:ln w="28575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60" name="Line 136"/>
            <p:cNvSpPr>
              <a:spLocks noChangeShapeType="1"/>
            </p:cNvSpPr>
            <p:nvPr/>
          </p:nvSpPr>
          <p:spPr bwMode="auto">
            <a:xfrm>
              <a:off x="2350" y="1041"/>
              <a:ext cx="136" cy="2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61" name="Line 137"/>
            <p:cNvSpPr>
              <a:spLocks noChangeShapeType="1"/>
            </p:cNvSpPr>
            <p:nvPr/>
          </p:nvSpPr>
          <p:spPr bwMode="auto">
            <a:xfrm flipH="1">
              <a:off x="2327" y="1306"/>
              <a:ext cx="175" cy="2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62" name="Line 138"/>
            <p:cNvSpPr>
              <a:spLocks noChangeShapeType="1"/>
            </p:cNvSpPr>
            <p:nvPr/>
          </p:nvSpPr>
          <p:spPr bwMode="auto">
            <a:xfrm flipH="1">
              <a:off x="2331" y="1301"/>
              <a:ext cx="1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</p:grpSp>
      <p:grpSp>
        <p:nvGrpSpPr>
          <p:cNvPr id="3131" name="Group 139"/>
          <p:cNvGrpSpPr>
            <a:grpSpLocks/>
          </p:cNvGrpSpPr>
          <p:nvPr/>
        </p:nvGrpSpPr>
        <p:grpSpPr bwMode="auto">
          <a:xfrm>
            <a:off x="5432425" y="1676400"/>
            <a:ext cx="661988" cy="1042988"/>
            <a:chOff x="3975" y="1028"/>
            <a:chExt cx="480" cy="758"/>
          </a:xfrm>
        </p:grpSpPr>
        <p:sp>
          <p:nvSpPr>
            <p:cNvPr id="3135" name="Freeform 140"/>
            <p:cNvSpPr>
              <a:spLocks/>
            </p:cNvSpPr>
            <p:nvPr/>
          </p:nvSpPr>
          <p:spPr bwMode="auto">
            <a:xfrm>
              <a:off x="4283" y="1294"/>
              <a:ext cx="165" cy="492"/>
            </a:xfrm>
            <a:custGeom>
              <a:avLst/>
              <a:gdLst>
                <a:gd name="T0" fmla="*/ 164 w 165"/>
                <a:gd name="T1" fmla="*/ 488 h 492"/>
                <a:gd name="T2" fmla="*/ 164 w 165"/>
                <a:gd name="T3" fmla="*/ 0 h 492"/>
                <a:gd name="T4" fmla="*/ 0 w 165"/>
                <a:gd name="T5" fmla="*/ 0 h 492"/>
                <a:gd name="T6" fmla="*/ 0 w 165"/>
                <a:gd name="T7" fmla="*/ 491 h 4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5"/>
                <a:gd name="T13" fmla="*/ 0 h 492"/>
                <a:gd name="T14" fmla="*/ 165 w 165"/>
                <a:gd name="T15" fmla="*/ 492 h 4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5" h="492">
                  <a:moveTo>
                    <a:pt x="164" y="488"/>
                  </a:moveTo>
                  <a:lnTo>
                    <a:pt x="164" y="0"/>
                  </a:lnTo>
                  <a:lnTo>
                    <a:pt x="0" y="0"/>
                  </a:lnTo>
                  <a:lnTo>
                    <a:pt x="0" y="491"/>
                  </a:lnTo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36" name="Line 141"/>
            <p:cNvSpPr>
              <a:spLocks noChangeShapeType="1"/>
            </p:cNvSpPr>
            <p:nvPr/>
          </p:nvSpPr>
          <p:spPr bwMode="auto">
            <a:xfrm flipH="1">
              <a:off x="4280" y="1421"/>
              <a:ext cx="1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37" name="Line 142"/>
            <p:cNvSpPr>
              <a:spLocks noChangeShapeType="1"/>
            </p:cNvSpPr>
            <p:nvPr/>
          </p:nvSpPr>
          <p:spPr bwMode="auto">
            <a:xfrm flipH="1">
              <a:off x="4280" y="1545"/>
              <a:ext cx="1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38" name="Line 143"/>
            <p:cNvSpPr>
              <a:spLocks noChangeShapeType="1"/>
            </p:cNvSpPr>
            <p:nvPr/>
          </p:nvSpPr>
          <p:spPr bwMode="auto">
            <a:xfrm flipH="1">
              <a:off x="4280" y="1670"/>
              <a:ext cx="1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39" name="Line 144"/>
            <p:cNvSpPr>
              <a:spLocks noChangeShapeType="1"/>
            </p:cNvSpPr>
            <p:nvPr/>
          </p:nvSpPr>
          <p:spPr bwMode="auto">
            <a:xfrm flipH="1">
              <a:off x="4284" y="1303"/>
              <a:ext cx="167" cy="1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40" name="Line 145"/>
            <p:cNvSpPr>
              <a:spLocks noChangeShapeType="1"/>
            </p:cNvSpPr>
            <p:nvPr/>
          </p:nvSpPr>
          <p:spPr bwMode="auto">
            <a:xfrm flipH="1" flipV="1">
              <a:off x="4284" y="1289"/>
              <a:ext cx="171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41" name="Line 146"/>
            <p:cNvSpPr>
              <a:spLocks noChangeShapeType="1"/>
            </p:cNvSpPr>
            <p:nvPr/>
          </p:nvSpPr>
          <p:spPr bwMode="auto">
            <a:xfrm flipH="1">
              <a:off x="4284" y="1430"/>
              <a:ext cx="167" cy="1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42" name="Line 147"/>
            <p:cNvSpPr>
              <a:spLocks noChangeShapeType="1"/>
            </p:cNvSpPr>
            <p:nvPr/>
          </p:nvSpPr>
          <p:spPr bwMode="auto">
            <a:xfrm flipH="1" flipV="1">
              <a:off x="4284" y="1418"/>
              <a:ext cx="171" cy="1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43" name="Line 148"/>
            <p:cNvSpPr>
              <a:spLocks noChangeShapeType="1"/>
            </p:cNvSpPr>
            <p:nvPr/>
          </p:nvSpPr>
          <p:spPr bwMode="auto">
            <a:xfrm flipH="1">
              <a:off x="4284" y="1550"/>
              <a:ext cx="167" cy="1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44" name="Line 149"/>
            <p:cNvSpPr>
              <a:spLocks noChangeShapeType="1"/>
            </p:cNvSpPr>
            <p:nvPr/>
          </p:nvSpPr>
          <p:spPr bwMode="auto">
            <a:xfrm flipH="1" flipV="1">
              <a:off x="4284" y="1537"/>
              <a:ext cx="171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45" name="Freeform 150"/>
            <p:cNvSpPr>
              <a:spLocks/>
            </p:cNvSpPr>
            <p:nvPr/>
          </p:nvSpPr>
          <p:spPr bwMode="auto">
            <a:xfrm>
              <a:off x="4142" y="1028"/>
              <a:ext cx="146" cy="529"/>
            </a:xfrm>
            <a:custGeom>
              <a:avLst/>
              <a:gdLst>
                <a:gd name="T0" fmla="*/ 0 w 146"/>
                <a:gd name="T1" fmla="*/ 528 h 529"/>
                <a:gd name="T2" fmla="*/ 38 w 146"/>
                <a:gd name="T3" fmla="*/ 521 h 529"/>
                <a:gd name="T4" fmla="*/ 68 w 146"/>
                <a:gd name="T5" fmla="*/ 496 h 529"/>
                <a:gd name="T6" fmla="*/ 97 w 146"/>
                <a:gd name="T7" fmla="*/ 463 h 529"/>
                <a:gd name="T8" fmla="*/ 111 w 146"/>
                <a:gd name="T9" fmla="*/ 419 h 529"/>
                <a:gd name="T10" fmla="*/ 130 w 146"/>
                <a:gd name="T11" fmla="*/ 376 h 529"/>
                <a:gd name="T12" fmla="*/ 141 w 146"/>
                <a:gd name="T13" fmla="*/ 321 h 529"/>
                <a:gd name="T14" fmla="*/ 145 w 146"/>
                <a:gd name="T15" fmla="*/ 263 h 529"/>
                <a:gd name="T16" fmla="*/ 141 w 146"/>
                <a:gd name="T17" fmla="*/ 186 h 529"/>
                <a:gd name="T18" fmla="*/ 116 w 146"/>
                <a:gd name="T19" fmla="*/ 127 h 529"/>
                <a:gd name="T20" fmla="*/ 91 w 146"/>
                <a:gd name="T21" fmla="*/ 70 h 529"/>
                <a:gd name="T22" fmla="*/ 53 w 146"/>
                <a:gd name="T23" fmla="*/ 26 h 529"/>
                <a:gd name="T24" fmla="*/ 0 w 146"/>
                <a:gd name="T25" fmla="*/ 0 h 529"/>
                <a:gd name="T26" fmla="*/ 0 w 146"/>
                <a:gd name="T27" fmla="*/ 528 h 52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46"/>
                <a:gd name="T43" fmla="*/ 0 h 529"/>
                <a:gd name="T44" fmla="*/ 146 w 146"/>
                <a:gd name="T45" fmla="*/ 529 h 52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46" h="529">
                  <a:moveTo>
                    <a:pt x="0" y="528"/>
                  </a:moveTo>
                  <a:lnTo>
                    <a:pt x="38" y="521"/>
                  </a:lnTo>
                  <a:lnTo>
                    <a:pt x="68" y="496"/>
                  </a:lnTo>
                  <a:lnTo>
                    <a:pt x="97" y="463"/>
                  </a:lnTo>
                  <a:lnTo>
                    <a:pt x="111" y="419"/>
                  </a:lnTo>
                  <a:lnTo>
                    <a:pt x="130" y="376"/>
                  </a:lnTo>
                  <a:lnTo>
                    <a:pt x="141" y="321"/>
                  </a:lnTo>
                  <a:lnTo>
                    <a:pt x="145" y="263"/>
                  </a:lnTo>
                  <a:lnTo>
                    <a:pt x="141" y="186"/>
                  </a:lnTo>
                  <a:lnTo>
                    <a:pt x="116" y="127"/>
                  </a:lnTo>
                  <a:lnTo>
                    <a:pt x="91" y="70"/>
                  </a:lnTo>
                  <a:lnTo>
                    <a:pt x="53" y="26"/>
                  </a:lnTo>
                  <a:lnTo>
                    <a:pt x="0" y="0"/>
                  </a:lnTo>
                  <a:lnTo>
                    <a:pt x="0" y="528"/>
                  </a:lnTo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CCCCCC"/>
                </a:gs>
              </a:gsLst>
              <a:lin ang="0" scaled="1"/>
            </a:gradFill>
            <a:ln w="28575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46" name="Line 151"/>
            <p:cNvSpPr>
              <a:spLocks noChangeShapeType="1"/>
            </p:cNvSpPr>
            <p:nvPr/>
          </p:nvSpPr>
          <p:spPr bwMode="auto">
            <a:xfrm flipH="1">
              <a:off x="3975" y="1041"/>
              <a:ext cx="168" cy="2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47" name="Line 152"/>
            <p:cNvSpPr>
              <a:spLocks noChangeShapeType="1"/>
            </p:cNvSpPr>
            <p:nvPr/>
          </p:nvSpPr>
          <p:spPr bwMode="auto">
            <a:xfrm>
              <a:off x="3991" y="1306"/>
              <a:ext cx="143" cy="2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3148" name="Line 153"/>
            <p:cNvSpPr>
              <a:spLocks noChangeShapeType="1"/>
            </p:cNvSpPr>
            <p:nvPr/>
          </p:nvSpPr>
          <p:spPr bwMode="auto">
            <a:xfrm>
              <a:off x="3991" y="1301"/>
              <a:ext cx="1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</p:grpSp>
      <p:sp>
        <p:nvSpPr>
          <p:cNvPr id="3132" name="Freeform 154"/>
          <p:cNvSpPr>
            <a:spLocks/>
          </p:cNvSpPr>
          <p:nvPr/>
        </p:nvSpPr>
        <p:spPr bwMode="auto">
          <a:xfrm>
            <a:off x="3486150" y="2011363"/>
            <a:ext cx="1897063" cy="128587"/>
          </a:xfrm>
          <a:custGeom>
            <a:avLst/>
            <a:gdLst>
              <a:gd name="T0" fmla="*/ 0 w 1378"/>
              <a:gd name="T1" fmla="*/ 52396471 h 94"/>
              <a:gd name="T2" fmla="*/ 1286870785 w 1378"/>
              <a:gd name="T3" fmla="*/ 174028811 h 94"/>
              <a:gd name="T4" fmla="*/ 1110613319 w 1378"/>
              <a:gd name="T5" fmla="*/ 0 h 94"/>
              <a:gd name="T6" fmla="*/ 2147483647 w 1378"/>
              <a:gd name="T7" fmla="*/ 52396471 h 94"/>
              <a:gd name="T8" fmla="*/ 0 60000 65536"/>
              <a:gd name="T9" fmla="*/ 0 60000 65536"/>
              <a:gd name="T10" fmla="*/ 0 60000 65536"/>
              <a:gd name="T11" fmla="*/ 0 60000 65536"/>
              <a:gd name="T12" fmla="*/ 0 w 1378"/>
              <a:gd name="T13" fmla="*/ 0 h 94"/>
              <a:gd name="T14" fmla="*/ 1378 w 1378"/>
              <a:gd name="T15" fmla="*/ 94 h 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78" h="94">
                <a:moveTo>
                  <a:pt x="0" y="28"/>
                </a:moveTo>
                <a:lnTo>
                  <a:pt x="679" y="93"/>
                </a:lnTo>
                <a:lnTo>
                  <a:pt x="586" y="0"/>
                </a:lnTo>
                <a:lnTo>
                  <a:pt x="1377" y="2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3133" name="Line 155"/>
          <p:cNvSpPr>
            <a:spLocks noChangeShapeType="1"/>
          </p:cNvSpPr>
          <p:nvPr/>
        </p:nvSpPr>
        <p:spPr bwMode="auto">
          <a:xfrm flipH="1">
            <a:off x="2262188" y="2033588"/>
            <a:ext cx="490537" cy="714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3134" name="Line 156"/>
          <p:cNvSpPr>
            <a:spLocks noChangeShapeType="1"/>
          </p:cNvSpPr>
          <p:nvPr/>
        </p:nvSpPr>
        <p:spPr bwMode="auto">
          <a:xfrm>
            <a:off x="6037263" y="2033588"/>
            <a:ext cx="581025" cy="714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1484230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MiCOM P54x</a:t>
            </a:r>
            <a:br>
              <a:rPr lang="en-US" altLang="en-US"/>
            </a:br>
            <a:r>
              <a:rPr lang="en-US" altLang="en-US"/>
              <a:t>Interfacing Direct Fibre Optic to Multiplexers</a:t>
            </a:r>
            <a:endParaRPr lang="en-GB" altLang="en-US"/>
          </a:p>
        </p:txBody>
      </p:sp>
      <p:sp>
        <p:nvSpPr>
          <p:cNvPr id="4100" name="Rectangle 3"/>
          <p:cNvSpPr>
            <a:spLocks noChangeArrowheads="1"/>
          </p:cNvSpPr>
          <p:nvPr/>
        </p:nvSpPr>
        <p:spPr bwMode="auto">
          <a:xfrm>
            <a:off x="2638425" y="5083175"/>
            <a:ext cx="1890713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4612" tIns="36512" rIns="74612" bIns="36512">
            <a:spAutoFit/>
          </a:bodyPr>
          <a:lstStyle>
            <a:lvl1pPr defTabSz="598488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598488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850nm multimode</a:t>
            </a: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4101" name="Group 45"/>
          <p:cNvGrpSpPr>
            <a:grpSpLocks/>
          </p:cNvGrpSpPr>
          <p:nvPr/>
        </p:nvGrpSpPr>
        <p:grpSpPr bwMode="auto">
          <a:xfrm>
            <a:off x="2586038" y="4468813"/>
            <a:ext cx="4113212" cy="307975"/>
            <a:chOff x="1653" y="1600"/>
            <a:chExt cx="1158" cy="194"/>
          </a:xfrm>
        </p:grpSpPr>
        <p:sp>
          <p:nvSpPr>
            <p:cNvPr id="4112" name="Line 32"/>
            <p:cNvSpPr>
              <a:spLocks noChangeShapeType="1"/>
            </p:cNvSpPr>
            <p:nvPr/>
          </p:nvSpPr>
          <p:spPr bwMode="auto">
            <a:xfrm>
              <a:off x="1653" y="1759"/>
              <a:ext cx="1158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4113" name="Line 33"/>
            <p:cNvSpPr>
              <a:spLocks noChangeShapeType="1"/>
            </p:cNvSpPr>
            <p:nvPr/>
          </p:nvSpPr>
          <p:spPr bwMode="auto">
            <a:xfrm>
              <a:off x="1653" y="1644"/>
              <a:ext cx="1143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Optimist" pitchFamily="2" charset="0"/>
                <a:ea typeface="+mn-ea"/>
                <a:cs typeface="+mn-cs"/>
              </a:endParaRPr>
            </a:p>
          </p:txBody>
        </p:sp>
        <p:sp>
          <p:nvSpPr>
            <p:cNvPr id="4114" name="AutoShape 34"/>
            <p:cNvSpPr>
              <a:spLocks noChangeArrowheads="1"/>
            </p:cNvSpPr>
            <p:nvPr/>
          </p:nvSpPr>
          <p:spPr bwMode="auto">
            <a:xfrm rot="16200000" flipH="1">
              <a:off x="2160" y="1568"/>
              <a:ext cx="76" cy="139"/>
            </a:xfrm>
            <a:prstGeom prst="triangle">
              <a:avLst>
                <a:gd name="adj" fmla="val 49986"/>
              </a:avLst>
            </a:prstGeom>
            <a:solidFill>
              <a:schemeClr val="accent1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115" name="AutoShape 35"/>
            <p:cNvSpPr>
              <a:spLocks noChangeArrowheads="1"/>
            </p:cNvSpPr>
            <p:nvPr/>
          </p:nvSpPr>
          <p:spPr bwMode="auto">
            <a:xfrm rot="5400000">
              <a:off x="2158" y="1686"/>
              <a:ext cx="77" cy="139"/>
            </a:xfrm>
            <a:prstGeom prst="triangle">
              <a:avLst>
                <a:gd name="adj" fmla="val 49986"/>
              </a:avLst>
            </a:prstGeom>
            <a:solidFill>
              <a:schemeClr val="accent1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102" name="Line 40"/>
          <p:cNvSpPr>
            <a:spLocks noChangeShapeType="1"/>
          </p:cNvSpPr>
          <p:nvPr/>
        </p:nvSpPr>
        <p:spPr bwMode="auto">
          <a:xfrm flipH="1" flipV="1">
            <a:off x="3271838" y="4827588"/>
            <a:ext cx="165100" cy="296862"/>
          </a:xfrm>
          <a:prstGeom prst="line">
            <a:avLst/>
          </a:prstGeom>
          <a:noFill/>
          <a:ln w="12700">
            <a:solidFill>
              <a:srgbClr val="0921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4103" name="Text Box 47"/>
          <p:cNvSpPr txBox="1">
            <a:spLocks noChangeArrowheads="1"/>
          </p:cNvSpPr>
          <p:nvPr/>
        </p:nvSpPr>
        <p:spPr bwMode="auto">
          <a:xfrm>
            <a:off x="3625850" y="3832225"/>
            <a:ext cx="213518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Direct connection</a:t>
            </a:r>
            <a:br>
              <a:rPr kumimoji="0" lang="en-GB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 interface!</a:t>
            </a:r>
          </a:p>
        </p:txBody>
      </p:sp>
      <p:graphicFrame>
        <p:nvGraphicFramePr>
          <p:cNvPr id="4098" name="Object 48"/>
          <p:cNvGraphicFramePr>
            <a:graphicFrameLocks noChangeAspect="1"/>
          </p:cNvGraphicFramePr>
          <p:nvPr/>
        </p:nvGraphicFramePr>
        <p:xfrm>
          <a:off x="3109913" y="2509838"/>
          <a:ext cx="3165475" cy="12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2" name="Bitmap Image" r:id="rId4" imgW="4029637" imgH="1590897" progId="Paint.Picture">
                  <p:embed/>
                </p:oleObj>
              </mc:Choice>
              <mc:Fallback>
                <p:oleObj name="Bitmap Image" r:id="rId4" imgW="4029637" imgH="1590897" progId="Paint.Picture">
                  <p:embed/>
                  <p:pic>
                    <p:nvPicPr>
                      <p:cNvPr id="4098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913" y="2509838"/>
                        <a:ext cx="3165475" cy="1249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Text Box 49"/>
          <p:cNvSpPr txBox="1">
            <a:spLocks noChangeArrowheads="1"/>
          </p:cNvSpPr>
          <p:nvPr/>
        </p:nvSpPr>
        <p:spPr bwMode="auto">
          <a:xfrm>
            <a:off x="3659188" y="1993900"/>
            <a:ext cx="1963737" cy="46037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B100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IEEE C37.94</a:t>
            </a:r>
          </a:p>
        </p:txBody>
      </p:sp>
      <p:pic>
        <p:nvPicPr>
          <p:cNvPr id="4105" name="Picture 52" descr="Px40_80TE_ph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" y="4103688"/>
            <a:ext cx="2154238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972" name="Rectangle 28"/>
          <p:cNvSpPr>
            <a:spLocks noChangeArrowheads="1"/>
          </p:cNvSpPr>
          <p:nvPr/>
        </p:nvSpPr>
        <p:spPr bwMode="auto">
          <a:xfrm>
            <a:off x="6111875" y="4159250"/>
            <a:ext cx="1479550" cy="9207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20392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25400" algn="ctr">
            <a:solidFill>
              <a:srgbClr val="E47F00"/>
            </a:solidFill>
            <a:miter lim="800000"/>
            <a:headEnd/>
            <a:tailEnd/>
          </a:ln>
          <a:effectLst/>
        </p:spPr>
        <p:txBody>
          <a:bodyPr wrap="none" lIns="74612" tIns="36512" rIns="74612" bIns="36512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107" name="Freeform 29"/>
          <p:cNvSpPr>
            <a:spLocks/>
          </p:cNvSpPr>
          <p:nvPr/>
        </p:nvSpPr>
        <p:spPr bwMode="auto">
          <a:xfrm>
            <a:off x="7748588" y="4503738"/>
            <a:ext cx="358775" cy="117475"/>
          </a:xfrm>
          <a:custGeom>
            <a:avLst/>
            <a:gdLst>
              <a:gd name="T0" fmla="*/ 0 w 243"/>
              <a:gd name="T1" fmla="*/ 172477072 h 79"/>
              <a:gd name="T2" fmla="*/ 353139431 w 243"/>
              <a:gd name="T3" fmla="*/ 170265866 h 79"/>
              <a:gd name="T4" fmla="*/ 211448441 w 243"/>
              <a:gd name="T5" fmla="*/ 0 h 79"/>
              <a:gd name="T6" fmla="*/ 527530705 w 243"/>
              <a:gd name="T7" fmla="*/ 4422413 h 79"/>
              <a:gd name="T8" fmla="*/ 0 60000 65536"/>
              <a:gd name="T9" fmla="*/ 0 60000 65536"/>
              <a:gd name="T10" fmla="*/ 0 60000 65536"/>
              <a:gd name="T11" fmla="*/ 0 60000 65536"/>
              <a:gd name="T12" fmla="*/ 0 w 243"/>
              <a:gd name="T13" fmla="*/ 0 h 79"/>
              <a:gd name="T14" fmla="*/ 243 w 243"/>
              <a:gd name="T15" fmla="*/ 79 h 7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3" h="79">
                <a:moveTo>
                  <a:pt x="0" y="78"/>
                </a:moveTo>
                <a:lnTo>
                  <a:pt x="162" y="77"/>
                </a:lnTo>
                <a:lnTo>
                  <a:pt x="97" y="0"/>
                </a:lnTo>
                <a:lnTo>
                  <a:pt x="242" y="2"/>
                </a:lnTo>
              </a:path>
            </a:pathLst>
          </a:custGeom>
          <a:solidFill>
            <a:schemeClr val="accent1"/>
          </a:solidFill>
          <a:ln w="2540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Optimist" pitchFamily="2" charset="0"/>
              <a:ea typeface="+mn-ea"/>
              <a:cs typeface="+mn-cs"/>
            </a:endParaRPr>
          </a:p>
        </p:txBody>
      </p:sp>
      <p:sp>
        <p:nvSpPr>
          <p:cNvPr id="4108" name="AutoShape 36"/>
          <p:cNvSpPr>
            <a:spLocks noChangeArrowheads="1"/>
          </p:cNvSpPr>
          <p:nvPr/>
        </p:nvSpPr>
        <p:spPr bwMode="auto">
          <a:xfrm rot="5400000">
            <a:off x="8108157" y="4437856"/>
            <a:ext cx="171450" cy="163513"/>
          </a:xfrm>
          <a:prstGeom prst="triangle">
            <a:avLst>
              <a:gd name="adj" fmla="val 499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09" name="AutoShape 37"/>
          <p:cNvSpPr>
            <a:spLocks noChangeArrowheads="1"/>
          </p:cNvSpPr>
          <p:nvPr/>
        </p:nvSpPr>
        <p:spPr bwMode="auto">
          <a:xfrm rot="16200000" flipH="1">
            <a:off x="7594601" y="4556125"/>
            <a:ext cx="171450" cy="161925"/>
          </a:xfrm>
          <a:prstGeom prst="triangle">
            <a:avLst>
              <a:gd name="adj" fmla="val 499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10" name="Rectangle 38"/>
          <p:cNvSpPr>
            <a:spLocks noChangeArrowheads="1"/>
          </p:cNvSpPr>
          <p:nvPr/>
        </p:nvSpPr>
        <p:spPr bwMode="auto">
          <a:xfrm>
            <a:off x="6073775" y="4459288"/>
            <a:ext cx="158432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4612" tIns="36512" rIns="74612" bIns="36512">
            <a:spAutoFit/>
          </a:bodyPr>
          <a:lstStyle>
            <a:lvl1pPr defTabSz="598488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defTabSz="598488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defTabSz="598488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5984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5984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Multiplexer</a:t>
            </a:r>
          </a:p>
        </p:txBody>
      </p:sp>
      <p:sp>
        <p:nvSpPr>
          <p:cNvPr id="4111" name="AutoShape 53"/>
          <p:cNvSpPr>
            <a:spLocks noChangeArrowheads="1"/>
          </p:cNvSpPr>
          <p:nvPr/>
        </p:nvSpPr>
        <p:spPr bwMode="auto">
          <a:xfrm>
            <a:off x="314325" y="1546225"/>
            <a:ext cx="8599488" cy="4564063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Clr>
                <a:srgbClr val="B10043"/>
              </a:buClr>
              <a:buSzPct val="130000"/>
              <a:buFontTx/>
              <a:buNone/>
              <a:tabLst/>
              <a:defRPr/>
            </a:pPr>
            <a:endParaRPr kumimoji="0" lang="de-DE" altLang="en-US" sz="1800" b="0" i="0" u="none" strike="noStrike" kern="1200" cap="none" spc="0" normalizeH="0" baseline="0" noProof="0">
              <a:ln>
                <a:noFill/>
              </a:ln>
              <a:solidFill>
                <a:srgbClr val="00953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967621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MiCOM P54x</a:t>
            </a:r>
            <a:br>
              <a:rPr lang="en-US" altLang="en-US"/>
            </a:br>
            <a:r>
              <a:rPr lang="en-US" altLang="en-US"/>
              <a:t>Unique Address Function</a:t>
            </a:r>
            <a:endParaRPr lang="en-GB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506538"/>
            <a:ext cx="8280400" cy="4525962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 To avoids </a:t>
            </a:r>
            <a:r>
              <a:rPr lang="en-US" altLang="en-US" dirty="0" err="1"/>
              <a:t>maloperation</a:t>
            </a:r>
            <a:r>
              <a:rPr lang="en-US" altLang="en-US" dirty="0"/>
              <a:t> if multiplexers misdirect </a:t>
            </a:r>
            <a:r>
              <a:rPr lang="en-US" altLang="en-US"/>
              <a:t>data messages</a:t>
            </a:r>
            <a:br>
              <a:rPr lang="en-US" altLang="en-US"/>
            </a:br>
            <a:endParaRPr lang="en-US" altLang="en-US" dirty="0"/>
          </a:p>
          <a:p>
            <a:pPr eaLnBrk="1" hangingPunct="1"/>
            <a:r>
              <a:rPr lang="en-US" altLang="en-US" dirty="0"/>
              <a:t>Range of addresses for 2 terminal applications</a:t>
            </a:r>
          </a:p>
          <a:p>
            <a:pPr lvl="1" eaLnBrk="1" hangingPunct="1"/>
            <a:r>
              <a:rPr lang="en-US" altLang="en-US" dirty="0"/>
              <a:t>1A, 1B; 2A, 2B; _ _ _ _ _ 20A, 20B</a:t>
            </a:r>
            <a:br>
              <a:rPr lang="en-US" altLang="en-US" dirty="0"/>
            </a:br>
            <a:endParaRPr lang="en-US" altLang="en-US" dirty="0"/>
          </a:p>
          <a:p>
            <a:pPr eaLnBrk="1" hangingPunct="1"/>
            <a:r>
              <a:rPr lang="en-US" altLang="en-US" dirty="0"/>
              <a:t>Range of addresses for 3 terminal applications</a:t>
            </a:r>
          </a:p>
          <a:p>
            <a:pPr lvl="1" eaLnBrk="1" hangingPunct="1"/>
            <a:r>
              <a:rPr lang="en-US" altLang="en-US" dirty="0"/>
              <a:t>1A, 1B, 1C; 2A, 2B, 2C; _ _ _ _ _20A, 20B, 20C</a:t>
            </a:r>
            <a:endParaRPr lang="en-GB" altLang="en-US" dirty="0"/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oup 91"/>
          <p:cNvGrpSpPr>
            <a:grpSpLocks/>
          </p:cNvGrpSpPr>
          <p:nvPr/>
        </p:nvGrpSpPr>
        <p:grpSpPr bwMode="auto">
          <a:xfrm>
            <a:off x="765175" y="2124075"/>
            <a:ext cx="7770813" cy="1287463"/>
            <a:chOff x="618" y="1301"/>
            <a:chExt cx="5144" cy="666"/>
          </a:xfrm>
        </p:grpSpPr>
        <p:sp>
          <p:nvSpPr>
            <p:cNvPr id="50240" name="Line 92"/>
            <p:cNvSpPr>
              <a:spLocks noChangeShapeType="1"/>
            </p:cNvSpPr>
            <p:nvPr/>
          </p:nvSpPr>
          <p:spPr bwMode="auto">
            <a:xfrm>
              <a:off x="626" y="1301"/>
              <a:ext cx="5136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41" name="Line 93"/>
            <p:cNvSpPr>
              <a:spLocks noChangeShapeType="1"/>
            </p:cNvSpPr>
            <p:nvPr/>
          </p:nvSpPr>
          <p:spPr bwMode="auto">
            <a:xfrm>
              <a:off x="622" y="1634"/>
              <a:ext cx="5136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42" name="Line 94"/>
            <p:cNvSpPr>
              <a:spLocks noChangeShapeType="1"/>
            </p:cNvSpPr>
            <p:nvPr/>
          </p:nvSpPr>
          <p:spPr bwMode="auto">
            <a:xfrm>
              <a:off x="618" y="1967"/>
              <a:ext cx="5136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179" name="Freeform 95"/>
          <p:cNvSpPr>
            <a:spLocks/>
          </p:cNvSpPr>
          <p:nvPr/>
        </p:nvSpPr>
        <p:spPr bwMode="auto">
          <a:xfrm flipH="1">
            <a:off x="1400175" y="3492500"/>
            <a:ext cx="177800" cy="566738"/>
          </a:xfrm>
          <a:custGeom>
            <a:avLst/>
            <a:gdLst>
              <a:gd name="T0" fmla="*/ 0 w 122"/>
              <a:gd name="T1" fmla="*/ 0 h 388"/>
              <a:gd name="T2" fmla="*/ 2147483646 w 122"/>
              <a:gd name="T3" fmla="*/ 0 h 388"/>
              <a:gd name="T4" fmla="*/ 2147483646 w 122"/>
              <a:gd name="T5" fmla="*/ 2147483646 h 388"/>
              <a:gd name="T6" fmla="*/ 0 60000 65536"/>
              <a:gd name="T7" fmla="*/ 0 60000 65536"/>
              <a:gd name="T8" fmla="*/ 0 60000 65536"/>
              <a:gd name="T9" fmla="*/ 0 w 122"/>
              <a:gd name="T10" fmla="*/ 0 h 388"/>
              <a:gd name="T11" fmla="*/ 122 w 122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2" h="388">
                <a:moveTo>
                  <a:pt x="0" y="0"/>
                </a:moveTo>
                <a:lnTo>
                  <a:pt x="121" y="0"/>
                </a:lnTo>
                <a:lnTo>
                  <a:pt x="121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0" name="Freeform 96"/>
          <p:cNvSpPr>
            <a:spLocks/>
          </p:cNvSpPr>
          <p:nvPr/>
        </p:nvSpPr>
        <p:spPr bwMode="auto">
          <a:xfrm flipH="1">
            <a:off x="1971675" y="3484563"/>
            <a:ext cx="163513" cy="566737"/>
          </a:xfrm>
          <a:custGeom>
            <a:avLst/>
            <a:gdLst>
              <a:gd name="T0" fmla="*/ 2147483646 w 118"/>
              <a:gd name="T1" fmla="*/ 0 h 388"/>
              <a:gd name="T2" fmla="*/ 0 w 118"/>
              <a:gd name="T3" fmla="*/ 0 h 388"/>
              <a:gd name="T4" fmla="*/ 0 w 118"/>
              <a:gd name="T5" fmla="*/ 2147483646 h 388"/>
              <a:gd name="T6" fmla="*/ 0 60000 65536"/>
              <a:gd name="T7" fmla="*/ 0 60000 65536"/>
              <a:gd name="T8" fmla="*/ 0 60000 65536"/>
              <a:gd name="T9" fmla="*/ 0 w 118"/>
              <a:gd name="T10" fmla="*/ 0 h 388"/>
              <a:gd name="T11" fmla="*/ 118 w 118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8" h="388">
                <a:moveTo>
                  <a:pt x="117" y="0"/>
                </a:moveTo>
                <a:lnTo>
                  <a:pt x="0" y="0"/>
                </a:lnTo>
                <a:lnTo>
                  <a:pt x="0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1" name="Freeform 97"/>
          <p:cNvSpPr>
            <a:spLocks/>
          </p:cNvSpPr>
          <p:nvPr/>
        </p:nvSpPr>
        <p:spPr bwMode="auto">
          <a:xfrm flipH="1">
            <a:off x="1982788" y="2192338"/>
            <a:ext cx="153987" cy="1404937"/>
          </a:xfrm>
          <a:custGeom>
            <a:avLst/>
            <a:gdLst>
              <a:gd name="T0" fmla="*/ 0 w 105"/>
              <a:gd name="T1" fmla="*/ 2147483646 h 470"/>
              <a:gd name="T2" fmla="*/ 0 w 105"/>
              <a:gd name="T3" fmla="*/ 0 h 470"/>
              <a:gd name="T4" fmla="*/ 2147483646 w 105"/>
              <a:gd name="T5" fmla="*/ 0 h 470"/>
              <a:gd name="T6" fmla="*/ 0 60000 65536"/>
              <a:gd name="T7" fmla="*/ 0 60000 65536"/>
              <a:gd name="T8" fmla="*/ 0 60000 65536"/>
              <a:gd name="T9" fmla="*/ 0 w 105"/>
              <a:gd name="T10" fmla="*/ 0 h 470"/>
              <a:gd name="T11" fmla="*/ 105 w 105"/>
              <a:gd name="T12" fmla="*/ 470 h 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" h="470">
                <a:moveTo>
                  <a:pt x="0" y="469"/>
                </a:moveTo>
                <a:lnTo>
                  <a:pt x="0" y="0"/>
                </a:lnTo>
                <a:lnTo>
                  <a:pt x="104" y="0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2" name="Freeform 98"/>
          <p:cNvSpPr>
            <a:spLocks/>
          </p:cNvSpPr>
          <p:nvPr/>
        </p:nvSpPr>
        <p:spPr bwMode="auto">
          <a:xfrm flipH="1">
            <a:off x="992188" y="2203450"/>
            <a:ext cx="596900" cy="1771650"/>
          </a:xfrm>
          <a:custGeom>
            <a:avLst/>
            <a:gdLst>
              <a:gd name="T0" fmla="*/ 0 w 409"/>
              <a:gd name="T1" fmla="*/ 0 h 1213"/>
              <a:gd name="T2" fmla="*/ 2147483646 w 409"/>
              <a:gd name="T3" fmla="*/ 0 h 1213"/>
              <a:gd name="T4" fmla="*/ 2147483646 w 409"/>
              <a:gd name="T5" fmla="*/ 2147483646 h 1213"/>
              <a:gd name="T6" fmla="*/ 0 60000 65536"/>
              <a:gd name="T7" fmla="*/ 0 60000 65536"/>
              <a:gd name="T8" fmla="*/ 0 60000 65536"/>
              <a:gd name="T9" fmla="*/ 0 w 409"/>
              <a:gd name="T10" fmla="*/ 0 h 1213"/>
              <a:gd name="T11" fmla="*/ 409 w 409"/>
              <a:gd name="T12" fmla="*/ 1213 h 12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9" h="1213">
                <a:moveTo>
                  <a:pt x="0" y="0"/>
                </a:moveTo>
                <a:lnTo>
                  <a:pt x="408" y="0"/>
                </a:lnTo>
                <a:lnTo>
                  <a:pt x="408" y="1212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3" name="Freeform 99"/>
          <p:cNvSpPr>
            <a:spLocks/>
          </p:cNvSpPr>
          <p:nvPr/>
        </p:nvSpPr>
        <p:spPr bwMode="auto">
          <a:xfrm flipH="1">
            <a:off x="1209675" y="2840038"/>
            <a:ext cx="379413" cy="1133475"/>
          </a:xfrm>
          <a:custGeom>
            <a:avLst/>
            <a:gdLst>
              <a:gd name="T0" fmla="*/ 0 w 260"/>
              <a:gd name="T1" fmla="*/ 0 h 775"/>
              <a:gd name="T2" fmla="*/ 2147483646 w 260"/>
              <a:gd name="T3" fmla="*/ 0 h 775"/>
              <a:gd name="T4" fmla="*/ 2147483646 w 260"/>
              <a:gd name="T5" fmla="*/ 2147483646 h 775"/>
              <a:gd name="T6" fmla="*/ 0 60000 65536"/>
              <a:gd name="T7" fmla="*/ 0 60000 65536"/>
              <a:gd name="T8" fmla="*/ 0 60000 65536"/>
              <a:gd name="T9" fmla="*/ 0 w 260"/>
              <a:gd name="T10" fmla="*/ 0 h 775"/>
              <a:gd name="T11" fmla="*/ 260 w 260"/>
              <a:gd name="T12" fmla="*/ 775 h 7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0" h="775">
                <a:moveTo>
                  <a:pt x="0" y="0"/>
                </a:moveTo>
                <a:lnTo>
                  <a:pt x="259" y="0"/>
                </a:lnTo>
                <a:lnTo>
                  <a:pt x="259" y="774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4" name="Line 118"/>
          <p:cNvSpPr>
            <a:spLocks noChangeShapeType="1"/>
          </p:cNvSpPr>
          <p:nvPr/>
        </p:nvSpPr>
        <p:spPr bwMode="auto">
          <a:xfrm>
            <a:off x="1955800" y="2860675"/>
            <a:ext cx="187325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5" name="Freeform 119"/>
          <p:cNvSpPr>
            <a:spLocks/>
          </p:cNvSpPr>
          <p:nvPr/>
        </p:nvSpPr>
        <p:spPr bwMode="auto">
          <a:xfrm flipH="1">
            <a:off x="7683500" y="3498850"/>
            <a:ext cx="209550" cy="568325"/>
          </a:xfrm>
          <a:custGeom>
            <a:avLst/>
            <a:gdLst>
              <a:gd name="T0" fmla="*/ 2147483646 w 122"/>
              <a:gd name="T1" fmla="*/ 0 h 388"/>
              <a:gd name="T2" fmla="*/ 0 w 122"/>
              <a:gd name="T3" fmla="*/ 0 h 388"/>
              <a:gd name="T4" fmla="*/ 0 w 122"/>
              <a:gd name="T5" fmla="*/ 2147483646 h 388"/>
              <a:gd name="T6" fmla="*/ 0 60000 65536"/>
              <a:gd name="T7" fmla="*/ 0 60000 65536"/>
              <a:gd name="T8" fmla="*/ 0 60000 65536"/>
              <a:gd name="T9" fmla="*/ 0 w 122"/>
              <a:gd name="T10" fmla="*/ 0 h 388"/>
              <a:gd name="T11" fmla="*/ 122 w 122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2" h="388">
                <a:moveTo>
                  <a:pt x="121" y="0"/>
                </a:moveTo>
                <a:lnTo>
                  <a:pt x="0" y="0"/>
                </a:lnTo>
                <a:lnTo>
                  <a:pt x="0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6" name="Freeform 120"/>
          <p:cNvSpPr>
            <a:spLocks/>
          </p:cNvSpPr>
          <p:nvPr/>
        </p:nvSpPr>
        <p:spPr bwMode="auto">
          <a:xfrm flipH="1">
            <a:off x="7153275" y="3492500"/>
            <a:ext cx="147638" cy="566738"/>
          </a:xfrm>
          <a:custGeom>
            <a:avLst/>
            <a:gdLst>
              <a:gd name="T0" fmla="*/ 0 w 118"/>
              <a:gd name="T1" fmla="*/ 0 h 388"/>
              <a:gd name="T2" fmla="*/ 2147483646 w 118"/>
              <a:gd name="T3" fmla="*/ 0 h 388"/>
              <a:gd name="T4" fmla="*/ 2147483646 w 118"/>
              <a:gd name="T5" fmla="*/ 2147483646 h 388"/>
              <a:gd name="T6" fmla="*/ 0 60000 65536"/>
              <a:gd name="T7" fmla="*/ 0 60000 65536"/>
              <a:gd name="T8" fmla="*/ 0 60000 65536"/>
              <a:gd name="T9" fmla="*/ 0 w 118"/>
              <a:gd name="T10" fmla="*/ 0 h 388"/>
              <a:gd name="T11" fmla="*/ 118 w 118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8" h="388">
                <a:moveTo>
                  <a:pt x="0" y="0"/>
                </a:moveTo>
                <a:lnTo>
                  <a:pt x="117" y="0"/>
                </a:lnTo>
                <a:lnTo>
                  <a:pt x="117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7" name="Freeform 121"/>
          <p:cNvSpPr>
            <a:spLocks/>
          </p:cNvSpPr>
          <p:nvPr/>
        </p:nvSpPr>
        <p:spPr bwMode="auto">
          <a:xfrm flipH="1">
            <a:off x="7153275" y="2852738"/>
            <a:ext cx="142875" cy="685800"/>
          </a:xfrm>
          <a:custGeom>
            <a:avLst/>
            <a:gdLst>
              <a:gd name="T0" fmla="*/ 2147483646 w 113"/>
              <a:gd name="T1" fmla="*/ 2147483646 h 470"/>
              <a:gd name="T2" fmla="*/ 2147483646 w 113"/>
              <a:gd name="T3" fmla="*/ 0 h 470"/>
              <a:gd name="T4" fmla="*/ 0 w 113"/>
              <a:gd name="T5" fmla="*/ 0 h 470"/>
              <a:gd name="T6" fmla="*/ 0 60000 65536"/>
              <a:gd name="T7" fmla="*/ 0 60000 65536"/>
              <a:gd name="T8" fmla="*/ 0 60000 65536"/>
              <a:gd name="T9" fmla="*/ 0 w 113"/>
              <a:gd name="T10" fmla="*/ 0 h 470"/>
              <a:gd name="T11" fmla="*/ 113 w 113"/>
              <a:gd name="T12" fmla="*/ 470 h 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3" h="470">
                <a:moveTo>
                  <a:pt x="112" y="469"/>
                </a:moveTo>
                <a:lnTo>
                  <a:pt x="112" y="0"/>
                </a:lnTo>
                <a:lnTo>
                  <a:pt x="0" y="0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8" name="Freeform 122"/>
          <p:cNvSpPr>
            <a:spLocks/>
          </p:cNvSpPr>
          <p:nvPr/>
        </p:nvSpPr>
        <p:spPr bwMode="auto">
          <a:xfrm flipH="1">
            <a:off x="7156450" y="2200275"/>
            <a:ext cx="153988" cy="685800"/>
          </a:xfrm>
          <a:custGeom>
            <a:avLst/>
            <a:gdLst>
              <a:gd name="T0" fmla="*/ 2147483646 w 105"/>
              <a:gd name="T1" fmla="*/ 2147483646 h 470"/>
              <a:gd name="T2" fmla="*/ 2147483646 w 105"/>
              <a:gd name="T3" fmla="*/ 0 h 470"/>
              <a:gd name="T4" fmla="*/ 0 w 105"/>
              <a:gd name="T5" fmla="*/ 0 h 470"/>
              <a:gd name="T6" fmla="*/ 0 60000 65536"/>
              <a:gd name="T7" fmla="*/ 0 60000 65536"/>
              <a:gd name="T8" fmla="*/ 0 60000 65536"/>
              <a:gd name="T9" fmla="*/ 0 w 105"/>
              <a:gd name="T10" fmla="*/ 0 h 470"/>
              <a:gd name="T11" fmla="*/ 105 w 105"/>
              <a:gd name="T12" fmla="*/ 470 h 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" h="470">
                <a:moveTo>
                  <a:pt x="104" y="469"/>
                </a:moveTo>
                <a:lnTo>
                  <a:pt x="104" y="0"/>
                </a:lnTo>
                <a:lnTo>
                  <a:pt x="0" y="0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9" name="Freeform 123"/>
          <p:cNvSpPr>
            <a:spLocks/>
          </p:cNvSpPr>
          <p:nvPr/>
        </p:nvSpPr>
        <p:spPr bwMode="auto">
          <a:xfrm flipH="1">
            <a:off x="7704138" y="2211388"/>
            <a:ext cx="598487" cy="1771650"/>
          </a:xfrm>
          <a:custGeom>
            <a:avLst/>
            <a:gdLst>
              <a:gd name="T0" fmla="*/ 2147483646 w 409"/>
              <a:gd name="T1" fmla="*/ 0 h 1213"/>
              <a:gd name="T2" fmla="*/ 0 w 409"/>
              <a:gd name="T3" fmla="*/ 0 h 1213"/>
              <a:gd name="T4" fmla="*/ 0 w 409"/>
              <a:gd name="T5" fmla="*/ 2147483646 h 1213"/>
              <a:gd name="T6" fmla="*/ 0 60000 65536"/>
              <a:gd name="T7" fmla="*/ 0 60000 65536"/>
              <a:gd name="T8" fmla="*/ 0 60000 65536"/>
              <a:gd name="T9" fmla="*/ 0 w 409"/>
              <a:gd name="T10" fmla="*/ 0 h 1213"/>
              <a:gd name="T11" fmla="*/ 409 w 409"/>
              <a:gd name="T12" fmla="*/ 1213 h 12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9" h="1213">
                <a:moveTo>
                  <a:pt x="408" y="0"/>
                </a:moveTo>
                <a:lnTo>
                  <a:pt x="0" y="0"/>
                </a:lnTo>
                <a:lnTo>
                  <a:pt x="0" y="1212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0" name="Freeform 124"/>
          <p:cNvSpPr>
            <a:spLocks/>
          </p:cNvSpPr>
          <p:nvPr/>
        </p:nvSpPr>
        <p:spPr bwMode="auto">
          <a:xfrm flipH="1">
            <a:off x="7704138" y="2847975"/>
            <a:ext cx="381000" cy="1131888"/>
          </a:xfrm>
          <a:custGeom>
            <a:avLst/>
            <a:gdLst>
              <a:gd name="T0" fmla="*/ 2147483646 w 260"/>
              <a:gd name="T1" fmla="*/ 0 h 775"/>
              <a:gd name="T2" fmla="*/ 0 w 260"/>
              <a:gd name="T3" fmla="*/ 0 h 775"/>
              <a:gd name="T4" fmla="*/ 0 w 260"/>
              <a:gd name="T5" fmla="*/ 2147483646 h 775"/>
              <a:gd name="T6" fmla="*/ 0 60000 65536"/>
              <a:gd name="T7" fmla="*/ 0 60000 65536"/>
              <a:gd name="T8" fmla="*/ 0 60000 65536"/>
              <a:gd name="T9" fmla="*/ 0 w 260"/>
              <a:gd name="T10" fmla="*/ 0 h 775"/>
              <a:gd name="T11" fmla="*/ 260 w 260"/>
              <a:gd name="T12" fmla="*/ 775 h 7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0" h="775">
                <a:moveTo>
                  <a:pt x="259" y="0"/>
                </a:moveTo>
                <a:lnTo>
                  <a:pt x="0" y="0"/>
                </a:lnTo>
                <a:lnTo>
                  <a:pt x="0" y="774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MiCOM P54x</a:t>
            </a:r>
            <a:br>
              <a:rPr lang="en-US" altLang="en-US"/>
            </a:br>
            <a:r>
              <a:rPr lang="en-US" altLang="en-US"/>
              <a:t>Communications Path for Two Ended Application</a:t>
            </a:r>
            <a:endParaRPr lang="en-GB" altLang="en-US"/>
          </a:p>
        </p:txBody>
      </p:sp>
      <p:sp>
        <p:nvSpPr>
          <p:cNvPr id="50192" name="Line 3"/>
          <p:cNvSpPr>
            <a:spLocks noChangeShapeType="1"/>
          </p:cNvSpPr>
          <p:nvPr/>
        </p:nvSpPr>
        <p:spPr bwMode="auto">
          <a:xfrm>
            <a:off x="2767013" y="4059238"/>
            <a:ext cx="3579812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93" name="Line 4"/>
          <p:cNvSpPr>
            <a:spLocks noChangeShapeType="1"/>
          </p:cNvSpPr>
          <p:nvPr/>
        </p:nvSpPr>
        <p:spPr bwMode="auto">
          <a:xfrm>
            <a:off x="2819400" y="4648200"/>
            <a:ext cx="3579813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94" name="Rectangle 10"/>
          <p:cNvSpPr>
            <a:spLocks noChangeArrowheads="1"/>
          </p:cNvSpPr>
          <p:nvPr/>
        </p:nvSpPr>
        <p:spPr bwMode="auto">
          <a:xfrm>
            <a:off x="2909888" y="3551238"/>
            <a:ext cx="53975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2400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</a:p>
        </p:txBody>
      </p:sp>
      <p:sp>
        <p:nvSpPr>
          <p:cNvPr id="50195" name="Rectangle 11"/>
          <p:cNvSpPr>
            <a:spLocks noChangeArrowheads="1"/>
          </p:cNvSpPr>
          <p:nvPr/>
        </p:nvSpPr>
        <p:spPr bwMode="auto">
          <a:xfrm>
            <a:off x="2909888" y="4189413"/>
            <a:ext cx="639762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2400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</p:txBody>
      </p:sp>
      <p:sp>
        <p:nvSpPr>
          <p:cNvPr id="50196" name="Rectangle 12"/>
          <p:cNvSpPr>
            <a:spLocks noChangeArrowheads="1"/>
          </p:cNvSpPr>
          <p:nvPr/>
        </p:nvSpPr>
        <p:spPr bwMode="auto">
          <a:xfrm>
            <a:off x="1492250" y="4819650"/>
            <a:ext cx="107156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A</a:t>
            </a:r>
          </a:p>
        </p:txBody>
      </p:sp>
      <p:sp>
        <p:nvSpPr>
          <p:cNvPr id="50197" name="Rectangle 13"/>
          <p:cNvSpPr>
            <a:spLocks noChangeArrowheads="1"/>
          </p:cNvSpPr>
          <p:nvPr/>
        </p:nvSpPr>
        <p:spPr bwMode="auto">
          <a:xfrm flipH="1">
            <a:off x="5673725" y="3551238"/>
            <a:ext cx="65405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2400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</p:txBody>
      </p:sp>
      <p:sp>
        <p:nvSpPr>
          <p:cNvPr id="50198" name="Rectangle 14"/>
          <p:cNvSpPr>
            <a:spLocks noChangeArrowheads="1"/>
          </p:cNvSpPr>
          <p:nvPr/>
        </p:nvSpPr>
        <p:spPr bwMode="auto">
          <a:xfrm flipH="1">
            <a:off x="5673725" y="4187825"/>
            <a:ext cx="5397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2400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</a:p>
        </p:txBody>
      </p:sp>
      <p:sp>
        <p:nvSpPr>
          <p:cNvPr id="50199" name="Rectangle 15"/>
          <p:cNvSpPr>
            <a:spLocks noChangeArrowheads="1"/>
          </p:cNvSpPr>
          <p:nvPr/>
        </p:nvSpPr>
        <p:spPr bwMode="auto">
          <a:xfrm>
            <a:off x="6665913" y="4748213"/>
            <a:ext cx="1071562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B</a:t>
            </a:r>
          </a:p>
        </p:txBody>
      </p:sp>
      <p:sp>
        <p:nvSpPr>
          <p:cNvPr id="50200" name="Rectangle 16"/>
          <p:cNvSpPr>
            <a:spLocks noChangeArrowheads="1"/>
          </p:cNvSpPr>
          <p:nvPr/>
        </p:nvSpPr>
        <p:spPr bwMode="auto">
          <a:xfrm>
            <a:off x="4129088" y="4132263"/>
            <a:ext cx="7493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200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CH1</a:t>
            </a:r>
          </a:p>
        </p:txBody>
      </p:sp>
      <p:pic>
        <p:nvPicPr>
          <p:cNvPr id="50201" name="Picture 34" descr="Px40_80TE_ph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3824288"/>
            <a:ext cx="2154238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202" name="Picture 35" descr="Px40_80TE_ph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025" y="3817938"/>
            <a:ext cx="2154238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203" name="AutoShape 36"/>
          <p:cNvSpPr>
            <a:spLocks noChangeArrowheads="1"/>
          </p:cNvSpPr>
          <p:nvPr/>
        </p:nvSpPr>
        <p:spPr bwMode="auto">
          <a:xfrm>
            <a:off x="314325" y="1546225"/>
            <a:ext cx="8599488" cy="4132263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0204" name="Group 33"/>
          <p:cNvGrpSpPr>
            <a:grpSpLocks/>
          </p:cNvGrpSpPr>
          <p:nvPr/>
        </p:nvGrpSpPr>
        <p:grpSpPr bwMode="auto">
          <a:xfrm rot="16200000" flipH="1">
            <a:off x="1672432" y="1864519"/>
            <a:ext cx="215900" cy="420687"/>
            <a:chOff x="1931" y="1612"/>
            <a:chExt cx="565" cy="1097"/>
          </a:xfrm>
        </p:grpSpPr>
        <p:sp>
          <p:nvSpPr>
            <p:cNvPr id="50235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236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237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238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239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0205" name="Group 33"/>
          <p:cNvGrpSpPr>
            <a:grpSpLocks/>
          </p:cNvGrpSpPr>
          <p:nvPr/>
        </p:nvGrpSpPr>
        <p:grpSpPr bwMode="auto">
          <a:xfrm rot="16200000" flipH="1">
            <a:off x="1678782" y="2532856"/>
            <a:ext cx="215900" cy="420687"/>
            <a:chOff x="1931" y="1612"/>
            <a:chExt cx="565" cy="1097"/>
          </a:xfrm>
        </p:grpSpPr>
        <p:sp>
          <p:nvSpPr>
            <p:cNvPr id="50230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231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232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233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234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0206" name="Group 33"/>
          <p:cNvGrpSpPr>
            <a:grpSpLocks/>
          </p:cNvGrpSpPr>
          <p:nvPr/>
        </p:nvGrpSpPr>
        <p:grpSpPr bwMode="auto">
          <a:xfrm rot="16200000" flipH="1">
            <a:off x="1672432" y="3172619"/>
            <a:ext cx="215900" cy="420687"/>
            <a:chOff x="1931" y="1612"/>
            <a:chExt cx="565" cy="1097"/>
          </a:xfrm>
        </p:grpSpPr>
        <p:sp>
          <p:nvSpPr>
            <p:cNvPr id="50225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226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227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228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229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0207" name="Group 33"/>
          <p:cNvGrpSpPr>
            <a:grpSpLocks/>
          </p:cNvGrpSpPr>
          <p:nvPr/>
        </p:nvGrpSpPr>
        <p:grpSpPr bwMode="auto">
          <a:xfrm rot="16200000" flipH="1">
            <a:off x="7387432" y="1897856"/>
            <a:ext cx="215900" cy="420687"/>
            <a:chOff x="1931" y="1612"/>
            <a:chExt cx="565" cy="1097"/>
          </a:xfrm>
        </p:grpSpPr>
        <p:sp>
          <p:nvSpPr>
            <p:cNvPr id="50220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221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222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223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224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0208" name="Group 33"/>
          <p:cNvGrpSpPr>
            <a:grpSpLocks/>
          </p:cNvGrpSpPr>
          <p:nvPr/>
        </p:nvGrpSpPr>
        <p:grpSpPr bwMode="auto">
          <a:xfrm rot="16200000" flipH="1">
            <a:off x="7393782" y="2567781"/>
            <a:ext cx="215900" cy="420687"/>
            <a:chOff x="1931" y="1612"/>
            <a:chExt cx="565" cy="1097"/>
          </a:xfrm>
        </p:grpSpPr>
        <p:sp>
          <p:nvSpPr>
            <p:cNvPr id="50215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216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217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218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219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0209" name="Group 33"/>
          <p:cNvGrpSpPr>
            <a:grpSpLocks/>
          </p:cNvGrpSpPr>
          <p:nvPr/>
        </p:nvGrpSpPr>
        <p:grpSpPr bwMode="auto">
          <a:xfrm rot="16200000" flipH="1">
            <a:off x="7387432" y="3205956"/>
            <a:ext cx="215900" cy="420687"/>
            <a:chOff x="1931" y="1612"/>
            <a:chExt cx="565" cy="1097"/>
          </a:xfrm>
        </p:grpSpPr>
        <p:sp>
          <p:nvSpPr>
            <p:cNvPr id="50210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211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212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213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214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6" name="Group 67"/>
          <p:cNvGrpSpPr>
            <a:grpSpLocks/>
          </p:cNvGrpSpPr>
          <p:nvPr/>
        </p:nvGrpSpPr>
        <p:grpSpPr bwMode="auto">
          <a:xfrm>
            <a:off x="2146300" y="5276850"/>
            <a:ext cx="5897563" cy="334963"/>
            <a:chOff x="1528" y="2646"/>
            <a:chExt cx="4038" cy="229"/>
          </a:xfrm>
        </p:grpSpPr>
        <p:sp>
          <p:nvSpPr>
            <p:cNvPr id="52292" name="Line 68"/>
            <p:cNvSpPr>
              <a:spLocks noChangeShapeType="1"/>
            </p:cNvSpPr>
            <p:nvPr/>
          </p:nvSpPr>
          <p:spPr bwMode="auto">
            <a:xfrm>
              <a:off x="1528" y="2706"/>
              <a:ext cx="3937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93" name="AutoShape 69"/>
            <p:cNvSpPr>
              <a:spLocks noChangeArrowheads="1"/>
            </p:cNvSpPr>
            <p:nvPr/>
          </p:nvSpPr>
          <p:spPr bwMode="auto">
            <a:xfrm rot="5400000" flipH="1">
              <a:off x="3154" y="2625"/>
              <a:ext cx="98" cy="140"/>
            </a:xfrm>
            <a:prstGeom prst="triangle">
              <a:avLst>
                <a:gd name="adj" fmla="val 49995"/>
              </a:avLst>
            </a:prstGeom>
            <a:solidFill>
              <a:schemeClr val="tx1"/>
            </a:solidFill>
            <a:ln w="12700">
              <a:solidFill>
                <a:srgbClr val="62646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294" name="Line 70"/>
            <p:cNvSpPr>
              <a:spLocks noChangeShapeType="1"/>
            </p:cNvSpPr>
            <p:nvPr/>
          </p:nvSpPr>
          <p:spPr bwMode="auto">
            <a:xfrm>
              <a:off x="1629" y="2829"/>
              <a:ext cx="3937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95" name="AutoShape 71"/>
            <p:cNvSpPr>
              <a:spLocks noChangeArrowheads="1"/>
            </p:cNvSpPr>
            <p:nvPr/>
          </p:nvSpPr>
          <p:spPr bwMode="auto">
            <a:xfrm rot="-5400000">
              <a:off x="3176" y="2749"/>
              <a:ext cx="104" cy="148"/>
            </a:xfrm>
            <a:prstGeom prst="triangle">
              <a:avLst>
                <a:gd name="adj" fmla="val 49995"/>
              </a:avLst>
            </a:prstGeom>
            <a:solidFill>
              <a:schemeClr val="tx1"/>
            </a:solidFill>
            <a:ln w="12700">
              <a:solidFill>
                <a:srgbClr val="62646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SEOptimist" pitchFamily="2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SEOptimist" pitchFamily="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SEOptimist" pitchFamily="2" charset="0"/>
                </a:defRPr>
              </a:lvl9pPr>
            </a:lstStyle>
            <a:p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2227" name="Line 72"/>
          <p:cNvSpPr>
            <a:spLocks noChangeShapeType="1"/>
          </p:cNvSpPr>
          <p:nvPr/>
        </p:nvSpPr>
        <p:spPr bwMode="auto">
          <a:xfrm>
            <a:off x="2146300" y="4848225"/>
            <a:ext cx="5749925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28" name="AutoShape 73"/>
          <p:cNvSpPr>
            <a:spLocks noChangeArrowheads="1"/>
          </p:cNvSpPr>
          <p:nvPr/>
        </p:nvSpPr>
        <p:spPr bwMode="auto">
          <a:xfrm rot="5400000" flipH="1">
            <a:off x="4520406" y="4729957"/>
            <a:ext cx="142875" cy="204788"/>
          </a:xfrm>
          <a:prstGeom prst="triangle">
            <a:avLst>
              <a:gd name="adj" fmla="val 49995"/>
            </a:avLst>
          </a:prstGeom>
          <a:solidFill>
            <a:schemeClr val="tx1"/>
          </a:solidFill>
          <a:ln w="12700">
            <a:solidFill>
              <a:srgbClr val="62646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9" name="Line 74"/>
          <p:cNvSpPr>
            <a:spLocks noChangeShapeType="1"/>
          </p:cNvSpPr>
          <p:nvPr/>
        </p:nvSpPr>
        <p:spPr bwMode="auto">
          <a:xfrm>
            <a:off x="2292350" y="5027613"/>
            <a:ext cx="5751513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0" name="AutoShape 75"/>
          <p:cNvSpPr>
            <a:spLocks noChangeArrowheads="1"/>
          </p:cNvSpPr>
          <p:nvPr/>
        </p:nvSpPr>
        <p:spPr bwMode="auto">
          <a:xfrm rot="-5400000">
            <a:off x="4553743" y="4910932"/>
            <a:ext cx="150813" cy="215900"/>
          </a:xfrm>
          <a:prstGeom prst="triangle">
            <a:avLst>
              <a:gd name="adj" fmla="val 49995"/>
            </a:avLst>
          </a:prstGeom>
          <a:solidFill>
            <a:schemeClr val="tx1"/>
          </a:solidFill>
          <a:ln w="12700">
            <a:solidFill>
              <a:srgbClr val="62646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31" name="Rectangle 76"/>
          <p:cNvSpPr>
            <a:spLocks noChangeArrowheads="1"/>
          </p:cNvSpPr>
          <p:nvPr/>
        </p:nvSpPr>
        <p:spPr bwMode="auto">
          <a:xfrm>
            <a:off x="3078163" y="4772025"/>
            <a:ext cx="749300" cy="4302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200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CH1</a:t>
            </a:r>
          </a:p>
        </p:txBody>
      </p:sp>
      <p:sp>
        <p:nvSpPr>
          <p:cNvPr id="52232" name="Rectangle 77"/>
          <p:cNvSpPr>
            <a:spLocks noChangeArrowheads="1"/>
          </p:cNvSpPr>
          <p:nvPr/>
        </p:nvSpPr>
        <p:spPr bwMode="auto">
          <a:xfrm>
            <a:off x="5391150" y="5262563"/>
            <a:ext cx="749300" cy="4302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200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CH2</a:t>
            </a:r>
          </a:p>
        </p:txBody>
      </p:sp>
      <p:grpSp>
        <p:nvGrpSpPr>
          <p:cNvPr id="52233" name="Group 2"/>
          <p:cNvGrpSpPr>
            <a:grpSpLocks/>
          </p:cNvGrpSpPr>
          <p:nvPr/>
        </p:nvGrpSpPr>
        <p:grpSpPr bwMode="auto">
          <a:xfrm>
            <a:off x="765175" y="3000375"/>
            <a:ext cx="7770813" cy="1287463"/>
            <a:chOff x="618" y="1301"/>
            <a:chExt cx="5144" cy="666"/>
          </a:xfrm>
        </p:grpSpPr>
        <p:sp>
          <p:nvSpPr>
            <p:cNvPr id="52289" name="Line 3"/>
            <p:cNvSpPr>
              <a:spLocks noChangeShapeType="1"/>
            </p:cNvSpPr>
            <p:nvPr/>
          </p:nvSpPr>
          <p:spPr bwMode="auto">
            <a:xfrm>
              <a:off x="626" y="1301"/>
              <a:ext cx="5136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90" name="Line 4"/>
            <p:cNvSpPr>
              <a:spLocks noChangeShapeType="1"/>
            </p:cNvSpPr>
            <p:nvPr/>
          </p:nvSpPr>
          <p:spPr bwMode="auto">
            <a:xfrm>
              <a:off x="622" y="1634"/>
              <a:ext cx="5136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91" name="Line 5"/>
            <p:cNvSpPr>
              <a:spLocks noChangeShapeType="1"/>
            </p:cNvSpPr>
            <p:nvPr/>
          </p:nvSpPr>
          <p:spPr bwMode="auto">
            <a:xfrm>
              <a:off x="618" y="1967"/>
              <a:ext cx="5136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34" name="Freeform 6"/>
          <p:cNvSpPr>
            <a:spLocks/>
          </p:cNvSpPr>
          <p:nvPr/>
        </p:nvSpPr>
        <p:spPr bwMode="auto">
          <a:xfrm flipH="1">
            <a:off x="1400175" y="4368800"/>
            <a:ext cx="177800" cy="566738"/>
          </a:xfrm>
          <a:custGeom>
            <a:avLst/>
            <a:gdLst>
              <a:gd name="T0" fmla="*/ 0 w 122"/>
              <a:gd name="T1" fmla="*/ 0 h 388"/>
              <a:gd name="T2" fmla="*/ 2147483646 w 122"/>
              <a:gd name="T3" fmla="*/ 0 h 388"/>
              <a:gd name="T4" fmla="*/ 2147483646 w 122"/>
              <a:gd name="T5" fmla="*/ 2147483646 h 388"/>
              <a:gd name="T6" fmla="*/ 0 60000 65536"/>
              <a:gd name="T7" fmla="*/ 0 60000 65536"/>
              <a:gd name="T8" fmla="*/ 0 60000 65536"/>
              <a:gd name="T9" fmla="*/ 0 w 122"/>
              <a:gd name="T10" fmla="*/ 0 h 388"/>
              <a:gd name="T11" fmla="*/ 122 w 122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2" h="388">
                <a:moveTo>
                  <a:pt x="0" y="0"/>
                </a:moveTo>
                <a:lnTo>
                  <a:pt x="121" y="0"/>
                </a:lnTo>
                <a:lnTo>
                  <a:pt x="121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5" name="Freeform 7"/>
          <p:cNvSpPr>
            <a:spLocks/>
          </p:cNvSpPr>
          <p:nvPr/>
        </p:nvSpPr>
        <p:spPr bwMode="auto">
          <a:xfrm flipH="1">
            <a:off x="1971675" y="4360863"/>
            <a:ext cx="163513" cy="566737"/>
          </a:xfrm>
          <a:custGeom>
            <a:avLst/>
            <a:gdLst>
              <a:gd name="T0" fmla="*/ 2147483646 w 118"/>
              <a:gd name="T1" fmla="*/ 0 h 388"/>
              <a:gd name="T2" fmla="*/ 0 w 118"/>
              <a:gd name="T3" fmla="*/ 0 h 388"/>
              <a:gd name="T4" fmla="*/ 0 w 118"/>
              <a:gd name="T5" fmla="*/ 2147483646 h 388"/>
              <a:gd name="T6" fmla="*/ 0 60000 65536"/>
              <a:gd name="T7" fmla="*/ 0 60000 65536"/>
              <a:gd name="T8" fmla="*/ 0 60000 65536"/>
              <a:gd name="T9" fmla="*/ 0 w 118"/>
              <a:gd name="T10" fmla="*/ 0 h 388"/>
              <a:gd name="T11" fmla="*/ 118 w 118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8" h="388">
                <a:moveTo>
                  <a:pt x="117" y="0"/>
                </a:moveTo>
                <a:lnTo>
                  <a:pt x="0" y="0"/>
                </a:lnTo>
                <a:lnTo>
                  <a:pt x="0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6" name="Freeform 8"/>
          <p:cNvSpPr>
            <a:spLocks/>
          </p:cNvSpPr>
          <p:nvPr/>
        </p:nvSpPr>
        <p:spPr bwMode="auto">
          <a:xfrm flipH="1">
            <a:off x="1982788" y="3068638"/>
            <a:ext cx="153987" cy="1404937"/>
          </a:xfrm>
          <a:custGeom>
            <a:avLst/>
            <a:gdLst>
              <a:gd name="T0" fmla="*/ 0 w 105"/>
              <a:gd name="T1" fmla="*/ 2147483646 h 470"/>
              <a:gd name="T2" fmla="*/ 0 w 105"/>
              <a:gd name="T3" fmla="*/ 0 h 470"/>
              <a:gd name="T4" fmla="*/ 2147483646 w 105"/>
              <a:gd name="T5" fmla="*/ 0 h 470"/>
              <a:gd name="T6" fmla="*/ 0 60000 65536"/>
              <a:gd name="T7" fmla="*/ 0 60000 65536"/>
              <a:gd name="T8" fmla="*/ 0 60000 65536"/>
              <a:gd name="T9" fmla="*/ 0 w 105"/>
              <a:gd name="T10" fmla="*/ 0 h 470"/>
              <a:gd name="T11" fmla="*/ 105 w 105"/>
              <a:gd name="T12" fmla="*/ 470 h 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" h="470">
                <a:moveTo>
                  <a:pt x="0" y="469"/>
                </a:moveTo>
                <a:lnTo>
                  <a:pt x="0" y="0"/>
                </a:lnTo>
                <a:lnTo>
                  <a:pt x="104" y="0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7" name="Freeform 9"/>
          <p:cNvSpPr>
            <a:spLocks/>
          </p:cNvSpPr>
          <p:nvPr/>
        </p:nvSpPr>
        <p:spPr bwMode="auto">
          <a:xfrm flipH="1">
            <a:off x="992188" y="3079750"/>
            <a:ext cx="596900" cy="1771650"/>
          </a:xfrm>
          <a:custGeom>
            <a:avLst/>
            <a:gdLst>
              <a:gd name="T0" fmla="*/ 0 w 409"/>
              <a:gd name="T1" fmla="*/ 0 h 1213"/>
              <a:gd name="T2" fmla="*/ 2147483646 w 409"/>
              <a:gd name="T3" fmla="*/ 0 h 1213"/>
              <a:gd name="T4" fmla="*/ 2147483646 w 409"/>
              <a:gd name="T5" fmla="*/ 2147483646 h 1213"/>
              <a:gd name="T6" fmla="*/ 0 60000 65536"/>
              <a:gd name="T7" fmla="*/ 0 60000 65536"/>
              <a:gd name="T8" fmla="*/ 0 60000 65536"/>
              <a:gd name="T9" fmla="*/ 0 w 409"/>
              <a:gd name="T10" fmla="*/ 0 h 1213"/>
              <a:gd name="T11" fmla="*/ 409 w 409"/>
              <a:gd name="T12" fmla="*/ 1213 h 12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9" h="1213">
                <a:moveTo>
                  <a:pt x="0" y="0"/>
                </a:moveTo>
                <a:lnTo>
                  <a:pt x="408" y="0"/>
                </a:lnTo>
                <a:lnTo>
                  <a:pt x="408" y="1212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8" name="Freeform 10"/>
          <p:cNvSpPr>
            <a:spLocks/>
          </p:cNvSpPr>
          <p:nvPr/>
        </p:nvSpPr>
        <p:spPr bwMode="auto">
          <a:xfrm flipH="1">
            <a:off x="1209675" y="3716338"/>
            <a:ext cx="379413" cy="1133475"/>
          </a:xfrm>
          <a:custGeom>
            <a:avLst/>
            <a:gdLst>
              <a:gd name="T0" fmla="*/ 0 w 260"/>
              <a:gd name="T1" fmla="*/ 0 h 775"/>
              <a:gd name="T2" fmla="*/ 2147483646 w 260"/>
              <a:gd name="T3" fmla="*/ 0 h 775"/>
              <a:gd name="T4" fmla="*/ 2147483646 w 260"/>
              <a:gd name="T5" fmla="*/ 2147483646 h 775"/>
              <a:gd name="T6" fmla="*/ 0 60000 65536"/>
              <a:gd name="T7" fmla="*/ 0 60000 65536"/>
              <a:gd name="T8" fmla="*/ 0 60000 65536"/>
              <a:gd name="T9" fmla="*/ 0 w 260"/>
              <a:gd name="T10" fmla="*/ 0 h 775"/>
              <a:gd name="T11" fmla="*/ 260 w 260"/>
              <a:gd name="T12" fmla="*/ 775 h 7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0" h="775">
                <a:moveTo>
                  <a:pt x="0" y="0"/>
                </a:moveTo>
                <a:lnTo>
                  <a:pt x="259" y="0"/>
                </a:lnTo>
                <a:lnTo>
                  <a:pt x="259" y="774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9" name="Line 29"/>
          <p:cNvSpPr>
            <a:spLocks noChangeShapeType="1"/>
          </p:cNvSpPr>
          <p:nvPr/>
        </p:nvSpPr>
        <p:spPr bwMode="auto">
          <a:xfrm>
            <a:off x="1955800" y="3719513"/>
            <a:ext cx="187325" cy="0"/>
          </a:xfrm>
          <a:prstGeom prst="line">
            <a:avLst/>
          </a:prstGeom>
          <a:noFill/>
          <a:ln w="50800">
            <a:solidFill>
              <a:srgbClr val="62646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Freeform 30"/>
          <p:cNvSpPr>
            <a:spLocks/>
          </p:cNvSpPr>
          <p:nvPr/>
        </p:nvSpPr>
        <p:spPr bwMode="auto">
          <a:xfrm flipH="1">
            <a:off x="7683500" y="4375150"/>
            <a:ext cx="209550" cy="568325"/>
          </a:xfrm>
          <a:custGeom>
            <a:avLst/>
            <a:gdLst>
              <a:gd name="T0" fmla="*/ 2147483646 w 122"/>
              <a:gd name="T1" fmla="*/ 0 h 388"/>
              <a:gd name="T2" fmla="*/ 0 w 122"/>
              <a:gd name="T3" fmla="*/ 0 h 388"/>
              <a:gd name="T4" fmla="*/ 0 w 122"/>
              <a:gd name="T5" fmla="*/ 2147483646 h 388"/>
              <a:gd name="T6" fmla="*/ 0 60000 65536"/>
              <a:gd name="T7" fmla="*/ 0 60000 65536"/>
              <a:gd name="T8" fmla="*/ 0 60000 65536"/>
              <a:gd name="T9" fmla="*/ 0 w 122"/>
              <a:gd name="T10" fmla="*/ 0 h 388"/>
              <a:gd name="T11" fmla="*/ 122 w 122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2" h="388">
                <a:moveTo>
                  <a:pt x="121" y="0"/>
                </a:moveTo>
                <a:lnTo>
                  <a:pt x="0" y="0"/>
                </a:lnTo>
                <a:lnTo>
                  <a:pt x="0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1" name="Freeform 31"/>
          <p:cNvSpPr>
            <a:spLocks/>
          </p:cNvSpPr>
          <p:nvPr/>
        </p:nvSpPr>
        <p:spPr bwMode="auto">
          <a:xfrm flipH="1">
            <a:off x="7153275" y="4368800"/>
            <a:ext cx="147638" cy="566738"/>
          </a:xfrm>
          <a:custGeom>
            <a:avLst/>
            <a:gdLst>
              <a:gd name="T0" fmla="*/ 0 w 118"/>
              <a:gd name="T1" fmla="*/ 0 h 388"/>
              <a:gd name="T2" fmla="*/ 2147483646 w 118"/>
              <a:gd name="T3" fmla="*/ 0 h 388"/>
              <a:gd name="T4" fmla="*/ 2147483646 w 118"/>
              <a:gd name="T5" fmla="*/ 2147483646 h 388"/>
              <a:gd name="T6" fmla="*/ 0 60000 65536"/>
              <a:gd name="T7" fmla="*/ 0 60000 65536"/>
              <a:gd name="T8" fmla="*/ 0 60000 65536"/>
              <a:gd name="T9" fmla="*/ 0 w 118"/>
              <a:gd name="T10" fmla="*/ 0 h 388"/>
              <a:gd name="T11" fmla="*/ 118 w 118"/>
              <a:gd name="T12" fmla="*/ 388 h 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8" h="388">
                <a:moveTo>
                  <a:pt x="0" y="0"/>
                </a:moveTo>
                <a:lnTo>
                  <a:pt x="117" y="0"/>
                </a:lnTo>
                <a:lnTo>
                  <a:pt x="117" y="387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2" name="Freeform 32"/>
          <p:cNvSpPr>
            <a:spLocks/>
          </p:cNvSpPr>
          <p:nvPr/>
        </p:nvSpPr>
        <p:spPr bwMode="auto">
          <a:xfrm flipH="1">
            <a:off x="7153275" y="3729038"/>
            <a:ext cx="142875" cy="685800"/>
          </a:xfrm>
          <a:custGeom>
            <a:avLst/>
            <a:gdLst>
              <a:gd name="T0" fmla="*/ 2147483646 w 113"/>
              <a:gd name="T1" fmla="*/ 2147483646 h 470"/>
              <a:gd name="T2" fmla="*/ 2147483646 w 113"/>
              <a:gd name="T3" fmla="*/ 0 h 470"/>
              <a:gd name="T4" fmla="*/ 0 w 113"/>
              <a:gd name="T5" fmla="*/ 0 h 470"/>
              <a:gd name="T6" fmla="*/ 0 60000 65536"/>
              <a:gd name="T7" fmla="*/ 0 60000 65536"/>
              <a:gd name="T8" fmla="*/ 0 60000 65536"/>
              <a:gd name="T9" fmla="*/ 0 w 113"/>
              <a:gd name="T10" fmla="*/ 0 h 470"/>
              <a:gd name="T11" fmla="*/ 113 w 113"/>
              <a:gd name="T12" fmla="*/ 470 h 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3" h="470">
                <a:moveTo>
                  <a:pt x="112" y="469"/>
                </a:moveTo>
                <a:lnTo>
                  <a:pt x="112" y="0"/>
                </a:lnTo>
                <a:lnTo>
                  <a:pt x="0" y="0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3" name="Freeform 33"/>
          <p:cNvSpPr>
            <a:spLocks/>
          </p:cNvSpPr>
          <p:nvPr/>
        </p:nvSpPr>
        <p:spPr bwMode="auto">
          <a:xfrm flipH="1">
            <a:off x="7156450" y="3076575"/>
            <a:ext cx="153988" cy="685800"/>
          </a:xfrm>
          <a:custGeom>
            <a:avLst/>
            <a:gdLst>
              <a:gd name="T0" fmla="*/ 2147483646 w 105"/>
              <a:gd name="T1" fmla="*/ 2147483646 h 470"/>
              <a:gd name="T2" fmla="*/ 2147483646 w 105"/>
              <a:gd name="T3" fmla="*/ 0 h 470"/>
              <a:gd name="T4" fmla="*/ 0 w 105"/>
              <a:gd name="T5" fmla="*/ 0 h 470"/>
              <a:gd name="T6" fmla="*/ 0 60000 65536"/>
              <a:gd name="T7" fmla="*/ 0 60000 65536"/>
              <a:gd name="T8" fmla="*/ 0 60000 65536"/>
              <a:gd name="T9" fmla="*/ 0 w 105"/>
              <a:gd name="T10" fmla="*/ 0 h 470"/>
              <a:gd name="T11" fmla="*/ 105 w 105"/>
              <a:gd name="T12" fmla="*/ 470 h 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" h="470">
                <a:moveTo>
                  <a:pt x="104" y="469"/>
                </a:moveTo>
                <a:lnTo>
                  <a:pt x="104" y="0"/>
                </a:lnTo>
                <a:lnTo>
                  <a:pt x="0" y="0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4" name="Freeform 34"/>
          <p:cNvSpPr>
            <a:spLocks/>
          </p:cNvSpPr>
          <p:nvPr/>
        </p:nvSpPr>
        <p:spPr bwMode="auto">
          <a:xfrm flipH="1">
            <a:off x="7704138" y="3087688"/>
            <a:ext cx="598487" cy="1771650"/>
          </a:xfrm>
          <a:custGeom>
            <a:avLst/>
            <a:gdLst>
              <a:gd name="T0" fmla="*/ 2147483646 w 409"/>
              <a:gd name="T1" fmla="*/ 0 h 1213"/>
              <a:gd name="T2" fmla="*/ 0 w 409"/>
              <a:gd name="T3" fmla="*/ 0 h 1213"/>
              <a:gd name="T4" fmla="*/ 0 w 409"/>
              <a:gd name="T5" fmla="*/ 2147483646 h 1213"/>
              <a:gd name="T6" fmla="*/ 0 60000 65536"/>
              <a:gd name="T7" fmla="*/ 0 60000 65536"/>
              <a:gd name="T8" fmla="*/ 0 60000 65536"/>
              <a:gd name="T9" fmla="*/ 0 w 409"/>
              <a:gd name="T10" fmla="*/ 0 h 1213"/>
              <a:gd name="T11" fmla="*/ 409 w 409"/>
              <a:gd name="T12" fmla="*/ 1213 h 12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9" h="1213">
                <a:moveTo>
                  <a:pt x="408" y="0"/>
                </a:moveTo>
                <a:lnTo>
                  <a:pt x="0" y="0"/>
                </a:lnTo>
                <a:lnTo>
                  <a:pt x="0" y="1212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5" name="Freeform 35"/>
          <p:cNvSpPr>
            <a:spLocks/>
          </p:cNvSpPr>
          <p:nvPr/>
        </p:nvSpPr>
        <p:spPr bwMode="auto">
          <a:xfrm flipH="1">
            <a:off x="7704138" y="3724275"/>
            <a:ext cx="381000" cy="1131888"/>
          </a:xfrm>
          <a:custGeom>
            <a:avLst/>
            <a:gdLst>
              <a:gd name="T0" fmla="*/ 2147483646 w 260"/>
              <a:gd name="T1" fmla="*/ 0 h 775"/>
              <a:gd name="T2" fmla="*/ 0 w 260"/>
              <a:gd name="T3" fmla="*/ 0 h 775"/>
              <a:gd name="T4" fmla="*/ 0 w 260"/>
              <a:gd name="T5" fmla="*/ 2147483646 h 775"/>
              <a:gd name="T6" fmla="*/ 0 60000 65536"/>
              <a:gd name="T7" fmla="*/ 0 60000 65536"/>
              <a:gd name="T8" fmla="*/ 0 60000 65536"/>
              <a:gd name="T9" fmla="*/ 0 w 260"/>
              <a:gd name="T10" fmla="*/ 0 h 775"/>
              <a:gd name="T11" fmla="*/ 260 w 260"/>
              <a:gd name="T12" fmla="*/ 775 h 7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0" h="775">
                <a:moveTo>
                  <a:pt x="259" y="0"/>
                </a:moveTo>
                <a:lnTo>
                  <a:pt x="0" y="0"/>
                </a:lnTo>
                <a:lnTo>
                  <a:pt x="0" y="774"/>
                </a:lnTo>
              </a:path>
            </a:pathLst>
          </a:custGeom>
          <a:noFill/>
          <a:ln w="50800" cap="rnd" cmpd="sng">
            <a:solidFill>
              <a:srgbClr val="62646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6" name="Rectangle 5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MiCOM P54x</a:t>
            </a:r>
            <a:br>
              <a:rPr lang="en-US" altLang="en-US"/>
            </a:br>
            <a:r>
              <a:rPr lang="en-US" altLang="en-US"/>
              <a:t>Redundant Communications</a:t>
            </a:r>
            <a:endParaRPr lang="en-GB" altLang="en-US"/>
          </a:p>
        </p:txBody>
      </p:sp>
      <p:sp>
        <p:nvSpPr>
          <p:cNvPr id="52247" name="Rectangle 59"/>
          <p:cNvSpPr>
            <a:spLocks noChangeArrowheads="1"/>
          </p:cNvSpPr>
          <p:nvPr/>
        </p:nvSpPr>
        <p:spPr bwMode="auto">
          <a:xfrm>
            <a:off x="1492250" y="5695950"/>
            <a:ext cx="107156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A</a:t>
            </a:r>
          </a:p>
        </p:txBody>
      </p:sp>
      <p:sp>
        <p:nvSpPr>
          <p:cNvPr id="52248" name="Rectangle 62"/>
          <p:cNvSpPr>
            <a:spLocks noChangeArrowheads="1"/>
          </p:cNvSpPr>
          <p:nvPr/>
        </p:nvSpPr>
        <p:spPr bwMode="auto">
          <a:xfrm>
            <a:off x="6665913" y="5624513"/>
            <a:ext cx="1071562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>
                <a:solidFill>
                  <a:srgbClr val="6264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B</a:t>
            </a:r>
          </a:p>
        </p:txBody>
      </p:sp>
      <p:pic>
        <p:nvPicPr>
          <p:cNvPr id="52249" name="Picture 64" descr="Px40_80TE_ph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4700588"/>
            <a:ext cx="2154238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50" name="Picture 65" descr="Px40_80TE_ph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025" y="4694238"/>
            <a:ext cx="2154238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51" name="AutoShape 66"/>
          <p:cNvSpPr>
            <a:spLocks noChangeArrowheads="1"/>
          </p:cNvSpPr>
          <p:nvPr/>
        </p:nvSpPr>
        <p:spPr bwMode="auto">
          <a:xfrm>
            <a:off x="314325" y="2638425"/>
            <a:ext cx="8599488" cy="3763963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52" name="Rectangle 78"/>
          <p:cNvSpPr>
            <a:spLocks noChangeArrowheads="1"/>
          </p:cNvSpPr>
          <p:nvPr/>
        </p:nvSpPr>
        <p:spPr bwMode="auto">
          <a:xfrm>
            <a:off x="431800" y="1506538"/>
            <a:ext cx="82804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18000" bIns="10800"/>
          <a:lstStyle>
            <a:lvl1pPr marL="180975" indent="-180975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●"/>
              <a:defRPr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Font typeface="Arial" panose="020B0604020202020204" pitchFamily="34" charset="0"/>
              <a:buChar char="●"/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Font typeface="Arial" panose="020B0604020202020204" pitchFamily="34" charset="0"/>
              <a:buChar char="●"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Both channels are active - relays automatically select the correct message should one channel fail</a:t>
            </a:r>
          </a:p>
          <a:p>
            <a:pPr eaLnBrk="1" hangingPunct="1"/>
            <a:r>
              <a:rPr lang="en-US" altLang="en-US"/>
              <a:t>“Hot Standby”</a:t>
            </a:r>
          </a:p>
        </p:txBody>
      </p:sp>
      <p:grpSp>
        <p:nvGrpSpPr>
          <p:cNvPr id="52253" name="Group 33"/>
          <p:cNvGrpSpPr>
            <a:grpSpLocks/>
          </p:cNvGrpSpPr>
          <p:nvPr/>
        </p:nvGrpSpPr>
        <p:grpSpPr bwMode="auto">
          <a:xfrm rot="16200000" flipH="1">
            <a:off x="1705769" y="2736056"/>
            <a:ext cx="215900" cy="420688"/>
            <a:chOff x="1931" y="1612"/>
            <a:chExt cx="565" cy="1097"/>
          </a:xfrm>
        </p:grpSpPr>
        <p:sp>
          <p:nvSpPr>
            <p:cNvPr id="52284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2285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2286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87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88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2254" name="Group 33"/>
          <p:cNvGrpSpPr>
            <a:grpSpLocks/>
          </p:cNvGrpSpPr>
          <p:nvPr/>
        </p:nvGrpSpPr>
        <p:grpSpPr bwMode="auto">
          <a:xfrm rot="16200000" flipH="1">
            <a:off x="1712119" y="3405981"/>
            <a:ext cx="215900" cy="420688"/>
            <a:chOff x="1931" y="1612"/>
            <a:chExt cx="565" cy="1097"/>
          </a:xfrm>
        </p:grpSpPr>
        <p:sp>
          <p:nvSpPr>
            <p:cNvPr id="52279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2280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2281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82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83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2255" name="Group 33"/>
          <p:cNvGrpSpPr>
            <a:grpSpLocks/>
          </p:cNvGrpSpPr>
          <p:nvPr/>
        </p:nvGrpSpPr>
        <p:grpSpPr bwMode="auto">
          <a:xfrm rot="16200000" flipH="1">
            <a:off x="1705769" y="4044156"/>
            <a:ext cx="215900" cy="420688"/>
            <a:chOff x="1931" y="1612"/>
            <a:chExt cx="565" cy="1097"/>
          </a:xfrm>
        </p:grpSpPr>
        <p:sp>
          <p:nvSpPr>
            <p:cNvPr id="52274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2275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2276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77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78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2256" name="Group 33"/>
          <p:cNvGrpSpPr>
            <a:grpSpLocks/>
          </p:cNvGrpSpPr>
          <p:nvPr/>
        </p:nvGrpSpPr>
        <p:grpSpPr bwMode="auto">
          <a:xfrm rot="16200000" flipH="1">
            <a:off x="7420769" y="2770981"/>
            <a:ext cx="215900" cy="420688"/>
            <a:chOff x="1931" y="1612"/>
            <a:chExt cx="565" cy="1097"/>
          </a:xfrm>
        </p:grpSpPr>
        <p:sp>
          <p:nvSpPr>
            <p:cNvPr id="52269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2270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2271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72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73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2257" name="Group 33"/>
          <p:cNvGrpSpPr>
            <a:grpSpLocks/>
          </p:cNvGrpSpPr>
          <p:nvPr/>
        </p:nvGrpSpPr>
        <p:grpSpPr bwMode="auto">
          <a:xfrm rot="16200000" flipH="1">
            <a:off x="7427119" y="3439319"/>
            <a:ext cx="215900" cy="420688"/>
            <a:chOff x="1931" y="1612"/>
            <a:chExt cx="565" cy="1097"/>
          </a:xfrm>
        </p:grpSpPr>
        <p:sp>
          <p:nvSpPr>
            <p:cNvPr id="52264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2265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2266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67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68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2258" name="Group 33"/>
          <p:cNvGrpSpPr>
            <a:grpSpLocks/>
          </p:cNvGrpSpPr>
          <p:nvPr/>
        </p:nvGrpSpPr>
        <p:grpSpPr bwMode="auto">
          <a:xfrm rot="16200000" flipH="1">
            <a:off x="7420769" y="4079081"/>
            <a:ext cx="215900" cy="420688"/>
            <a:chOff x="1931" y="1612"/>
            <a:chExt cx="565" cy="1097"/>
          </a:xfrm>
        </p:grpSpPr>
        <p:sp>
          <p:nvSpPr>
            <p:cNvPr id="52259" name="Freeform 34"/>
            <p:cNvSpPr>
              <a:spLocks/>
            </p:cNvSpPr>
            <p:nvPr/>
          </p:nvSpPr>
          <p:spPr bwMode="auto">
            <a:xfrm>
              <a:off x="1931" y="1612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2260" name="Freeform 35"/>
            <p:cNvSpPr>
              <a:spLocks/>
            </p:cNvSpPr>
            <p:nvPr/>
          </p:nvSpPr>
          <p:spPr bwMode="auto">
            <a:xfrm>
              <a:off x="1931" y="2160"/>
              <a:ext cx="285" cy="548"/>
            </a:xfrm>
            <a:custGeom>
              <a:avLst/>
              <a:gdLst>
                <a:gd name="T0" fmla="*/ 285 w 285"/>
                <a:gd name="T1" fmla="*/ 5 h 548"/>
                <a:gd name="T2" fmla="*/ 169 w 285"/>
                <a:gd name="T3" fmla="*/ 21 h 548"/>
                <a:gd name="T4" fmla="*/ 43 w 285"/>
                <a:gd name="T5" fmla="*/ 132 h 548"/>
                <a:gd name="T6" fmla="*/ 1 w 285"/>
                <a:gd name="T7" fmla="*/ 288 h 548"/>
                <a:gd name="T8" fmla="*/ 49 w 285"/>
                <a:gd name="T9" fmla="*/ 432 h 548"/>
                <a:gd name="T10" fmla="*/ 154 w 285"/>
                <a:gd name="T11" fmla="*/ 522 h 548"/>
                <a:gd name="T12" fmla="*/ 285 w 285"/>
                <a:gd name="T13" fmla="*/ 548 h 5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5"/>
                <a:gd name="T22" fmla="*/ 0 h 548"/>
                <a:gd name="T23" fmla="*/ 285 w 285"/>
                <a:gd name="T24" fmla="*/ 548 h 5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5" h="548">
                  <a:moveTo>
                    <a:pt x="285" y="5"/>
                  </a:moveTo>
                  <a:cubicBezTo>
                    <a:pt x="266" y="8"/>
                    <a:pt x="209" y="0"/>
                    <a:pt x="169" y="21"/>
                  </a:cubicBezTo>
                  <a:cubicBezTo>
                    <a:pt x="129" y="42"/>
                    <a:pt x="71" y="88"/>
                    <a:pt x="43" y="132"/>
                  </a:cubicBezTo>
                  <a:cubicBezTo>
                    <a:pt x="15" y="176"/>
                    <a:pt x="0" y="238"/>
                    <a:pt x="1" y="288"/>
                  </a:cubicBezTo>
                  <a:cubicBezTo>
                    <a:pt x="2" y="338"/>
                    <a:pt x="24" y="393"/>
                    <a:pt x="49" y="432"/>
                  </a:cubicBezTo>
                  <a:cubicBezTo>
                    <a:pt x="74" y="471"/>
                    <a:pt x="115" y="503"/>
                    <a:pt x="154" y="522"/>
                  </a:cubicBezTo>
                  <a:cubicBezTo>
                    <a:pt x="193" y="541"/>
                    <a:pt x="258" y="543"/>
                    <a:pt x="285" y="548"/>
                  </a:cubicBezTo>
                </a:path>
              </a:pathLst>
            </a:custGeom>
            <a:noFill/>
            <a:ln w="50800" cap="flat" cmpd="sng">
              <a:solidFill>
                <a:srgbClr val="62646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2261" name="Line 36"/>
            <p:cNvSpPr>
              <a:spLocks noChangeShapeType="1"/>
            </p:cNvSpPr>
            <p:nvPr/>
          </p:nvSpPr>
          <p:spPr bwMode="auto">
            <a:xfrm>
              <a:off x="2211" y="1617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62" name="Line 37"/>
            <p:cNvSpPr>
              <a:spLocks noChangeShapeType="1"/>
            </p:cNvSpPr>
            <p:nvPr/>
          </p:nvSpPr>
          <p:spPr bwMode="auto">
            <a:xfrm>
              <a:off x="2211" y="2163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63" name="Line 38"/>
            <p:cNvSpPr>
              <a:spLocks noChangeShapeType="1"/>
            </p:cNvSpPr>
            <p:nvPr/>
          </p:nvSpPr>
          <p:spPr bwMode="auto">
            <a:xfrm>
              <a:off x="2211" y="2709"/>
              <a:ext cx="285" cy="0"/>
            </a:xfrm>
            <a:prstGeom prst="line">
              <a:avLst/>
            </a:prstGeom>
            <a:noFill/>
            <a:ln w="50800">
              <a:solidFill>
                <a:srgbClr val="6264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Line 3"/>
          <p:cNvSpPr>
            <a:spLocks noChangeShapeType="1"/>
          </p:cNvSpPr>
          <p:nvPr/>
        </p:nvSpPr>
        <p:spPr bwMode="auto">
          <a:xfrm>
            <a:off x="3025775" y="3057525"/>
            <a:ext cx="909638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75" name="Line 4"/>
          <p:cNvSpPr>
            <a:spLocks noChangeShapeType="1"/>
          </p:cNvSpPr>
          <p:nvPr/>
        </p:nvSpPr>
        <p:spPr bwMode="auto">
          <a:xfrm flipV="1">
            <a:off x="3225800" y="2257425"/>
            <a:ext cx="0" cy="874713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76" name="Line 5"/>
          <p:cNvSpPr>
            <a:spLocks noChangeShapeType="1"/>
          </p:cNvSpPr>
          <p:nvPr/>
        </p:nvSpPr>
        <p:spPr bwMode="auto">
          <a:xfrm flipV="1">
            <a:off x="3606800" y="2270125"/>
            <a:ext cx="0" cy="855663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77" name="Oval 6"/>
          <p:cNvSpPr>
            <a:spLocks noChangeArrowheads="1"/>
          </p:cNvSpPr>
          <p:nvPr/>
        </p:nvSpPr>
        <p:spPr bwMode="auto">
          <a:xfrm>
            <a:off x="1312863" y="2105025"/>
            <a:ext cx="3546475" cy="3644900"/>
          </a:xfrm>
          <a:prstGeom prst="ellips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78" name="Oval 7"/>
          <p:cNvSpPr>
            <a:spLocks noChangeArrowheads="1"/>
          </p:cNvSpPr>
          <p:nvPr/>
        </p:nvSpPr>
        <p:spPr bwMode="auto">
          <a:xfrm>
            <a:off x="1012825" y="1795463"/>
            <a:ext cx="4146550" cy="4262437"/>
          </a:xfrm>
          <a:prstGeom prst="ellips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6616" name="Rectangle 8"/>
          <p:cNvSpPr>
            <a:spLocks noChangeArrowheads="1"/>
          </p:cNvSpPr>
          <p:nvPr/>
        </p:nvSpPr>
        <p:spPr bwMode="auto">
          <a:xfrm>
            <a:off x="2351088" y="1485900"/>
            <a:ext cx="1398587" cy="9715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20392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25400" algn="ctr">
            <a:solidFill>
              <a:srgbClr val="E47F00"/>
            </a:solidFill>
            <a:miter lim="800000"/>
            <a:headEnd/>
            <a:tailEnd/>
          </a:ln>
          <a:effectLst/>
        </p:spPr>
        <p:txBody>
          <a:bodyPr wrap="none" lIns="74612" tIns="36512" rIns="74612" bIns="36512" anchor="ctr"/>
          <a:lstStyle/>
          <a:p>
            <a:pPr algn="ctr">
              <a:defRPr/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4280" name="Rectangle 9"/>
          <p:cNvSpPr>
            <a:spLocks noChangeArrowheads="1"/>
          </p:cNvSpPr>
          <p:nvPr/>
        </p:nvSpPr>
        <p:spPr bwMode="auto">
          <a:xfrm>
            <a:off x="2624138" y="1947863"/>
            <a:ext cx="85248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P54x</a:t>
            </a:r>
          </a:p>
        </p:txBody>
      </p:sp>
      <p:sp>
        <p:nvSpPr>
          <p:cNvPr id="54281" name="Rectangle 10"/>
          <p:cNvSpPr>
            <a:spLocks noChangeArrowheads="1"/>
          </p:cNvSpPr>
          <p:nvPr/>
        </p:nvSpPr>
        <p:spPr bwMode="auto">
          <a:xfrm>
            <a:off x="2309813" y="1509713"/>
            <a:ext cx="7699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CH1</a:t>
            </a:r>
          </a:p>
        </p:txBody>
      </p:sp>
      <p:sp>
        <p:nvSpPr>
          <p:cNvPr id="54282" name="Rectangle 11"/>
          <p:cNvSpPr>
            <a:spLocks noChangeArrowheads="1"/>
          </p:cNvSpPr>
          <p:nvPr/>
        </p:nvSpPr>
        <p:spPr bwMode="auto">
          <a:xfrm>
            <a:off x="3006725" y="1509713"/>
            <a:ext cx="79057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CH2</a:t>
            </a:r>
          </a:p>
        </p:txBody>
      </p:sp>
      <p:sp>
        <p:nvSpPr>
          <p:cNvPr id="54283" name="Rectangle 12"/>
          <p:cNvSpPr>
            <a:spLocks noChangeArrowheads="1"/>
          </p:cNvSpPr>
          <p:nvPr/>
        </p:nvSpPr>
        <p:spPr bwMode="auto">
          <a:xfrm>
            <a:off x="3797300" y="1492250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</a:p>
        </p:txBody>
      </p:sp>
      <p:sp>
        <p:nvSpPr>
          <p:cNvPr id="54284" name="Rectangle 13"/>
          <p:cNvSpPr>
            <a:spLocks noChangeArrowheads="1"/>
          </p:cNvSpPr>
          <p:nvPr/>
        </p:nvSpPr>
        <p:spPr bwMode="auto">
          <a:xfrm>
            <a:off x="1558925" y="1492250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</p:txBody>
      </p:sp>
      <p:sp>
        <p:nvSpPr>
          <p:cNvPr id="54285" name="Rectangle 14"/>
          <p:cNvSpPr>
            <a:spLocks noChangeArrowheads="1"/>
          </p:cNvSpPr>
          <p:nvPr/>
        </p:nvSpPr>
        <p:spPr bwMode="auto">
          <a:xfrm>
            <a:off x="587375" y="4852988"/>
            <a:ext cx="78263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</p:txBody>
      </p:sp>
      <p:sp>
        <p:nvSpPr>
          <p:cNvPr id="54286" name="Rectangle 15"/>
          <p:cNvSpPr>
            <a:spLocks noChangeArrowheads="1"/>
          </p:cNvSpPr>
          <p:nvPr/>
        </p:nvSpPr>
        <p:spPr bwMode="auto">
          <a:xfrm>
            <a:off x="4778375" y="4852988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</a:p>
        </p:txBody>
      </p:sp>
      <p:sp>
        <p:nvSpPr>
          <p:cNvPr id="54287" name="Rectangle 16"/>
          <p:cNvSpPr>
            <a:spLocks noChangeArrowheads="1"/>
          </p:cNvSpPr>
          <p:nvPr/>
        </p:nvSpPr>
        <p:spPr bwMode="auto">
          <a:xfrm>
            <a:off x="3324225" y="2513013"/>
            <a:ext cx="78263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</p:txBody>
      </p:sp>
      <p:sp>
        <p:nvSpPr>
          <p:cNvPr id="54288" name="Rectangle 17"/>
          <p:cNvSpPr>
            <a:spLocks noChangeArrowheads="1"/>
          </p:cNvSpPr>
          <p:nvPr/>
        </p:nvSpPr>
        <p:spPr bwMode="auto">
          <a:xfrm>
            <a:off x="1619250" y="2513013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</a:p>
        </p:txBody>
      </p:sp>
      <p:grpSp>
        <p:nvGrpSpPr>
          <p:cNvPr id="54289" name="Group 18"/>
          <p:cNvGrpSpPr>
            <a:grpSpLocks/>
          </p:cNvGrpSpPr>
          <p:nvPr/>
        </p:nvGrpSpPr>
        <p:grpSpPr bwMode="auto">
          <a:xfrm>
            <a:off x="1446213" y="5235575"/>
            <a:ext cx="325437" cy="361950"/>
            <a:chOff x="1860" y="3539"/>
            <a:chExt cx="222" cy="240"/>
          </a:xfrm>
        </p:grpSpPr>
        <p:sp>
          <p:nvSpPr>
            <p:cNvPr id="54361" name="Line 19"/>
            <p:cNvSpPr>
              <a:spLocks noChangeShapeType="1"/>
            </p:cNvSpPr>
            <p:nvPr/>
          </p:nvSpPr>
          <p:spPr bwMode="auto">
            <a:xfrm>
              <a:off x="1874" y="3539"/>
              <a:ext cx="18" cy="24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62" name="Line 20"/>
            <p:cNvSpPr>
              <a:spLocks noChangeShapeType="1"/>
            </p:cNvSpPr>
            <p:nvPr/>
          </p:nvSpPr>
          <p:spPr bwMode="auto">
            <a:xfrm>
              <a:off x="1860" y="3550"/>
              <a:ext cx="222" cy="7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4290" name="Group 21"/>
          <p:cNvGrpSpPr>
            <a:grpSpLocks/>
          </p:cNvGrpSpPr>
          <p:nvPr/>
        </p:nvGrpSpPr>
        <p:grpSpPr bwMode="auto">
          <a:xfrm>
            <a:off x="1598613" y="2595563"/>
            <a:ext cx="239712" cy="361950"/>
            <a:chOff x="1970" y="1794"/>
            <a:chExt cx="164" cy="240"/>
          </a:xfrm>
        </p:grpSpPr>
        <p:sp>
          <p:nvSpPr>
            <p:cNvPr id="54359" name="Line 22"/>
            <p:cNvSpPr>
              <a:spLocks noChangeShapeType="1"/>
            </p:cNvSpPr>
            <p:nvPr/>
          </p:nvSpPr>
          <p:spPr bwMode="auto">
            <a:xfrm flipV="1">
              <a:off x="1970" y="1794"/>
              <a:ext cx="16" cy="23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60" name="Line 23"/>
            <p:cNvSpPr>
              <a:spLocks noChangeShapeType="1"/>
            </p:cNvSpPr>
            <p:nvPr/>
          </p:nvSpPr>
          <p:spPr bwMode="auto">
            <a:xfrm flipV="1">
              <a:off x="1978" y="1894"/>
              <a:ext cx="156" cy="14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4291" name="Group 24"/>
          <p:cNvGrpSpPr>
            <a:grpSpLocks/>
          </p:cNvGrpSpPr>
          <p:nvPr/>
        </p:nvGrpSpPr>
        <p:grpSpPr bwMode="auto">
          <a:xfrm>
            <a:off x="1903413" y="1981200"/>
            <a:ext cx="350837" cy="246063"/>
            <a:chOff x="2172" y="1376"/>
            <a:chExt cx="240" cy="164"/>
          </a:xfrm>
        </p:grpSpPr>
        <p:sp>
          <p:nvSpPr>
            <p:cNvPr id="54357" name="Line 25"/>
            <p:cNvSpPr>
              <a:spLocks noChangeShapeType="1"/>
            </p:cNvSpPr>
            <p:nvPr/>
          </p:nvSpPr>
          <p:spPr bwMode="auto">
            <a:xfrm flipH="1">
              <a:off x="2172" y="1376"/>
              <a:ext cx="232" cy="1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58" name="Line 26"/>
            <p:cNvSpPr>
              <a:spLocks noChangeShapeType="1"/>
            </p:cNvSpPr>
            <p:nvPr/>
          </p:nvSpPr>
          <p:spPr bwMode="auto">
            <a:xfrm flipH="1">
              <a:off x="2272" y="1384"/>
              <a:ext cx="140" cy="15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4292" name="Group 27"/>
          <p:cNvGrpSpPr>
            <a:grpSpLocks/>
          </p:cNvGrpSpPr>
          <p:nvPr/>
        </p:nvGrpSpPr>
        <p:grpSpPr bwMode="auto">
          <a:xfrm>
            <a:off x="3963988" y="2338388"/>
            <a:ext cx="247650" cy="257175"/>
            <a:chOff x="3579" y="1613"/>
            <a:chExt cx="170" cy="171"/>
          </a:xfrm>
        </p:grpSpPr>
        <p:sp>
          <p:nvSpPr>
            <p:cNvPr id="54355" name="Line 28"/>
            <p:cNvSpPr>
              <a:spLocks noChangeShapeType="1"/>
            </p:cNvSpPr>
            <p:nvPr/>
          </p:nvSpPr>
          <p:spPr bwMode="auto">
            <a:xfrm>
              <a:off x="3579" y="1627"/>
              <a:ext cx="67" cy="15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56" name="Line 29"/>
            <p:cNvSpPr>
              <a:spLocks noChangeShapeType="1"/>
            </p:cNvSpPr>
            <p:nvPr/>
          </p:nvSpPr>
          <p:spPr bwMode="auto">
            <a:xfrm>
              <a:off x="3587" y="1613"/>
              <a:ext cx="162" cy="1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4293" name="Group 30"/>
          <p:cNvGrpSpPr>
            <a:grpSpLocks/>
          </p:cNvGrpSpPr>
          <p:nvPr/>
        </p:nvGrpSpPr>
        <p:grpSpPr bwMode="auto">
          <a:xfrm>
            <a:off x="4548188" y="2462213"/>
            <a:ext cx="307975" cy="341312"/>
            <a:chOff x="3978" y="1696"/>
            <a:chExt cx="211" cy="227"/>
          </a:xfrm>
        </p:grpSpPr>
        <p:sp>
          <p:nvSpPr>
            <p:cNvPr id="54353" name="Line 31"/>
            <p:cNvSpPr>
              <a:spLocks noChangeShapeType="1"/>
            </p:cNvSpPr>
            <p:nvPr/>
          </p:nvSpPr>
          <p:spPr bwMode="auto">
            <a:xfrm flipH="1" flipV="1">
              <a:off x="3978" y="1788"/>
              <a:ext cx="206" cy="12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54" name="Line 32"/>
            <p:cNvSpPr>
              <a:spLocks noChangeShapeType="1"/>
            </p:cNvSpPr>
            <p:nvPr/>
          </p:nvSpPr>
          <p:spPr bwMode="auto">
            <a:xfrm flipH="1" flipV="1">
              <a:off x="4118" y="1696"/>
              <a:ext cx="71" cy="22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4294" name="Line 33"/>
          <p:cNvSpPr>
            <a:spLocks noChangeShapeType="1"/>
          </p:cNvSpPr>
          <p:nvPr/>
        </p:nvSpPr>
        <p:spPr bwMode="auto">
          <a:xfrm flipH="1">
            <a:off x="3759200" y="5410200"/>
            <a:ext cx="385763" cy="333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95" name="Line 34"/>
          <p:cNvSpPr>
            <a:spLocks noChangeShapeType="1"/>
          </p:cNvSpPr>
          <p:nvPr/>
        </p:nvSpPr>
        <p:spPr bwMode="auto">
          <a:xfrm flipH="1">
            <a:off x="3857625" y="5399088"/>
            <a:ext cx="271463" cy="2857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96" name="Rectangle 35"/>
          <p:cNvSpPr>
            <a:spLocks noChangeArrowheads="1"/>
          </p:cNvSpPr>
          <p:nvPr/>
        </p:nvSpPr>
        <p:spPr bwMode="auto">
          <a:xfrm>
            <a:off x="1354138" y="2933700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</p:txBody>
      </p:sp>
      <p:sp>
        <p:nvSpPr>
          <p:cNvPr id="54297" name="Rectangle 36"/>
          <p:cNvSpPr>
            <a:spLocks noChangeArrowheads="1"/>
          </p:cNvSpPr>
          <p:nvPr/>
        </p:nvSpPr>
        <p:spPr bwMode="auto">
          <a:xfrm>
            <a:off x="3792538" y="2933700"/>
            <a:ext cx="782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</a:p>
        </p:txBody>
      </p:sp>
      <p:sp>
        <p:nvSpPr>
          <p:cNvPr id="54298" name="Rectangle 37"/>
          <p:cNvSpPr>
            <a:spLocks noChangeArrowheads="1"/>
          </p:cNvSpPr>
          <p:nvPr/>
        </p:nvSpPr>
        <p:spPr bwMode="auto">
          <a:xfrm>
            <a:off x="1252538" y="4506913"/>
            <a:ext cx="782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</a:p>
        </p:txBody>
      </p:sp>
      <p:sp>
        <p:nvSpPr>
          <p:cNvPr id="54299" name="Rectangle 38"/>
          <p:cNvSpPr>
            <a:spLocks noChangeArrowheads="1"/>
          </p:cNvSpPr>
          <p:nvPr/>
        </p:nvSpPr>
        <p:spPr bwMode="auto">
          <a:xfrm>
            <a:off x="3803650" y="4521200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</p:txBody>
      </p:sp>
      <p:sp>
        <p:nvSpPr>
          <p:cNvPr id="54300" name="Line 39"/>
          <p:cNvSpPr>
            <a:spLocks noChangeShapeType="1"/>
          </p:cNvSpPr>
          <p:nvPr/>
        </p:nvSpPr>
        <p:spPr bwMode="auto">
          <a:xfrm>
            <a:off x="4135438" y="4879975"/>
            <a:ext cx="0" cy="32861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1" name="Line 40"/>
          <p:cNvSpPr>
            <a:spLocks noChangeShapeType="1"/>
          </p:cNvSpPr>
          <p:nvPr/>
        </p:nvSpPr>
        <p:spPr bwMode="auto">
          <a:xfrm>
            <a:off x="1995488" y="4879975"/>
            <a:ext cx="0" cy="32861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2" name="Line 41"/>
          <p:cNvSpPr>
            <a:spLocks noChangeShapeType="1"/>
          </p:cNvSpPr>
          <p:nvPr/>
        </p:nvSpPr>
        <p:spPr bwMode="auto">
          <a:xfrm>
            <a:off x="2005013" y="5043488"/>
            <a:ext cx="214947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3" name="Line 42"/>
          <p:cNvSpPr>
            <a:spLocks noChangeShapeType="1"/>
          </p:cNvSpPr>
          <p:nvPr/>
        </p:nvSpPr>
        <p:spPr bwMode="auto">
          <a:xfrm>
            <a:off x="3049588" y="3059113"/>
            <a:ext cx="0" cy="198437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4" name="Line 43"/>
          <p:cNvSpPr>
            <a:spLocks noChangeShapeType="1"/>
          </p:cNvSpPr>
          <p:nvPr/>
        </p:nvSpPr>
        <p:spPr bwMode="auto">
          <a:xfrm>
            <a:off x="3944938" y="2908300"/>
            <a:ext cx="0" cy="32861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5" name="Rectangle 44"/>
          <p:cNvSpPr>
            <a:spLocks noChangeArrowheads="1"/>
          </p:cNvSpPr>
          <p:nvPr/>
        </p:nvSpPr>
        <p:spPr bwMode="auto">
          <a:xfrm>
            <a:off x="2620963" y="2503488"/>
            <a:ext cx="10080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End  B</a:t>
            </a:r>
          </a:p>
        </p:txBody>
      </p:sp>
      <p:sp>
        <p:nvSpPr>
          <p:cNvPr id="54306" name="Rectangle 45"/>
          <p:cNvSpPr>
            <a:spLocks noChangeArrowheads="1"/>
          </p:cNvSpPr>
          <p:nvPr/>
        </p:nvSpPr>
        <p:spPr bwMode="auto">
          <a:xfrm>
            <a:off x="1603375" y="3808413"/>
            <a:ext cx="105568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End  C</a:t>
            </a:r>
          </a:p>
        </p:txBody>
      </p:sp>
      <p:sp>
        <p:nvSpPr>
          <p:cNvPr id="54307" name="Rectangle 46"/>
          <p:cNvSpPr>
            <a:spLocks noChangeArrowheads="1"/>
          </p:cNvSpPr>
          <p:nvPr/>
        </p:nvSpPr>
        <p:spPr bwMode="auto">
          <a:xfrm>
            <a:off x="3582988" y="3808413"/>
            <a:ext cx="10080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End  A</a:t>
            </a:r>
          </a:p>
        </p:txBody>
      </p:sp>
      <p:sp>
        <p:nvSpPr>
          <p:cNvPr id="54308" name="Line 47"/>
          <p:cNvSpPr>
            <a:spLocks noChangeShapeType="1"/>
          </p:cNvSpPr>
          <p:nvPr/>
        </p:nvSpPr>
        <p:spPr bwMode="auto">
          <a:xfrm flipV="1">
            <a:off x="2339975" y="4244975"/>
            <a:ext cx="0" cy="817563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9" name="Line 48"/>
          <p:cNvSpPr>
            <a:spLocks noChangeShapeType="1"/>
          </p:cNvSpPr>
          <p:nvPr/>
        </p:nvSpPr>
        <p:spPr bwMode="auto">
          <a:xfrm flipV="1">
            <a:off x="2722563" y="3751263"/>
            <a:ext cx="0" cy="12954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10" name="Line 49"/>
          <p:cNvSpPr>
            <a:spLocks noChangeShapeType="1"/>
          </p:cNvSpPr>
          <p:nvPr/>
        </p:nvSpPr>
        <p:spPr bwMode="auto">
          <a:xfrm flipH="1">
            <a:off x="1535113" y="4241800"/>
            <a:ext cx="83185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11" name="Line 50"/>
          <p:cNvSpPr>
            <a:spLocks noChangeShapeType="1"/>
          </p:cNvSpPr>
          <p:nvPr/>
        </p:nvSpPr>
        <p:spPr bwMode="auto">
          <a:xfrm flipH="1">
            <a:off x="1535113" y="3771900"/>
            <a:ext cx="118745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12" name="Line 51"/>
          <p:cNvSpPr>
            <a:spLocks noChangeShapeType="1"/>
          </p:cNvSpPr>
          <p:nvPr/>
        </p:nvSpPr>
        <p:spPr bwMode="auto">
          <a:xfrm flipV="1">
            <a:off x="3778250" y="4244975"/>
            <a:ext cx="0" cy="7937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13" name="Line 52"/>
          <p:cNvSpPr>
            <a:spLocks noChangeShapeType="1"/>
          </p:cNvSpPr>
          <p:nvPr/>
        </p:nvSpPr>
        <p:spPr bwMode="auto">
          <a:xfrm flipV="1">
            <a:off x="3395663" y="3746500"/>
            <a:ext cx="0" cy="1290638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14" name="Line 53"/>
          <p:cNvSpPr>
            <a:spLocks noChangeShapeType="1"/>
          </p:cNvSpPr>
          <p:nvPr/>
        </p:nvSpPr>
        <p:spPr bwMode="auto">
          <a:xfrm>
            <a:off x="3756025" y="4237038"/>
            <a:ext cx="823913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15" name="Line 54"/>
          <p:cNvSpPr>
            <a:spLocks noChangeShapeType="1"/>
          </p:cNvSpPr>
          <p:nvPr/>
        </p:nvSpPr>
        <p:spPr bwMode="auto">
          <a:xfrm>
            <a:off x="3395663" y="3762375"/>
            <a:ext cx="1160462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6663" name="Rectangle 55"/>
          <p:cNvSpPr>
            <a:spLocks noChangeArrowheads="1"/>
          </p:cNvSpPr>
          <p:nvPr/>
        </p:nvSpPr>
        <p:spPr bwMode="auto">
          <a:xfrm>
            <a:off x="528638" y="3062288"/>
            <a:ext cx="1066800" cy="172878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20392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25400" algn="ctr">
            <a:solidFill>
              <a:srgbClr val="E47F00"/>
            </a:solidFill>
            <a:miter lim="800000"/>
            <a:headEnd/>
            <a:tailEnd/>
          </a:ln>
          <a:effectLst/>
        </p:spPr>
        <p:txBody>
          <a:bodyPr wrap="none" lIns="74612" tIns="36512" rIns="74612" bIns="36512" anchor="ctr"/>
          <a:lstStyle/>
          <a:p>
            <a:pPr algn="ctr">
              <a:defRPr/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4317" name="Rectangle 56"/>
          <p:cNvSpPr>
            <a:spLocks noChangeArrowheads="1"/>
          </p:cNvSpPr>
          <p:nvPr/>
        </p:nvSpPr>
        <p:spPr bwMode="auto">
          <a:xfrm>
            <a:off x="635000" y="3716338"/>
            <a:ext cx="85407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P54x</a:t>
            </a:r>
          </a:p>
        </p:txBody>
      </p:sp>
      <p:sp>
        <p:nvSpPr>
          <p:cNvPr id="54318" name="Rectangle 57"/>
          <p:cNvSpPr>
            <a:spLocks noChangeArrowheads="1"/>
          </p:cNvSpPr>
          <p:nvPr/>
        </p:nvSpPr>
        <p:spPr bwMode="auto">
          <a:xfrm>
            <a:off x="677863" y="4330700"/>
            <a:ext cx="7683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CH1</a:t>
            </a:r>
          </a:p>
        </p:txBody>
      </p:sp>
      <p:sp>
        <p:nvSpPr>
          <p:cNvPr id="54319" name="Rectangle 58"/>
          <p:cNvSpPr>
            <a:spLocks noChangeArrowheads="1"/>
          </p:cNvSpPr>
          <p:nvPr/>
        </p:nvSpPr>
        <p:spPr bwMode="auto">
          <a:xfrm>
            <a:off x="669925" y="3144838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CH2</a:t>
            </a:r>
          </a:p>
        </p:txBody>
      </p:sp>
      <p:sp>
        <p:nvSpPr>
          <p:cNvPr id="836667" name="Rectangle 59"/>
          <p:cNvSpPr>
            <a:spLocks noChangeArrowheads="1"/>
          </p:cNvSpPr>
          <p:nvPr/>
        </p:nvSpPr>
        <p:spPr bwMode="auto">
          <a:xfrm>
            <a:off x="4568825" y="3062288"/>
            <a:ext cx="1066800" cy="172878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20392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25400" algn="ctr">
            <a:solidFill>
              <a:srgbClr val="E47F00"/>
            </a:solidFill>
            <a:miter lim="800000"/>
            <a:headEnd/>
            <a:tailEnd/>
          </a:ln>
          <a:effectLst/>
        </p:spPr>
        <p:txBody>
          <a:bodyPr wrap="none" lIns="74612" tIns="36512" rIns="74612" bIns="36512" anchor="ctr"/>
          <a:lstStyle/>
          <a:p>
            <a:pPr algn="ctr">
              <a:defRPr/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4321" name="Rectangle 60"/>
          <p:cNvSpPr>
            <a:spLocks noChangeArrowheads="1"/>
          </p:cNvSpPr>
          <p:nvPr/>
        </p:nvSpPr>
        <p:spPr bwMode="auto">
          <a:xfrm>
            <a:off x="4672013" y="3716338"/>
            <a:ext cx="85407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P54x</a:t>
            </a:r>
          </a:p>
        </p:txBody>
      </p:sp>
      <p:sp>
        <p:nvSpPr>
          <p:cNvPr id="54322" name="Rectangle 61"/>
          <p:cNvSpPr>
            <a:spLocks noChangeArrowheads="1"/>
          </p:cNvSpPr>
          <p:nvPr/>
        </p:nvSpPr>
        <p:spPr bwMode="auto">
          <a:xfrm>
            <a:off x="4714875" y="4330700"/>
            <a:ext cx="7683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CH2</a:t>
            </a:r>
          </a:p>
        </p:txBody>
      </p:sp>
      <p:sp>
        <p:nvSpPr>
          <p:cNvPr id="54323" name="Rectangle 62"/>
          <p:cNvSpPr>
            <a:spLocks noChangeArrowheads="1"/>
          </p:cNvSpPr>
          <p:nvPr/>
        </p:nvSpPr>
        <p:spPr bwMode="auto">
          <a:xfrm>
            <a:off x="4706938" y="3144838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CH1</a:t>
            </a:r>
          </a:p>
        </p:txBody>
      </p:sp>
      <p:sp>
        <p:nvSpPr>
          <p:cNvPr id="54324" name="Rectangle 63"/>
          <p:cNvSpPr>
            <a:spLocks noChangeArrowheads="1"/>
          </p:cNvSpPr>
          <p:nvPr/>
        </p:nvSpPr>
        <p:spPr bwMode="auto">
          <a:xfrm>
            <a:off x="225425" y="2686050"/>
            <a:ext cx="78263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  <a:endParaRPr lang="en-US" altLang="en-US" sz="2200" b="1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325" name="Rectangle 64"/>
          <p:cNvSpPr>
            <a:spLocks noChangeArrowheads="1"/>
          </p:cNvSpPr>
          <p:nvPr/>
        </p:nvSpPr>
        <p:spPr bwMode="auto">
          <a:xfrm>
            <a:off x="4813300" y="2686050"/>
            <a:ext cx="78263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</p:txBody>
      </p:sp>
      <p:grpSp>
        <p:nvGrpSpPr>
          <p:cNvPr id="54326" name="Group 66"/>
          <p:cNvGrpSpPr>
            <a:grpSpLocks/>
          </p:cNvGrpSpPr>
          <p:nvPr/>
        </p:nvGrpSpPr>
        <p:grpSpPr bwMode="auto">
          <a:xfrm flipV="1">
            <a:off x="3227388" y="2933700"/>
            <a:ext cx="379412" cy="230188"/>
            <a:chOff x="1620" y="874"/>
            <a:chExt cx="890" cy="531"/>
          </a:xfrm>
        </p:grpSpPr>
        <p:sp>
          <p:nvSpPr>
            <p:cNvPr id="54346" name="Arc 67"/>
            <p:cNvSpPr>
              <a:spLocks/>
            </p:cNvSpPr>
            <p:nvPr/>
          </p:nvSpPr>
          <p:spPr bwMode="auto">
            <a:xfrm>
              <a:off x="1621" y="874"/>
              <a:ext cx="226" cy="169"/>
            </a:xfrm>
            <a:custGeom>
              <a:avLst/>
              <a:gdLst>
                <a:gd name="T0" fmla="*/ 0 w 21597"/>
                <a:gd name="T1" fmla="*/ 0 h 21598"/>
                <a:gd name="T2" fmla="*/ 0 w 21597"/>
                <a:gd name="T3" fmla="*/ 0 h 21598"/>
                <a:gd name="T4" fmla="*/ 0 w 21597"/>
                <a:gd name="T5" fmla="*/ 0 h 21598"/>
                <a:gd name="T6" fmla="*/ 0 60000 65536"/>
                <a:gd name="T7" fmla="*/ 0 60000 65536"/>
                <a:gd name="T8" fmla="*/ 0 60000 65536"/>
                <a:gd name="T9" fmla="*/ 0 w 21597"/>
                <a:gd name="T10" fmla="*/ 0 h 21598"/>
                <a:gd name="T11" fmla="*/ 21597 w 21597"/>
                <a:gd name="T12" fmla="*/ 21598 h 215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7" h="21598" fill="none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</a:path>
                <a:path w="21597" h="21598" stroke="0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  <a:lnTo>
                    <a:pt x="21597" y="21598"/>
                  </a:lnTo>
                  <a:lnTo>
                    <a:pt x="0" y="21216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47" name="Arc 68"/>
            <p:cNvSpPr>
              <a:spLocks/>
            </p:cNvSpPr>
            <p:nvPr/>
          </p:nvSpPr>
          <p:spPr bwMode="auto">
            <a:xfrm>
              <a:off x="1833" y="874"/>
              <a:ext cx="233" cy="172"/>
            </a:xfrm>
            <a:custGeom>
              <a:avLst/>
              <a:gdLst>
                <a:gd name="T0" fmla="*/ 0 w 21903"/>
                <a:gd name="T1" fmla="*/ 0 h 21600"/>
                <a:gd name="T2" fmla="*/ 0 w 21903"/>
                <a:gd name="T3" fmla="*/ 0 h 21600"/>
                <a:gd name="T4" fmla="*/ 0 w 21903"/>
                <a:gd name="T5" fmla="*/ 0 h 21600"/>
                <a:gd name="T6" fmla="*/ 0 60000 65536"/>
                <a:gd name="T7" fmla="*/ 0 60000 65536"/>
                <a:gd name="T8" fmla="*/ 0 60000 65536"/>
                <a:gd name="T9" fmla="*/ 0 w 21903"/>
                <a:gd name="T10" fmla="*/ 0 h 21600"/>
                <a:gd name="T11" fmla="*/ 21903 w 219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03" h="21600" fill="none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</a:path>
                <a:path w="21903" h="21600" stroke="0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  <a:lnTo>
                    <a:pt x="306" y="2160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48" name="Line 69"/>
            <p:cNvSpPr>
              <a:spLocks noChangeShapeType="1"/>
            </p:cNvSpPr>
            <p:nvPr/>
          </p:nvSpPr>
          <p:spPr bwMode="auto">
            <a:xfrm>
              <a:off x="2064" y="1043"/>
              <a:ext cx="0" cy="163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49" name="Line 70"/>
            <p:cNvSpPr>
              <a:spLocks noChangeShapeType="1"/>
            </p:cNvSpPr>
            <p:nvPr/>
          </p:nvSpPr>
          <p:spPr bwMode="auto">
            <a:xfrm>
              <a:off x="1620" y="1040"/>
              <a:ext cx="0" cy="359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50" name="Line 71"/>
            <p:cNvSpPr>
              <a:spLocks noChangeShapeType="1"/>
            </p:cNvSpPr>
            <p:nvPr/>
          </p:nvSpPr>
          <p:spPr bwMode="auto">
            <a:xfrm>
              <a:off x="2508" y="1046"/>
              <a:ext cx="0" cy="359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51" name="Arc 72"/>
            <p:cNvSpPr>
              <a:spLocks/>
            </p:cNvSpPr>
            <p:nvPr/>
          </p:nvSpPr>
          <p:spPr bwMode="auto">
            <a:xfrm>
              <a:off x="2065" y="874"/>
              <a:ext cx="226" cy="169"/>
            </a:xfrm>
            <a:custGeom>
              <a:avLst/>
              <a:gdLst>
                <a:gd name="T0" fmla="*/ 0 w 21597"/>
                <a:gd name="T1" fmla="*/ 0 h 21598"/>
                <a:gd name="T2" fmla="*/ 0 w 21597"/>
                <a:gd name="T3" fmla="*/ 0 h 21598"/>
                <a:gd name="T4" fmla="*/ 0 w 21597"/>
                <a:gd name="T5" fmla="*/ 0 h 21598"/>
                <a:gd name="T6" fmla="*/ 0 60000 65536"/>
                <a:gd name="T7" fmla="*/ 0 60000 65536"/>
                <a:gd name="T8" fmla="*/ 0 60000 65536"/>
                <a:gd name="T9" fmla="*/ 0 w 21597"/>
                <a:gd name="T10" fmla="*/ 0 h 21598"/>
                <a:gd name="T11" fmla="*/ 21597 w 21597"/>
                <a:gd name="T12" fmla="*/ 21598 h 215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7" h="21598" fill="none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</a:path>
                <a:path w="21597" h="21598" stroke="0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  <a:lnTo>
                    <a:pt x="21597" y="21598"/>
                  </a:lnTo>
                  <a:lnTo>
                    <a:pt x="0" y="21216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52" name="Arc 73"/>
            <p:cNvSpPr>
              <a:spLocks/>
            </p:cNvSpPr>
            <p:nvPr/>
          </p:nvSpPr>
          <p:spPr bwMode="auto">
            <a:xfrm>
              <a:off x="2277" y="874"/>
              <a:ext cx="233" cy="172"/>
            </a:xfrm>
            <a:custGeom>
              <a:avLst/>
              <a:gdLst>
                <a:gd name="T0" fmla="*/ 0 w 21903"/>
                <a:gd name="T1" fmla="*/ 0 h 21600"/>
                <a:gd name="T2" fmla="*/ 0 w 21903"/>
                <a:gd name="T3" fmla="*/ 0 h 21600"/>
                <a:gd name="T4" fmla="*/ 0 w 21903"/>
                <a:gd name="T5" fmla="*/ 0 h 21600"/>
                <a:gd name="T6" fmla="*/ 0 60000 65536"/>
                <a:gd name="T7" fmla="*/ 0 60000 65536"/>
                <a:gd name="T8" fmla="*/ 0 60000 65536"/>
                <a:gd name="T9" fmla="*/ 0 w 21903"/>
                <a:gd name="T10" fmla="*/ 0 h 21600"/>
                <a:gd name="T11" fmla="*/ 21903 w 219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03" h="21600" fill="none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</a:path>
                <a:path w="21903" h="21600" stroke="0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  <a:lnTo>
                    <a:pt x="306" y="2160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4327" name="Group 74"/>
          <p:cNvGrpSpPr>
            <a:grpSpLocks/>
          </p:cNvGrpSpPr>
          <p:nvPr/>
        </p:nvGrpSpPr>
        <p:grpSpPr bwMode="auto">
          <a:xfrm flipV="1">
            <a:off x="2336800" y="4914900"/>
            <a:ext cx="379413" cy="230188"/>
            <a:chOff x="1620" y="874"/>
            <a:chExt cx="890" cy="531"/>
          </a:xfrm>
        </p:grpSpPr>
        <p:sp>
          <p:nvSpPr>
            <p:cNvPr id="54339" name="Arc 75"/>
            <p:cNvSpPr>
              <a:spLocks/>
            </p:cNvSpPr>
            <p:nvPr/>
          </p:nvSpPr>
          <p:spPr bwMode="auto">
            <a:xfrm>
              <a:off x="1621" y="874"/>
              <a:ext cx="226" cy="169"/>
            </a:xfrm>
            <a:custGeom>
              <a:avLst/>
              <a:gdLst>
                <a:gd name="T0" fmla="*/ 0 w 21597"/>
                <a:gd name="T1" fmla="*/ 0 h 21598"/>
                <a:gd name="T2" fmla="*/ 0 w 21597"/>
                <a:gd name="T3" fmla="*/ 0 h 21598"/>
                <a:gd name="T4" fmla="*/ 0 w 21597"/>
                <a:gd name="T5" fmla="*/ 0 h 21598"/>
                <a:gd name="T6" fmla="*/ 0 60000 65536"/>
                <a:gd name="T7" fmla="*/ 0 60000 65536"/>
                <a:gd name="T8" fmla="*/ 0 60000 65536"/>
                <a:gd name="T9" fmla="*/ 0 w 21597"/>
                <a:gd name="T10" fmla="*/ 0 h 21598"/>
                <a:gd name="T11" fmla="*/ 21597 w 21597"/>
                <a:gd name="T12" fmla="*/ 21598 h 215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7" h="21598" fill="none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</a:path>
                <a:path w="21597" h="21598" stroke="0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  <a:lnTo>
                    <a:pt x="21597" y="21598"/>
                  </a:lnTo>
                  <a:lnTo>
                    <a:pt x="0" y="21216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40" name="Arc 76"/>
            <p:cNvSpPr>
              <a:spLocks/>
            </p:cNvSpPr>
            <p:nvPr/>
          </p:nvSpPr>
          <p:spPr bwMode="auto">
            <a:xfrm>
              <a:off x="1833" y="874"/>
              <a:ext cx="233" cy="172"/>
            </a:xfrm>
            <a:custGeom>
              <a:avLst/>
              <a:gdLst>
                <a:gd name="T0" fmla="*/ 0 w 21903"/>
                <a:gd name="T1" fmla="*/ 0 h 21600"/>
                <a:gd name="T2" fmla="*/ 0 w 21903"/>
                <a:gd name="T3" fmla="*/ 0 h 21600"/>
                <a:gd name="T4" fmla="*/ 0 w 21903"/>
                <a:gd name="T5" fmla="*/ 0 h 21600"/>
                <a:gd name="T6" fmla="*/ 0 60000 65536"/>
                <a:gd name="T7" fmla="*/ 0 60000 65536"/>
                <a:gd name="T8" fmla="*/ 0 60000 65536"/>
                <a:gd name="T9" fmla="*/ 0 w 21903"/>
                <a:gd name="T10" fmla="*/ 0 h 21600"/>
                <a:gd name="T11" fmla="*/ 21903 w 219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03" h="21600" fill="none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</a:path>
                <a:path w="21903" h="21600" stroke="0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  <a:lnTo>
                    <a:pt x="306" y="2160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41" name="Line 77"/>
            <p:cNvSpPr>
              <a:spLocks noChangeShapeType="1"/>
            </p:cNvSpPr>
            <p:nvPr/>
          </p:nvSpPr>
          <p:spPr bwMode="auto">
            <a:xfrm>
              <a:off x="2064" y="1043"/>
              <a:ext cx="0" cy="163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42" name="Line 78"/>
            <p:cNvSpPr>
              <a:spLocks noChangeShapeType="1"/>
            </p:cNvSpPr>
            <p:nvPr/>
          </p:nvSpPr>
          <p:spPr bwMode="auto">
            <a:xfrm>
              <a:off x="1620" y="1040"/>
              <a:ext cx="0" cy="359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43" name="Line 79"/>
            <p:cNvSpPr>
              <a:spLocks noChangeShapeType="1"/>
            </p:cNvSpPr>
            <p:nvPr/>
          </p:nvSpPr>
          <p:spPr bwMode="auto">
            <a:xfrm>
              <a:off x="2508" y="1046"/>
              <a:ext cx="0" cy="359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44" name="Arc 80"/>
            <p:cNvSpPr>
              <a:spLocks/>
            </p:cNvSpPr>
            <p:nvPr/>
          </p:nvSpPr>
          <p:spPr bwMode="auto">
            <a:xfrm>
              <a:off x="2065" y="874"/>
              <a:ext cx="226" cy="169"/>
            </a:xfrm>
            <a:custGeom>
              <a:avLst/>
              <a:gdLst>
                <a:gd name="T0" fmla="*/ 0 w 21597"/>
                <a:gd name="T1" fmla="*/ 0 h 21598"/>
                <a:gd name="T2" fmla="*/ 0 w 21597"/>
                <a:gd name="T3" fmla="*/ 0 h 21598"/>
                <a:gd name="T4" fmla="*/ 0 w 21597"/>
                <a:gd name="T5" fmla="*/ 0 h 21598"/>
                <a:gd name="T6" fmla="*/ 0 60000 65536"/>
                <a:gd name="T7" fmla="*/ 0 60000 65536"/>
                <a:gd name="T8" fmla="*/ 0 60000 65536"/>
                <a:gd name="T9" fmla="*/ 0 w 21597"/>
                <a:gd name="T10" fmla="*/ 0 h 21598"/>
                <a:gd name="T11" fmla="*/ 21597 w 21597"/>
                <a:gd name="T12" fmla="*/ 21598 h 215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7" h="21598" fill="none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</a:path>
                <a:path w="21597" h="21598" stroke="0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  <a:lnTo>
                    <a:pt x="21597" y="21598"/>
                  </a:lnTo>
                  <a:lnTo>
                    <a:pt x="0" y="21216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45" name="Arc 81"/>
            <p:cNvSpPr>
              <a:spLocks/>
            </p:cNvSpPr>
            <p:nvPr/>
          </p:nvSpPr>
          <p:spPr bwMode="auto">
            <a:xfrm>
              <a:off x="2277" y="874"/>
              <a:ext cx="233" cy="172"/>
            </a:xfrm>
            <a:custGeom>
              <a:avLst/>
              <a:gdLst>
                <a:gd name="T0" fmla="*/ 0 w 21903"/>
                <a:gd name="T1" fmla="*/ 0 h 21600"/>
                <a:gd name="T2" fmla="*/ 0 w 21903"/>
                <a:gd name="T3" fmla="*/ 0 h 21600"/>
                <a:gd name="T4" fmla="*/ 0 w 21903"/>
                <a:gd name="T5" fmla="*/ 0 h 21600"/>
                <a:gd name="T6" fmla="*/ 0 60000 65536"/>
                <a:gd name="T7" fmla="*/ 0 60000 65536"/>
                <a:gd name="T8" fmla="*/ 0 60000 65536"/>
                <a:gd name="T9" fmla="*/ 0 w 21903"/>
                <a:gd name="T10" fmla="*/ 0 h 21600"/>
                <a:gd name="T11" fmla="*/ 21903 w 219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03" h="21600" fill="none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</a:path>
                <a:path w="21903" h="21600" stroke="0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  <a:lnTo>
                    <a:pt x="306" y="2160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4328" name="Group 82"/>
          <p:cNvGrpSpPr>
            <a:grpSpLocks/>
          </p:cNvGrpSpPr>
          <p:nvPr/>
        </p:nvGrpSpPr>
        <p:grpSpPr bwMode="auto">
          <a:xfrm flipV="1">
            <a:off x="3398838" y="4914900"/>
            <a:ext cx="379412" cy="230188"/>
            <a:chOff x="1620" y="874"/>
            <a:chExt cx="890" cy="531"/>
          </a:xfrm>
        </p:grpSpPr>
        <p:sp>
          <p:nvSpPr>
            <p:cNvPr id="54332" name="Arc 83"/>
            <p:cNvSpPr>
              <a:spLocks/>
            </p:cNvSpPr>
            <p:nvPr/>
          </p:nvSpPr>
          <p:spPr bwMode="auto">
            <a:xfrm>
              <a:off x="1621" y="874"/>
              <a:ext cx="226" cy="169"/>
            </a:xfrm>
            <a:custGeom>
              <a:avLst/>
              <a:gdLst>
                <a:gd name="T0" fmla="*/ 0 w 21597"/>
                <a:gd name="T1" fmla="*/ 0 h 21598"/>
                <a:gd name="T2" fmla="*/ 0 w 21597"/>
                <a:gd name="T3" fmla="*/ 0 h 21598"/>
                <a:gd name="T4" fmla="*/ 0 w 21597"/>
                <a:gd name="T5" fmla="*/ 0 h 21598"/>
                <a:gd name="T6" fmla="*/ 0 60000 65536"/>
                <a:gd name="T7" fmla="*/ 0 60000 65536"/>
                <a:gd name="T8" fmla="*/ 0 60000 65536"/>
                <a:gd name="T9" fmla="*/ 0 w 21597"/>
                <a:gd name="T10" fmla="*/ 0 h 21598"/>
                <a:gd name="T11" fmla="*/ 21597 w 21597"/>
                <a:gd name="T12" fmla="*/ 21598 h 215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7" h="21598" fill="none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</a:path>
                <a:path w="21597" h="21598" stroke="0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  <a:lnTo>
                    <a:pt x="21597" y="21598"/>
                  </a:lnTo>
                  <a:lnTo>
                    <a:pt x="0" y="21216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3" name="Arc 84"/>
            <p:cNvSpPr>
              <a:spLocks/>
            </p:cNvSpPr>
            <p:nvPr/>
          </p:nvSpPr>
          <p:spPr bwMode="auto">
            <a:xfrm>
              <a:off x="1833" y="874"/>
              <a:ext cx="233" cy="172"/>
            </a:xfrm>
            <a:custGeom>
              <a:avLst/>
              <a:gdLst>
                <a:gd name="T0" fmla="*/ 0 w 21903"/>
                <a:gd name="T1" fmla="*/ 0 h 21600"/>
                <a:gd name="T2" fmla="*/ 0 w 21903"/>
                <a:gd name="T3" fmla="*/ 0 h 21600"/>
                <a:gd name="T4" fmla="*/ 0 w 21903"/>
                <a:gd name="T5" fmla="*/ 0 h 21600"/>
                <a:gd name="T6" fmla="*/ 0 60000 65536"/>
                <a:gd name="T7" fmla="*/ 0 60000 65536"/>
                <a:gd name="T8" fmla="*/ 0 60000 65536"/>
                <a:gd name="T9" fmla="*/ 0 w 21903"/>
                <a:gd name="T10" fmla="*/ 0 h 21600"/>
                <a:gd name="T11" fmla="*/ 21903 w 219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03" h="21600" fill="none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</a:path>
                <a:path w="21903" h="21600" stroke="0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  <a:lnTo>
                    <a:pt x="306" y="2160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4" name="Line 85"/>
            <p:cNvSpPr>
              <a:spLocks noChangeShapeType="1"/>
            </p:cNvSpPr>
            <p:nvPr/>
          </p:nvSpPr>
          <p:spPr bwMode="auto">
            <a:xfrm>
              <a:off x="2064" y="1043"/>
              <a:ext cx="0" cy="163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5" name="Line 86"/>
            <p:cNvSpPr>
              <a:spLocks noChangeShapeType="1"/>
            </p:cNvSpPr>
            <p:nvPr/>
          </p:nvSpPr>
          <p:spPr bwMode="auto">
            <a:xfrm>
              <a:off x="1620" y="1040"/>
              <a:ext cx="0" cy="359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6" name="Line 87"/>
            <p:cNvSpPr>
              <a:spLocks noChangeShapeType="1"/>
            </p:cNvSpPr>
            <p:nvPr/>
          </p:nvSpPr>
          <p:spPr bwMode="auto">
            <a:xfrm>
              <a:off x="2508" y="1046"/>
              <a:ext cx="0" cy="359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7" name="Arc 88"/>
            <p:cNvSpPr>
              <a:spLocks/>
            </p:cNvSpPr>
            <p:nvPr/>
          </p:nvSpPr>
          <p:spPr bwMode="auto">
            <a:xfrm>
              <a:off x="2065" y="874"/>
              <a:ext cx="226" cy="169"/>
            </a:xfrm>
            <a:custGeom>
              <a:avLst/>
              <a:gdLst>
                <a:gd name="T0" fmla="*/ 0 w 21597"/>
                <a:gd name="T1" fmla="*/ 0 h 21598"/>
                <a:gd name="T2" fmla="*/ 0 w 21597"/>
                <a:gd name="T3" fmla="*/ 0 h 21598"/>
                <a:gd name="T4" fmla="*/ 0 w 21597"/>
                <a:gd name="T5" fmla="*/ 0 h 21598"/>
                <a:gd name="T6" fmla="*/ 0 60000 65536"/>
                <a:gd name="T7" fmla="*/ 0 60000 65536"/>
                <a:gd name="T8" fmla="*/ 0 60000 65536"/>
                <a:gd name="T9" fmla="*/ 0 w 21597"/>
                <a:gd name="T10" fmla="*/ 0 h 21598"/>
                <a:gd name="T11" fmla="*/ 21597 w 21597"/>
                <a:gd name="T12" fmla="*/ 21598 h 215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7" h="21598" fill="none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</a:path>
                <a:path w="21597" h="21598" stroke="0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  <a:lnTo>
                    <a:pt x="21597" y="21598"/>
                  </a:lnTo>
                  <a:lnTo>
                    <a:pt x="0" y="21216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8" name="Arc 89"/>
            <p:cNvSpPr>
              <a:spLocks/>
            </p:cNvSpPr>
            <p:nvPr/>
          </p:nvSpPr>
          <p:spPr bwMode="auto">
            <a:xfrm>
              <a:off x="2277" y="874"/>
              <a:ext cx="233" cy="172"/>
            </a:xfrm>
            <a:custGeom>
              <a:avLst/>
              <a:gdLst>
                <a:gd name="T0" fmla="*/ 0 w 21903"/>
                <a:gd name="T1" fmla="*/ 0 h 21600"/>
                <a:gd name="T2" fmla="*/ 0 w 21903"/>
                <a:gd name="T3" fmla="*/ 0 h 21600"/>
                <a:gd name="T4" fmla="*/ 0 w 21903"/>
                <a:gd name="T5" fmla="*/ 0 h 21600"/>
                <a:gd name="T6" fmla="*/ 0 60000 65536"/>
                <a:gd name="T7" fmla="*/ 0 60000 65536"/>
                <a:gd name="T8" fmla="*/ 0 60000 65536"/>
                <a:gd name="T9" fmla="*/ 0 w 21903"/>
                <a:gd name="T10" fmla="*/ 0 h 21600"/>
                <a:gd name="T11" fmla="*/ 21903 w 219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03" h="21600" fill="none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</a:path>
                <a:path w="21903" h="21600" stroke="0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  <a:lnTo>
                    <a:pt x="306" y="2160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4329" name="Rectangle 9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MiCOM P54x</a:t>
            </a:r>
            <a:br>
              <a:rPr lang="en-US" altLang="en-US"/>
            </a:br>
            <a:r>
              <a:rPr lang="en-US" altLang="en-US"/>
              <a:t>Communications Path for Three Ended Application</a:t>
            </a:r>
            <a:endParaRPr lang="en-GB" altLang="en-US"/>
          </a:p>
        </p:txBody>
      </p:sp>
      <p:sp>
        <p:nvSpPr>
          <p:cNvPr id="54330" name="Rectangle 93"/>
          <p:cNvSpPr>
            <a:spLocks noChangeArrowheads="1"/>
          </p:cNvSpPr>
          <p:nvPr/>
        </p:nvSpPr>
        <p:spPr bwMode="auto">
          <a:xfrm>
            <a:off x="6019800" y="1379538"/>
            <a:ext cx="283527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18000" bIns="10800"/>
          <a:lstStyle>
            <a:lvl1pPr marL="180975" indent="-180975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●"/>
              <a:defRPr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Font typeface="Arial" panose="020B0604020202020204" pitchFamily="34" charset="0"/>
              <a:buChar char="●"/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Font typeface="Arial" panose="020B0604020202020204" pitchFamily="34" charset="0"/>
              <a:buChar char="●"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Note:  Full line protection is provided even should one communications path fail</a:t>
            </a:r>
          </a:p>
          <a:p>
            <a:pPr eaLnBrk="1" hangingPunct="1"/>
            <a:r>
              <a:rPr lang="en-US" altLang="en-US"/>
              <a:t>E.g.  For A-B channel fail, C still offers line protection and will intertrip to A and B in the event of a fault</a:t>
            </a:r>
          </a:p>
          <a:p>
            <a:pPr eaLnBrk="1" hangingPunct="1">
              <a:spcBef>
                <a:spcPct val="40000"/>
              </a:spcBef>
            </a:pPr>
            <a:endParaRPr lang="en-GB" altLang="en-US"/>
          </a:p>
        </p:txBody>
      </p:sp>
      <p:sp>
        <p:nvSpPr>
          <p:cNvPr id="54331" name="AutoShape 94"/>
          <p:cNvSpPr>
            <a:spLocks noChangeArrowheads="1"/>
          </p:cNvSpPr>
          <p:nvPr/>
        </p:nvSpPr>
        <p:spPr bwMode="auto">
          <a:xfrm>
            <a:off x="377825" y="1330325"/>
            <a:ext cx="5500688" cy="5021263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Line 2"/>
          <p:cNvSpPr>
            <a:spLocks noChangeShapeType="1"/>
          </p:cNvSpPr>
          <p:nvPr/>
        </p:nvSpPr>
        <p:spPr bwMode="auto">
          <a:xfrm>
            <a:off x="3025775" y="3057525"/>
            <a:ext cx="909638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3" name="Line 3"/>
          <p:cNvSpPr>
            <a:spLocks noChangeShapeType="1"/>
          </p:cNvSpPr>
          <p:nvPr/>
        </p:nvSpPr>
        <p:spPr bwMode="auto">
          <a:xfrm flipV="1">
            <a:off x="3225800" y="2257425"/>
            <a:ext cx="0" cy="874713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4" name="Line 4"/>
          <p:cNvSpPr>
            <a:spLocks noChangeShapeType="1"/>
          </p:cNvSpPr>
          <p:nvPr/>
        </p:nvSpPr>
        <p:spPr bwMode="auto">
          <a:xfrm flipV="1">
            <a:off x="3606800" y="2270125"/>
            <a:ext cx="0" cy="855663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5" name="Oval 5"/>
          <p:cNvSpPr>
            <a:spLocks noChangeArrowheads="1"/>
          </p:cNvSpPr>
          <p:nvPr/>
        </p:nvSpPr>
        <p:spPr bwMode="auto">
          <a:xfrm>
            <a:off x="1312863" y="2105025"/>
            <a:ext cx="3546475" cy="3644900"/>
          </a:xfrm>
          <a:prstGeom prst="ellips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326" name="Oval 6"/>
          <p:cNvSpPr>
            <a:spLocks noChangeArrowheads="1"/>
          </p:cNvSpPr>
          <p:nvPr/>
        </p:nvSpPr>
        <p:spPr bwMode="auto">
          <a:xfrm>
            <a:off x="1012825" y="1795463"/>
            <a:ext cx="4146550" cy="4262437"/>
          </a:xfrm>
          <a:prstGeom prst="ellips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2199" name="Rectangle 7"/>
          <p:cNvSpPr>
            <a:spLocks noChangeArrowheads="1"/>
          </p:cNvSpPr>
          <p:nvPr/>
        </p:nvSpPr>
        <p:spPr bwMode="auto">
          <a:xfrm>
            <a:off x="2351088" y="1485900"/>
            <a:ext cx="1398587" cy="9715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20392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25400" algn="ctr">
            <a:solidFill>
              <a:srgbClr val="E47F00"/>
            </a:solidFill>
            <a:miter lim="800000"/>
            <a:headEnd/>
            <a:tailEnd/>
          </a:ln>
          <a:effectLst/>
        </p:spPr>
        <p:txBody>
          <a:bodyPr wrap="none" lIns="74612" tIns="36512" rIns="74612" bIns="36512" anchor="ctr"/>
          <a:lstStyle/>
          <a:p>
            <a:pPr algn="ctr">
              <a:defRPr/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6328" name="Rectangle 8"/>
          <p:cNvSpPr>
            <a:spLocks noChangeArrowheads="1"/>
          </p:cNvSpPr>
          <p:nvPr/>
        </p:nvSpPr>
        <p:spPr bwMode="auto">
          <a:xfrm>
            <a:off x="2624138" y="1947863"/>
            <a:ext cx="85248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P54x</a:t>
            </a:r>
          </a:p>
        </p:txBody>
      </p:sp>
      <p:sp>
        <p:nvSpPr>
          <p:cNvPr id="56329" name="Rectangle 9"/>
          <p:cNvSpPr>
            <a:spLocks noChangeArrowheads="1"/>
          </p:cNvSpPr>
          <p:nvPr/>
        </p:nvSpPr>
        <p:spPr bwMode="auto">
          <a:xfrm>
            <a:off x="2309813" y="1509713"/>
            <a:ext cx="7699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CH1</a:t>
            </a:r>
          </a:p>
        </p:txBody>
      </p:sp>
      <p:sp>
        <p:nvSpPr>
          <p:cNvPr id="56330" name="Rectangle 10"/>
          <p:cNvSpPr>
            <a:spLocks noChangeArrowheads="1"/>
          </p:cNvSpPr>
          <p:nvPr/>
        </p:nvSpPr>
        <p:spPr bwMode="auto">
          <a:xfrm>
            <a:off x="3006725" y="1509713"/>
            <a:ext cx="79057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CH2</a:t>
            </a:r>
          </a:p>
        </p:txBody>
      </p:sp>
      <p:sp>
        <p:nvSpPr>
          <p:cNvPr id="56331" name="Rectangle 11"/>
          <p:cNvSpPr>
            <a:spLocks noChangeArrowheads="1"/>
          </p:cNvSpPr>
          <p:nvPr/>
        </p:nvSpPr>
        <p:spPr bwMode="auto">
          <a:xfrm>
            <a:off x="3797300" y="1492250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</a:p>
        </p:txBody>
      </p:sp>
      <p:sp>
        <p:nvSpPr>
          <p:cNvPr id="56332" name="Rectangle 12"/>
          <p:cNvSpPr>
            <a:spLocks noChangeArrowheads="1"/>
          </p:cNvSpPr>
          <p:nvPr/>
        </p:nvSpPr>
        <p:spPr bwMode="auto">
          <a:xfrm>
            <a:off x="1558925" y="1492250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</p:txBody>
      </p:sp>
      <p:sp>
        <p:nvSpPr>
          <p:cNvPr id="56333" name="Rectangle 13"/>
          <p:cNvSpPr>
            <a:spLocks noChangeArrowheads="1"/>
          </p:cNvSpPr>
          <p:nvPr/>
        </p:nvSpPr>
        <p:spPr bwMode="auto">
          <a:xfrm>
            <a:off x="587375" y="4852988"/>
            <a:ext cx="78263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</p:txBody>
      </p:sp>
      <p:sp>
        <p:nvSpPr>
          <p:cNvPr id="56334" name="Rectangle 14"/>
          <p:cNvSpPr>
            <a:spLocks noChangeArrowheads="1"/>
          </p:cNvSpPr>
          <p:nvPr/>
        </p:nvSpPr>
        <p:spPr bwMode="auto">
          <a:xfrm>
            <a:off x="4778375" y="4852988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</a:p>
        </p:txBody>
      </p:sp>
      <p:sp>
        <p:nvSpPr>
          <p:cNvPr id="56335" name="Rectangle 15"/>
          <p:cNvSpPr>
            <a:spLocks noChangeArrowheads="1"/>
          </p:cNvSpPr>
          <p:nvPr/>
        </p:nvSpPr>
        <p:spPr bwMode="auto">
          <a:xfrm>
            <a:off x="3324225" y="2513013"/>
            <a:ext cx="78263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</p:txBody>
      </p:sp>
      <p:sp>
        <p:nvSpPr>
          <p:cNvPr id="56336" name="Rectangle 16"/>
          <p:cNvSpPr>
            <a:spLocks noChangeArrowheads="1"/>
          </p:cNvSpPr>
          <p:nvPr/>
        </p:nvSpPr>
        <p:spPr bwMode="auto">
          <a:xfrm>
            <a:off x="1619250" y="2513013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</a:p>
        </p:txBody>
      </p:sp>
      <p:grpSp>
        <p:nvGrpSpPr>
          <p:cNvPr id="56337" name="Group 17"/>
          <p:cNvGrpSpPr>
            <a:grpSpLocks/>
          </p:cNvGrpSpPr>
          <p:nvPr/>
        </p:nvGrpSpPr>
        <p:grpSpPr bwMode="auto">
          <a:xfrm>
            <a:off x="1446213" y="5235575"/>
            <a:ext cx="325437" cy="361950"/>
            <a:chOff x="1860" y="3539"/>
            <a:chExt cx="222" cy="240"/>
          </a:xfrm>
        </p:grpSpPr>
        <p:sp>
          <p:nvSpPr>
            <p:cNvPr id="56412" name="Line 18"/>
            <p:cNvSpPr>
              <a:spLocks noChangeShapeType="1"/>
            </p:cNvSpPr>
            <p:nvPr/>
          </p:nvSpPr>
          <p:spPr bwMode="auto">
            <a:xfrm>
              <a:off x="1874" y="3539"/>
              <a:ext cx="18" cy="24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413" name="Line 19"/>
            <p:cNvSpPr>
              <a:spLocks noChangeShapeType="1"/>
            </p:cNvSpPr>
            <p:nvPr/>
          </p:nvSpPr>
          <p:spPr bwMode="auto">
            <a:xfrm>
              <a:off x="1860" y="3550"/>
              <a:ext cx="222" cy="7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338" name="Group 20"/>
          <p:cNvGrpSpPr>
            <a:grpSpLocks/>
          </p:cNvGrpSpPr>
          <p:nvPr/>
        </p:nvGrpSpPr>
        <p:grpSpPr bwMode="auto">
          <a:xfrm>
            <a:off x="1598613" y="2595563"/>
            <a:ext cx="239712" cy="361950"/>
            <a:chOff x="1970" y="1794"/>
            <a:chExt cx="164" cy="240"/>
          </a:xfrm>
        </p:grpSpPr>
        <p:sp>
          <p:nvSpPr>
            <p:cNvPr id="56410" name="Line 21"/>
            <p:cNvSpPr>
              <a:spLocks noChangeShapeType="1"/>
            </p:cNvSpPr>
            <p:nvPr/>
          </p:nvSpPr>
          <p:spPr bwMode="auto">
            <a:xfrm flipV="1">
              <a:off x="1970" y="1794"/>
              <a:ext cx="16" cy="23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411" name="Line 22"/>
            <p:cNvSpPr>
              <a:spLocks noChangeShapeType="1"/>
            </p:cNvSpPr>
            <p:nvPr/>
          </p:nvSpPr>
          <p:spPr bwMode="auto">
            <a:xfrm flipV="1">
              <a:off x="1978" y="1894"/>
              <a:ext cx="156" cy="14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339" name="Group 23"/>
          <p:cNvGrpSpPr>
            <a:grpSpLocks/>
          </p:cNvGrpSpPr>
          <p:nvPr/>
        </p:nvGrpSpPr>
        <p:grpSpPr bwMode="auto">
          <a:xfrm>
            <a:off x="1903413" y="1981200"/>
            <a:ext cx="350837" cy="246063"/>
            <a:chOff x="2172" y="1376"/>
            <a:chExt cx="240" cy="164"/>
          </a:xfrm>
        </p:grpSpPr>
        <p:sp>
          <p:nvSpPr>
            <p:cNvPr id="56408" name="Line 24"/>
            <p:cNvSpPr>
              <a:spLocks noChangeShapeType="1"/>
            </p:cNvSpPr>
            <p:nvPr/>
          </p:nvSpPr>
          <p:spPr bwMode="auto">
            <a:xfrm flipH="1">
              <a:off x="2172" y="1376"/>
              <a:ext cx="232" cy="1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409" name="Line 25"/>
            <p:cNvSpPr>
              <a:spLocks noChangeShapeType="1"/>
            </p:cNvSpPr>
            <p:nvPr/>
          </p:nvSpPr>
          <p:spPr bwMode="auto">
            <a:xfrm flipH="1">
              <a:off x="2272" y="1384"/>
              <a:ext cx="140" cy="15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340" name="Group 26"/>
          <p:cNvGrpSpPr>
            <a:grpSpLocks/>
          </p:cNvGrpSpPr>
          <p:nvPr/>
        </p:nvGrpSpPr>
        <p:grpSpPr bwMode="auto">
          <a:xfrm>
            <a:off x="3963988" y="2338388"/>
            <a:ext cx="247650" cy="257175"/>
            <a:chOff x="3579" y="1613"/>
            <a:chExt cx="170" cy="171"/>
          </a:xfrm>
        </p:grpSpPr>
        <p:sp>
          <p:nvSpPr>
            <p:cNvPr id="56406" name="Line 27"/>
            <p:cNvSpPr>
              <a:spLocks noChangeShapeType="1"/>
            </p:cNvSpPr>
            <p:nvPr/>
          </p:nvSpPr>
          <p:spPr bwMode="auto">
            <a:xfrm>
              <a:off x="3579" y="1627"/>
              <a:ext cx="67" cy="15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407" name="Line 28"/>
            <p:cNvSpPr>
              <a:spLocks noChangeShapeType="1"/>
            </p:cNvSpPr>
            <p:nvPr/>
          </p:nvSpPr>
          <p:spPr bwMode="auto">
            <a:xfrm>
              <a:off x="3587" y="1613"/>
              <a:ext cx="162" cy="1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341" name="Group 29"/>
          <p:cNvGrpSpPr>
            <a:grpSpLocks/>
          </p:cNvGrpSpPr>
          <p:nvPr/>
        </p:nvGrpSpPr>
        <p:grpSpPr bwMode="auto">
          <a:xfrm>
            <a:off x="4548188" y="2462213"/>
            <a:ext cx="307975" cy="341312"/>
            <a:chOff x="3978" y="1696"/>
            <a:chExt cx="211" cy="227"/>
          </a:xfrm>
        </p:grpSpPr>
        <p:sp>
          <p:nvSpPr>
            <p:cNvPr id="56404" name="Line 30"/>
            <p:cNvSpPr>
              <a:spLocks noChangeShapeType="1"/>
            </p:cNvSpPr>
            <p:nvPr/>
          </p:nvSpPr>
          <p:spPr bwMode="auto">
            <a:xfrm flipH="1" flipV="1">
              <a:off x="3978" y="1788"/>
              <a:ext cx="206" cy="12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405" name="Line 31"/>
            <p:cNvSpPr>
              <a:spLocks noChangeShapeType="1"/>
            </p:cNvSpPr>
            <p:nvPr/>
          </p:nvSpPr>
          <p:spPr bwMode="auto">
            <a:xfrm flipH="1" flipV="1">
              <a:off x="4118" y="1696"/>
              <a:ext cx="71" cy="22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6342" name="Line 32"/>
          <p:cNvSpPr>
            <a:spLocks noChangeShapeType="1"/>
          </p:cNvSpPr>
          <p:nvPr/>
        </p:nvSpPr>
        <p:spPr bwMode="auto">
          <a:xfrm flipH="1">
            <a:off x="3759200" y="5410200"/>
            <a:ext cx="385763" cy="333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3" name="Line 33"/>
          <p:cNvSpPr>
            <a:spLocks noChangeShapeType="1"/>
          </p:cNvSpPr>
          <p:nvPr/>
        </p:nvSpPr>
        <p:spPr bwMode="auto">
          <a:xfrm flipH="1">
            <a:off x="3857625" y="5399088"/>
            <a:ext cx="271463" cy="2857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4" name="Rectangle 34"/>
          <p:cNvSpPr>
            <a:spLocks noChangeArrowheads="1"/>
          </p:cNvSpPr>
          <p:nvPr/>
        </p:nvSpPr>
        <p:spPr bwMode="auto">
          <a:xfrm>
            <a:off x="1354138" y="2933700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</p:txBody>
      </p:sp>
      <p:sp>
        <p:nvSpPr>
          <p:cNvPr id="56345" name="Rectangle 35"/>
          <p:cNvSpPr>
            <a:spLocks noChangeArrowheads="1"/>
          </p:cNvSpPr>
          <p:nvPr/>
        </p:nvSpPr>
        <p:spPr bwMode="auto">
          <a:xfrm>
            <a:off x="3792538" y="2933700"/>
            <a:ext cx="782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</a:p>
        </p:txBody>
      </p:sp>
      <p:sp>
        <p:nvSpPr>
          <p:cNvPr id="56346" name="Rectangle 36"/>
          <p:cNvSpPr>
            <a:spLocks noChangeArrowheads="1"/>
          </p:cNvSpPr>
          <p:nvPr/>
        </p:nvSpPr>
        <p:spPr bwMode="auto">
          <a:xfrm>
            <a:off x="1252538" y="4506913"/>
            <a:ext cx="782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</a:p>
        </p:txBody>
      </p:sp>
      <p:sp>
        <p:nvSpPr>
          <p:cNvPr id="56347" name="Rectangle 37"/>
          <p:cNvSpPr>
            <a:spLocks noChangeArrowheads="1"/>
          </p:cNvSpPr>
          <p:nvPr/>
        </p:nvSpPr>
        <p:spPr bwMode="auto">
          <a:xfrm>
            <a:off x="3803650" y="4521200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</p:txBody>
      </p:sp>
      <p:sp>
        <p:nvSpPr>
          <p:cNvPr id="56348" name="Line 38"/>
          <p:cNvSpPr>
            <a:spLocks noChangeShapeType="1"/>
          </p:cNvSpPr>
          <p:nvPr/>
        </p:nvSpPr>
        <p:spPr bwMode="auto">
          <a:xfrm>
            <a:off x="4135438" y="4879975"/>
            <a:ext cx="0" cy="32861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9" name="Line 39"/>
          <p:cNvSpPr>
            <a:spLocks noChangeShapeType="1"/>
          </p:cNvSpPr>
          <p:nvPr/>
        </p:nvSpPr>
        <p:spPr bwMode="auto">
          <a:xfrm>
            <a:off x="1995488" y="4879975"/>
            <a:ext cx="0" cy="32861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0" name="Line 40"/>
          <p:cNvSpPr>
            <a:spLocks noChangeShapeType="1"/>
          </p:cNvSpPr>
          <p:nvPr/>
        </p:nvSpPr>
        <p:spPr bwMode="auto">
          <a:xfrm>
            <a:off x="2005013" y="5043488"/>
            <a:ext cx="214947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1" name="Line 41"/>
          <p:cNvSpPr>
            <a:spLocks noChangeShapeType="1"/>
          </p:cNvSpPr>
          <p:nvPr/>
        </p:nvSpPr>
        <p:spPr bwMode="auto">
          <a:xfrm>
            <a:off x="3049588" y="3059113"/>
            <a:ext cx="0" cy="198437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2" name="Line 42"/>
          <p:cNvSpPr>
            <a:spLocks noChangeShapeType="1"/>
          </p:cNvSpPr>
          <p:nvPr/>
        </p:nvSpPr>
        <p:spPr bwMode="auto">
          <a:xfrm>
            <a:off x="3944938" y="2908300"/>
            <a:ext cx="0" cy="32861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3" name="Rectangle 43"/>
          <p:cNvSpPr>
            <a:spLocks noChangeArrowheads="1"/>
          </p:cNvSpPr>
          <p:nvPr/>
        </p:nvSpPr>
        <p:spPr bwMode="auto">
          <a:xfrm>
            <a:off x="2620963" y="2503488"/>
            <a:ext cx="10080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End  B</a:t>
            </a:r>
          </a:p>
        </p:txBody>
      </p:sp>
      <p:sp>
        <p:nvSpPr>
          <p:cNvPr id="56354" name="Rectangle 44"/>
          <p:cNvSpPr>
            <a:spLocks noChangeArrowheads="1"/>
          </p:cNvSpPr>
          <p:nvPr/>
        </p:nvSpPr>
        <p:spPr bwMode="auto">
          <a:xfrm>
            <a:off x="1603375" y="3808413"/>
            <a:ext cx="105568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End  C</a:t>
            </a:r>
          </a:p>
        </p:txBody>
      </p:sp>
      <p:sp>
        <p:nvSpPr>
          <p:cNvPr id="56355" name="Rectangle 45"/>
          <p:cNvSpPr>
            <a:spLocks noChangeArrowheads="1"/>
          </p:cNvSpPr>
          <p:nvPr/>
        </p:nvSpPr>
        <p:spPr bwMode="auto">
          <a:xfrm>
            <a:off x="3582988" y="3808413"/>
            <a:ext cx="10080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End  A</a:t>
            </a:r>
          </a:p>
        </p:txBody>
      </p:sp>
      <p:sp>
        <p:nvSpPr>
          <p:cNvPr id="56356" name="Line 46"/>
          <p:cNvSpPr>
            <a:spLocks noChangeShapeType="1"/>
          </p:cNvSpPr>
          <p:nvPr/>
        </p:nvSpPr>
        <p:spPr bwMode="auto">
          <a:xfrm flipV="1">
            <a:off x="2339975" y="4244975"/>
            <a:ext cx="0" cy="817563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7" name="Line 47"/>
          <p:cNvSpPr>
            <a:spLocks noChangeShapeType="1"/>
          </p:cNvSpPr>
          <p:nvPr/>
        </p:nvSpPr>
        <p:spPr bwMode="auto">
          <a:xfrm flipV="1">
            <a:off x="2722563" y="3751263"/>
            <a:ext cx="0" cy="12954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8" name="Line 48"/>
          <p:cNvSpPr>
            <a:spLocks noChangeShapeType="1"/>
          </p:cNvSpPr>
          <p:nvPr/>
        </p:nvSpPr>
        <p:spPr bwMode="auto">
          <a:xfrm flipH="1">
            <a:off x="1535113" y="4241800"/>
            <a:ext cx="83185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9" name="Line 49"/>
          <p:cNvSpPr>
            <a:spLocks noChangeShapeType="1"/>
          </p:cNvSpPr>
          <p:nvPr/>
        </p:nvSpPr>
        <p:spPr bwMode="auto">
          <a:xfrm flipH="1">
            <a:off x="1535113" y="3771900"/>
            <a:ext cx="118745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60" name="Line 50"/>
          <p:cNvSpPr>
            <a:spLocks noChangeShapeType="1"/>
          </p:cNvSpPr>
          <p:nvPr/>
        </p:nvSpPr>
        <p:spPr bwMode="auto">
          <a:xfrm flipV="1">
            <a:off x="3778250" y="4244975"/>
            <a:ext cx="0" cy="7937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61" name="Line 51"/>
          <p:cNvSpPr>
            <a:spLocks noChangeShapeType="1"/>
          </p:cNvSpPr>
          <p:nvPr/>
        </p:nvSpPr>
        <p:spPr bwMode="auto">
          <a:xfrm flipV="1">
            <a:off x="3395663" y="3746500"/>
            <a:ext cx="0" cy="1290638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62" name="Line 52"/>
          <p:cNvSpPr>
            <a:spLocks noChangeShapeType="1"/>
          </p:cNvSpPr>
          <p:nvPr/>
        </p:nvSpPr>
        <p:spPr bwMode="auto">
          <a:xfrm>
            <a:off x="3756025" y="4237038"/>
            <a:ext cx="823913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63" name="Line 53"/>
          <p:cNvSpPr>
            <a:spLocks noChangeShapeType="1"/>
          </p:cNvSpPr>
          <p:nvPr/>
        </p:nvSpPr>
        <p:spPr bwMode="auto">
          <a:xfrm>
            <a:off x="3395663" y="3762375"/>
            <a:ext cx="1160462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246" name="Rectangle 54"/>
          <p:cNvSpPr>
            <a:spLocks noChangeArrowheads="1"/>
          </p:cNvSpPr>
          <p:nvPr/>
        </p:nvSpPr>
        <p:spPr bwMode="auto">
          <a:xfrm>
            <a:off x="528638" y="3062288"/>
            <a:ext cx="1066800" cy="172878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20392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25400" algn="ctr">
            <a:solidFill>
              <a:srgbClr val="E47F00"/>
            </a:solidFill>
            <a:miter lim="800000"/>
            <a:headEnd/>
            <a:tailEnd/>
          </a:ln>
          <a:effectLst/>
        </p:spPr>
        <p:txBody>
          <a:bodyPr wrap="none" lIns="74612" tIns="36512" rIns="74612" bIns="36512" anchor="ctr"/>
          <a:lstStyle/>
          <a:p>
            <a:pPr algn="ctr">
              <a:defRPr/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6365" name="Rectangle 55"/>
          <p:cNvSpPr>
            <a:spLocks noChangeArrowheads="1"/>
          </p:cNvSpPr>
          <p:nvPr/>
        </p:nvSpPr>
        <p:spPr bwMode="auto">
          <a:xfrm>
            <a:off x="635000" y="3716338"/>
            <a:ext cx="85407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P54x</a:t>
            </a:r>
          </a:p>
        </p:txBody>
      </p:sp>
      <p:sp>
        <p:nvSpPr>
          <p:cNvPr id="56366" name="Rectangle 56"/>
          <p:cNvSpPr>
            <a:spLocks noChangeArrowheads="1"/>
          </p:cNvSpPr>
          <p:nvPr/>
        </p:nvSpPr>
        <p:spPr bwMode="auto">
          <a:xfrm>
            <a:off x="677863" y="4330700"/>
            <a:ext cx="7683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CH1</a:t>
            </a:r>
          </a:p>
        </p:txBody>
      </p:sp>
      <p:sp>
        <p:nvSpPr>
          <p:cNvPr id="56367" name="Rectangle 57"/>
          <p:cNvSpPr>
            <a:spLocks noChangeArrowheads="1"/>
          </p:cNvSpPr>
          <p:nvPr/>
        </p:nvSpPr>
        <p:spPr bwMode="auto">
          <a:xfrm>
            <a:off x="669925" y="3144838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CH2</a:t>
            </a:r>
          </a:p>
        </p:txBody>
      </p:sp>
      <p:sp>
        <p:nvSpPr>
          <p:cNvPr id="1032250" name="Rectangle 58"/>
          <p:cNvSpPr>
            <a:spLocks noChangeArrowheads="1"/>
          </p:cNvSpPr>
          <p:nvPr/>
        </p:nvSpPr>
        <p:spPr bwMode="auto">
          <a:xfrm>
            <a:off x="4568825" y="3062288"/>
            <a:ext cx="1066800" cy="172878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20392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25400" algn="ctr">
            <a:solidFill>
              <a:srgbClr val="E47F00"/>
            </a:solidFill>
            <a:miter lim="800000"/>
            <a:headEnd/>
            <a:tailEnd/>
          </a:ln>
          <a:effectLst/>
        </p:spPr>
        <p:txBody>
          <a:bodyPr wrap="none" lIns="74612" tIns="36512" rIns="74612" bIns="36512" anchor="ctr"/>
          <a:lstStyle/>
          <a:p>
            <a:pPr algn="ctr">
              <a:defRPr/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6369" name="Rectangle 59"/>
          <p:cNvSpPr>
            <a:spLocks noChangeArrowheads="1"/>
          </p:cNvSpPr>
          <p:nvPr/>
        </p:nvSpPr>
        <p:spPr bwMode="auto">
          <a:xfrm>
            <a:off x="4672013" y="3716338"/>
            <a:ext cx="85407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P54x</a:t>
            </a:r>
          </a:p>
        </p:txBody>
      </p:sp>
      <p:sp>
        <p:nvSpPr>
          <p:cNvPr id="56370" name="Rectangle 60"/>
          <p:cNvSpPr>
            <a:spLocks noChangeArrowheads="1"/>
          </p:cNvSpPr>
          <p:nvPr/>
        </p:nvSpPr>
        <p:spPr bwMode="auto">
          <a:xfrm>
            <a:off x="4714875" y="4330700"/>
            <a:ext cx="7683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CH2</a:t>
            </a:r>
          </a:p>
        </p:txBody>
      </p:sp>
      <p:sp>
        <p:nvSpPr>
          <p:cNvPr id="56371" name="Rectangle 61"/>
          <p:cNvSpPr>
            <a:spLocks noChangeArrowheads="1"/>
          </p:cNvSpPr>
          <p:nvPr/>
        </p:nvSpPr>
        <p:spPr bwMode="auto">
          <a:xfrm>
            <a:off x="4706938" y="3144838"/>
            <a:ext cx="784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CH1</a:t>
            </a:r>
          </a:p>
        </p:txBody>
      </p:sp>
      <p:sp>
        <p:nvSpPr>
          <p:cNvPr id="56372" name="Rectangle 62"/>
          <p:cNvSpPr>
            <a:spLocks noChangeArrowheads="1"/>
          </p:cNvSpPr>
          <p:nvPr/>
        </p:nvSpPr>
        <p:spPr bwMode="auto">
          <a:xfrm>
            <a:off x="225425" y="2686050"/>
            <a:ext cx="78263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  <a:endParaRPr lang="en-US" altLang="en-US" sz="2200" b="1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373" name="Rectangle 63"/>
          <p:cNvSpPr>
            <a:spLocks noChangeArrowheads="1"/>
          </p:cNvSpPr>
          <p:nvPr/>
        </p:nvSpPr>
        <p:spPr bwMode="auto">
          <a:xfrm>
            <a:off x="4813300" y="2686050"/>
            <a:ext cx="78263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550" tIns="41275" rIns="82550" bIns="41275">
            <a:spAutoFit/>
          </a:bodyPr>
          <a:lstStyle>
            <a:lvl1pPr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 defTabSz="739775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defTabSz="739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</p:txBody>
      </p:sp>
      <p:grpSp>
        <p:nvGrpSpPr>
          <p:cNvPr id="56374" name="Group 64"/>
          <p:cNvGrpSpPr>
            <a:grpSpLocks/>
          </p:cNvGrpSpPr>
          <p:nvPr/>
        </p:nvGrpSpPr>
        <p:grpSpPr bwMode="auto">
          <a:xfrm flipV="1">
            <a:off x="3227388" y="2933700"/>
            <a:ext cx="379412" cy="230188"/>
            <a:chOff x="1620" y="874"/>
            <a:chExt cx="890" cy="531"/>
          </a:xfrm>
        </p:grpSpPr>
        <p:sp>
          <p:nvSpPr>
            <p:cNvPr id="56397" name="Arc 65"/>
            <p:cNvSpPr>
              <a:spLocks/>
            </p:cNvSpPr>
            <p:nvPr/>
          </p:nvSpPr>
          <p:spPr bwMode="auto">
            <a:xfrm>
              <a:off x="1621" y="874"/>
              <a:ext cx="226" cy="169"/>
            </a:xfrm>
            <a:custGeom>
              <a:avLst/>
              <a:gdLst>
                <a:gd name="T0" fmla="*/ 0 w 21597"/>
                <a:gd name="T1" fmla="*/ 0 h 21598"/>
                <a:gd name="T2" fmla="*/ 0 w 21597"/>
                <a:gd name="T3" fmla="*/ 0 h 21598"/>
                <a:gd name="T4" fmla="*/ 0 w 21597"/>
                <a:gd name="T5" fmla="*/ 0 h 21598"/>
                <a:gd name="T6" fmla="*/ 0 60000 65536"/>
                <a:gd name="T7" fmla="*/ 0 60000 65536"/>
                <a:gd name="T8" fmla="*/ 0 60000 65536"/>
                <a:gd name="T9" fmla="*/ 0 w 21597"/>
                <a:gd name="T10" fmla="*/ 0 h 21598"/>
                <a:gd name="T11" fmla="*/ 21597 w 21597"/>
                <a:gd name="T12" fmla="*/ 21598 h 215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7" h="21598" fill="none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</a:path>
                <a:path w="21597" h="21598" stroke="0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  <a:lnTo>
                    <a:pt x="21597" y="21598"/>
                  </a:lnTo>
                  <a:lnTo>
                    <a:pt x="0" y="21216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98" name="Arc 66"/>
            <p:cNvSpPr>
              <a:spLocks/>
            </p:cNvSpPr>
            <p:nvPr/>
          </p:nvSpPr>
          <p:spPr bwMode="auto">
            <a:xfrm>
              <a:off x="1833" y="874"/>
              <a:ext cx="233" cy="172"/>
            </a:xfrm>
            <a:custGeom>
              <a:avLst/>
              <a:gdLst>
                <a:gd name="T0" fmla="*/ 0 w 21903"/>
                <a:gd name="T1" fmla="*/ 0 h 21600"/>
                <a:gd name="T2" fmla="*/ 0 w 21903"/>
                <a:gd name="T3" fmla="*/ 0 h 21600"/>
                <a:gd name="T4" fmla="*/ 0 w 21903"/>
                <a:gd name="T5" fmla="*/ 0 h 21600"/>
                <a:gd name="T6" fmla="*/ 0 60000 65536"/>
                <a:gd name="T7" fmla="*/ 0 60000 65536"/>
                <a:gd name="T8" fmla="*/ 0 60000 65536"/>
                <a:gd name="T9" fmla="*/ 0 w 21903"/>
                <a:gd name="T10" fmla="*/ 0 h 21600"/>
                <a:gd name="T11" fmla="*/ 21903 w 219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03" h="21600" fill="none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</a:path>
                <a:path w="21903" h="21600" stroke="0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  <a:lnTo>
                    <a:pt x="306" y="2160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99" name="Line 67"/>
            <p:cNvSpPr>
              <a:spLocks noChangeShapeType="1"/>
            </p:cNvSpPr>
            <p:nvPr/>
          </p:nvSpPr>
          <p:spPr bwMode="auto">
            <a:xfrm>
              <a:off x="2064" y="1043"/>
              <a:ext cx="0" cy="163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400" name="Line 68"/>
            <p:cNvSpPr>
              <a:spLocks noChangeShapeType="1"/>
            </p:cNvSpPr>
            <p:nvPr/>
          </p:nvSpPr>
          <p:spPr bwMode="auto">
            <a:xfrm>
              <a:off x="1620" y="1040"/>
              <a:ext cx="0" cy="359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401" name="Line 69"/>
            <p:cNvSpPr>
              <a:spLocks noChangeShapeType="1"/>
            </p:cNvSpPr>
            <p:nvPr/>
          </p:nvSpPr>
          <p:spPr bwMode="auto">
            <a:xfrm>
              <a:off x="2508" y="1046"/>
              <a:ext cx="0" cy="359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402" name="Arc 70"/>
            <p:cNvSpPr>
              <a:spLocks/>
            </p:cNvSpPr>
            <p:nvPr/>
          </p:nvSpPr>
          <p:spPr bwMode="auto">
            <a:xfrm>
              <a:off x="2065" y="874"/>
              <a:ext cx="226" cy="169"/>
            </a:xfrm>
            <a:custGeom>
              <a:avLst/>
              <a:gdLst>
                <a:gd name="T0" fmla="*/ 0 w 21597"/>
                <a:gd name="T1" fmla="*/ 0 h 21598"/>
                <a:gd name="T2" fmla="*/ 0 w 21597"/>
                <a:gd name="T3" fmla="*/ 0 h 21598"/>
                <a:gd name="T4" fmla="*/ 0 w 21597"/>
                <a:gd name="T5" fmla="*/ 0 h 21598"/>
                <a:gd name="T6" fmla="*/ 0 60000 65536"/>
                <a:gd name="T7" fmla="*/ 0 60000 65536"/>
                <a:gd name="T8" fmla="*/ 0 60000 65536"/>
                <a:gd name="T9" fmla="*/ 0 w 21597"/>
                <a:gd name="T10" fmla="*/ 0 h 21598"/>
                <a:gd name="T11" fmla="*/ 21597 w 21597"/>
                <a:gd name="T12" fmla="*/ 21598 h 215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7" h="21598" fill="none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</a:path>
                <a:path w="21597" h="21598" stroke="0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  <a:lnTo>
                    <a:pt x="21597" y="21598"/>
                  </a:lnTo>
                  <a:lnTo>
                    <a:pt x="0" y="21216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403" name="Arc 71"/>
            <p:cNvSpPr>
              <a:spLocks/>
            </p:cNvSpPr>
            <p:nvPr/>
          </p:nvSpPr>
          <p:spPr bwMode="auto">
            <a:xfrm>
              <a:off x="2277" y="874"/>
              <a:ext cx="233" cy="172"/>
            </a:xfrm>
            <a:custGeom>
              <a:avLst/>
              <a:gdLst>
                <a:gd name="T0" fmla="*/ 0 w 21903"/>
                <a:gd name="T1" fmla="*/ 0 h 21600"/>
                <a:gd name="T2" fmla="*/ 0 w 21903"/>
                <a:gd name="T3" fmla="*/ 0 h 21600"/>
                <a:gd name="T4" fmla="*/ 0 w 21903"/>
                <a:gd name="T5" fmla="*/ 0 h 21600"/>
                <a:gd name="T6" fmla="*/ 0 60000 65536"/>
                <a:gd name="T7" fmla="*/ 0 60000 65536"/>
                <a:gd name="T8" fmla="*/ 0 60000 65536"/>
                <a:gd name="T9" fmla="*/ 0 w 21903"/>
                <a:gd name="T10" fmla="*/ 0 h 21600"/>
                <a:gd name="T11" fmla="*/ 21903 w 219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03" h="21600" fill="none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</a:path>
                <a:path w="21903" h="21600" stroke="0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  <a:lnTo>
                    <a:pt x="306" y="2160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375" name="Group 72"/>
          <p:cNvGrpSpPr>
            <a:grpSpLocks/>
          </p:cNvGrpSpPr>
          <p:nvPr/>
        </p:nvGrpSpPr>
        <p:grpSpPr bwMode="auto">
          <a:xfrm flipV="1">
            <a:off x="2336800" y="4914900"/>
            <a:ext cx="379413" cy="230188"/>
            <a:chOff x="1620" y="874"/>
            <a:chExt cx="890" cy="531"/>
          </a:xfrm>
        </p:grpSpPr>
        <p:sp>
          <p:nvSpPr>
            <p:cNvPr id="56390" name="Arc 73"/>
            <p:cNvSpPr>
              <a:spLocks/>
            </p:cNvSpPr>
            <p:nvPr/>
          </p:nvSpPr>
          <p:spPr bwMode="auto">
            <a:xfrm>
              <a:off x="1621" y="874"/>
              <a:ext cx="226" cy="169"/>
            </a:xfrm>
            <a:custGeom>
              <a:avLst/>
              <a:gdLst>
                <a:gd name="T0" fmla="*/ 0 w 21597"/>
                <a:gd name="T1" fmla="*/ 0 h 21598"/>
                <a:gd name="T2" fmla="*/ 0 w 21597"/>
                <a:gd name="T3" fmla="*/ 0 h 21598"/>
                <a:gd name="T4" fmla="*/ 0 w 21597"/>
                <a:gd name="T5" fmla="*/ 0 h 21598"/>
                <a:gd name="T6" fmla="*/ 0 60000 65536"/>
                <a:gd name="T7" fmla="*/ 0 60000 65536"/>
                <a:gd name="T8" fmla="*/ 0 60000 65536"/>
                <a:gd name="T9" fmla="*/ 0 w 21597"/>
                <a:gd name="T10" fmla="*/ 0 h 21598"/>
                <a:gd name="T11" fmla="*/ 21597 w 21597"/>
                <a:gd name="T12" fmla="*/ 21598 h 215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7" h="21598" fill="none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</a:path>
                <a:path w="21597" h="21598" stroke="0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  <a:lnTo>
                    <a:pt x="21597" y="21598"/>
                  </a:lnTo>
                  <a:lnTo>
                    <a:pt x="0" y="21216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91" name="Arc 74"/>
            <p:cNvSpPr>
              <a:spLocks/>
            </p:cNvSpPr>
            <p:nvPr/>
          </p:nvSpPr>
          <p:spPr bwMode="auto">
            <a:xfrm>
              <a:off x="1833" y="874"/>
              <a:ext cx="233" cy="172"/>
            </a:xfrm>
            <a:custGeom>
              <a:avLst/>
              <a:gdLst>
                <a:gd name="T0" fmla="*/ 0 w 21903"/>
                <a:gd name="T1" fmla="*/ 0 h 21600"/>
                <a:gd name="T2" fmla="*/ 0 w 21903"/>
                <a:gd name="T3" fmla="*/ 0 h 21600"/>
                <a:gd name="T4" fmla="*/ 0 w 21903"/>
                <a:gd name="T5" fmla="*/ 0 h 21600"/>
                <a:gd name="T6" fmla="*/ 0 60000 65536"/>
                <a:gd name="T7" fmla="*/ 0 60000 65536"/>
                <a:gd name="T8" fmla="*/ 0 60000 65536"/>
                <a:gd name="T9" fmla="*/ 0 w 21903"/>
                <a:gd name="T10" fmla="*/ 0 h 21600"/>
                <a:gd name="T11" fmla="*/ 21903 w 219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03" h="21600" fill="none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</a:path>
                <a:path w="21903" h="21600" stroke="0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  <a:lnTo>
                    <a:pt x="306" y="2160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92" name="Line 75"/>
            <p:cNvSpPr>
              <a:spLocks noChangeShapeType="1"/>
            </p:cNvSpPr>
            <p:nvPr/>
          </p:nvSpPr>
          <p:spPr bwMode="auto">
            <a:xfrm>
              <a:off x="2064" y="1043"/>
              <a:ext cx="0" cy="163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93" name="Line 76"/>
            <p:cNvSpPr>
              <a:spLocks noChangeShapeType="1"/>
            </p:cNvSpPr>
            <p:nvPr/>
          </p:nvSpPr>
          <p:spPr bwMode="auto">
            <a:xfrm>
              <a:off x="1620" y="1040"/>
              <a:ext cx="0" cy="359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94" name="Line 77"/>
            <p:cNvSpPr>
              <a:spLocks noChangeShapeType="1"/>
            </p:cNvSpPr>
            <p:nvPr/>
          </p:nvSpPr>
          <p:spPr bwMode="auto">
            <a:xfrm>
              <a:off x="2508" y="1046"/>
              <a:ext cx="0" cy="359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95" name="Arc 78"/>
            <p:cNvSpPr>
              <a:spLocks/>
            </p:cNvSpPr>
            <p:nvPr/>
          </p:nvSpPr>
          <p:spPr bwMode="auto">
            <a:xfrm>
              <a:off x="2065" y="874"/>
              <a:ext cx="226" cy="169"/>
            </a:xfrm>
            <a:custGeom>
              <a:avLst/>
              <a:gdLst>
                <a:gd name="T0" fmla="*/ 0 w 21597"/>
                <a:gd name="T1" fmla="*/ 0 h 21598"/>
                <a:gd name="T2" fmla="*/ 0 w 21597"/>
                <a:gd name="T3" fmla="*/ 0 h 21598"/>
                <a:gd name="T4" fmla="*/ 0 w 21597"/>
                <a:gd name="T5" fmla="*/ 0 h 21598"/>
                <a:gd name="T6" fmla="*/ 0 60000 65536"/>
                <a:gd name="T7" fmla="*/ 0 60000 65536"/>
                <a:gd name="T8" fmla="*/ 0 60000 65536"/>
                <a:gd name="T9" fmla="*/ 0 w 21597"/>
                <a:gd name="T10" fmla="*/ 0 h 21598"/>
                <a:gd name="T11" fmla="*/ 21597 w 21597"/>
                <a:gd name="T12" fmla="*/ 21598 h 215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7" h="21598" fill="none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</a:path>
                <a:path w="21597" h="21598" stroke="0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  <a:lnTo>
                    <a:pt x="21597" y="21598"/>
                  </a:lnTo>
                  <a:lnTo>
                    <a:pt x="0" y="21216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96" name="Arc 79"/>
            <p:cNvSpPr>
              <a:spLocks/>
            </p:cNvSpPr>
            <p:nvPr/>
          </p:nvSpPr>
          <p:spPr bwMode="auto">
            <a:xfrm>
              <a:off x="2277" y="874"/>
              <a:ext cx="233" cy="172"/>
            </a:xfrm>
            <a:custGeom>
              <a:avLst/>
              <a:gdLst>
                <a:gd name="T0" fmla="*/ 0 w 21903"/>
                <a:gd name="T1" fmla="*/ 0 h 21600"/>
                <a:gd name="T2" fmla="*/ 0 w 21903"/>
                <a:gd name="T3" fmla="*/ 0 h 21600"/>
                <a:gd name="T4" fmla="*/ 0 w 21903"/>
                <a:gd name="T5" fmla="*/ 0 h 21600"/>
                <a:gd name="T6" fmla="*/ 0 60000 65536"/>
                <a:gd name="T7" fmla="*/ 0 60000 65536"/>
                <a:gd name="T8" fmla="*/ 0 60000 65536"/>
                <a:gd name="T9" fmla="*/ 0 w 21903"/>
                <a:gd name="T10" fmla="*/ 0 h 21600"/>
                <a:gd name="T11" fmla="*/ 21903 w 219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03" h="21600" fill="none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</a:path>
                <a:path w="21903" h="21600" stroke="0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  <a:lnTo>
                    <a:pt x="306" y="2160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376" name="Group 80"/>
          <p:cNvGrpSpPr>
            <a:grpSpLocks/>
          </p:cNvGrpSpPr>
          <p:nvPr/>
        </p:nvGrpSpPr>
        <p:grpSpPr bwMode="auto">
          <a:xfrm flipV="1">
            <a:off x="3398838" y="4914900"/>
            <a:ext cx="379412" cy="230188"/>
            <a:chOff x="1620" y="874"/>
            <a:chExt cx="890" cy="531"/>
          </a:xfrm>
        </p:grpSpPr>
        <p:sp>
          <p:nvSpPr>
            <p:cNvPr id="56383" name="Arc 81"/>
            <p:cNvSpPr>
              <a:spLocks/>
            </p:cNvSpPr>
            <p:nvPr/>
          </p:nvSpPr>
          <p:spPr bwMode="auto">
            <a:xfrm>
              <a:off x="1621" y="874"/>
              <a:ext cx="226" cy="169"/>
            </a:xfrm>
            <a:custGeom>
              <a:avLst/>
              <a:gdLst>
                <a:gd name="T0" fmla="*/ 0 w 21597"/>
                <a:gd name="T1" fmla="*/ 0 h 21598"/>
                <a:gd name="T2" fmla="*/ 0 w 21597"/>
                <a:gd name="T3" fmla="*/ 0 h 21598"/>
                <a:gd name="T4" fmla="*/ 0 w 21597"/>
                <a:gd name="T5" fmla="*/ 0 h 21598"/>
                <a:gd name="T6" fmla="*/ 0 60000 65536"/>
                <a:gd name="T7" fmla="*/ 0 60000 65536"/>
                <a:gd name="T8" fmla="*/ 0 60000 65536"/>
                <a:gd name="T9" fmla="*/ 0 w 21597"/>
                <a:gd name="T10" fmla="*/ 0 h 21598"/>
                <a:gd name="T11" fmla="*/ 21597 w 21597"/>
                <a:gd name="T12" fmla="*/ 21598 h 215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7" h="21598" fill="none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</a:path>
                <a:path w="21597" h="21598" stroke="0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  <a:lnTo>
                    <a:pt x="21597" y="21598"/>
                  </a:lnTo>
                  <a:lnTo>
                    <a:pt x="0" y="21216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84" name="Arc 82"/>
            <p:cNvSpPr>
              <a:spLocks/>
            </p:cNvSpPr>
            <p:nvPr/>
          </p:nvSpPr>
          <p:spPr bwMode="auto">
            <a:xfrm>
              <a:off x="1833" y="874"/>
              <a:ext cx="233" cy="172"/>
            </a:xfrm>
            <a:custGeom>
              <a:avLst/>
              <a:gdLst>
                <a:gd name="T0" fmla="*/ 0 w 21903"/>
                <a:gd name="T1" fmla="*/ 0 h 21600"/>
                <a:gd name="T2" fmla="*/ 0 w 21903"/>
                <a:gd name="T3" fmla="*/ 0 h 21600"/>
                <a:gd name="T4" fmla="*/ 0 w 21903"/>
                <a:gd name="T5" fmla="*/ 0 h 21600"/>
                <a:gd name="T6" fmla="*/ 0 60000 65536"/>
                <a:gd name="T7" fmla="*/ 0 60000 65536"/>
                <a:gd name="T8" fmla="*/ 0 60000 65536"/>
                <a:gd name="T9" fmla="*/ 0 w 21903"/>
                <a:gd name="T10" fmla="*/ 0 h 21600"/>
                <a:gd name="T11" fmla="*/ 21903 w 219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03" h="21600" fill="none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</a:path>
                <a:path w="21903" h="21600" stroke="0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  <a:lnTo>
                    <a:pt x="306" y="2160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85" name="Line 83"/>
            <p:cNvSpPr>
              <a:spLocks noChangeShapeType="1"/>
            </p:cNvSpPr>
            <p:nvPr/>
          </p:nvSpPr>
          <p:spPr bwMode="auto">
            <a:xfrm>
              <a:off x="2064" y="1043"/>
              <a:ext cx="0" cy="163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86" name="Line 84"/>
            <p:cNvSpPr>
              <a:spLocks noChangeShapeType="1"/>
            </p:cNvSpPr>
            <p:nvPr/>
          </p:nvSpPr>
          <p:spPr bwMode="auto">
            <a:xfrm>
              <a:off x="1620" y="1040"/>
              <a:ext cx="0" cy="359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87" name="Line 85"/>
            <p:cNvSpPr>
              <a:spLocks noChangeShapeType="1"/>
            </p:cNvSpPr>
            <p:nvPr/>
          </p:nvSpPr>
          <p:spPr bwMode="auto">
            <a:xfrm>
              <a:off x="2508" y="1046"/>
              <a:ext cx="0" cy="359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88" name="Arc 86"/>
            <p:cNvSpPr>
              <a:spLocks/>
            </p:cNvSpPr>
            <p:nvPr/>
          </p:nvSpPr>
          <p:spPr bwMode="auto">
            <a:xfrm>
              <a:off x="2065" y="874"/>
              <a:ext cx="226" cy="169"/>
            </a:xfrm>
            <a:custGeom>
              <a:avLst/>
              <a:gdLst>
                <a:gd name="T0" fmla="*/ 0 w 21597"/>
                <a:gd name="T1" fmla="*/ 0 h 21598"/>
                <a:gd name="T2" fmla="*/ 0 w 21597"/>
                <a:gd name="T3" fmla="*/ 0 h 21598"/>
                <a:gd name="T4" fmla="*/ 0 w 21597"/>
                <a:gd name="T5" fmla="*/ 0 h 21598"/>
                <a:gd name="T6" fmla="*/ 0 60000 65536"/>
                <a:gd name="T7" fmla="*/ 0 60000 65536"/>
                <a:gd name="T8" fmla="*/ 0 60000 65536"/>
                <a:gd name="T9" fmla="*/ 0 w 21597"/>
                <a:gd name="T10" fmla="*/ 0 h 21598"/>
                <a:gd name="T11" fmla="*/ 21597 w 21597"/>
                <a:gd name="T12" fmla="*/ 21598 h 215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7" h="21598" fill="none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</a:path>
                <a:path w="21597" h="21598" stroke="0" extrusionOk="0">
                  <a:moveTo>
                    <a:pt x="0" y="21216"/>
                  </a:moveTo>
                  <a:cubicBezTo>
                    <a:pt x="206" y="9557"/>
                    <a:pt x="9628" y="167"/>
                    <a:pt x="21287" y="0"/>
                  </a:cubicBezTo>
                  <a:lnTo>
                    <a:pt x="21597" y="21598"/>
                  </a:lnTo>
                  <a:lnTo>
                    <a:pt x="0" y="21216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89" name="Arc 87"/>
            <p:cNvSpPr>
              <a:spLocks/>
            </p:cNvSpPr>
            <p:nvPr/>
          </p:nvSpPr>
          <p:spPr bwMode="auto">
            <a:xfrm>
              <a:off x="2277" y="874"/>
              <a:ext cx="233" cy="172"/>
            </a:xfrm>
            <a:custGeom>
              <a:avLst/>
              <a:gdLst>
                <a:gd name="T0" fmla="*/ 0 w 21903"/>
                <a:gd name="T1" fmla="*/ 0 h 21600"/>
                <a:gd name="T2" fmla="*/ 0 w 21903"/>
                <a:gd name="T3" fmla="*/ 0 h 21600"/>
                <a:gd name="T4" fmla="*/ 0 w 21903"/>
                <a:gd name="T5" fmla="*/ 0 h 21600"/>
                <a:gd name="T6" fmla="*/ 0 60000 65536"/>
                <a:gd name="T7" fmla="*/ 0 60000 65536"/>
                <a:gd name="T8" fmla="*/ 0 60000 65536"/>
                <a:gd name="T9" fmla="*/ 0 w 21903"/>
                <a:gd name="T10" fmla="*/ 0 h 21600"/>
                <a:gd name="T11" fmla="*/ 21903 w 219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03" h="21600" fill="none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</a:path>
                <a:path w="21903" h="21600" stroke="0" extrusionOk="0">
                  <a:moveTo>
                    <a:pt x="0" y="2"/>
                  </a:moveTo>
                  <a:cubicBezTo>
                    <a:pt x="101" y="0"/>
                    <a:pt x="203" y="-1"/>
                    <a:pt x="306" y="0"/>
                  </a:cubicBezTo>
                  <a:cubicBezTo>
                    <a:pt x="12086" y="0"/>
                    <a:pt x="21694" y="9439"/>
                    <a:pt x="21902" y="21218"/>
                  </a:cubicBezTo>
                  <a:lnTo>
                    <a:pt x="306" y="2160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508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6377" name="Rectangle 8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MiCOM P54x</a:t>
            </a:r>
            <a:br>
              <a:rPr lang="en-US" altLang="en-US"/>
            </a:br>
            <a:r>
              <a:rPr lang="en-US" altLang="en-US"/>
              <a:t>Mixed channels for Three Ended Application</a:t>
            </a:r>
            <a:endParaRPr lang="en-GB" altLang="en-US"/>
          </a:p>
        </p:txBody>
      </p:sp>
      <p:sp>
        <p:nvSpPr>
          <p:cNvPr id="56378" name="Rectangle 89"/>
          <p:cNvSpPr>
            <a:spLocks noChangeArrowheads="1"/>
          </p:cNvSpPr>
          <p:nvPr/>
        </p:nvSpPr>
        <p:spPr bwMode="auto">
          <a:xfrm>
            <a:off x="6019800" y="1379538"/>
            <a:ext cx="283527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18000" bIns="10800"/>
          <a:lstStyle>
            <a:lvl1pPr marL="180975" indent="-180975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●"/>
              <a:defRPr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Font typeface="Arial" panose="020B0604020202020204" pitchFamily="34" charset="0"/>
              <a:buChar char="●"/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Font typeface="Arial" panose="020B0604020202020204" pitchFamily="34" charset="0"/>
              <a:buChar char="●"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End C has 850nm CH1, and 1300nm CH2</a:t>
            </a:r>
          </a:p>
          <a:p>
            <a:pPr eaLnBrk="1" hangingPunct="1"/>
            <a:r>
              <a:rPr lang="en-US" altLang="en-US"/>
              <a:t>End A has 850nm CH2, and 1300nm CH1</a:t>
            </a:r>
          </a:p>
          <a:p>
            <a:pPr eaLnBrk="1" hangingPunct="1"/>
            <a:r>
              <a:rPr lang="en-US" altLang="en-US"/>
              <a:t>CH1 and CH2 can not be inverted by settings</a:t>
            </a:r>
          </a:p>
        </p:txBody>
      </p:sp>
      <p:sp>
        <p:nvSpPr>
          <p:cNvPr id="56379" name="AutoShape 90"/>
          <p:cNvSpPr>
            <a:spLocks noChangeArrowheads="1"/>
          </p:cNvSpPr>
          <p:nvPr/>
        </p:nvSpPr>
        <p:spPr bwMode="auto">
          <a:xfrm>
            <a:off x="377825" y="1330325"/>
            <a:ext cx="5500688" cy="5021263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Clr>
                <a:schemeClr val="accent2"/>
              </a:buClr>
              <a:buSzPct val="130000"/>
            </a:pPr>
            <a:endParaRPr lang="de-DE" altLang="en-US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380" name="Text Box 91"/>
          <p:cNvSpPr txBox="1">
            <a:spLocks noChangeArrowheads="1"/>
          </p:cNvSpPr>
          <p:nvPr/>
        </p:nvSpPr>
        <p:spPr bwMode="auto">
          <a:xfrm>
            <a:off x="4187825" y="5810250"/>
            <a:ext cx="1068388" cy="400050"/>
          </a:xfrm>
          <a:prstGeom prst="rect">
            <a:avLst/>
          </a:prstGeom>
          <a:solidFill>
            <a:srgbClr val="87D200">
              <a:alpha val="25098"/>
            </a:srgbClr>
          </a:soli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850 nm</a:t>
            </a:r>
          </a:p>
        </p:txBody>
      </p:sp>
      <p:sp>
        <p:nvSpPr>
          <p:cNvPr id="56381" name="Text Box 92"/>
          <p:cNvSpPr txBox="1">
            <a:spLocks noChangeArrowheads="1"/>
          </p:cNvSpPr>
          <p:nvPr/>
        </p:nvSpPr>
        <p:spPr bwMode="auto">
          <a:xfrm>
            <a:off x="509588" y="1873250"/>
            <a:ext cx="1209675" cy="400050"/>
          </a:xfrm>
          <a:prstGeom prst="rect">
            <a:avLst/>
          </a:prstGeom>
          <a:solidFill>
            <a:srgbClr val="87D200">
              <a:alpha val="25098"/>
            </a:srgbClr>
          </a:soli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1300 nm</a:t>
            </a:r>
          </a:p>
        </p:txBody>
      </p:sp>
      <p:sp>
        <p:nvSpPr>
          <p:cNvPr id="56382" name="Text Box 93"/>
          <p:cNvSpPr txBox="1">
            <a:spLocks noChangeArrowheads="1"/>
          </p:cNvSpPr>
          <p:nvPr/>
        </p:nvSpPr>
        <p:spPr bwMode="auto">
          <a:xfrm>
            <a:off x="4446588" y="1873250"/>
            <a:ext cx="1209675" cy="400050"/>
          </a:xfrm>
          <a:prstGeom prst="rect">
            <a:avLst/>
          </a:prstGeom>
          <a:solidFill>
            <a:srgbClr val="87D200">
              <a:alpha val="25098"/>
            </a:srgbClr>
          </a:solidFill>
          <a:ln w="25400">
            <a:solidFill>
              <a:srgbClr val="E47F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r>
              <a:rPr lang="en-GB" alt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1300 nm</a:t>
            </a:r>
          </a:p>
        </p:txBody>
      </p:sp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Optical Budgets for Direct Optical </a:t>
            </a:r>
            <a:br>
              <a:rPr lang="en-US" altLang="en-US"/>
            </a:br>
            <a:r>
              <a:rPr lang="en-US" altLang="en-US"/>
              <a:t>Connection Between Relays</a:t>
            </a:r>
            <a:endParaRPr lang="en-GB" altLang="en-US" sz="2500"/>
          </a:p>
        </p:txBody>
      </p:sp>
      <p:sp>
        <p:nvSpPr>
          <p:cNvPr id="58384" name="Text Box 338"/>
          <p:cNvSpPr txBox="1">
            <a:spLocks noChangeArrowheads="1"/>
          </p:cNvSpPr>
          <p:nvPr/>
        </p:nvSpPr>
        <p:spPr bwMode="auto">
          <a:xfrm>
            <a:off x="2065545" y="5188640"/>
            <a:ext cx="1481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 Haul</a:t>
            </a:r>
          </a:p>
        </p:txBody>
      </p:sp>
      <p:sp>
        <p:nvSpPr>
          <p:cNvPr id="58385" name="Rectangle 339"/>
          <p:cNvSpPr>
            <a:spLocks noChangeArrowheads="1"/>
          </p:cNvSpPr>
          <p:nvPr/>
        </p:nvSpPr>
        <p:spPr bwMode="auto">
          <a:xfrm>
            <a:off x="6803404" y="5188640"/>
            <a:ext cx="1439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SEOptimis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Optimis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Optimis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Optimis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Optimist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Optimist" pitchFamily="2" charset="0"/>
              </a:defRPr>
            </a:lvl9pPr>
          </a:lstStyle>
          <a:p>
            <a:pPr algn="l"/>
            <a:r>
              <a:rPr lang="en-US" alt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Haul</a:t>
            </a:r>
          </a:p>
        </p:txBody>
      </p:sp>
      <p:sp>
        <p:nvSpPr>
          <p:cNvPr id="58386" name="Line 340"/>
          <p:cNvSpPr>
            <a:spLocks noChangeShapeType="1"/>
          </p:cNvSpPr>
          <p:nvPr/>
        </p:nvSpPr>
        <p:spPr bwMode="auto">
          <a:xfrm>
            <a:off x="3841543" y="5445539"/>
            <a:ext cx="2667000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" y="1669774"/>
            <a:ext cx="8772525" cy="316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18122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70" name="Rectangle 2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7" name="think-cell Slide" r:id="rId5" imgW="0" imgH="0" progId="TCLayout.ActiveDocument.1">
                  <p:embed/>
                </p:oleObj>
              </mc:Choice>
              <mc:Fallback>
                <p:oleObj name="think-cell Slide" r:id="rId5" imgW="0" imgH="0" progId="TCLayout.ActiveDocument.1">
                  <p:embed/>
                  <p:pic>
                    <p:nvPicPr>
                      <p:cNvPr id="0" name="Rectangle 2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93700" y="306388"/>
            <a:ext cx="8280400" cy="1550987"/>
          </a:xfrm>
          <a:noFill/>
        </p:spPr>
        <p:txBody>
          <a:bodyPr tIns="10776" bIns="10776"/>
          <a:lstStyle/>
          <a:p>
            <a:pPr marL="3175" indent="-3175" eaLnBrk="1" hangingPunct="1">
              <a:lnSpc>
                <a:spcPct val="80000"/>
              </a:lnSpc>
            </a:pPr>
            <a:r>
              <a:rPr lang="en-GB" altLang="en-US"/>
              <a:t>Make the most of </a:t>
            </a:r>
            <a:br>
              <a:rPr lang="en-GB" altLang="en-US"/>
            </a:br>
            <a:r>
              <a:rPr lang="en-GB" altLang="en-US"/>
              <a:t>your energy™</a:t>
            </a:r>
          </a:p>
        </p:txBody>
      </p:sp>
      <p:pic>
        <p:nvPicPr>
          <p:cNvPr id="58372" name="Picture 4" descr="arrow_smiley"/>
          <p:cNvPicPr>
            <a:picLocks noGrp="1" noChangeAspect="1" noChangeArrowheads="1"/>
          </p:cNvPicPr>
          <p:nvPr>
            <p:ph type="subTitle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0800" y="2520950"/>
            <a:ext cx="3203575" cy="1954213"/>
          </a:xfrm>
          <a:noFill/>
        </p:spPr>
      </p:pic>
    </p:spTree>
  </p:cSld>
  <p:clrMapOvr>
    <a:masterClrMapping/>
  </p:clrMapOvr>
  <p:transition spd="med">
    <p:zo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E08_EN">
  <a:themeElements>
    <a:clrScheme name="SE08_EN 2">
      <a:dk1>
        <a:srgbClr val="000000"/>
      </a:dk1>
      <a:lt1>
        <a:srgbClr val="FFFFFF"/>
      </a:lt1>
      <a:dk2>
        <a:srgbClr val="000000"/>
      </a:dk2>
      <a:lt2>
        <a:srgbClr val="626469"/>
      </a:lt2>
      <a:accent1>
        <a:srgbClr val="009530"/>
      </a:accent1>
      <a:accent2>
        <a:srgbClr val="B10043"/>
      </a:accent2>
      <a:accent3>
        <a:srgbClr val="FFFFFF"/>
      </a:accent3>
      <a:accent4>
        <a:srgbClr val="000000"/>
      </a:accent4>
      <a:accent5>
        <a:srgbClr val="AAC8AD"/>
      </a:accent5>
      <a:accent6>
        <a:srgbClr val="A0003C"/>
      </a:accent6>
      <a:hlink>
        <a:srgbClr val="42B4E6"/>
      </a:hlink>
      <a:folHlink>
        <a:srgbClr val="4FA600"/>
      </a:folHlink>
    </a:clrScheme>
    <a:fontScheme name="SE08_EN">
      <a:majorFont>
        <a:latin typeface="SEOptimist"/>
        <a:ea typeface=""/>
        <a:cs typeface=""/>
      </a:majorFont>
      <a:minorFont>
        <a:latin typeface="SEOptimi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EOptimist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EOptimist" pitchFamily="2" charset="0"/>
          </a:defRPr>
        </a:defPPr>
      </a:lstStyle>
    </a:lnDef>
  </a:objectDefaults>
  <a:extraClrSchemeLst>
    <a:extraClrScheme>
      <a:clrScheme name="SE08_EN 1">
        <a:dk1>
          <a:srgbClr val="FFFFFF"/>
        </a:dk1>
        <a:lt1>
          <a:srgbClr val="FFFFFF"/>
        </a:lt1>
        <a:dk2>
          <a:srgbClr val="B10043"/>
        </a:dk2>
        <a:lt2>
          <a:srgbClr val="FFFFFF"/>
        </a:lt2>
        <a:accent1>
          <a:srgbClr val="FFFFFF"/>
        </a:accent1>
        <a:accent2>
          <a:srgbClr val="B10043"/>
        </a:accent2>
        <a:accent3>
          <a:srgbClr val="D5AAB0"/>
        </a:accent3>
        <a:accent4>
          <a:srgbClr val="DADADA"/>
        </a:accent4>
        <a:accent5>
          <a:srgbClr val="FFFFFF"/>
        </a:accent5>
        <a:accent6>
          <a:srgbClr val="A0003C"/>
        </a:accent6>
        <a:hlink>
          <a:srgbClr val="42B4E6"/>
        </a:hlink>
        <a:folHlink>
          <a:srgbClr val="9FA0A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08_EN 2">
        <a:dk1>
          <a:srgbClr val="000000"/>
        </a:dk1>
        <a:lt1>
          <a:srgbClr val="FFFFFF"/>
        </a:lt1>
        <a:dk2>
          <a:srgbClr val="000000"/>
        </a:dk2>
        <a:lt2>
          <a:srgbClr val="626469"/>
        </a:lt2>
        <a:accent1>
          <a:srgbClr val="009530"/>
        </a:accent1>
        <a:accent2>
          <a:srgbClr val="B10043"/>
        </a:accent2>
        <a:accent3>
          <a:srgbClr val="FFFFFF"/>
        </a:accent3>
        <a:accent4>
          <a:srgbClr val="000000"/>
        </a:accent4>
        <a:accent5>
          <a:srgbClr val="AAC8AD"/>
        </a:accent5>
        <a:accent6>
          <a:srgbClr val="A0003C"/>
        </a:accent6>
        <a:hlink>
          <a:srgbClr val="42B4E6"/>
        </a:hlink>
        <a:folHlink>
          <a:srgbClr val="4FA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08_EN 3">
        <a:dk1>
          <a:srgbClr val="FFFFFF"/>
        </a:dk1>
        <a:lt1>
          <a:srgbClr val="FFFFFF"/>
        </a:lt1>
        <a:dk2>
          <a:srgbClr val="42B4E6"/>
        </a:dk2>
        <a:lt2>
          <a:srgbClr val="FFFFFF"/>
        </a:lt2>
        <a:accent1>
          <a:srgbClr val="FFFFFF"/>
        </a:accent1>
        <a:accent2>
          <a:srgbClr val="B10043"/>
        </a:accent2>
        <a:accent3>
          <a:srgbClr val="B0D6F0"/>
        </a:accent3>
        <a:accent4>
          <a:srgbClr val="DADADA"/>
        </a:accent4>
        <a:accent5>
          <a:srgbClr val="FFFFFF"/>
        </a:accent5>
        <a:accent6>
          <a:srgbClr val="A0003C"/>
        </a:accent6>
        <a:hlink>
          <a:srgbClr val="42B4E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08_EN 4">
        <a:dk1>
          <a:srgbClr val="FFFFFF"/>
        </a:dk1>
        <a:lt1>
          <a:srgbClr val="FFFFFF"/>
        </a:lt1>
        <a:dk2>
          <a:srgbClr val="4FA600"/>
        </a:dk2>
        <a:lt2>
          <a:srgbClr val="FFFFFF"/>
        </a:lt2>
        <a:accent1>
          <a:srgbClr val="FFFFFF"/>
        </a:accent1>
        <a:accent2>
          <a:srgbClr val="FFFFFF"/>
        </a:accent2>
        <a:accent3>
          <a:srgbClr val="B2D0AA"/>
        </a:accent3>
        <a:accent4>
          <a:srgbClr val="DADADA"/>
        </a:accent4>
        <a:accent5>
          <a:srgbClr val="FFFFFF"/>
        </a:accent5>
        <a:accent6>
          <a:srgbClr val="E7E7E7"/>
        </a:accent6>
        <a:hlink>
          <a:srgbClr val="FF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08_EN 5">
        <a:dk1>
          <a:srgbClr val="FFFFFF"/>
        </a:dk1>
        <a:lt1>
          <a:srgbClr val="FFFFFF"/>
        </a:lt1>
        <a:dk2>
          <a:srgbClr val="009530"/>
        </a:dk2>
        <a:lt2>
          <a:srgbClr val="FFFFFF"/>
        </a:lt2>
        <a:accent1>
          <a:srgbClr val="FFFFFF"/>
        </a:accent1>
        <a:accent2>
          <a:srgbClr val="FFFFFF"/>
        </a:accent2>
        <a:accent3>
          <a:srgbClr val="AAC8AD"/>
        </a:accent3>
        <a:accent4>
          <a:srgbClr val="DADADA"/>
        </a:accent4>
        <a:accent5>
          <a:srgbClr val="FFFFFF"/>
        </a:accent5>
        <a:accent6>
          <a:srgbClr val="E7E7E7"/>
        </a:accent6>
        <a:hlink>
          <a:srgbClr val="FF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E08_EN">
  <a:themeElements>
    <a:clrScheme name="SE08_EN 2">
      <a:dk1>
        <a:srgbClr val="000000"/>
      </a:dk1>
      <a:lt1>
        <a:srgbClr val="FFFFFF"/>
      </a:lt1>
      <a:dk2>
        <a:srgbClr val="000000"/>
      </a:dk2>
      <a:lt2>
        <a:srgbClr val="626469"/>
      </a:lt2>
      <a:accent1>
        <a:srgbClr val="009530"/>
      </a:accent1>
      <a:accent2>
        <a:srgbClr val="B10043"/>
      </a:accent2>
      <a:accent3>
        <a:srgbClr val="FFFFFF"/>
      </a:accent3>
      <a:accent4>
        <a:srgbClr val="000000"/>
      </a:accent4>
      <a:accent5>
        <a:srgbClr val="AAC8AD"/>
      </a:accent5>
      <a:accent6>
        <a:srgbClr val="A0003C"/>
      </a:accent6>
      <a:hlink>
        <a:srgbClr val="42B4E6"/>
      </a:hlink>
      <a:folHlink>
        <a:srgbClr val="4FA600"/>
      </a:folHlink>
    </a:clrScheme>
    <a:fontScheme name="SE08_EN">
      <a:majorFont>
        <a:latin typeface="SEOptimist"/>
        <a:ea typeface=""/>
        <a:cs typeface=""/>
      </a:majorFont>
      <a:minorFont>
        <a:latin typeface="SEOptimi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EOptimist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EOptimist" pitchFamily="2" charset="0"/>
          </a:defRPr>
        </a:defPPr>
      </a:lstStyle>
    </a:lnDef>
  </a:objectDefaults>
  <a:extraClrSchemeLst>
    <a:extraClrScheme>
      <a:clrScheme name="SE08_EN 1">
        <a:dk1>
          <a:srgbClr val="FFFFFF"/>
        </a:dk1>
        <a:lt1>
          <a:srgbClr val="FFFFFF"/>
        </a:lt1>
        <a:dk2>
          <a:srgbClr val="B10043"/>
        </a:dk2>
        <a:lt2>
          <a:srgbClr val="FFFFFF"/>
        </a:lt2>
        <a:accent1>
          <a:srgbClr val="FFFFFF"/>
        </a:accent1>
        <a:accent2>
          <a:srgbClr val="B10043"/>
        </a:accent2>
        <a:accent3>
          <a:srgbClr val="D5AAB0"/>
        </a:accent3>
        <a:accent4>
          <a:srgbClr val="DADADA"/>
        </a:accent4>
        <a:accent5>
          <a:srgbClr val="FFFFFF"/>
        </a:accent5>
        <a:accent6>
          <a:srgbClr val="A0003C"/>
        </a:accent6>
        <a:hlink>
          <a:srgbClr val="42B4E6"/>
        </a:hlink>
        <a:folHlink>
          <a:srgbClr val="9FA0A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08_EN 2">
        <a:dk1>
          <a:srgbClr val="000000"/>
        </a:dk1>
        <a:lt1>
          <a:srgbClr val="FFFFFF"/>
        </a:lt1>
        <a:dk2>
          <a:srgbClr val="000000"/>
        </a:dk2>
        <a:lt2>
          <a:srgbClr val="626469"/>
        </a:lt2>
        <a:accent1>
          <a:srgbClr val="009530"/>
        </a:accent1>
        <a:accent2>
          <a:srgbClr val="B10043"/>
        </a:accent2>
        <a:accent3>
          <a:srgbClr val="FFFFFF"/>
        </a:accent3>
        <a:accent4>
          <a:srgbClr val="000000"/>
        </a:accent4>
        <a:accent5>
          <a:srgbClr val="AAC8AD"/>
        </a:accent5>
        <a:accent6>
          <a:srgbClr val="A0003C"/>
        </a:accent6>
        <a:hlink>
          <a:srgbClr val="42B4E6"/>
        </a:hlink>
        <a:folHlink>
          <a:srgbClr val="4FA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08_EN 3">
        <a:dk1>
          <a:srgbClr val="FFFFFF"/>
        </a:dk1>
        <a:lt1>
          <a:srgbClr val="FFFFFF"/>
        </a:lt1>
        <a:dk2>
          <a:srgbClr val="42B4E6"/>
        </a:dk2>
        <a:lt2>
          <a:srgbClr val="FFFFFF"/>
        </a:lt2>
        <a:accent1>
          <a:srgbClr val="FFFFFF"/>
        </a:accent1>
        <a:accent2>
          <a:srgbClr val="B10043"/>
        </a:accent2>
        <a:accent3>
          <a:srgbClr val="B0D6F0"/>
        </a:accent3>
        <a:accent4>
          <a:srgbClr val="DADADA"/>
        </a:accent4>
        <a:accent5>
          <a:srgbClr val="FFFFFF"/>
        </a:accent5>
        <a:accent6>
          <a:srgbClr val="A0003C"/>
        </a:accent6>
        <a:hlink>
          <a:srgbClr val="42B4E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08_EN 4">
        <a:dk1>
          <a:srgbClr val="FFFFFF"/>
        </a:dk1>
        <a:lt1>
          <a:srgbClr val="FFFFFF"/>
        </a:lt1>
        <a:dk2>
          <a:srgbClr val="4FA600"/>
        </a:dk2>
        <a:lt2>
          <a:srgbClr val="FFFFFF"/>
        </a:lt2>
        <a:accent1>
          <a:srgbClr val="FFFFFF"/>
        </a:accent1>
        <a:accent2>
          <a:srgbClr val="FFFFFF"/>
        </a:accent2>
        <a:accent3>
          <a:srgbClr val="B2D0AA"/>
        </a:accent3>
        <a:accent4>
          <a:srgbClr val="DADADA"/>
        </a:accent4>
        <a:accent5>
          <a:srgbClr val="FFFFFF"/>
        </a:accent5>
        <a:accent6>
          <a:srgbClr val="E7E7E7"/>
        </a:accent6>
        <a:hlink>
          <a:srgbClr val="FF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08_EN 5">
        <a:dk1>
          <a:srgbClr val="FFFFFF"/>
        </a:dk1>
        <a:lt1>
          <a:srgbClr val="FFFFFF"/>
        </a:lt1>
        <a:dk2>
          <a:srgbClr val="009530"/>
        </a:dk2>
        <a:lt2>
          <a:srgbClr val="FFFFFF"/>
        </a:lt2>
        <a:accent1>
          <a:srgbClr val="FFFFFF"/>
        </a:accent1>
        <a:accent2>
          <a:srgbClr val="FFFFFF"/>
        </a:accent2>
        <a:accent3>
          <a:srgbClr val="AAC8AD"/>
        </a:accent3>
        <a:accent4>
          <a:srgbClr val="DADADA"/>
        </a:accent4>
        <a:accent5>
          <a:srgbClr val="FFFFFF"/>
        </a:accent5>
        <a:accent6>
          <a:srgbClr val="E7E7E7"/>
        </a:accent6>
        <a:hlink>
          <a:srgbClr val="FF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E08_EN 4">
    <a:dk1>
      <a:srgbClr val="FFFFFF"/>
    </a:dk1>
    <a:lt1>
      <a:srgbClr val="FFFFFF"/>
    </a:lt1>
    <a:dk2>
      <a:srgbClr val="4FA600"/>
    </a:dk2>
    <a:lt2>
      <a:srgbClr val="FFFFFF"/>
    </a:lt2>
    <a:accent1>
      <a:srgbClr val="FFFFFF"/>
    </a:accent1>
    <a:accent2>
      <a:srgbClr val="FFFFFF"/>
    </a:accent2>
    <a:accent3>
      <a:srgbClr val="B2D0AA"/>
    </a:accent3>
    <a:accent4>
      <a:srgbClr val="DADADA"/>
    </a:accent4>
    <a:accent5>
      <a:srgbClr val="FFFFFF"/>
    </a:accent5>
    <a:accent6>
      <a:srgbClr val="E7E7E7"/>
    </a:accent6>
    <a:hlink>
      <a:srgbClr val="FFFFFF"/>
    </a:hlink>
    <a:folHlink>
      <a:srgbClr val="FFFFFF"/>
    </a:folHlink>
  </a:clrScheme>
</a:themeOverride>
</file>

<file path=ppt/theme/themeOverride2.xml><?xml version="1.0" encoding="utf-8"?>
<a:themeOverride xmlns:a="http://schemas.openxmlformats.org/drawingml/2006/main">
  <a:clrScheme name="SE08_EN 4">
    <a:dk1>
      <a:srgbClr val="FFFFFF"/>
    </a:dk1>
    <a:lt1>
      <a:srgbClr val="FFFFFF"/>
    </a:lt1>
    <a:dk2>
      <a:srgbClr val="4FA600"/>
    </a:dk2>
    <a:lt2>
      <a:srgbClr val="FFFFFF"/>
    </a:lt2>
    <a:accent1>
      <a:srgbClr val="FFFFFF"/>
    </a:accent1>
    <a:accent2>
      <a:srgbClr val="FFFFFF"/>
    </a:accent2>
    <a:accent3>
      <a:srgbClr val="B2D0AA"/>
    </a:accent3>
    <a:accent4>
      <a:srgbClr val="DADADA"/>
    </a:accent4>
    <a:accent5>
      <a:srgbClr val="FFFFFF"/>
    </a:accent5>
    <a:accent6>
      <a:srgbClr val="E7E7E7"/>
    </a:accent6>
    <a:hlink>
      <a:srgbClr val="FFFFFF"/>
    </a:hlink>
    <a:folHlink>
      <a:srgbClr val="FFFF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1214</TotalTime>
  <Words>1231</Words>
  <Application>Microsoft Office PowerPoint</Application>
  <PresentationFormat>On-screen Show (4:3)</PresentationFormat>
  <Paragraphs>375</Paragraphs>
  <Slides>30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FuturaA Md BT</vt:lpstr>
      <vt:lpstr>SEOptimist</vt:lpstr>
      <vt:lpstr>Arial</vt:lpstr>
      <vt:lpstr>Symbol</vt:lpstr>
      <vt:lpstr>Times New Roman</vt:lpstr>
      <vt:lpstr>SE08_EN</vt:lpstr>
      <vt:lpstr>1_SE08_EN</vt:lpstr>
      <vt:lpstr>Bitmap Image</vt:lpstr>
      <vt:lpstr>think-cell Slide</vt:lpstr>
      <vt:lpstr>Line Differential</vt:lpstr>
      <vt:lpstr>Current Differential Principle</vt:lpstr>
      <vt:lpstr>Three Ended Line Protection</vt:lpstr>
      <vt:lpstr>MiCOM P54x All Digital/Numerical Design</vt:lpstr>
      <vt:lpstr>MiCOM P54x Current Differential Elements</vt:lpstr>
      <vt:lpstr>MiCOM P54x Differential protection</vt:lpstr>
      <vt:lpstr>PowerPoint Presentation</vt:lpstr>
      <vt:lpstr>MiCOM P54x Propagation Delay Problem</vt:lpstr>
      <vt:lpstr>MiCOM P54x Propagation Delay Time, Measurement - 1</vt:lpstr>
      <vt:lpstr>MiCOM P54x  Propagation Delay Time, Measurement - 2</vt:lpstr>
      <vt:lpstr>PowerPoint Presentation</vt:lpstr>
      <vt:lpstr>MiCOM P54x Transient Change in Propagation Delay </vt:lpstr>
      <vt:lpstr>MiCOM P54x Protection for SONET/SDH Systems</vt:lpstr>
      <vt:lpstr>MiCOM P54x SONET/SDH Ring, Configuration</vt:lpstr>
      <vt:lpstr>MiCOM P54x SONET/SDH, Part Routing via Standby Channel</vt:lpstr>
      <vt:lpstr>MiCOM P54x Transient Change in Propagation Delay (2)</vt:lpstr>
      <vt:lpstr>MiCOM P54x  Transient Change in Propagation Delay (3)</vt:lpstr>
      <vt:lpstr>PowerPoint Presentation</vt:lpstr>
      <vt:lpstr>MiCOM P54x Direct Optical Fibre Link</vt:lpstr>
      <vt:lpstr>MiCOM P54x / MiCOM P59x Interfacing to PCM Multiplexers</vt:lpstr>
      <vt:lpstr>MiCOM P54x / MiCOM P59x Multiplexed Optical Link</vt:lpstr>
      <vt:lpstr>MiCOM P54x / MiCOM P59x Multiplexed Microwave Link</vt:lpstr>
      <vt:lpstr>MiCOM P54x Interfacing Direct Fibre Optic to Multiplexers</vt:lpstr>
      <vt:lpstr>MiCOM P54x Unique Address Function</vt:lpstr>
      <vt:lpstr>MiCOM P54x Communications Path for Two Ended Application</vt:lpstr>
      <vt:lpstr>MiCOM P54x Redundant Communications</vt:lpstr>
      <vt:lpstr>MiCOM P54x Communications Path for Three Ended Application</vt:lpstr>
      <vt:lpstr>MiCOM P54x Mixed channels for Three Ended Application</vt:lpstr>
      <vt:lpstr>Optical Budgets for Direct Optical  Connection Between Relays</vt:lpstr>
      <vt:lpstr>Make the most of  your energy™</vt:lpstr>
    </vt:vector>
  </TitlesOfParts>
  <Company>AREVA T&amp;D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P541-6 General Presentation</dc:title>
  <dc:creator>Protection Products Marketing</dc:creator>
  <dc:description>Mar 2005</dc:description>
  <cp:lastModifiedBy>Baohua WANG</cp:lastModifiedBy>
  <cp:revision>383</cp:revision>
  <cp:lastPrinted>2004-02-18T11:48:58Z</cp:lastPrinted>
  <dcterms:created xsi:type="dcterms:W3CDTF">2001-08-18T06:52:46Z</dcterms:created>
  <dcterms:modified xsi:type="dcterms:W3CDTF">2020-06-03T06:31:27Z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ChangeDate">
    <vt:lpwstr>Date of last change</vt:lpwstr>
  </property>
  <property fmtid="{D5CDD505-2E9C-101B-9397-08002B2CF9AE}" pid="3" name="IdRef">
    <vt:lpwstr>Reference</vt:lpwstr>
  </property>
  <property fmtid="{D5CDD505-2E9C-101B-9397-08002B2CF9AE}" pid="4" name="CodeWord">
    <vt:lpwstr>Alstom</vt:lpwstr>
  </property>
  <property fmtid="{D5CDD505-2E9C-101B-9397-08002B2CF9AE}" pid="5" name="CustFormLanguage">
    <vt:lpwstr>English</vt:lpwstr>
  </property>
  <property fmtid="{D5CDD505-2E9C-101B-9397-08002B2CF9AE}" pid="6" name="CustSpellCheckLanguage">
    <vt:lpwstr>English (United Kingdom)</vt:lpwstr>
  </property>
</Properties>
</file>