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 id="2147483648" r:id="rId2"/>
  </p:sldMasterIdLst>
  <p:notesMasterIdLst>
    <p:notesMasterId r:id="rId39"/>
  </p:notesMasterIdLst>
  <p:handoutMasterIdLst>
    <p:handoutMasterId r:id="rId40"/>
  </p:handoutMasterIdLst>
  <p:sldIdLst>
    <p:sldId id="256" r:id="rId3"/>
    <p:sldId id="269" r:id="rId4"/>
    <p:sldId id="270" r:id="rId5"/>
    <p:sldId id="271" r:id="rId6"/>
    <p:sldId id="275" r:id="rId7"/>
    <p:sldId id="272" r:id="rId8"/>
    <p:sldId id="276" r:id="rId9"/>
    <p:sldId id="277" r:id="rId10"/>
    <p:sldId id="273" r:id="rId11"/>
    <p:sldId id="278" r:id="rId12"/>
    <p:sldId id="279" r:id="rId13"/>
    <p:sldId id="274" r:id="rId14"/>
    <p:sldId id="280" r:id="rId15"/>
    <p:sldId id="281" r:id="rId16"/>
    <p:sldId id="282"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283" r:id="rId36"/>
    <p:sldId id="302" r:id="rId37"/>
    <p:sldId id="260" r:id="rId38"/>
  </p:sldIdLst>
  <p:sldSz cx="9144000" cy="5143500" type="screen16x9"/>
  <p:notesSz cx="7099300" cy="10234613"/>
  <p:defaultText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31">
          <p15:clr>
            <a:srgbClr val="A4A3A4"/>
          </p15:clr>
        </p15:guide>
        <p15:guide id="2" orient="horz" pos="2762">
          <p15:clr>
            <a:srgbClr val="A4A3A4"/>
          </p15:clr>
        </p15:guide>
        <p15:guide id="3" orient="horz" pos="990">
          <p15:clr>
            <a:srgbClr val="A4A3A4"/>
          </p15:clr>
        </p15:guide>
        <p15:guide id="4" orient="horz" pos="3104">
          <p15:clr>
            <a:srgbClr val="A4A3A4"/>
          </p15:clr>
        </p15:guide>
        <p15:guide id="5" orient="horz" pos="566">
          <p15:clr>
            <a:srgbClr val="A4A3A4"/>
          </p15:clr>
        </p15:guide>
        <p15:guide id="6" orient="horz" pos="2639">
          <p15:clr>
            <a:srgbClr val="A4A3A4"/>
          </p15:clr>
        </p15:guide>
        <p15:guide id="7" orient="horz" pos="758">
          <p15:clr>
            <a:srgbClr val="A4A3A4"/>
          </p15:clr>
        </p15:guide>
        <p15:guide id="8" orient="horz" pos="145">
          <p15:clr>
            <a:srgbClr val="A4A3A4"/>
          </p15:clr>
        </p15:guide>
        <p15:guide id="9" orient="horz" pos="1688">
          <p15:clr>
            <a:srgbClr val="A4A3A4"/>
          </p15:clr>
        </p15:guide>
        <p15:guide id="10" orient="horz" pos="2828">
          <p15:clr>
            <a:srgbClr val="A4A3A4"/>
          </p15:clr>
        </p15:guide>
        <p15:guide id="11" pos="5630">
          <p15:clr>
            <a:srgbClr val="A4A3A4"/>
          </p15:clr>
        </p15:guide>
        <p15:guide id="12" pos="3788">
          <p15:clr>
            <a:srgbClr val="A4A3A4"/>
          </p15:clr>
        </p15:guide>
        <p15:guide id="13" pos="2906">
          <p15:clr>
            <a:srgbClr val="A4A3A4"/>
          </p15:clr>
        </p15:guide>
        <p15:guide id="14" pos="3674">
          <p15:clr>
            <a:srgbClr val="A4A3A4"/>
          </p15:clr>
        </p15:guide>
        <p15:guide id="15" pos="3901">
          <p15:clr>
            <a:srgbClr val="A4A3A4"/>
          </p15:clr>
        </p15:guide>
        <p15:guide id="16" pos="3018">
          <p15:clr>
            <a:srgbClr val="A4A3A4"/>
          </p15:clr>
        </p15:guide>
        <p15:guide id="17" pos="2791">
          <p15:clr>
            <a:srgbClr val="A4A3A4"/>
          </p15:clr>
        </p15:guide>
        <p15:guide id="18" pos="159">
          <p15:clr>
            <a:srgbClr val="A4A3A4"/>
          </p15:clr>
        </p15:guide>
        <p15:guide id="19" pos="1847">
          <p15:clr>
            <a:srgbClr val="A4A3A4"/>
          </p15:clr>
        </p15:guide>
        <p15:guide id="20" orient="horz" pos="2759">
          <p15:clr>
            <a:srgbClr val="A4A3A4"/>
          </p15:clr>
        </p15:guide>
        <p15:guide id="21" orient="horz" pos="1628">
          <p15:clr>
            <a:srgbClr val="A4A3A4"/>
          </p15:clr>
        </p15:guide>
        <p15:guide id="22" pos="2876">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ackie Barlow"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6C74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8" autoAdjust="0"/>
    <p:restoredTop sz="78315" autoAdjust="0"/>
  </p:normalViewPr>
  <p:slideViewPr>
    <p:cSldViewPr snapToGrid="0">
      <p:cViewPr varScale="1">
        <p:scale>
          <a:sx n="114" d="100"/>
          <a:sy n="114" d="100"/>
        </p:scale>
        <p:origin x="499" y="77"/>
      </p:cViewPr>
      <p:guideLst>
        <p:guide orient="horz" pos="1831"/>
        <p:guide orient="horz" pos="2762"/>
        <p:guide orient="horz" pos="990"/>
        <p:guide orient="horz" pos="3104"/>
        <p:guide orient="horz" pos="566"/>
        <p:guide orient="horz" pos="2639"/>
        <p:guide orient="horz" pos="758"/>
        <p:guide orient="horz" pos="145"/>
        <p:guide orient="horz" pos="1688"/>
        <p:guide orient="horz" pos="2828"/>
        <p:guide pos="5630"/>
        <p:guide pos="3788"/>
        <p:guide pos="2906"/>
        <p:guide pos="3674"/>
        <p:guide pos="3901"/>
        <p:guide pos="3018"/>
        <p:guide pos="2791"/>
        <p:guide pos="159"/>
        <p:guide pos="1847"/>
        <p:guide orient="horz" pos="2759"/>
        <p:guide orient="horz" pos="1628"/>
        <p:guide pos="28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47" d="100"/>
          <a:sy n="47" d="100"/>
        </p:scale>
        <p:origin x="-2370" y="-96"/>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dirty="0"/>
          </a:p>
        </p:txBody>
      </p:sp>
      <p:sp>
        <p:nvSpPr>
          <p:cNvPr id="3" name="Date Placehold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3122E3A8-67DD-A54D-9ACE-7F6180D1A288}" type="datetimeFigureOut">
              <a:rPr lang="en-US" smtClean="0"/>
              <a:pPr/>
              <a:t>6/3/2020</a:t>
            </a:fld>
            <a:endParaRPr lang="en-US" dirty="0"/>
          </a:p>
        </p:txBody>
      </p:sp>
      <p:sp>
        <p:nvSpPr>
          <p:cNvPr id="4" name="Footer Placehold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dirty="0"/>
          </a:p>
        </p:txBody>
      </p:sp>
      <p:sp>
        <p:nvSpPr>
          <p:cNvPr id="5" name="Slide Number Placehold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B5D751CF-426F-9546-9000-18E529FDEBDA}" type="slidenum">
              <a:rPr lang="en-US" smtClean="0"/>
              <a:pPr/>
              <a:t>‹#›</a:t>
            </a:fld>
            <a:endParaRPr lang="en-US" dirty="0"/>
          </a:p>
        </p:txBody>
      </p:sp>
    </p:spTree>
    <p:extLst>
      <p:ext uri="{BB962C8B-B14F-4D97-AF65-F5344CB8AC3E}">
        <p14:creationId xmlns:p14="http://schemas.microsoft.com/office/powerpoint/2010/main" val="3999892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dirty="0"/>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95BCB8AE-B9B2-1648-AE7C-D9F4FF496627}" type="datetimeFigureOut">
              <a:rPr lang="en-US" smtClean="0"/>
              <a:pPr/>
              <a:t>6/3/2020</a:t>
            </a:fld>
            <a:endParaRPr lang="en-US" dirty="0"/>
          </a:p>
        </p:txBody>
      </p:sp>
      <p:sp>
        <p:nvSpPr>
          <p:cNvPr id="4" name="Slide Image Placeholder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48" tIns="49524" rIns="99048" bIns="49524" rtlCol="0" anchor="ctr"/>
          <a:lstStyle/>
          <a:p>
            <a:endParaRPr lang="en-US" dirty="0"/>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E7F34D1A-B7E5-DE48-8EA9-859D9DE63652}" type="slidenum">
              <a:rPr lang="en-US" smtClean="0"/>
              <a:pPr/>
              <a:t>‹#›</a:t>
            </a:fld>
            <a:endParaRPr lang="en-US" dirty="0"/>
          </a:p>
        </p:txBody>
      </p:sp>
    </p:spTree>
    <p:extLst>
      <p:ext uri="{BB962C8B-B14F-4D97-AF65-F5344CB8AC3E}">
        <p14:creationId xmlns:p14="http://schemas.microsoft.com/office/powerpoint/2010/main" val="725433361"/>
      </p:ext>
    </p:extLst>
  </p:cSld>
  <p:clrMap bg1="lt1" tx1="dk1" bg2="lt2" tx2="dk2" accent1="accent1" accent2="accent2" accent3="accent3" accent4="accent4" accent5="accent5" accent6="accent6" hlink="hlink" folHlink="folHlink"/>
  <p:hf hdr="0" ftr="0" dt="0"/>
  <p:notesStyle>
    <a:lvl1pPr marL="0" algn="l" defTabSz="457184" rtl="0" eaLnBrk="1" latinLnBrk="0" hangingPunct="1">
      <a:defRPr sz="1200" kern="1200">
        <a:solidFill>
          <a:schemeClr val="tx1"/>
        </a:solidFill>
        <a:latin typeface="+mn-lt"/>
        <a:ea typeface="+mn-ea"/>
        <a:cs typeface="+mn-cs"/>
      </a:defRPr>
    </a:lvl1pPr>
    <a:lvl2pPr marL="457184" algn="l" defTabSz="457184" rtl="0" eaLnBrk="1" latinLnBrk="0" hangingPunct="1">
      <a:defRPr sz="1200" kern="1200">
        <a:solidFill>
          <a:schemeClr val="tx1"/>
        </a:solidFill>
        <a:latin typeface="+mn-lt"/>
        <a:ea typeface="+mn-ea"/>
        <a:cs typeface="+mn-cs"/>
      </a:defRPr>
    </a:lvl2pPr>
    <a:lvl3pPr marL="914367" algn="l" defTabSz="457184" rtl="0" eaLnBrk="1" latinLnBrk="0" hangingPunct="1">
      <a:defRPr sz="1200" kern="1200">
        <a:solidFill>
          <a:schemeClr val="tx1"/>
        </a:solidFill>
        <a:latin typeface="+mn-lt"/>
        <a:ea typeface="+mn-ea"/>
        <a:cs typeface="+mn-cs"/>
      </a:defRPr>
    </a:lvl3pPr>
    <a:lvl4pPr marL="1371552" algn="l" defTabSz="457184" rtl="0" eaLnBrk="1" latinLnBrk="0" hangingPunct="1">
      <a:defRPr sz="1200" kern="1200">
        <a:solidFill>
          <a:schemeClr val="tx1"/>
        </a:solidFill>
        <a:latin typeface="+mn-lt"/>
        <a:ea typeface="+mn-ea"/>
        <a:cs typeface="+mn-cs"/>
      </a:defRPr>
    </a:lvl4pPr>
    <a:lvl5pPr marL="1828736" algn="l" defTabSz="457184" rtl="0" eaLnBrk="1" latinLnBrk="0" hangingPunct="1">
      <a:defRPr sz="1200" kern="1200">
        <a:solidFill>
          <a:schemeClr val="tx1"/>
        </a:solidFill>
        <a:latin typeface="+mn-lt"/>
        <a:ea typeface="+mn-ea"/>
        <a:cs typeface="+mn-cs"/>
      </a:defRPr>
    </a:lvl5pPr>
    <a:lvl6pPr marL="2285919" algn="l" defTabSz="457184" rtl="0" eaLnBrk="1" latinLnBrk="0" hangingPunct="1">
      <a:defRPr sz="1200" kern="1200">
        <a:solidFill>
          <a:schemeClr val="tx1"/>
        </a:solidFill>
        <a:latin typeface="+mn-lt"/>
        <a:ea typeface="+mn-ea"/>
        <a:cs typeface="+mn-cs"/>
      </a:defRPr>
    </a:lvl6pPr>
    <a:lvl7pPr marL="2743103" algn="l" defTabSz="457184" rtl="0" eaLnBrk="1" latinLnBrk="0" hangingPunct="1">
      <a:defRPr sz="1200" kern="1200">
        <a:solidFill>
          <a:schemeClr val="tx1"/>
        </a:solidFill>
        <a:latin typeface="+mn-lt"/>
        <a:ea typeface="+mn-ea"/>
        <a:cs typeface="+mn-cs"/>
      </a:defRPr>
    </a:lvl7pPr>
    <a:lvl8pPr marL="3200287" algn="l" defTabSz="457184" rtl="0" eaLnBrk="1" latinLnBrk="0" hangingPunct="1">
      <a:defRPr sz="1200" kern="1200">
        <a:solidFill>
          <a:schemeClr val="tx1"/>
        </a:solidFill>
        <a:latin typeface="+mn-lt"/>
        <a:ea typeface="+mn-ea"/>
        <a:cs typeface="+mn-cs"/>
      </a:defRPr>
    </a:lvl8pPr>
    <a:lvl9pPr marL="3657471" algn="l" defTabSz="45718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cs typeface="Arial" pitchFamily="34" charset="0"/>
              </a:rPr>
              <a:t>This is an example of a </a:t>
            </a:r>
            <a:r>
              <a:rPr lang="en-US" b="1" dirty="0">
                <a:latin typeface="Arial" pitchFamily="34" charset="0"/>
                <a:cs typeface="Arial" pitchFamily="34" charset="0"/>
              </a:rPr>
              <a:t>Title Slide</a:t>
            </a:r>
            <a:r>
              <a:rPr lang="en-US" b="0" dirty="0">
                <a:latin typeface="Arial" pitchFamily="34" charset="0"/>
                <a:cs typeface="Arial" pitchFamily="34" charset="0"/>
              </a:rPr>
              <a:t>.</a:t>
            </a:r>
            <a:r>
              <a:rPr lang="en-US" b="0" baseline="0" dirty="0">
                <a:latin typeface="Arial" pitchFamily="34" charset="0"/>
                <a:cs typeface="Arial" pitchFamily="34" charset="0"/>
              </a:rPr>
              <a:t>  We need to convey Life Is On in everything we do, so try to </a:t>
            </a:r>
            <a:r>
              <a:rPr lang="en-US" baseline="0" dirty="0">
                <a:latin typeface="Arial" pitchFamily="34" charset="0"/>
                <a:cs typeface="Arial" pitchFamily="34" charset="0"/>
              </a:rPr>
              <a:t>lead with compelling images that are vibrant, authentic, and human. The human element should be apparent and within the context of a segment that we touch. </a:t>
            </a:r>
          </a:p>
          <a:p>
            <a:r>
              <a:rPr lang="en-US" baseline="0" dirty="0">
                <a:latin typeface="Arial" pitchFamily="34" charset="0"/>
                <a:cs typeface="Arial" pitchFamily="34" charset="0"/>
              </a:rPr>
              <a:t>To keep this PowerPoint template file size reduced, we included a small library of image choices in the </a:t>
            </a:r>
            <a:r>
              <a:rPr lang="en-US" b="1" baseline="0" dirty="0">
                <a:latin typeface="Arial" pitchFamily="34" charset="0"/>
                <a:cs typeface="Arial" pitchFamily="34" charset="0"/>
              </a:rPr>
              <a:t>Slide Master</a:t>
            </a:r>
            <a:r>
              <a:rPr lang="en-US" b="0" baseline="0" dirty="0">
                <a:latin typeface="Arial" pitchFamily="34" charset="0"/>
                <a:cs typeface="Arial" pitchFamily="34" charset="0"/>
              </a:rPr>
              <a:t> (under View). Y</a:t>
            </a:r>
            <a:r>
              <a:rPr lang="en-US" baseline="0" dirty="0">
                <a:latin typeface="Arial" pitchFamily="34" charset="0"/>
                <a:cs typeface="Arial" pitchFamily="34" charset="0"/>
              </a:rPr>
              <a:t>ou can also get them from the SE Asset Library: https://schneiderelectric.telescopeondemand.com</a:t>
            </a:r>
            <a:endParaRPr lang="en-US" dirty="0">
              <a:latin typeface="Arial" pitchFamily="34" charset="0"/>
              <a:cs typeface="Arial" pitchFamily="34" charset="0"/>
            </a:endParaRPr>
          </a:p>
          <a:p>
            <a:endParaRPr lang="en-US" dirty="0"/>
          </a:p>
        </p:txBody>
      </p:sp>
      <p:sp>
        <p:nvSpPr>
          <p:cNvPr id="4" name="Slide Number Placeholder 3"/>
          <p:cNvSpPr>
            <a:spLocks noGrp="1"/>
          </p:cNvSpPr>
          <p:nvPr>
            <p:ph type="sldNum" sz="quarter" idx="10"/>
          </p:nvPr>
        </p:nvSpPr>
        <p:spPr/>
        <p:txBody>
          <a:bodyPr/>
          <a:lstStyle/>
          <a:p>
            <a:fld id="{E7F34D1A-B7E5-DE48-8EA9-859D9DE63652}"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2</a:t>
            </a:fld>
            <a:endParaRPr lang="en-US" dirty="0"/>
          </a:p>
        </p:txBody>
      </p:sp>
    </p:spTree>
    <p:extLst>
      <p:ext uri="{BB962C8B-B14F-4D97-AF65-F5344CB8AC3E}">
        <p14:creationId xmlns:p14="http://schemas.microsoft.com/office/powerpoint/2010/main" val="4008602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3</a:t>
            </a:fld>
            <a:endParaRPr lang="en-US" dirty="0"/>
          </a:p>
        </p:txBody>
      </p:sp>
    </p:spTree>
    <p:extLst>
      <p:ext uri="{BB962C8B-B14F-4D97-AF65-F5344CB8AC3E}">
        <p14:creationId xmlns:p14="http://schemas.microsoft.com/office/powerpoint/2010/main" val="3046539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4</a:t>
            </a:fld>
            <a:endParaRPr lang="en-US" dirty="0"/>
          </a:p>
        </p:txBody>
      </p:sp>
    </p:spTree>
    <p:extLst>
      <p:ext uri="{BB962C8B-B14F-4D97-AF65-F5344CB8AC3E}">
        <p14:creationId xmlns:p14="http://schemas.microsoft.com/office/powerpoint/2010/main" val="4185093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5</a:t>
            </a:fld>
            <a:endParaRPr lang="en-US" dirty="0"/>
          </a:p>
        </p:txBody>
      </p:sp>
    </p:spTree>
    <p:extLst>
      <p:ext uri="{BB962C8B-B14F-4D97-AF65-F5344CB8AC3E}">
        <p14:creationId xmlns:p14="http://schemas.microsoft.com/office/powerpoint/2010/main" val="1638485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6</a:t>
            </a:fld>
            <a:endParaRPr lang="en-US" dirty="0"/>
          </a:p>
        </p:txBody>
      </p:sp>
    </p:spTree>
    <p:extLst>
      <p:ext uri="{BB962C8B-B14F-4D97-AF65-F5344CB8AC3E}">
        <p14:creationId xmlns:p14="http://schemas.microsoft.com/office/powerpoint/2010/main" val="29859517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7</a:t>
            </a:fld>
            <a:endParaRPr lang="en-US" dirty="0"/>
          </a:p>
        </p:txBody>
      </p:sp>
    </p:spTree>
    <p:extLst>
      <p:ext uri="{BB962C8B-B14F-4D97-AF65-F5344CB8AC3E}">
        <p14:creationId xmlns:p14="http://schemas.microsoft.com/office/powerpoint/2010/main" val="20741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8</a:t>
            </a:fld>
            <a:endParaRPr lang="en-US" dirty="0"/>
          </a:p>
        </p:txBody>
      </p:sp>
    </p:spTree>
    <p:extLst>
      <p:ext uri="{BB962C8B-B14F-4D97-AF65-F5344CB8AC3E}">
        <p14:creationId xmlns:p14="http://schemas.microsoft.com/office/powerpoint/2010/main" val="3033976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9</a:t>
            </a:fld>
            <a:endParaRPr lang="en-US" dirty="0"/>
          </a:p>
        </p:txBody>
      </p:sp>
    </p:spTree>
    <p:extLst>
      <p:ext uri="{BB962C8B-B14F-4D97-AF65-F5344CB8AC3E}">
        <p14:creationId xmlns:p14="http://schemas.microsoft.com/office/powerpoint/2010/main" val="2492145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10</a:t>
            </a:fld>
            <a:endParaRPr lang="en-US" dirty="0"/>
          </a:p>
        </p:txBody>
      </p:sp>
    </p:spTree>
    <p:extLst>
      <p:ext uri="{BB962C8B-B14F-4D97-AF65-F5344CB8AC3E}">
        <p14:creationId xmlns:p14="http://schemas.microsoft.com/office/powerpoint/2010/main" val="1384078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11</a:t>
            </a:fld>
            <a:endParaRPr lang="en-US" dirty="0"/>
          </a:p>
        </p:txBody>
      </p:sp>
    </p:spTree>
    <p:extLst>
      <p:ext uri="{BB962C8B-B14F-4D97-AF65-F5344CB8AC3E}">
        <p14:creationId xmlns:p14="http://schemas.microsoft.com/office/powerpoint/2010/main" val="2510463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12</a:t>
            </a:fld>
            <a:endParaRPr lang="en-US" dirty="0"/>
          </a:p>
        </p:txBody>
      </p:sp>
    </p:spTree>
    <p:extLst>
      <p:ext uri="{BB962C8B-B14F-4D97-AF65-F5344CB8AC3E}">
        <p14:creationId xmlns:p14="http://schemas.microsoft.com/office/powerpoint/2010/main" val="15671958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13</a:t>
            </a:fld>
            <a:endParaRPr lang="en-US" dirty="0"/>
          </a:p>
        </p:txBody>
      </p:sp>
    </p:spTree>
    <p:extLst>
      <p:ext uri="{BB962C8B-B14F-4D97-AF65-F5344CB8AC3E}">
        <p14:creationId xmlns:p14="http://schemas.microsoft.com/office/powerpoint/2010/main" val="22075512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14</a:t>
            </a:fld>
            <a:endParaRPr lang="en-US" dirty="0"/>
          </a:p>
        </p:txBody>
      </p:sp>
    </p:spTree>
    <p:extLst>
      <p:ext uri="{BB962C8B-B14F-4D97-AF65-F5344CB8AC3E}">
        <p14:creationId xmlns:p14="http://schemas.microsoft.com/office/powerpoint/2010/main" val="8975891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15</a:t>
            </a:fld>
            <a:endParaRPr lang="en-US" dirty="0"/>
          </a:p>
        </p:txBody>
      </p:sp>
    </p:spTree>
    <p:extLst>
      <p:ext uri="{BB962C8B-B14F-4D97-AF65-F5344CB8AC3E}">
        <p14:creationId xmlns:p14="http://schemas.microsoft.com/office/powerpoint/2010/main" val="30076919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16</a:t>
            </a:fld>
            <a:endParaRPr lang="en-US" dirty="0"/>
          </a:p>
        </p:txBody>
      </p:sp>
    </p:spTree>
    <p:extLst>
      <p:ext uri="{BB962C8B-B14F-4D97-AF65-F5344CB8AC3E}">
        <p14:creationId xmlns:p14="http://schemas.microsoft.com/office/powerpoint/2010/main" val="26815018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17</a:t>
            </a:fld>
            <a:endParaRPr lang="en-US" dirty="0"/>
          </a:p>
        </p:txBody>
      </p:sp>
    </p:spTree>
    <p:extLst>
      <p:ext uri="{BB962C8B-B14F-4D97-AF65-F5344CB8AC3E}">
        <p14:creationId xmlns:p14="http://schemas.microsoft.com/office/powerpoint/2010/main" val="19212930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18</a:t>
            </a:fld>
            <a:endParaRPr lang="en-US" dirty="0"/>
          </a:p>
        </p:txBody>
      </p:sp>
    </p:spTree>
    <p:extLst>
      <p:ext uri="{BB962C8B-B14F-4D97-AF65-F5344CB8AC3E}">
        <p14:creationId xmlns:p14="http://schemas.microsoft.com/office/powerpoint/2010/main" val="40727671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19</a:t>
            </a:fld>
            <a:endParaRPr lang="en-US" dirty="0"/>
          </a:p>
        </p:txBody>
      </p:sp>
    </p:spTree>
    <p:extLst>
      <p:ext uri="{BB962C8B-B14F-4D97-AF65-F5344CB8AC3E}">
        <p14:creationId xmlns:p14="http://schemas.microsoft.com/office/powerpoint/2010/main" val="19181975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20</a:t>
            </a:fld>
            <a:endParaRPr lang="en-US" dirty="0"/>
          </a:p>
        </p:txBody>
      </p:sp>
    </p:spTree>
    <p:extLst>
      <p:ext uri="{BB962C8B-B14F-4D97-AF65-F5344CB8AC3E}">
        <p14:creationId xmlns:p14="http://schemas.microsoft.com/office/powerpoint/2010/main" val="2892223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21</a:t>
            </a:fld>
            <a:endParaRPr lang="en-US" dirty="0"/>
          </a:p>
        </p:txBody>
      </p:sp>
    </p:spTree>
    <p:extLst>
      <p:ext uri="{BB962C8B-B14F-4D97-AF65-F5344CB8AC3E}">
        <p14:creationId xmlns:p14="http://schemas.microsoft.com/office/powerpoint/2010/main" val="40211949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22</a:t>
            </a:fld>
            <a:endParaRPr lang="en-US" dirty="0"/>
          </a:p>
        </p:txBody>
      </p:sp>
    </p:spTree>
    <p:extLst>
      <p:ext uri="{BB962C8B-B14F-4D97-AF65-F5344CB8AC3E}">
        <p14:creationId xmlns:p14="http://schemas.microsoft.com/office/powerpoint/2010/main" val="35465415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23</a:t>
            </a:fld>
            <a:endParaRPr lang="en-US" dirty="0"/>
          </a:p>
        </p:txBody>
      </p:sp>
    </p:spTree>
    <p:extLst>
      <p:ext uri="{BB962C8B-B14F-4D97-AF65-F5344CB8AC3E}">
        <p14:creationId xmlns:p14="http://schemas.microsoft.com/office/powerpoint/2010/main" val="23812322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24</a:t>
            </a:fld>
            <a:endParaRPr lang="en-US" dirty="0"/>
          </a:p>
        </p:txBody>
      </p:sp>
    </p:spTree>
    <p:extLst>
      <p:ext uri="{BB962C8B-B14F-4D97-AF65-F5344CB8AC3E}">
        <p14:creationId xmlns:p14="http://schemas.microsoft.com/office/powerpoint/2010/main" val="1060479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25</a:t>
            </a:fld>
            <a:endParaRPr lang="en-US" dirty="0"/>
          </a:p>
        </p:txBody>
      </p:sp>
    </p:spTree>
    <p:extLst>
      <p:ext uri="{BB962C8B-B14F-4D97-AF65-F5344CB8AC3E}">
        <p14:creationId xmlns:p14="http://schemas.microsoft.com/office/powerpoint/2010/main" val="20520732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26</a:t>
            </a:fld>
            <a:endParaRPr lang="en-US" dirty="0"/>
          </a:p>
        </p:txBody>
      </p:sp>
    </p:spTree>
    <p:extLst>
      <p:ext uri="{BB962C8B-B14F-4D97-AF65-F5344CB8AC3E}">
        <p14:creationId xmlns:p14="http://schemas.microsoft.com/office/powerpoint/2010/main" val="33149231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27</a:t>
            </a:fld>
            <a:endParaRPr lang="en-US" dirty="0"/>
          </a:p>
        </p:txBody>
      </p:sp>
    </p:spTree>
    <p:extLst>
      <p:ext uri="{BB962C8B-B14F-4D97-AF65-F5344CB8AC3E}">
        <p14:creationId xmlns:p14="http://schemas.microsoft.com/office/powerpoint/2010/main" val="16161791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28</a:t>
            </a:fld>
            <a:endParaRPr lang="en-US" dirty="0"/>
          </a:p>
        </p:txBody>
      </p:sp>
    </p:spTree>
    <p:extLst>
      <p:ext uri="{BB962C8B-B14F-4D97-AF65-F5344CB8AC3E}">
        <p14:creationId xmlns:p14="http://schemas.microsoft.com/office/powerpoint/2010/main" val="21293194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29</a:t>
            </a:fld>
            <a:endParaRPr lang="en-US" dirty="0"/>
          </a:p>
        </p:txBody>
      </p:sp>
    </p:spTree>
    <p:extLst>
      <p:ext uri="{BB962C8B-B14F-4D97-AF65-F5344CB8AC3E}">
        <p14:creationId xmlns:p14="http://schemas.microsoft.com/office/powerpoint/2010/main" val="20047891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30</a:t>
            </a:fld>
            <a:endParaRPr lang="en-US" dirty="0"/>
          </a:p>
        </p:txBody>
      </p:sp>
    </p:spTree>
    <p:extLst>
      <p:ext uri="{BB962C8B-B14F-4D97-AF65-F5344CB8AC3E}">
        <p14:creationId xmlns:p14="http://schemas.microsoft.com/office/powerpoint/2010/main" val="5420415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31</a:t>
            </a:fld>
            <a:endParaRPr lang="en-US" dirty="0"/>
          </a:p>
        </p:txBody>
      </p:sp>
    </p:spTree>
    <p:extLst>
      <p:ext uri="{BB962C8B-B14F-4D97-AF65-F5344CB8AC3E}">
        <p14:creationId xmlns:p14="http://schemas.microsoft.com/office/powerpoint/2010/main" val="39638860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32</a:t>
            </a:fld>
            <a:endParaRPr lang="en-US" dirty="0"/>
          </a:p>
        </p:txBody>
      </p:sp>
    </p:spTree>
    <p:extLst>
      <p:ext uri="{BB962C8B-B14F-4D97-AF65-F5344CB8AC3E}">
        <p14:creationId xmlns:p14="http://schemas.microsoft.com/office/powerpoint/2010/main" val="3998669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33</a:t>
            </a:fld>
            <a:endParaRPr lang="en-US" dirty="0"/>
          </a:p>
        </p:txBody>
      </p:sp>
    </p:spTree>
    <p:extLst>
      <p:ext uri="{BB962C8B-B14F-4D97-AF65-F5344CB8AC3E}">
        <p14:creationId xmlns:p14="http://schemas.microsoft.com/office/powerpoint/2010/main" val="35798718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34</a:t>
            </a:fld>
            <a:endParaRPr lang="en-US" dirty="0"/>
          </a:p>
        </p:txBody>
      </p:sp>
    </p:spTree>
    <p:extLst>
      <p:ext uri="{BB962C8B-B14F-4D97-AF65-F5344CB8AC3E}">
        <p14:creationId xmlns:p14="http://schemas.microsoft.com/office/powerpoint/2010/main" val="36326513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184" rtl="0" eaLnBrk="1" fontAlgn="auto" latinLnBrk="0" hangingPunct="1">
              <a:lnSpc>
                <a:spcPct val="100000"/>
              </a:lnSpc>
              <a:spcBef>
                <a:spcPts val="0"/>
              </a:spcBef>
              <a:spcAft>
                <a:spcPts val="0"/>
              </a:spcAft>
              <a:buClrTx/>
              <a:buSzTx/>
              <a:buFontTx/>
              <a:buNone/>
              <a:tabLst/>
              <a:defRPr/>
            </a:pPr>
            <a:r>
              <a:rPr lang="en-US" dirty="0">
                <a:solidFill>
                  <a:srgbClr val="00B0F0"/>
                </a:solidFill>
                <a:latin typeface="Arial" pitchFamily="34" charset="0"/>
                <a:cs typeface="Arial" pitchFamily="34" charset="0"/>
              </a:rPr>
              <a:t>This</a:t>
            </a:r>
            <a:r>
              <a:rPr lang="en-US" baseline="0" dirty="0">
                <a:solidFill>
                  <a:srgbClr val="00B0F0"/>
                </a:solidFill>
                <a:latin typeface="Arial" pitchFamily="34" charset="0"/>
                <a:cs typeface="Arial" pitchFamily="34" charset="0"/>
              </a:rPr>
              <a:t> is an example of a </a:t>
            </a:r>
            <a:r>
              <a:rPr lang="en-US" b="1" baseline="0" dirty="0">
                <a:solidFill>
                  <a:srgbClr val="00B0F0"/>
                </a:solidFill>
                <a:latin typeface="Arial" pitchFamily="34" charset="0"/>
                <a:cs typeface="Arial" pitchFamily="34" charset="0"/>
              </a:rPr>
              <a:t>Text Slide</a:t>
            </a:r>
            <a:r>
              <a:rPr lang="en-US" baseline="0" dirty="0">
                <a:solidFill>
                  <a:srgbClr val="00B0F0"/>
                </a:solidFill>
                <a:latin typeface="Arial" pitchFamily="34" charset="0"/>
                <a:cs typeface="Arial" pitchFamily="34" charset="0"/>
              </a:rPr>
              <a:t>. Reference the different layout options in the </a:t>
            </a:r>
            <a:r>
              <a:rPr lang="en-US" b="1" baseline="0" dirty="0">
                <a:solidFill>
                  <a:srgbClr val="00B0F0"/>
                </a:solidFill>
                <a:latin typeface="Arial" pitchFamily="34" charset="0"/>
                <a:cs typeface="Arial" pitchFamily="34" charset="0"/>
              </a:rPr>
              <a:t>Slide Master </a:t>
            </a:r>
            <a:r>
              <a:rPr lang="en-US" b="0" baseline="0" dirty="0">
                <a:solidFill>
                  <a:srgbClr val="00B0F0"/>
                </a:solidFill>
                <a:latin typeface="Arial" pitchFamily="34" charset="0"/>
                <a:cs typeface="Arial" pitchFamily="34" charset="0"/>
              </a:rPr>
              <a:t>(under the View tab) </a:t>
            </a:r>
            <a:r>
              <a:rPr lang="en-US" baseline="0" dirty="0">
                <a:solidFill>
                  <a:srgbClr val="00B0F0"/>
                </a:solidFill>
                <a:latin typeface="Arial" pitchFamily="34" charset="0"/>
                <a:cs typeface="Arial" pitchFamily="34" charset="0"/>
              </a:rPr>
              <a:t>for different variations. Remember, our new Brand Guidelines call for clean and simple messages and design. Reference the PowerPoint Guidelines on the Brand Book for tips and useful information on creating effective presentations.</a:t>
            </a:r>
            <a:endParaRPr lang="en-US" dirty="0">
              <a:solidFill>
                <a:srgbClr val="00B0F0"/>
              </a:solidFill>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35</a:t>
            </a:fld>
            <a:endParaRPr lang="en-US" dirty="0"/>
          </a:p>
        </p:txBody>
      </p:sp>
    </p:spTree>
    <p:extLst>
      <p:ext uri="{BB962C8B-B14F-4D97-AF65-F5344CB8AC3E}">
        <p14:creationId xmlns:p14="http://schemas.microsoft.com/office/powerpoint/2010/main" val="21677358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cs typeface="Arial" pitchFamily="34" charset="0"/>
              </a:rPr>
              <a:t>Closing</a:t>
            </a:r>
            <a:r>
              <a:rPr lang="en-US" baseline="0" dirty="0">
                <a:latin typeface="Arial" pitchFamily="34" charset="0"/>
                <a:cs typeface="Arial" pitchFamily="34" charset="0"/>
              </a:rPr>
              <a:t> slide</a:t>
            </a:r>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E7F34D1A-B7E5-DE48-8EA9-859D9DE63652}" type="slidenum">
              <a:rPr lang="en-US" smtClean="0"/>
              <a:pPr/>
              <a:t>36</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1">
    <p:spTree>
      <p:nvGrpSpPr>
        <p:cNvPr id="1" name=""/>
        <p:cNvGrpSpPr/>
        <p:nvPr/>
      </p:nvGrpSpPr>
      <p:grpSpPr>
        <a:xfrm>
          <a:off x="0" y="0"/>
          <a:ext cx="0" cy="0"/>
          <a:chOff x="0" y="0"/>
          <a:chExt cx="0" cy="0"/>
        </a:xfrm>
      </p:grpSpPr>
      <p:sp>
        <p:nvSpPr>
          <p:cNvPr id="19" name="Espace réservé pour une image  18"/>
          <p:cNvSpPr>
            <a:spLocks noGrp="1"/>
          </p:cNvSpPr>
          <p:nvPr>
            <p:ph type="pic" sz="quarter" idx="14"/>
          </p:nvPr>
        </p:nvSpPr>
        <p:spPr>
          <a:xfrm>
            <a:off x="0" y="0"/>
            <a:ext cx="9144000" cy="4330794"/>
          </a:xfrm>
          <a:prstGeom prst="rect">
            <a:avLst/>
          </a:prstGeom>
          <a:solidFill>
            <a:schemeClr val="bg1">
              <a:lumMod val="95000"/>
            </a:schemeClr>
          </a:solidFill>
        </p:spPr>
        <p:txBody>
          <a:bodyPr lIns="91437" tIns="45718" rIns="91437" bIns="45718"/>
          <a:lstStyle>
            <a:lvl1pPr>
              <a:buNone/>
              <a:defRPr sz="1400">
                <a:solidFill>
                  <a:schemeClr val="bg1">
                    <a:lumMod val="85000"/>
                  </a:schemeClr>
                </a:solidFill>
              </a:defRPr>
            </a:lvl1pPr>
          </a:lstStyle>
          <a:p>
            <a:r>
              <a:rPr lang="en-US"/>
              <a:t>Click icon to add picture</a:t>
            </a:r>
            <a:endParaRPr lang="en-US" dirty="0"/>
          </a:p>
        </p:txBody>
      </p:sp>
      <p:sp>
        <p:nvSpPr>
          <p:cNvPr id="8" name="Title 1"/>
          <p:cNvSpPr>
            <a:spLocks noGrp="1"/>
          </p:cNvSpPr>
          <p:nvPr>
            <p:ph type="ctrTitle" hasCustomPrompt="1"/>
          </p:nvPr>
        </p:nvSpPr>
        <p:spPr>
          <a:xfrm>
            <a:off x="252415" y="2609224"/>
            <a:ext cx="8673872" cy="553998"/>
          </a:xfrm>
          <a:prstGeom prst="rect">
            <a:avLst/>
          </a:prstGeom>
        </p:spPr>
        <p:txBody>
          <a:bodyPr lIns="0" tIns="0" rIns="0" bIns="0" anchor="ctr" anchorCtr="0">
            <a:noAutofit/>
          </a:bodyPr>
          <a:lstStyle>
            <a:lvl1pPr marL="0" indent="0" algn="l">
              <a:buFont typeface="Arial"/>
              <a:buNone/>
              <a:defRPr sz="3600">
                <a:solidFill>
                  <a:schemeClr val="bg1"/>
                </a:solidFill>
              </a:defRPr>
            </a:lvl1pPr>
          </a:lstStyle>
          <a:p>
            <a:r>
              <a:rPr lang="en-US" dirty="0"/>
              <a:t>Presentation Title</a:t>
            </a:r>
          </a:p>
        </p:txBody>
      </p:sp>
      <p:sp>
        <p:nvSpPr>
          <p:cNvPr id="9" name="Subtitle 2"/>
          <p:cNvSpPr>
            <a:spLocks noGrp="1"/>
          </p:cNvSpPr>
          <p:nvPr>
            <p:ph type="subTitle" idx="1" hasCustomPrompt="1"/>
          </p:nvPr>
        </p:nvSpPr>
        <p:spPr>
          <a:xfrm>
            <a:off x="252415" y="3204247"/>
            <a:ext cx="8673872" cy="215444"/>
          </a:xfrm>
          <a:prstGeom prst="rect">
            <a:avLst/>
          </a:prstGeom>
        </p:spPr>
        <p:txBody>
          <a:bodyPr lIns="0" tIns="0" rIns="0" bIns="0">
            <a:noAutofit/>
          </a:bodyPr>
          <a:lstStyle>
            <a:lvl1pPr marL="0" indent="0" algn="l">
              <a:buNone/>
              <a:defRPr sz="1400" baseline="0">
                <a:solidFill>
                  <a:schemeClr val="bg1"/>
                </a:solidFill>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dirty="0"/>
              <a:t>Click to Edit Optional Subtitle</a:t>
            </a:r>
          </a:p>
        </p:txBody>
      </p:sp>
      <p:pic>
        <p:nvPicPr>
          <p:cNvPr id="10" name="Picture 9" descr="schneider_LIO_Life-Green_RGB.png"/>
          <p:cNvPicPr>
            <a:picLocks noChangeAspect="1"/>
          </p:cNvPicPr>
          <p:nvPr userDrawn="1"/>
        </p:nvPicPr>
        <p:blipFill>
          <a:blip r:embed="rId2" cstate="print"/>
          <a:stretch>
            <a:fillRect/>
          </a:stretch>
        </p:blipFill>
        <p:spPr>
          <a:xfrm>
            <a:off x="7067034" y="4494997"/>
            <a:ext cx="2041798" cy="562953"/>
          </a:xfrm>
          <a:prstGeom prst="rect">
            <a:avLst/>
          </a:prstGeom>
        </p:spPr>
      </p:pic>
      <p:sp>
        <p:nvSpPr>
          <p:cNvPr id="14" name="Footer Placeholder 4"/>
          <p:cNvSpPr>
            <a:spLocks noGrp="1"/>
          </p:cNvSpPr>
          <p:nvPr>
            <p:ph type="ftr" sz="quarter" idx="3"/>
          </p:nvPr>
        </p:nvSpPr>
        <p:spPr>
          <a:xfrm>
            <a:off x="252415" y="4857155"/>
            <a:ext cx="1505531" cy="92333"/>
          </a:xfrm>
          <a:prstGeom prst="rect">
            <a:avLst/>
          </a:prstGeom>
        </p:spPr>
        <p:txBody>
          <a:bodyPr vert="horz" wrap="square" lIns="0" tIns="0" rIns="0" bIns="0" rtlCol="0" anchor="ctr">
            <a:spAutoFit/>
          </a:bodyPr>
          <a:lstStyle>
            <a:lvl1pPr algn="l">
              <a:defRPr sz="600">
                <a:solidFill>
                  <a:srgbClr val="4F5156"/>
                </a:solidFill>
                <a:latin typeface="Arial"/>
                <a:cs typeface="Arial"/>
              </a:defRPr>
            </a:lvl1pPr>
          </a:lstStyle>
          <a:p>
            <a:r>
              <a:rPr lang="en-US" dirty="0"/>
              <a:t>Confidential Property of Schneider Electric  </a:t>
            </a:r>
          </a:p>
        </p:txBody>
      </p:sp>
      <p:sp>
        <p:nvSpPr>
          <p:cNvPr id="21" name="Espace réservé du texte 20"/>
          <p:cNvSpPr>
            <a:spLocks noGrp="1"/>
          </p:cNvSpPr>
          <p:nvPr>
            <p:ph type="body" sz="quarter" idx="15" hasCustomPrompt="1"/>
          </p:nvPr>
        </p:nvSpPr>
        <p:spPr>
          <a:xfrm>
            <a:off x="0" y="3573629"/>
            <a:ext cx="9144000" cy="761890"/>
          </a:xfrm>
          <a:prstGeom prst="rect">
            <a:avLst/>
          </a:prstGeom>
          <a:solidFill>
            <a:schemeClr val="tx2">
              <a:alpha val="80000"/>
            </a:schemeClr>
          </a:solidFill>
        </p:spPr>
        <p:txBody>
          <a:bodyPr lIns="91437" tIns="45718" rIns="91437" bIns="45718"/>
          <a:lstStyle>
            <a:lvl1pPr marL="178299" indent="-2362">
              <a:buNone/>
              <a:defRPr sz="12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err="1"/>
              <a:t>Presented</a:t>
            </a:r>
            <a:r>
              <a:rPr lang="fr-FR" dirty="0"/>
              <a:t> by: </a:t>
            </a:r>
          </a:p>
          <a:p>
            <a:pPr lvl="0"/>
            <a:r>
              <a:rPr lang="fr-FR" dirty="0"/>
              <a:t>Date: </a:t>
            </a:r>
          </a:p>
          <a:p>
            <a:pPr lvl="0"/>
            <a:endParaRPr lang="fr-FR" dirty="0"/>
          </a:p>
          <a:p>
            <a:pPr lvl="0"/>
            <a:endParaRPr lang="fr-FR" dirty="0"/>
          </a:p>
          <a:p>
            <a:pPr lvl="0"/>
            <a:endParaRPr lang="fr-FR" dirty="0"/>
          </a:p>
          <a:p>
            <a:pPr lvl="0"/>
            <a:endParaRPr lang="fr-FR" dirty="0"/>
          </a:p>
          <a:p>
            <a:pPr lvl="0"/>
            <a:endParaRPr lang="fr-FR" dirty="0"/>
          </a:p>
        </p:txBody>
      </p:sp>
      <p:sp>
        <p:nvSpPr>
          <p:cNvPr id="13" name="Rectangle 12"/>
          <p:cNvSpPr/>
          <p:nvPr userDrawn="1"/>
        </p:nvSpPr>
        <p:spPr>
          <a:xfrm>
            <a:off x="0" y="4261502"/>
            <a:ext cx="9144000" cy="201963"/>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91437" tIns="45718" rIns="91437" bIns="45718" rtlCol="0" anchor="ctr"/>
          <a:lstStyle/>
          <a:p>
            <a:pPr algn="ctr"/>
            <a:endParaRPr lang="en-US" dirty="0"/>
          </a:p>
        </p:txBody>
      </p:sp>
    </p:spTree>
    <p:extLst>
      <p:ext uri="{BB962C8B-B14F-4D97-AF65-F5344CB8AC3E}">
        <p14:creationId xmlns:p14="http://schemas.microsoft.com/office/powerpoint/2010/main" val="3401949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Green">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0" y="1"/>
            <a:ext cx="9144000" cy="2908710"/>
          </a:xfrm>
          <a:prstGeom prst="rect">
            <a:avLst/>
          </a:prstGeom>
          <a:solidFill>
            <a:schemeClr val="tx2">
              <a:alpha val="80000"/>
            </a:schemeClr>
          </a:solidFill>
        </p:spPr>
        <p:txBody>
          <a:bodyPr lIns="252000" tIns="0" rIns="0" bIns="252000" anchor="b" anchorCtr="0"/>
          <a:lstStyle>
            <a:lvl1pPr algn="l">
              <a:defRPr sz="2400" baseline="0">
                <a:solidFill>
                  <a:srgbClr val="FFFFFF"/>
                </a:solidFill>
              </a:defRPr>
            </a:lvl1pPr>
          </a:lstStyle>
          <a:p>
            <a:r>
              <a:rPr lang="en-US" dirty="0"/>
              <a:t>Click To Edit Section Title</a:t>
            </a:r>
          </a:p>
        </p:txBody>
      </p:sp>
      <p:sp>
        <p:nvSpPr>
          <p:cNvPr id="8" name="Text Placeholder 9"/>
          <p:cNvSpPr>
            <a:spLocks noGrp="1"/>
          </p:cNvSpPr>
          <p:nvPr>
            <p:ph type="body" sz="quarter" idx="11" hasCustomPrompt="1"/>
          </p:nvPr>
        </p:nvSpPr>
        <p:spPr>
          <a:xfrm>
            <a:off x="0" y="2900386"/>
            <a:ext cx="9144000" cy="373063"/>
          </a:xfrm>
          <a:prstGeom prst="rect">
            <a:avLst/>
          </a:prstGeom>
          <a:solidFill>
            <a:schemeClr val="tx2"/>
          </a:solidFill>
        </p:spPr>
        <p:txBody>
          <a:bodyPr lIns="252000" tIns="0" rIns="0" bIns="0" anchor="ctr" anchorCtr="0"/>
          <a:lstStyle>
            <a:lvl1pPr marL="0" indent="0">
              <a:buNone/>
              <a:defRPr sz="1200" baseline="0">
                <a:solidFill>
                  <a:schemeClr val="bg1"/>
                </a:solidFill>
              </a:defRPr>
            </a:lvl1pPr>
          </a:lstStyle>
          <a:p>
            <a:pPr lvl="0"/>
            <a:r>
              <a:rPr lang="en-US" dirty="0"/>
              <a:t>Click To Edit Optional Subtitle</a:t>
            </a:r>
          </a:p>
        </p:txBody>
      </p:sp>
      <p:sp>
        <p:nvSpPr>
          <p:cNvPr id="9"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0"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7" name="Picture 6"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215067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w/ Image Option1">
    <p:spTree>
      <p:nvGrpSpPr>
        <p:cNvPr id="1" name=""/>
        <p:cNvGrpSpPr/>
        <p:nvPr/>
      </p:nvGrpSpPr>
      <p:grpSpPr>
        <a:xfrm>
          <a:off x="0" y="0"/>
          <a:ext cx="0" cy="0"/>
          <a:chOff x="0" y="0"/>
          <a:chExt cx="0" cy="0"/>
        </a:xfrm>
      </p:grpSpPr>
      <p:sp>
        <p:nvSpPr>
          <p:cNvPr id="11" name="Picture Placeholder 5"/>
          <p:cNvSpPr>
            <a:spLocks noGrp="1"/>
          </p:cNvSpPr>
          <p:nvPr>
            <p:ph type="pic" sz="quarter" idx="10" hasCustomPrompt="1"/>
          </p:nvPr>
        </p:nvSpPr>
        <p:spPr>
          <a:xfrm>
            <a:off x="0" y="0"/>
            <a:ext cx="9144000" cy="5143500"/>
          </a:xfrm>
          <a:prstGeom prst="rect">
            <a:avLst/>
          </a:prstGeom>
          <a:solidFill>
            <a:srgbClr val="8E8F93">
              <a:alpha val="20000"/>
            </a:srgbClr>
          </a:solidFill>
        </p:spPr>
        <p:txBody>
          <a:bodyPr/>
          <a:lstStyle>
            <a:lvl1pPr marL="0" indent="0">
              <a:buNone/>
              <a:defRPr sz="1050">
                <a:solidFill>
                  <a:schemeClr val="accent2">
                    <a:lumMod val="60000"/>
                    <a:lumOff val="40000"/>
                  </a:schemeClr>
                </a:solidFill>
              </a:defRPr>
            </a:lvl1pPr>
          </a:lstStyle>
          <a:p>
            <a:r>
              <a:rPr lang="en-US" dirty="0"/>
              <a:t>Drag Your Image Here</a:t>
            </a:r>
          </a:p>
        </p:txBody>
      </p:sp>
      <p:sp>
        <p:nvSpPr>
          <p:cNvPr id="5" name="Title 1"/>
          <p:cNvSpPr>
            <a:spLocks noGrp="1"/>
          </p:cNvSpPr>
          <p:nvPr>
            <p:ph type="title" hasCustomPrompt="1"/>
          </p:nvPr>
        </p:nvSpPr>
        <p:spPr>
          <a:xfrm>
            <a:off x="0" y="2041071"/>
            <a:ext cx="9144000" cy="867640"/>
          </a:xfrm>
          <a:prstGeom prst="rect">
            <a:avLst/>
          </a:prstGeom>
          <a:solidFill>
            <a:schemeClr val="tx2">
              <a:alpha val="80000"/>
            </a:schemeClr>
          </a:solidFill>
        </p:spPr>
        <p:txBody>
          <a:bodyPr lIns="252000" tIns="0" rIns="0" bIns="0" anchor="ctr" anchorCtr="0"/>
          <a:lstStyle>
            <a:lvl1pPr algn="l">
              <a:defRPr sz="2400" baseline="0">
                <a:solidFill>
                  <a:srgbClr val="FFFFFF"/>
                </a:solidFill>
              </a:defRPr>
            </a:lvl1pPr>
          </a:lstStyle>
          <a:p>
            <a:r>
              <a:rPr lang="en-US" dirty="0"/>
              <a:t>Click To Edit Section Title</a:t>
            </a:r>
          </a:p>
        </p:txBody>
      </p:sp>
      <p:sp>
        <p:nvSpPr>
          <p:cNvPr id="6" name="Text Placeholder 9"/>
          <p:cNvSpPr>
            <a:spLocks noGrp="1"/>
          </p:cNvSpPr>
          <p:nvPr>
            <p:ph type="body" sz="quarter" idx="11" hasCustomPrompt="1"/>
          </p:nvPr>
        </p:nvSpPr>
        <p:spPr>
          <a:xfrm>
            <a:off x="0" y="2900386"/>
            <a:ext cx="9144000" cy="373063"/>
          </a:xfrm>
          <a:prstGeom prst="rect">
            <a:avLst/>
          </a:prstGeom>
          <a:solidFill>
            <a:schemeClr val="tx2"/>
          </a:solidFill>
        </p:spPr>
        <p:txBody>
          <a:bodyPr lIns="252000" tIns="0" rIns="0" bIns="0" anchor="ctr" anchorCtr="0"/>
          <a:lstStyle>
            <a:lvl1pPr marL="0" indent="0">
              <a:buNone/>
              <a:defRPr sz="1200" baseline="0">
                <a:solidFill>
                  <a:schemeClr val="bg1"/>
                </a:solidFill>
              </a:defRPr>
            </a:lvl1pPr>
          </a:lstStyle>
          <a:p>
            <a:pPr lvl="0"/>
            <a:r>
              <a:rPr lang="en-US" dirty="0"/>
              <a:t>Click To Edit Optional Subtitle</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12"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8" name="Picture 7"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695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orizontal Section Title">
    <p:spTree>
      <p:nvGrpSpPr>
        <p:cNvPr id="1" name=""/>
        <p:cNvGrpSpPr/>
        <p:nvPr/>
      </p:nvGrpSpPr>
      <p:grpSpPr>
        <a:xfrm>
          <a:off x="0" y="0"/>
          <a:ext cx="0" cy="0"/>
          <a:chOff x="0" y="0"/>
          <a:chExt cx="0" cy="0"/>
        </a:xfrm>
      </p:grpSpPr>
      <p:sp>
        <p:nvSpPr>
          <p:cNvPr id="14" name="Picture Placeholder 5"/>
          <p:cNvSpPr>
            <a:spLocks noGrp="1"/>
          </p:cNvSpPr>
          <p:nvPr>
            <p:ph type="pic" sz="quarter" idx="10" hasCustomPrompt="1"/>
          </p:nvPr>
        </p:nvSpPr>
        <p:spPr>
          <a:xfrm>
            <a:off x="0" y="0"/>
            <a:ext cx="9144000" cy="1981308"/>
          </a:xfrm>
          <a:prstGeom prst="rect">
            <a:avLst/>
          </a:prstGeom>
          <a:solidFill>
            <a:srgbClr val="8E8F93">
              <a:alpha val="20000"/>
            </a:srgbClr>
          </a:solidFill>
        </p:spPr>
        <p:txBody>
          <a:bodyPr/>
          <a:lstStyle>
            <a:lvl1pPr marL="0" indent="0">
              <a:buNone/>
              <a:defRPr sz="1050">
                <a:solidFill>
                  <a:schemeClr val="accent2">
                    <a:lumMod val="60000"/>
                    <a:lumOff val="40000"/>
                  </a:schemeClr>
                </a:solidFill>
              </a:defRPr>
            </a:lvl1pPr>
          </a:lstStyle>
          <a:p>
            <a:r>
              <a:rPr lang="en-US" dirty="0"/>
              <a:t>Drag Your Image Here</a:t>
            </a:r>
          </a:p>
        </p:txBody>
      </p:sp>
      <p:sp>
        <p:nvSpPr>
          <p:cNvPr id="3" name="Title 1"/>
          <p:cNvSpPr>
            <a:spLocks noGrp="1"/>
          </p:cNvSpPr>
          <p:nvPr>
            <p:ph type="title" hasCustomPrompt="1"/>
          </p:nvPr>
        </p:nvSpPr>
        <p:spPr>
          <a:xfrm>
            <a:off x="0" y="1981308"/>
            <a:ext cx="9144000" cy="3162191"/>
          </a:xfrm>
          <a:prstGeom prst="rect">
            <a:avLst/>
          </a:prstGeom>
          <a:solidFill>
            <a:schemeClr val="tx2"/>
          </a:solidFill>
        </p:spPr>
        <p:txBody>
          <a:bodyPr lIns="252000" tIns="252000" rIns="252000" bIns="252000" anchor="t" anchorCtr="0"/>
          <a:lstStyle>
            <a:lvl1pPr algn="l">
              <a:defRPr sz="2400" baseline="0">
                <a:solidFill>
                  <a:srgbClr val="FFFFFF"/>
                </a:solidFill>
              </a:defRPr>
            </a:lvl1pPr>
          </a:lstStyle>
          <a:p>
            <a:r>
              <a:rPr lang="en-US" dirty="0"/>
              <a:t>Click To Edit Section Title</a:t>
            </a:r>
          </a:p>
        </p:txBody>
      </p:sp>
      <p:sp>
        <p:nvSpPr>
          <p:cNvPr id="4" name="Text Placeholder 9"/>
          <p:cNvSpPr>
            <a:spLocks noGrp="1"/>
          </p:cNvSpPr>
          <p:nvPr>
            <p:ph type="body" sz="quarter" idx="11" hasCustomPrompt="1"/>
          </p:nvPr>
        </p:nvSpPr>
        <p:spPr>
          <a:xfrm>
            <a:off x="0" y="1608245"/>
            <a:ext cx="9144000" cy="373063"/>
          </a:xfrm>
          <a:prstGeom prst="rect">
            <a:avLst/>
          </a:prstGeom>
          <a:solidFill>
            <a:schemeClr val="tx2">
              <a:alpha val="80000"/>
            </a:schemeClr>
          </a:solidFill>
        </p:spPr>
        <p:txBody>
          <a:bodyPr lIns="252000" tIns="0" rIns="252000" bIns="0" anchor="ctr" anchorCtr="0"/>
          <a:lstStyle>
            <a:lvl1pPr marL="0" indent="0">
              <a:buNone/>
              <a:defRPr sz="1200" baseline="0">
                <a:solidFill>
                  <a:schemeClr val="bg1"/>
                </a:solidFill>
              </a:defRPr>
            </a:lvl1pPr>
          </a:lstStyle>
          <a:p>
            <a:pPr lvl="0"/>
            <a:r>
              <a:rPr lang="en-US" dirty="0"/>
              <a:t>Click To Edit Optional Subtitle</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13"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9" name="Picture 8" descr="schneider_LIO_White_RGB.png"/>
          <p:cNvPicPr>
            <a:picLocks noChangeAspect="1"/>
          </p:cNvPicPr>
          <p:nvPr userDrawn="1"/>
        </p:nvPicPr>
        <p:blipFill>
          <a:blip r:embed="rId2" cstate="print"/>
          <a:stretch>
            <a:fillRect/>
          </a:stretch>
        </p:blipFill>
        <p:spPr>
          <a:xfrm>
            <a:off x="7075053" y="4508525"/>
            <a:ext cx="2018707" cy="556586"/>
          </a:xfrm>
          <a:prstGeom prst="rect">
            <a:avLst/>
          </a:prstGeom>
        </p:spPr>
      </p:pic>
    </p:spTree>
    <p:extLst>
      <p:ext uri="{BB962C8B-B14F-4D97-AF65-F5344CB8AC3E}">
        <p14:creationId xmlns:p14="http://schemas.microsoft.com/office/powerpoint/2010/main" val="2945837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w/ Green_Image  ">
    <p:spTree>
      <p:nvGrpSpPr>
        <p:cNvPr id="1" name=""/>
        <p:cNvGrpSpPr/>
        <p:nvPr/>
      </p:nvGrpSpPr>
      <p:grpSpPr>
        <a:xfrm>
          <a:off x="0" y="0"/>
          <a:ext cx="0" cy="0"/>
          <a:chOff x="0" y="0"/>
          <a:chExt cx="0" cy="0"/>
        </a:xfrm>
      </p:grpSpPr>
      <p:sp>
        <p:nvSpPr>
          <p:cNvPr id="14" name="Content Placeholder 12"/>
          <p:cNvSpPr>
            <a:spLocks noGrp="1"/>
          </p:cNvSpPr>
          <p:nvPr>
            <p:ph sz="quarter" idx="12" hasCustomPrompt="1"/>
          </p:nvPr>
        </p:nvSpPr>
        <p:spPr>
          <a:xfrm>
            <a:off x="4565650" y="-2"/>
            <a:ext cx="4578351" cy="5143499"/>
          </a:xfrm>
          <a:prstGeom prst="rect">
            <a:avLst/>
          </a:prstGeom>
          <a:solidFill>
            <a:schemeClr val="accent2">
              <a:alpha val="20000"/>
            </a:schemeClr>
          </a:solidFill>
        </p:spPr>
        <p:txBody>
          <a:bodyPr vert="horz" lIns="252000" tIns="252000" rIns="252000" bIns="252000"/>
          <a:lstStyle>
            <a:lvl1pPr marL="0" indent="0">
              <a:buNone/>
              <a:defRPr sz="1050">
                <a:solidFill>
                  <a:schemeClr val="accent2">
                    <a:lumMod val="60000"/>
                    <a:lumOff val="40000"/>
                  </a:schemeClr>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dirty="0"/>
              <a:t>Insert Your Content Here</a:t>
            </a:r>
          </a:p>
        </p:txBody>
      </p:sp>
      <p:sp>
        <p:nvSpPr>
          <p:cNvPr id="15" name="Rectangle 14"/>
          <p:cNvSpPr/>
          <p:nvPr userDrawn="1"/>
        </p:nvSpPr>
        <p:spPr>
          <a:xfrm rot="5400000">
            <a:off x="-310762" y="267086"/>
            <a:ext cx="5143498" cy="460932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Content Placeholder 12"/>
          <p:cNvSpPr>
            <a:spLocks noGrp="1"/>
          </p:cNvSpPr>
          <p:nvPr>
            <p:ph sz="quarter" idx="11"/>
          </p:nvPr>
        </p:nvSpPr>
        <p:spPr>
          <a:xfrm>
            <a:off x="-31899" y="-2"/>
            <a:ext cx="4881491" cy="5143502"/>
          </a:xfrm>
          <a:prstGeom prst="rect">
            <a:avLst/>
          </a:prstGeom>
          <a:solidFill>
            <a:schemeClr val="tx2">
              <a:alpha val="80000"/>
            </a:schemeClr>
          </a:solidFill>
        </p:spPr>
        <p:txBody>
          <a:bodyPr vert="horz" lIns="252000" tIns="252000" rIns="252000" bIns="252000"/>
          <a:lstStyle>
            <a:lvl1pPr marL="0" indent="0">
              <a:buNone/>
              <a:defRPr sz="2400">
                <a:solidFill>
                  <a:schemeClr val="bg1"/>
                </a:solidFill>
              </a:defRPr>
            </a:lvl1pPr>
            <a:lvl2pPr marL="442913" indent="-265113">
              <a:buFont typeface="Arial"/>
              <a:buChar char="•"/>
              <a:defRPr sz="2000">
                <a:solidFill>
                  <a:schemeClr val="bg1"/>
                </a:solidFill>
              </a:defRPr>
            </a:lvl2pPr>
            <a:lvl3pPr marL="708025" indent="-228600">
              <a:buFont typeface="Lucida Grande"/>
              <a:buChar char="–"/>
              <a:defRPr sz="1800">
                <a:solidFill>
                  <a:schemeClr val="bg1"/>
                </a:solidFill>
              </a:defRPr>
            </a:lvl3pPr>
            <a:lvl4pPr marL="976313" indent="-228600">
              <a:buFont typeface="Lucida Grande"/>
              <a:buChar char="–"/>
              <a:defRPr sz="1600">
                <a:solidFill>
                  <a:schemeClr val="bg1"/>
                </a:solidFill>
              </a:defRPr>
            </a:lvl4pPr>
            <a:lvl5pPr marL="1258888" indent="-231775" defTabSz="314325">
              <a:buFont typeface="Lucida Grande"/>
              <a:buChar char="–"/>
              <a:defRPr sz="16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8"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9" name="Picture 8"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1989434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5" name="Rectangle 14"/>
          <p:cNvSpPr/>
          <p:nvPr userDrawn="1"/>
        </p:nvSpPr>
        <p:spPr>
          <a:xfrm rot="5400000">
            <a:off x="-310762" y="267086"/>
            <a:ext cx="5143498" cy="460932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Content Placeholder 12"/>
          <p:cNvSpPr>
            <a:spLocks noGrp="1"/>
          </p:cNvSpPr>
          <p:nvPr>
            <p:ph sz="quarter" idx="11" hasCustomPrompt="1"/>
          </p:nvPr>
        </p:nvSpPr>
        <p:spPr>
          <a:xfrm>
            <a:off x="-31899" y="-2"/>
            <a:ext cx="4881491" cy="5143502"/>
          </a:xfrm>
          <a:prstGeom prst="rect">
            <a:avLst/>
          </a:prstGeom>
          <a:solidFill>
            <a:schemeClr val="tx2">
              <a:alpha val="80000"/>
            </a:schemeClr>
          </a:solidFill>
        </p:spPr>
        <p:txBody>
          <a:bodyPr vert="horz" lIns="252000" tIns="252000" rIns="252000" bIns="252000"/>
          <a:lstStyle>
            <a:lvl1pPr marL="0" indent="0">
              <a:buNone/>
              <a:defRPr sz="2400" baseline="0">
                <a:solidFill>
                  <a:schemeClr val="bg1"/>
                </a:solidFill>
              </a:defRPr>
            </a:lvl1pPr>
            <a:lvl2pPr marL="442913" indent="-265113">
              <a:buFont typeface="Arial"/>
              <a:buChar char="•"/>
              <a:defRPr sz="2000">
                <a:solidFill>
                  <a:schemeClr val="bg1"/>
                </a:solidFill>
              </a:defRPr>
            </a:lvl2pPr>
            <a:lvl3pPr marL="708025" indent="-228600">
              <a:buFont typeface="Lucida Grande"/>
              <a:buChar char="–"/>
              <a:defRPr sz="1800">
                <a:solidFill>
                  <a:schemeClr val="bg1"/>
                </a:solidFill>
              </a:defRPr>
            </a:lvl3pPr>
            <a:lvl4pPr marL="976313" indent="-228600">
              <a:buFont typeface="Lucida Grande"/>
              <a:buChar char="–"/>
              <a:defRPr sz="1600">
                <a:solidFill>
                  <a:schemeClr val="bg1"/>
                </a:solidFill>
              </a:defRPr>
            </a:lvl4pPr>
            <a:lvl5pPr marL="1258888" indent="-231775" defTabSz="314325">
              <a:buFont typeface="Lucida Grande"/>
              <a:buChar char="–"/>
              <a:defRPr sz="1600">
                <a:solidFill>
                  <a:schemeClr val="bg1"/>
                </a:solidFill>
              </a:defRPr>
            </a:lvl5pPr>
          </a:lstStyle>
          <a:p>
            <a:pPr lvl="0"/>
            <a:r>
              <a:rPr lang="en-US" dirty="0"/>
              <a:t>Agenda (edit text)</a:t>
            </a:r>
          </a:p>
        </p:txBody>
      </p:sp>
      <p:sp>
        <p:nvSpPr>
          <p:cNvPr id="6"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8"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9" name="Picture 8"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
        <p:nvSpPr>
          <p:cNvPr id="10" name="Rechteck 7"/>
          <p:cNvSpPr/>
          <p:nvPr userDrawn="1"/>
        </p:nvSpPr>
        <p:spPr>
          <a:xfrm>
            <a:off x="5032059" y="274283"/>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chemeClr val="accent1"/>
              </a:solidFill>
              <a:latin typeface="+mn-lt"/>
              <a:ea typeface="Arial Unicode MS" pitchFamily="34" charset="-128"/>
              <a:cs typeface="Arial" pitchFamily="34" charset="0"/>
            </a:endParaRPr>
          </a:p>
        </p:txBody>
      </p:sp>
      <p:sp>
        <p:nvSpPr>
          <p:cNvPr id="11" name="Rechteck 8"/>
          <p:cNvSpPr/>
          <p:nvPr userDrawn="1"/>
        </p:nvSpPr>
        <p:spPr>
          <a:xfrm>
            <a:off x="5616268" y="274288"/>
            <a:ext cx="32004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endParaRPr lang="en-US" sz="1300" b="1" dirty="0">
              <a:solidFill>
                <a:schemeClr val="accent1"/>
              </a:solidFill>
              <a:latin typeface="+mn-lt"/>
              <a:cs typeface="Arial" pitchFamily="34" charset="0"/>
            </a:endParaRPr>
          </a:p>
        </p:txBody>
      </p:sp>
      <p:sp>
        <p:nvSpPr>
          <p:cNvPr id="12" name="Rechteck 10"/>
          <p:cNvSpPr/>
          <p:nvPr userDrawn="1"/>
        </p:nvSpPr>
        <p:spPr>
          <a:xfrm>
            <a:off x="5028791" y="78584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13" name="Rechteck 11"/>
          <p:cNvSpPr/>
          <p:nvPr userDrawn="1"/>
        </p:nvSpPr>
        <p:spPr>
          <a:xfrm>
            <a:off x="5624172" y="78683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31" name="Rechteck 10"/>
          <p:cNvSpPr/>
          <p:nvPr userDrawn="1"/>
        </p:nvSpPr>
        <p:spPr>
          <a:xfrm>
            <a:off x="5028791" y="130019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32" name="Rechteck 11"/>
          <p:cNvSpPr/>
          <p:nvPr userDrawn="1"/>
        </p:nvSpPr>
        <p:spPr>
          <a:xfrm>
            <a:off x="5624172" y="130118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45" name="Rechteck 10"/>
          <p:cNvSpPr/>
          <p:nvPr userDrawn="1"/>
        </p:nvSpPr>
        <p:spPr>
          <a:xfrm>
            <a:off x="5028791" y="181454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46" name="Rechteck 11"/>
          <p:cNvSpPr/>
          <p:nvPr userDrawn="1"/>
        </p:nvSpPr>
        <p:spPr>
          <a:xfrm>
            <a:off x="5624172" y="181553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47" name="Rechteck 10"/>
          <p:cNvSpPr/>
          <p:nvPr userDrawn="1"/>
        </p:nvSpPr>
        <p:spPr>
          <a:xfrm>
            <a:off x="5028791" y="232889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48" name="Rechteck 11"/>
          <p:cNvSpPr/>
          <p:nvPr userDrawn="1"/>
        </p:nvSpPr>
        <p:spPr>
          <a:xfrm>
            <a:off x="5624172" y="232988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49" name="Rechteck 10"/>
          <p:cNvSpPr/>
          <p:nvPr userDrawn="1"/>
        </p:nvSpPr>
        <p:spPr>
          <a:xfrm>
            <a:off x="5028791" y="286229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50" name="Rechteck 11"/>
          <p:cNvSpPr/>
          <p:nvPr userDrawn="1"/>
        </p:nvSpPr>
        <p:spPr>
          <a:xfrm>
            <a:off x="5624172" y="286328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51" name="Rechteck 10"/>
          <p:cNvSpPr/>
          <p:nvPr userDrawn="1"/>
        </p:nvSpPr>
        <p:spPr>
          <a:xfrm>
            <a:off x="5028791" y="339569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52" name="Rechteck 11"/>
          <p:cNvSpPr/>
          <p:nvPr userDrawn="1"/>
        </p:nvSpPr>
        <p:spPr>
          <a:xfrm>
            <a:off x="5624172" y="339668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55" name="Rechteck 10"/>
          <p:cNvSpPr/>
          <p:nvPr userDrawn="1"/>
        </p:nvSpPr>
        <p:spPr>
          <a:xfrm>
            <a:off x="5028791" y="3919570"/>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56" name="Rechteck 11"/>
          <p:cNvSpPr/>
          <p:nvPr userDrawn="1"/>
        </p:nvSpPr>
        <p:spPr>
          <a:xfrm>
            <a:off x="5624172" y="3920561"/>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24" name="Text Placeholder 4"/>
          <p:cNvSpPr>
            <a:spLocks noGrp="1"/>
          </p:cNvSpPr>
          <p:nvPr userDrawn="1">
            <p:ph type="body" sz="quarter" idx="13" hasCustomPrompt="1"/>
          </p:nvPr>
        </p:nvSpPr>
        <p:spPr>
          <a:xfrm>
            <a:off x="5004100" y="382137"/>
            <a:ext cx="509596" cy="210641"/>
          </a:xfrm>
          <a:prstGeom prst="rect">
            <a:avLst/>
          </a:prstGeom>
        </p:spPr>
        <p:txBody>
          <a:bodyPr anchor="ctr"/>
          <a:lstStyle>
            <a:lvl1pPr algn="ctr">
              <a:buNone/>
              <a:defRPr sz="1300" b="1">
                <a:solidFill>
                  <a:schemeClr val="accent1"/>
                </a:solidFill>
              </a:defRPr>
            </a:lvl1pPr>
          </a:lstStyle>
          <a:p>
            <a:r>
              <a:rPr lang="en-US" dirty="0"/>
              <a:t>1</a:t>
            </a:r>
          </a:p>
        </p:txBody>
      </p:sp>
      <p:sp>
        <p:nvSpPr>
          <p:cNvPr id="23" name="Text Placeholder 4"/>
          <p:cNvSpPr>
            <a:spLocks noGrp="1"/>
          </p:cNvSpPr>
          <p:nvPr userDrawn="1">
            <p:ph type="body" sz="quarter" idx="12" hasCustomPrompt="1"/>
          </p:nvPr>
        </p:nvSpPr>
        <p:spPr>
          <a:xfrm>
            <a:off x="5629632" y="395785"/>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26" name="Text Placeholder 4"/>
          <p:cNvSpPr>
            <a:spLocks noGrp="1"/>
          </p:cNvSpPr>
          <p:nvPr userDrawn="1">
            <p:ph type="body" sz="quarter" idx="15" hasCustomPrompt="1"/>
          </p:nvPr>
        </p:nvSpPr>
        <p:spPr>
          <a:xfrm>
            <a:off x="5006372" y="875737"/>
            <a:ext cx="509596" cy="210641"/>
          </a:xfrm>
          <a:prstGeom prst="rect">
            <a:avLst/>
          </a:prstGeom>
        </p:spPr>
        <p:txBody>
          <a:bodyPr anchor="ctr"/>
          <a:lstStyle>
            <a:lvl1pPr algn="ctr">
              <a:buNone/>
              <a:defRPr sz="1300" b="1">
                <a:solidFill>
                  <a:schemeClr val="accent1"/>
                </a:solidFill>
              </a:defRPr>
            </a:lvl1pPr>
          </a:lstStyle>
          <a:p>
            <a:r>
              <a:rPr lang="en-US" dirty="0"/>
              <a:t>2</a:t>
            </a:r>
          </a:p>
        </p:txBody>
      </p:sp>
      <p:sp>
        <p:nvSpPr>
          <p:cNvPr id="25" name="Text Placeholder 4"/>
          <p:cNvSpPr>
            <a:spLocks noGrp="1"/>
          </p:cNvSpPr>
          <p:nvPr userDrawn="1">
            <p:ph type="body" sz="quarter" idx="14" hasCustomPrompt="1"/>
          </p:nvPr>
        </p:nvSpPr>
        <p:spPr>
          <a:xfrm>
            <a:off x="5631904" y="889385"/>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27" name="Text Placeholder 4"/>
          <p:cNvSpPr>
            <a:spLocks noGrp="1"/>
          </p:cNvSpPr>
          <p:nvPr userDrawn="1">
            <p:ph type="body" sz="quarter" idx="16" hasCustomPrompt="1"/>
          </p:nvPr>
        </p:nvSpPr>
        <p:spPr>
          <a:xfrm>
            <a:off x="4994996" y="1410281"/>
            <a:ext cx="509596" cy="210641"/>
          </a:xfrm>
          <a:prstGeom prst="rect">
            <a:avLst/>
          </a:prstGeom>
        </p:spPr>
        <p:txBody>
          <a:bodyPr anchor="ctr"/>
          <a:lstStyle>
            <a:lvl1pPr algn="ctr">
              <a:buNone/>
              <a:defRPr sz="1300" b="1">
                <a:solidFill>
                  <a:schemeClr val="accent1"/>
                </a:solidFill>
              </a:defRPr>
            </a:lvl1pPr>
          </a:lstStyle>
          <a:p>
            <a:r>
              <a:rPr lang="en-US" dirty="0"/>
              <a:t>3</a:t>
            </a:r>
          </a:p>
        </p:txBody>
      </p:sp>
      <p:sp>
        <p:nvSpPr>
          <p:cNvPr id="28" name="Text Placeholder 4"/>
          <p:cNvSpPr>
            <a:spLocks noGrp="1"/>
          </p:cNvSpPr>
          <p:nvPr userDrawn="1">
            <p:ph type="body" sz="quarter" idx="17" hasCustomPrompt="1"/>
          </p:nvPr>
        </p:nvSpPr>
        <p:spPr>
          <a:xfrm>
            <a:off x="5620528" y="1423929"/>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29" name="Text Placeholder 4"/>
          <p:cNvSpPr>
            <a:spLocks noGrp="1"/>
          </p:cNvSpPr>
          <p:nvPr userDrawn="1">
            <p:ph type="body" sz="quarter" idx="18" hasCustomPrompt="1"/>
          </p:nvPr>
        </p:nvSpPr>
        <p:spPr>
          <a:xfrm>
            <a:off x="4992724" y="1926633"/>
            <a:ext cx="509596" cy="210641"/>
          </a:xfrm>
          <a:prstGeom prst="rect">
            <a:avLst/>
          </a:prstGeom>
        </p:spPr>
        <p:txBody>
          <a:bodyPr anchor="ctr"/>
          <a:lstStyle>
            <a:lvl1pPr algn="ctr">
              <a:buNone/>
              <a:defRPr sz="1300" b="1">
                <a:solidFill>
                  <a:schemeClr val="accent1"/>
                </a:solidFill>
              </a:defRPr>
            </a:lvl1pPr>
          </a:lstStyle>
          <a:p>
            <a:r>
              <a:rPr lang="en-US" dirty="0"/>
              <a:t>4</a:t>
            </a:r>
          </a:p>
        </p:txBody>
      </p:sp>
      <p:sp>
        <p:nvSpPr>
          <p:cNvPr id="30" name="Text Placeholder 4"/>
          <p:cNvSpPr>
            <a:spLocks noGrp="1"/>
          </p:cNvSpPr>
          <p:nvPr userDrawn="1">
            <p:ph type="body" sz="quarter" idx="19" hasCustomPrompt="1"/>
          </p:nvPr>
        </p:nvSpPr>
        <p:spPr>
          <a:xfrm>
            <a:off x="5618256" y="1940281"/>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33" name="Text Placeholder 4"/>
          <p:cNvSpPr>
            <a:spLocks noGrp="1"/>
          </p:cNvSpPr>
          <p:nvPr userDrawn="1">
            <p:ph type="body" sz="quarter" idx="20" hasCustomPrompt="1"/>
          </p:nvPr>
        </p:nvSpPr>
        <p:spPr>
          <a:xfrm>
            <a:off x="4994996" y="2420233"/>
            <a:ext cx="509596" cy="210641"/>
          </a:xfrm>
          <a:prstGeom prst="rect">
            <a:avLst/>
          </a:prstGeom>
        </p:spPr>
        <p:txBody>
          <a:bodyPr anchor="ctr"/>
          <a:lstStyle>
            <a:lvl1pPr algn="ctr">
              <a:buNone/>
              <a:defRPr sz="1300" b="1">
                <a:solidFill>
                  <a:schemeClr val="accent1"/>
                </a:solidFill>
              </a:defRPr>
            </a:lvl1pPr>
          </a:lstStyle>
          <a:p>
            <a:r>
              <a:rPr lang="en-US" dirty="0"/>
              <a:t>5</a:t>
            </a:r>
          </a:p>
        </p:txBody>
      </p:sp>
      <p:sp>
        <p:nvSpPr>
          <p:cNvPr id="34" name="Text Placeholder 4"/>
          <p:cNvSpPr>
            <a:spLocks noGrp="1"/>
          </p:cNvSpPr>
          <p:nvPr userDrawn="1">
            <p:ph type="body" sz="quarter" idx="21" hasCustomPrompt="1"/>
          </p:nvPr>
        </p:nvSpPr>
        <p:spPr>
          <a:xfrm>
            <a:off x="5620528" y="2433881"/>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35" name="Text Placeholder 4"/>
          <p:cNvSpPr>
            <a:spLocks noGrp="1"/>
          </p:cNvSpPr>
          <p:nvPr userDrawn="1">
            <p:ph type="body" sz="quarter" idx="22" hasCustomPrompt="1"/>
          </p:nvPr>
        </p:nvSpPr>
        <p:spPr>
          <a:xfrm>
            <a:off x="4997268" y="2954777"/>
            <a:ext cx="509596" cy="210641"/>
          </a:xfrm>
          <a:prstGeom prst="rect">
            <a:avLst/>
          </a:prstGeom>
        </p:spPr>
        <p:txBody>
          <a:bodyPr anchor="ctr"/>
          <a:lstStyle>
            <a:lvl1pPr algn="ctr">
              <a:buNone/>
              <a:defRPr sz="1300" b="1">
                <a:solidFill>
                  <a:schemeClr val="accent1"/>
                </a:solidFill>
              </a:defRPr>
            </a:lvl1pPr>
          </a:lstStyle>
          <a:p>
            <a:r>
              <a:rPr lang="en-US" dirty="0"/>
              <a:t>6</a:t>
            </a:r>
          </a:p>
        </p:txBody>
      </p:sp>
      <p:sp>
        <p:nvSpPr>
          <p:cNvPr id="36" name="Text Placeholder 4"/>
          <p:cNvSpPr>
            <a:spLocks noGrp="1"/>
          </p:cNvSpPr>
          <p:nvPr userDrawn="1">
            <p:ph type="body" sz="quarter" idx="23" hasCustomPrompt="1"/>
          </p:nvPr>
        </p:nvSpPr>
        <p:spPr>
          <a:xfrm>
            <a:off x="5609152" y="2968425"/>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37" name="Text Placeholder 4"/>
          <p:cNvSpPr>
            <a:spLocks noGrp="1"/>
          </p:cNvSpPr>
          <p:nvPr userDrawn="1">
            <p:ph type="body" sz="quarter" idx="24" hasCustomPrompt="1"/>
          </p:nvPr>
        </p:nvSpPr>
        <p:spPr>
          <a:xfrm>
            <a:off x="4983620" y="3487049"/>
            <a:ext cx="509596" cy="210641"/>
          </a:xfrm>
          <a:prstGeom prst="rect">
            <a:avLst/>
          </a:prstGeom>
        </p:spPr>
        <p:txBody>
          <a:bodyPr anchor="ctr"/>
          <a:lstStyle>
            <a:lvl1pPr algn="ctr">
              <a:buNone/>
              <a:defRPr sz="1300" b="1">
                <a:solidFill>
                  <a:schemeClr val="accent1"/>
                </a:solidFill>
              </a:defRPr>
            </a:lvl1pPr>
          </a:lstStyle>
          <a:p>
            <a:r>
              <a:rPr lang="en-US" dirty="0"/>
              <a:t>7</a:t>
            </a:r>
          </a:p>
        </p:txBody>
      </p:sp>
      <p:sp>
        <p:nvSpPr>
          <p:cNvPr id="38" name="Text Placeholder 4"/>
          <p:cNvSpPr>
            <a:spLocks noGrp="1"/>
          </p:cNvSpPr>
          <p:nvPr userDrawn="1">
            <p:ph type="body" sz="quarter" idx="25" hasCustomPrompt="1"/>
          </p:nvPr>
        </p:nvSpPr>
        <p:spPr>
          <a:xfrm>
            <a:off x="5622800" y="3500697"/>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39" name="Text Placeholder 4"/>
          <p:cNvSpPr>
            <a:spLocks noGrp="1"/>
          </p:cNvSpPr>
          <p:nvPr userDrawn="1">
            <p:ph type="body" sz="quarter" idx="26" hasCustomPrompt="1"/>
          </p:nvPr>
        </p:nvSpPr>
        <p:spPr>
          <a:xfrm>
            <a:off x="4985892" y="4021593"/>
            <a:ext cx="509596" cy="210641"/>
          </a:xfrm>
          <a:prstGeom prst="rect">
            <a:avLst/>
          </a:prstGeom>
        </p:spPr>
        <p:txBody>
          <a:bodyPr anchor="ctr"/>
          <a:lstStyle>
            <a:lvl1pPr algn="ctr">
              <a:buNone/>
              <a:defRPr sz="1300" b="1">
                <a:solidFill>
                  <a:schemeClr val="accent1"/>
                </a:solidFill>
              </a:defRPr>
            </a:lvl1pPr>
          </a:lstStyle>
          <a:p>
            <a:r>
              <a:rPr lang="en-US" dirty="0"/>
              <a:t>8</a:t>
            </a:r>
          </a:p>
        </p:txBody>
      </p:sp>
      <p:sp>
        <p:nvSpPr>
          <p:cNvPr id="40" name="Text Placeholder 4"/>
          <p:cNvSpPr>
            <a:spLocks noGrp="1"/>
          </p:cNvSpPr>
          <p:nvPr userDrawn="1">
            <p:ph type="body" sz="quarter" idx="27" hasCustomPrompt="1"/>
          </p:nvPr>
        </p:nvSpPr>
        <p:spPr>
          <a:xfrm>
            <a:off x="5611424" y="4035241"/>
            <a:ext cx="3145878" cy="208365"/>
          </a:xfrm>
          <a:prstGeom prst="rect">
            <a:avLst/>
          </a:prstGeom>
        </p:spPr>
        <p:txBody>
          <a:bodyPr anchor="ctr"/>
          <a:lstStyle>
            <a:lvl1pPr>
              <a:buNone/>
              <a:defRPr sz="1300" b="1">
                <a:solidFill>
                  <a:schemeClr val="accent1"/>
                </a:solidFill>
              </a:defRPr>
            </a:lvl1pPr>
          </a:lstStyle>
          <a:p>
            <a:r>
              <a:rPr lang="en-US" dirty="0"/>
              <a:t>Edit text</a:t>
            </a:r>
          </a:p>
        </p:txBody>
      </p:sp>
    </p:spTree>
    <p:extLst>
      <p:ext uri="{BB962C8B-B14F-4D97-AF65-F5344CB8AC3E}">
        <p14:creationId xmlns:p14="http://schemas.microsoft.com/office/powerpoint/2010/main" val="1989434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w/ Image ">
    <p:spTree>
      <p:nvGrpSpPr>
        <p:cNvPr id="1" name=""/>
        <p:cNvGrpSpPr/>
        <p:nvPr/>
      </p:nvGrpSpPr>
      <p:grpSpPr>
        <a:xfrm>
          <a:off x="0" y="0"/>
          <a:ext cx="0" cy="0"/>
          <a:chOff x="0" y="0"/>
          <a:chExt cx="0" cy="0"/>
        </a:xfrm>
      </p:grpSpPr>
      <p:sp>
        <p:nvSpPr>
          <p:cNvPr id="20" name="Content Placeholder 12"/>
          <p:cNvSpPr>
            <a:spLocks noGrp="1"/>
          </p:cNvSpPr>
          <p:nvPr>
            <p:ph sz="quarter" idx="12" hasCustomPrompt="1"/>
          </p:nvPr>
        </p:nvSpPr>
        <p:spPr>
          <a:xfrm>
            <a:off x="4613273" y="0"/>
            <a:ext cx="4530727" cy="5143499"/>
          </a:xfrm>
          <a:prstGeom prst="rect">
            <a:avLst/>
          </a:prstGeom>
          <a:solidFill>
            <a:schemeClr val="accent2">
              <a:alpha val="20000"/>
            </a:schemeClr>
          </a:solidFill>
        </p:spPr>
        <p:txBody>
          <a:bodyPr vert="horz" lIns="252000" tIns="252000" rIns="252000" bIns="252000"/>
          <a:lstStyle>
            <a:lvl1pPr marL="0" indent="0">
              <a:buNone/>
              <a:defRPr sz="1050">
                <a:solidFill>
                  <a:schemeClr val="accent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dirty="0"/>
              <a:t>Insert Your Content Here</a:t>
            </a:r>
          </a:p>
        </p:txBody>
      </p:sp>
      <p:sp>
        <p:nvSpPr>
          <p:cNvPr id="3" name="Content Placeholder 12"/>
          <p:cNvSpPr>
            <a:spLocks noGrp="1"/>
          </p:cNvSpPr>
          <p:nvPr>
            <p:ph sz="quarter" idx="11"/>
          </p:nvPr>
        </p:nvSpPr>
        <p:spPr>
          <a:xfrm>
            <a:off x="252413" y="982952"/>
            <a:ext cx="3749962" cy="3418927"/>
          </a:xfrm>
          <a:prstGeom prst="rect">
            <a:avLst/>
          </a:prstGeom>
          <a:noFill/>
        </p:spPr>
        <p:txBody>
          <a:bodyPr vert="horz" wrap="square" lIns="0" tIns="0" rIns="0" bIns="0">
            <a:noAutofit/>
          </a:bodyPr>
          <a:lstStyle>
            <a:lvl1pPr marL="236538" indent="-236538">
              <a:buClr>
                <a:schemeClr val="tx2"/>
              </a:buClr>
              <a:buFont typeface="Arial" panose="020B0604020202020204" pitchFamily="34" charset="0"/>
              <a:buNone/>
              <a:defRPr sz="1800">
                <a:solidFill>
                  <a:schemeClr val="accent1"/>
                </a:solidFill>
              </a:defRPr>
            </a:lvl1pPr>
            <a:lvl2pPr marL="457200" indent="-220663">
              <a:buClr>
                <a:schemeClr val="tx2"/>
              </a:buClr>
              <a:buFont typeface="Arial" panose="020B0604020202020204" pitchFamily="34" charset="0"/>
              <a:buChar char="•"/>
              <a:defRPr sz="1600">
                <a:solidFill>
                  <a:schemeClr val="accent1"/>
                </a:solidFill>
              </a:defRPr>
            </a:lvl2pPr>
            <a:lvl3pPr marL="630238" indent="-173038">
              <a:buClr>
                <a:schemeClr val="tx2"/>
              </a:buClr>
              <a:buFont typeface="Arial" panose="020B0604020202020204" pitchFamily="34" charset="0"/>
              <a:buChar char="•"/>
              <a:defRPr sz="1400">
                <a:solidFill>
                  <a:schemeClr val="accent1"/>
                </a:solidFill>
              </a:defRPr>
            </a:lvl3pPr>
            <a:lvl4pPr marL="803275" indent="-173038">
              <a:buClr>
                <a:schemeClr val="tx2"/>
              </a:buClr>
              <a:buFont typeface="Arial" panose="020B0604020202020204" pitchFamily="34" charset="0"/>
              <a:buChar char="•"/>
              <a:defRPr sz="1400">
                <a:solidFill>
                  <a:schemeClr val="accent1"/>
                </a:solidFill>
              </a:defRPr>
            </a:lvl4pPr>
            <a:lvl5pPr marL="977900" indent="-174625" defTabSz="314325">
              <a:buClr>
                <a:schemeClr val="tx2"/>
              </a:buClr>
              <a:buFont typeface="Arial" panose="020B0604020202020204" pitchFamily="34" charset="0"/>
              <a:buChar char="•"/>
              <a:defRPr sz="1400">
                <a:solidFill>
                  <a:schemeClr val="accent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itle 1"/>
          <p:cNvSpPr>
            <a:spLocks noGrp="1"/>
          </p:cNvSpPr>
          <p:nvPr>
            <p:ph type="title" hasCustomPrompt="1"/>
          </p:nvPr>
        </p:nvSpPr>
        <p:spPr>
          <a:xfrm>
            <a:off x="252413" y="348333"/>
            <a:ext cx="3749962" cy="369332"/>
          </a:xfrm>
          <a:prstGeom prst="rect">
            <a:avLst/>
          </a:prstGeom>
        </p:spPr>
        <p:txBody>
          <a:bodyPr wrap="square" lIns="0" tIns="0" rIns="0" bIns="0" anchor="ctr" anchorCtr="0">
            <a:spAutoFit/>
          </a:bodyPr>
          <a:lstStyle>
            <a:lvl1pPr algn="l">
              <a:defRPr sz="2400" baseline="0">
                <a:solidFill>
                  <a:schemeClr val="tx2"/>
                </a:solidFill>
              </a:defRPr>
            </a:lvl1pPr>
          </a:lstStyle>
          <a:p>
            <a:r>
              <a:rPr lang="en-US" dirty="0"/>
              <a:t>Click To Edit Section Title</a:t>
            </a:r>
          </a:p>
        </p:txBody>
      </p:sp>
      <p:sp>
        <p:nvSpPr>
          <p:cNvPr id="23" name="Rectangle 22"/>
          <p:cNvSpPr/>
          <p:nvPr userDrawn="1"/>
        </p:nvSpPr>
        <p:spPr>
          <a:xfrm rot="5400000">
            <a:off x="1854991" y="2385218"/>
            <a:ext cx="5143498" cy="373063"/>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 name="Text Placeholder 3"/>
          <p:cNvSpPr>
            <a:spLocks noGrp="1"/>
          </p:cNvSpPr>
          <p:nvPr>
            <p:ph type="body" sz="quarter" idx="14" hasCustomPrompt="1"/>
          </p:nvPr>
        </p:nvSpPr>
        <p:spPr>
          <a:xfrm>
            <a:off x="4240208" y="0"/>
            <a:ext cx="746127" cy="5143500"/>
          </a:xfrm>
          <a:prstGeom prst="rect">
            <a:avLst/>
          </a:prstGeom>
          <a:solidFill>
            <a:schemeClr val="tx2">
              <a:alpha val="80000"/>
            </a:schemeClr>
          </a:solidFill>
          <a:ln>
            <a:noFill/>
          </a:ln>
        </p:spPr>
        <p:txBody>
          <a:bodyPr/>
          <a:lstStyle>
            <a:lvl1pPr marL="0" indent="0">
              <a:buNone/>
              <a:defRPr/>
            </a:lvl1pPr>
          </a:lstStyle>
          <a:p>
            <a:pPr lvl="0"/>
            <a:r>
              <a:rPr lang="en-US" dirty="0"/>
              <a:t> </a:t>
            </a:r>
          </a:p>
        </p:txBody>
      </p:sp>
      <p:sp>
        <p:nvSpPr>
          <p:cNvPr id="15"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6"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10" name="Picture 9"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3518578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Title ">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58056" y="2175153"/>
            <a:ext cx="8633531" cy="369332"/>
          </a:xfrm>
          <a:prstGeom prst="rect">
            <a:avLst/>
          </a:prstGeom>
        </p:spPr>
        <p:txBody>
          <a:bodyPr lIns="0" tIns="0" rIns="0" bIns="0" anchor="ctr" anchorCtr="0">
            <a:noAutofit/>
          </a:bodyPr>
          <a:lstStyle>
            <a:lvl1pPr algn="l">
              <a:defRPr sz="2400" baseline="0">
                <a:solidFill>
                  <a:schemeClr val="tx2"/>
                </a:solidFill>
              </a:defRPr>
            </a:lvl1pPr>
          </a:lstStyle>
          <a:p>
            <a:r>
              <a:rPr lang="en-US" dirty="0"/>
              <a:t>Click To Edit Section Title</a:t>
            </a:r>
          </a:p>
        </p:txBody>
      </p:sp>
      <p:sp>
        <p:nvSpPr>
          <p:cNvPr id="8" name="Text Placeholder 9"/>
          <p:cNvSpPr>
            <a:spLocks noGrp="1"/>
          </p:cNvSpPr>
          <p:nvPr>
            <p:ph type="body" sz="quarter" idx="11" hasCustomPrompt="1"/>
          </p:nvPr>
        </p:nvSpPr>
        <p:spPr>
          <a:xfrm>
            <a:off x="258056" y="2634497"/>
            <a:ext cx="8633531" cy="215444"/>
          </a:xfrm>
          <a:prstGeom prst="rect">
            <a:avLst/>
          </a:prstGeom>
        </p:spPr>
        <p:txBody>
          <a:bodyPr lIns="0" tIns="0" rIns="0" bIns="0" anchor="ctr" anchorCtr="0">
            <a:noAutofit/>
          </a:bodyPr>
          <a:lstStyle>
            <a:lvl1pPr marL="0" indent="0">
              <a:buNone/>
              <a:defRPr sz="1400" baseline="0">
                <a:solidFill>
                  <a:schemeClr val="accent1"/>
                </a:solidFill>
              </a:defRPr>
            </a:lvl1pPr>
          </a:lstStyle>
          <a:p>
            <a:pPr lvl="0"/>
            <a:r>
              <a:rPr lang="en-US" dirty="0"/>
              <a:t>Click To Edit Optional Subtitle</a:t>
            </a:r>
          </a:p>
        </p:txBody>
      </p:sp>
      <p:sp>
        <p:nvSpPr>
          <p:cNvPr id="13"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7" name="Picture 6"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3554839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allout w Image Dark">
    <p:spTree>
      <p:nvGrpSpPr>
        <p:cNvPr id="1" name=""/>
        <p:cNvGrpSpPr/>
        <p:nvPr/>
      </p:nvGrpSpPr>
      <p:grpSpPr>
        <a:xfrm>
          <a:off x="0" y="0"/>
          <a:ext cx="0" cy="0"/>
          <a:chOff x="0" y="0"/>
          <a:chExt cx="0" cy="0"/>
        </a:xfrm>
      </p:grpSpPr>
      <p:sp>
        <p:nvSpPr>
          <p:cNvPr id="5" name="Subtitle 2"/>
          <p:cNvSpPr>
            <a:spLocks noGrp="1"/>
          </p:cNvSpPr>
          <p:nvPr>
            <p:ph type="subTitle" idx="1" hasCustomPrompt="1"/>
          </p:nvPr>
        </p:nvSpPr>
        <p:spPr>
          <a:xfrm>
            <a:off x="252413" y="2955454"/>
            <a:ext cx="8647111" cy="307777"/>
          </a:xfrm>
          <a:prstGeom prst="rect">
            <a:avLst/>
          </a:prstGeom>
        </p:spPr>
        <p:txBody>
          <a:bodyPr lIns="0" tIns="0" rIns="0" bIns="0">
            <a:noAutofit/>
          </a:bodyPr>
          <a:lstStyle>
            <a:lvl1pPr marL="0" indent="0" algn="ctr">
              <a:buNone/>
              <a:defRPr sz="200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Optional Subtitle</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11"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8" name="Picture 7"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
        <p:nvSpPr>
          <p:cNvPr id="3" name="Picture Placeholder 5"/>
          <p:cNvSpPr>
            <a:spLocks noGrp="1"/>
          </p:cNvSpPr>
          <p:nvPr>
            <p:ph type="pic" sz="quarter" idx="10" hasCustomPrompt="1"/>
          </p:nvPr>
        </p:nvSpPr>
        <p:spPr>
          <a:xfrm>
            <a:off x="0" y="0"/>
            <a:ext cx="9144000" cy="5143500"/>
          </a:xfrm>
          <a:prstGeom prst="rect">
            <a:avLst/>
          </a:prstGeom>
          <a:solidFill>
            <a:srgbClr val="8E8F93">
              <a:alpha val="20000"/>
            </a:srgbClr>
          </a:solidFill>
        </p:spPr>
        <p:txBody>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400" b="1">
                <a:solidFill>
                  <a:schemeClr val="accent6"/>
                </a:solidFill>
              </a:defRPr>
            </a:lvl1pPr>
          </a:lstStyle>
          <a:p>
            <a:r>
              <a:rPr lang="en-US" dirty="0"/>
              <a:t>Drag your image here (drop on the picture icon) and remember to send this box to the “back” so that the green dividing line is visually on top of the image.</a:t>
            </a:r>
          </a:p>
        </p:txBody>
      </p:sp>
      <p:sp>
        <p:nvSpPr>
          <p:cNvPr id="4" name="Title 1"/>
          <p:cNvSpPr>
            <a:spLocks noGrp="1"/>
          </p:cNvSpPr>
          <p:nvPr>
            <p:ph type="ctrTitle" hasCustomPrompt="1"/>
          </p:nvPr>
        </p:nvSpPr>
        <p:spPr>
          <a:xfrm>
            <a:off x="252413" y="1713559"/>
            <a:ext cx="8647112" cy="1231106"/>
          </a:xfrm>
          <a:prstGeom prst="rect">
            <a:avLst/>
          </a:prstGeom>
        </p:spPr>
        <p:txBody>
          <a:bodyPr lIns="0" tIns="0" rIns="0" bIns="0" anchor="t">
            <a:noAutofit/>
          </a:bodyPr>
          <a:lstStyle>
            <a:lvl1pPr marL="0" indent="0" algn="ctr">
              <a:buFont typeface="Arial"/>
              <a:buNone/>
              <a:defRPr sz="4000">
                <a:solidFill>
                  <a:schemeClr val="bg1"/>
                </a:solidFill>
              </a:defRPr>
            </a:lvl1pPr>
          </a:lstStyle>
          <a:p>
            <a:r>
              <a:rPr lang="en-US" dirty="0"/>
              <a:t>CLICK TO EDIT QUOTE OR CALLOUT</a:t>
            </a:r>
          </a:p>
        </p:txBody>
      </p:sp>
    </p:spTree>
    <p:extLst>
      <p:ext uri="{BB962C8B-B14F-4D97-AF65-F5344CB8AC3E}">
        <p14:creationId xmlns:p14="http://schemas.microsoft.com/office/powerpoint/2010/main" val="2521642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w Image Light">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252413" y="1713559"/>
            <a:ext cx="8647112" cy="1231106"/>
          </a:xfrm>
          <a:prstGeom prst="rect">
            <a:avLst/>
          </a:prstGeom>
        </p:spPr>
        <p:txBody>
          <a:bodyPr lIns="0" tIns="0" rIns="0" bIns="0" anchor="t">
            <a:noAutofit/>
          </a:bodyPr>
          <a:lstStyle>
            <a:lvl1pPr marL="0" indent="0" algn="ctr">
              <a:buFont typeface="Arial"/>
              <a:buNone/>
              <a:defRPr sz="4000">
                <a:solidFill>
                  <a:schemeClr val="accent1"/>
                </a:solidFill>
              </a:defRPr>
            </a:lvl1pPr>
          </a:lstStyle>
          <a:p>
            <a:r>
              <a:rPr lang="en-US" dirty="0"/>
              <a:t>CLICK TO EDIT QUOTE OR CALLOUT</a:t>
            </a:r>
          </a:p>
        </p:txBody>
      </p:sp>
      <p:sp>
        <p:nvSpPr>
          <p:cNvPr id="5" name="Subtitle 2"/>
          <p:cNvSpPr>
            <a:spLocks noGrp="1"/>
          </p:cNvSpPr>
          <p:nvPr>
            <p:ph type="subTitle" idx="1" hasCustomPrompt="1"/>
          </p:nvPr>
        </p:nvSpPr>
        <p:spPr>
          <a:xfrm>
            <a:off x="252413" y="2955454"/>
            <a:ext cx="8647111" cy="307777"/>
          </a:xfrm>
          <a:prstGeom prst="rect">
            <a:avLst/>
          </a:prstGeom>
        </p:spPr>
        <p:txBody>
          <a:bodyPr lIns="0" tIns="0" rIns="0" bIns="0">
            <a:noAutofit/>
          </a:bodyPr>
          <a:lstStyle>
            <a:lvl1pPr marL="0" indent="0" algn="ctr">
              <a:buNone/>
              <a:defRPr sz="200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Optional Subtitle</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8" name="Picture 7"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
        <p:nvSpPr>
          <p:cNvPr id="3" name="Picture Placeholder 5"/>
          <p:cNvSpPr>
            <a:spLocks noGrp="1"/>
          </p:cNvSpPr>
          <p:nvPr>
            <p:ph type="pic" sz="quarter" idx="10" hasCustomPrompt="1"/>
          </p:nvPr>
        </p:nvSpPr>
        <p:spPr>
          <a:xfrm>
            <a:off x="0" y="0"/>
            <a:ext cx="9144000" cy="5143500"/>
          </a:xfrm>
          <a:prstGeom prst="rect">
            <a:avLst/>
          </a:prstGeom>
          <a:solidFill>
            <a:srgbClr val="8E8F93">
              <a:alpha val="20000"/>
            </a:srgbClr>
          </a:solidFill>
        </p:spPr>
        <p:txBody>
          <a:bodyPr/>
          <a:lstStyle>
            <a:lvl1pPr marL="0" indent="0">
              <a:buNone/>
              <a:defRPr sz="1400" b="1">
                <a:solidFill>
                  <a:srgbClr val="00B0F0"/>
                </a:solidFill>
              </a:defRPr>
            </a:lvl1pPr>
          </a:lstStyle>
          <a:p>
            <a:r>
              <a:rPr lang="en-US" dirty="0"/>
              <a:t>Drag your image here (drop on the picture icon) and remember to send this box to the “back” so that the green dividing line is visually on top of the image.</a:t>
            </a:r>
          </a:p>
        </p:txBody>
      </p:sp>
    </p:spTree>
    <p:extLst>
      <p:ext uri="{BB962C8B-B14F-4D97-AF65-F5344CB8AC3E}">
        <p14:creationId xmlns:p14="http://schemas.microsoft.com/office/powerpoint/2010/main" val="2947468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on White">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252413" y="1713559"/>
            <a:ext cx="8647112" cy="1231106"/>
          </a:xfrm>
          <a:prstGeom prst="rect">
            <a:avLst/>
          </a:prstGeom>
        </p:spPr>
        <p:txBody>
          <a:bodyPr wrap="square" lIns="0" tIns="0" rIns="0" bIns="0" anchor="t">
            <a:noAutofit/>
          </a:bodyPr>
          <a:lstStyle>
            <a:lvl1pPr marL="0" indent="0" algn="ctr">
              <a:buFont typeface="Arial"/>
              <a:buNone/>
              <a:defRPr sz="4000">
                <a:solidFill>
                  <a:schemeClr val="accent1"/>
                </a:solidFill>
              </a:defRPr>
            </a:lvl1pPr>
          </a:lstStyle>
          <a:p>
            <a:r>
              <a:rPr lang="en-US" dirty="0"/>
              <a:t>CLICK TO EDIT QUOTE OR CALLOUT</a:t>
            </a:r>
          </a:p>
        </p:txBody>
      </p:sp>
      <p:sp>
        <p:nvSpPr>
          <p:cNvPr id="5" name="Subtitle 2"/>
          <p:cNvSpPr>
            <a:spLocks noGrp="1"/>
          </p:cNvSpPr>
          <p:nvPr>
            <p:ph type="subTitle" idx="1" hasCustomPrompt="1"/>
          </p:nvPr>
        </p:nvSpPr>
        <p:spPr>
          <a:xfrm>
            <a:off x="252413" y="2955454"/>
            <a:ext cx="8647111" cy="307777"/>
          </a:xfrm>
          <a:prstGeom prst="rect">
            <a:avLst/>
          </a:prstGeom>
        </p:spPr>
        <p:txBody>
          <a:bodyPr wrap="square" lIns="0" tIns="0" rIns="0" bIns="0">
            <a:noAutofit/>
          </a:bodyPr>
          <a:lstStyle>
            <a:lvl1pPr marL="0" indent="0" algn="ctr">
              <a:buNone/>
              <a:defRPr sz="200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Optional Subtitle</a:t>
            </a:r>
          </a:p>
        </p:txBody>
      </p:sp>
      <p:sp>
        <p:nvSpPr>
          <p:cNvPr id="9"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1"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7" name="Picture 6"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1919921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allout on SE Life Green">
    <p:bg>
      <p:bgPr>
        <a:solidFill>
          <a:schemeClr val="tx2"/>
        </a:solidFill>
        <a:effectLst/>
      </p:bgPr>
    </p:bg>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252413" y="1713559"/>
            <a:ext cx="8647112" cy="1231106"/>
          </a:xfrm>
          <a:prstGeom prst="rect">
            <a:avLst/>
          </a:prstGeom>
        </p:spPr>
        <p:txBody>
          <a:bodyPr lIns="0" tIns="0" rIns="0" bIns="0" anchor="t">
            <a:noAutofit/>
          </a:bodyPr>
          <a:lstStyle>
            <a:lvl1pPr marL="0" indent="0" algn="ctr">
              <a:buFont typeface="Arial"/>
              <a:buNone/>
              <a:defRPr sz="4000">
                <a:solidFill>
                  <a:schemeClr val="bg1"/>
                </a:solidFill>
              </a:defRPr>
            </a:lvl1pPr>
          </a:lstStyle>
          <a:p>
            <a:r>
              <a:rPr lang="en-US" dirty="0"/>
              <a:t>CLICK TO EDIT QUOTE OR CALLOUT</a:t>
            </a:r>
          </a:p>
        </p:txBody>
      </p:sp>
      <p:sp>
        <p:nvSpPr>
          <p:cNvPr id="10" name="Subtitle 2"/>
          <p:cNvSpPr>
            <a:spLocks noGrp="1"/>
          </p:cNvSpPr>
          <p:nvPr>
            <p:ph type="subTitle" idx="1" hasCustomPrompt="1"/>
          </p:nvPr>
        </p:nvSpPr>
        <p:spPr>
          <a:xfrm>
            <a:off x="252413" y="2955454"/>
            <a:ext cx="8647111" cy="307777"/>
          </a:xfrm>
          <a:prstGeom prst="rect">
            <a:avLst/>
          </a:prstGeom>
        </p:spPr>
        <p:txBody>
          <a:bodyPr lIns="0" tIns="0" rIns="0" bIns="0">
            <a:noAutofit/>
          </a:bodyPr>
          <a:lstStyle>
            <a:lvl1pPr marL="0" indent="0" algn="ctr">
              <a:buNone/>
              <a:defRPr sz="20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Optional Subtitle</a:t>
            </a:r>
          </a:p>
        </p:txBody>
      </p:sp>
      <p:sp>
        <p:nvSpPr>
          <p:cNvPr id="14"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15"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11" name="Picture 10" descr="schneider_LIO_White_RGB.png"/>
          <p:cNvPicPr>
            <a:picLocks noChangeAspect="1"/>
          </p:cNvPicPr>
          <p:nvPr userDrawn="1"/>
        </p:nvPicPr>
        <p:blipFill>
          <a:blip r:embed="rId2" cstate="print"/>
          <a:stretch>
            <a:fillRect/>
          </a:stretch>
        </p:blipFill>
        <p:spPr>
          <a:xfrm>
            <a:off x="7075053" y="4508525"/>
            <a:ext cx="2018707" cy="556586"/>
          </a:xfrm>
          <a:prstGeom prst="rect">
            <a:avLst/>
          </a:prstGeom>
        </p:spPr>
      </p:pic>
    </p:spTree>
    <p:extLst>
      <p:ext uri="{BB962C8B-B14F-4D97-AF65-F5344CB8AC3E}">
        <p14:creationId xmlns:p14="http://schemas.microsoft.com/office/powerpoint/2010/main" val="245108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_Divider_Image">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1747891" y="4857156"/>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9" name="Footer Placeholder 4"/>
          <p:cNvSpPr>
            <a:spLocks noGrp="1"/>
          </p:cNvSpPr>
          <p:nvPr>
            <p:ph type="ftr" sz="quarter" idx="3"/>
          </p:nvPr>
        </p:nvSpPr>
        <p:spPr>
          <a:xfrm>
            <a:off x="252414" y="4857155"/>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7" name="Picture 6" descr="schneider_LIO_White_RGB.png"/>
          <p:cNvPicPr>
            <a:picLocks noChangeAspect="1"/>
          </p:cNvPicPr>
          <p:nvPr userDrawn="1"/>
        </p:nvPicPr>
        <p:blipFill>
          <a:blip r:embed="rId2" cstate="print"/>
          <a:stretch>
            <a:fillRect/>
          </a:stretch>
        </p:blipFill>
        <p:spPr>
          <a:xfrm>
            <a:off x="7105948" y="4510059"/>
            <a:ext cx="1907005" cy="525789"/>
          </a:xfrm>
          <a:prstGeom prst="rect">
            <a:avLst/>
          </a:prstGeom>
        </p:spPr>
      </p:pic>
      <p:sp>
        <p:nvSpPr>
          <p:cNvPr id="12" name="Title 1"/>
          <p:cNvSpPr>
            <a:spLocks noGrp="1"/>
          </p:cNvSpPr>
          <p:nvPr>
            <p:ph type="title" hasCustomPrompt="1"/>
          </p:nvPr>
        </p:nvSpPr>
        <p:spPr>
          <a:xfrm>
            <a:off x="0" y="2041071"/>
            <a:ext cx="9144000" cy="867640"/>
          </a:xfrm>
          <a:prstGeom prst="rect">
            <a:avLst/>
          </a:prstGeom>
          <a:solidFill>
            <a:schemeClr val="tx2">
              <a:alpha val="80000"/>
            </a:schemeClr>
          </a:solidFill>
        </p:spPr>
        <p:txBody>
          <a:bodyPr lIns="251966" tIns="0" rIns="0" bIns="0" anchor="ctr" anchorCtr="0"/>
          <a:lstStyle>
            <a:lvl1pPr algn="l">
              <a:defRPr sz="2400" baseline="0">
                <a:solidFill>
                  <a:srgbClr val="FFFFFF"/>
                </a:solidFill>
              </a:defRPr>
            </a:lvl1pPr>
          </a:lstStyle>
          <a:p>
            <a:r>
              <a:rPr lang="en-US" dirty="0"/>
              <a:t>Click To Edit Section Title</a:t>
            </a:r>
          </a:p>
        </p:txBody>
      </p:sp>
      <p:sp>
        <p:nvSpPr>
          <p:cNvPr id="13" name="Text Placeholder 9"/>
          <p:cNvSpPr>
            <a:spLocks noGrp="1"/>
          </p:cNvSpPr>
          <p:nvPr>
            <p:ph type="body" sz="quarter" idx="11" hasCustomPrompt="1"/>
          </p:nvPr>
        </p:nvSpPr>
        <p:spPr>
          <a:xfrm>
            <a:off x="0" y="2900387"/>
            <a:ext cx="9144000" cy="373063"/>
          </a:xfrm>
          <a:prstGeom prst="rect">
            <a:avLst/>
          </a:prstGeom>
          <a:solidFill>
            <a:schemeClr val="tx2"/>
          </a:solidFill>
        </p:spPr>
        <p:txBody>
          <a:bodyPr lIns="251966" tIns="0" rIns="0" bIns="0" anchor="ctr" anchorCtr="0"/>
          <a:lstStyle>
            <a:lvl1pPr marL="0" indent="0">
              <a:buNone/>
              <a:defRPr sz="1200" baseline="0">
                <a:solidFill>
                  <a:schemeClr val="bg1"/>
                </a:solidFill>
              </a:defRPr>
            </a:lvl1pPr>
          </a:lstStyle>
          <a:p>
            <a:pPr lvl="0"/>
            <a:r>
              <a:rPr lang="en-US" dirty="0"/>
              <a:t>Click To Edit Optional Subtitle</a:t>
            </a:r>
          </a:p>
        </p:txBody>
      </p:sp>
      <p:sp>
        <p:nvSpPr>
          <p:cNvPr id="10" name="Picture Placeholder 5"/>
          <p:cNvSpPr>
            <a:spLocks noGrp="1"/>
          </p:cNvSpPr>
          <p:nvPr>
            <p:ph type="pic" sz="quarter" idx="10" hasCustomPrompt="1"/>
          </p:nvPr>
        </p:nvSpPr>
        <p:spPr>
          <a:xfrm>
            <a:off x="0" y="0"/>
            <a:ext cx="9144000" cy="5143500"/>
          </a:xfrm>
          <a:prstGeom prst="rect">
            <a:avLst/>
          </a:prstGeom>
          <a:solidFill>
            <a:srgbClr val="8E8F93">
              <a:alpha val="20000"/>
            </a:srgbClr>
          </a:solidFill>
        </p:spPr>
        <p:txBody>
          <a:bodyPr/>
          <a:lstStyle>
            <a:lvl1pPr marL="0" indent="0">
              <a:buNone/>
              <a:defRPr sz="1400" b="1">
                <a:solidFill>
                  <a:schemeClr val="accent6"/>
                </a:solidFill>
              </a:defRPr>
            </a:lvl1pPr>
          </a:lstStyle>
          <a:p>
            <a:r>
              <a:rPr lang="en-US" dirty="0"/>
              <a:t>Drag your image here (drop on the picture icon) and remember to send this box to the “back” so that the green dividing line is visually on top of the image.</a:t>
            </a:r>
          </a:p>
        </p:txBody>
      </p:sp>
    </p:spTree>
    <p:extLst>
      <p:ext uri="{BB962C8B-B14F-4D97-AF65-F5344CB8AC3E}">
        <p14:creationId xmlns:p14="http://schemas.microsoft.com/office/powerpoint/2010/main" val="25283182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Slide Master">
    <p:bg>
      <p:bgPr>
        <a:solidFill>
          <a:schemeClr val="tx2"/>
        </a:solidFill>
        <a:effectLst/>
      </p:bgPr>
    </p:bg>
    <p:spTree>
      <p:nvGrpSpPr>
        <p:cNvPr id="1" name=""/>
        <p:cNvGrpSpPr/>
        <p:nvPr/>
      </p:nvGrpSpPr>
      <p:grpSpPr>
        <a:xfrm>
          <a:off x="0" y="0"/>
          <a:ext cx="0" cy="0"/>
          <a:chOff x="0" y="0"/>
          <a:chExt cx="0" cy="0"/>
        </a:xfrm>
      </p:grpSpPr>
      <p:pic>
        <p:nvPicPr>
          <p:cNvPr id="4" name="Picture 3" descr="schneider_LIO_White_RGB.png"/>
          <p:cNvPicPr>
            <a:picLocks noChangeAspect="1"/>
          </p:cNvPicPr>
          <p:nvPr userDrawn="1"/>
        </p:nvPicPr>
        <p:blipFill>
          <a:blip r:embed="rId2" cstate="print"/>
          <a:stretch>
            <a:fillRect/>
          </a:stretch>
        </p:blipFill>
        <p:spPr>
          <a:xfrm>
            <a:off x="2769124" y="1958662"/>
            <a:ext cx="3559382" cy="981372"/>
          </a:xfrm>
          <a:prstGeom prst="rect">
            <a:avLst/>
          </a:prstGeom>
        </p:spPr>
      </p:pic>
    </p:spTree>
    <p:extLst>
      <p:ext uri="{BB962C8B-B14F-4D97-AF65-F5344CB8AC3E}">
        <p14:creationId xmlns:p14="http://schemas.microsoft.com/office/powerpoint/2010/main" val="30370478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column w/ callout">
    <p:spTree>
      <p:nvGrpSpPr>
        <p:cNvPr id="1" name=""/>
        <p:cNvGrpSpPr/>
        <p:nvPr/>
      </p:nvGrpSpPr>
      <p:grpSpPr>
        <a:xfrm>
          <a:off x="0" y="0"/>
          <a:ext cx="0" cy="0"/>
          <a:chOff x="0" y="0"/>
          <a:chExt cx="0" cy="0"/>
        </a:xfrm>
      </p:grpSpPr>
      <p:sp>
        <p:nvSpPr>
          <p:cNvPr id="15" name="Text Placeholder 11"/>
          <p:cNvSpPr>
            <a:spLocks noGrp="1"/>
          </p:cNvSpPr>
          <p:nvPr>
            <p:ph type="body" sz="quarter" idx="13" hasCustomPrompt="1"/>
          </p:nvPr>
        </p:nvSpPr>
        <p:spPr>
          <a:xfrm>
            <a:off x="6192839" y="4066302"/>
            <a:ext cx="2698750"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caption to the chart goes here</a:t>
            </a:r>
          </a:p>
        </p:txBody>
      </p:sp>
      <p:cxnSp>
        <p:nvCxnSpPr>
          <p:cNvPr id="9" name="Straight Connector 8"/>
          <p:cNvCxnSpPr/>
          <p:nvPr userDrawn="1"/>
        </p:nvCxnSpPr>
        <p:spPr>
          <a:xfrm>
            <a:off x="6014065"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23" name="Text Placeholder 11"/>
          <p:cNvSpPr>
            <a:spLocks noGrp="1"/>
          </p:cNvSpPr>
          <p:nvPr>
            <p:ph type="body" sz="quarter" idx="16" hasCustomPrompt="1"/>
          </p:nvPr>
        </p:nvSpPr>
        <p:spPr>
          <a:xfrm>
            <a:off x="258055" y="4066302"/>
            <a:ext cx="557441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6" name="Content Placeholder 5"/>
          <p:cNvSpPr>
            <a:spLocks noGrp="1"/>
          </p:cNvSpPr>
          <p:nvPr>
            <p:ph sz="quarter" idx="18"/>
          </p:nvPr>
        </p:nvSpPr>
        <p:spPr>
          <a:xfrm>
            <a:off x="258054" y="1202024"/>
            <a:ext cx="5574419" cy="230009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6192838" y="1201738"/>
            <a:ext cx="2698750" cy="2287696"/>
          </a:xfrm>
        </p:spPr>
        <p:txBody>
          <a:bodyPr>
            <a:noAutofit/>
          </a:bodyPr>
          <a:lstStyle>
            <a:lvl1pPr>
              <a:defRPr sz="1200"/>
            </a:lvl1pPr>
            <a:lvl2pPr>
              <a:defRPr sz="11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2"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4"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37497948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ndard Layout">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5"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8" name="Content Placeholder 2"/>
          <p:cNvSpPr>
            <a:spLocks noGrp="1"/>
          </p:cNvSpPr>
          <p:nvPr>
            <p:ph sz="quarter" idx="31"/>
          </p:nvPr>
        </p:nvSpPr>
        <p:spPr>
          <a:xfrm>
            <a:off x="258055" y="1203325"/>
            <a:ext cx="8679570" cy="3176589"/>
          </a:xfrm>
        </p:spPr>
        <p:txBody>
          <a:bodyPr wrap="square">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32"/>
          </p:nvPr>
        </p:nvSpPr>
        <p:spPr>
          <a:xfrm>
            <a:off x="252413" y="230187"/>
            <a:ext cx="8647112" cy="369332"/>
          </a:xfrm>
        </p:spPr>
        <p:txBody>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4" name="Text Placeholder 13"/>
          <p:cNvSpPr>
            <a:spLocks noGrp="1"/>
          </p:cNvSpPr>
          <p:nvPr>
            <p:ph type="body" sz="quarter" idx="33"/>
          </p:nvPr>
        </p:nvSpPr>
        <p:spPr>
          <a:xfrm>
            <a:off x="252413" y="683366"/>
            <a:ext cx="8647112" cy="253916"/>
          </a:xfrm>
        </p:spPr>
        <p:txBody>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4067016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ne-column">
    <p:spTree>
      <p:nvGrpSpPr>
        <p:cNvPr id="1" name=""/>
        <p:cNvGrpSpPr/>
        <p:nvPr/>
      </p:nvGrpSpPr>
      <p:grpSpPr>
        <a:xfrm>
          <a:off x="0" y="0"/>
          <a:ext cx="0" cy="0"/>
          <a:chOff x="0" y="0"/>
          <a:chExt cx="0" cy="0"/>
        </a:xfrm>
      </p:grpSpPr>
      <p:sp>
        <p:nvSpPr>
          <p:cNvPr id="20" name="Text Placeholder 11"/>
          <p:cNvSpPr>
            <a:spLocks noGrp="1"/>
          </p:cNvSpPr>
          <p:nvPr>
            <p:ph type="body" sz="quarter" idx="13" hasCustomPrompt="1"/>
          </p:nvPr>
        </p:nvSpPr>
        <p:spPr>
          <a:xfrm>
            <a:off x="252414" y="4066302"/>
            <a:ext cx="5580061" cy="123111"/>
          </a:xfrm>
          <a:prstGeom prst="rect">
            <a:avLst/>
          </a:prstGeom>
        </p:spPr>
        <p:txBody>
          <a:bodyPr lIns="0" tIns="0" rIns="0" bIns="0" anchor="b" anchorCtr="0">
            <a:spAutoFit/>
          </a:bodyPr>
          <a:lstStyle>
            <a:lvl1pPr marL="15874" indent="0">
              <a:buNone/>
              <a:defRPr sz="800" baseline="0">
                <a:solidFill>
                  <a:srgbClr val="8E8F93"/>
                </a:solidFill>
              </a:defRPr>
            </a:lvl1pPr>
          </a:lstStyle>
          <a:p>
            <a:pPr lvl="0"/>
            <a:r>
              <a:rPr lang="en-US" dirty="0"/>
              <a:t>Optional description / context goes here</a:t>
            </a:r>
          </a:p>
        </p:txBody>
      </p:sp>
      <p:sp>
        <p:nvSpPr>
          <p:cNvPr id="4" name="Content Placeholder 3"/>
          <p:cNvSpPr>
            <a:spLocks noGrp="1"/>
          </p:cNvSpPr>
          <p:nvPr>
            <p:ph sz="quarter" idx="17"/>
          </p:nvPr>
        </p:nvSpPr>
        <p:spPr>
          <a:xfrm>
            <a:off x="252413" y="1203326"/>
            <a:ext cx="5580062" cy="271703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8" name="Text Placeholder 11"/>
          <p:cNvSpPr>
            <a:spLocks noGrp="1"/>
          </p:cNvSpPr>
          <p:nvPr>
            <p:ph type="body" sz="quarter" idx="32"/>
          </p:nvPr>
        </p:nvSpPr>
        <p:spPr>
          <a:xfrm>
            <a:off x="252413" y="230187"/>
            <a:ext cx="8647112" cy="369332"/>
          </a:xfrm>
        </p:spPr>
        <p:txBody>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1" name="Text Placeholder 13"/>
          <p:cNvSpPr>
            <a:spLocks noGrp="1"/>
          </p:cNvSpPr>
          <p:nvPr>
            <p:ph type="body" sz="quarter" idx="33"/>
          </p:nvPr>
        </p:nvSpPr>
        <p:spPr>
          <a:xfrm>
            <a:off x="252413" y="683366"/>
            <a:ext cx="8647112" cy="253916"/>
          </a:xfrm>
        </p:spPr>
        <p:txBody>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17558803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column stacked">
    <p:spTree>
      <p:nvGrpSpPr>
        <p:cNvPr id="1" name=""/>
        <p:cNvGrpSpPr/>
        <p:nvPr/>
      </p:nvGrpSpPr>
      <p:grpSpPr>
        <a:xfrm>
          <a:off x="0" y="0"/>
          <a:ext cx="0" cy="0"/>
          <a:chOff x="0" y="0"/>
          <a:chExt cx="0" cy="0"/>
        </a:xfrm>
      </p:grpSpPr>
      <p:sp>
        <p:nvSpPr>
          <p:cNvPr id="11" name="Content Placeholder 5"/>
          <p:cNvSpPr>
            <a:spLocks noGrp="1"/>
          </p:cNvSpPr>
          <p:nvPr>
            <p:ph sz="quarter" idx="34"/>
          </p:nvPr>
        </p:nvSpPr>
        <p:spPr>
          <a:xfrm>
            <a:off x="247390" y="3037460"/>
            <a:ext cx="5574419" cy="1471478"/>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1"/>
          <p:cNvSpPr>
            <a:spLocks noGrp="1"/>
          </p:cNvSpPr>
          <p:nvPr>
            <p:ph type="body" sz="quarter" idx="16" hasCustomPrompt="1"/>
          </p:nvPr>
        </p:nvSpPr>
        <p:spPr>
          <a:xfrm>
            <a:off x="252414" y="2674811"/>
            <a:ext cx="557441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8" name="Text Placeholder 11"/>
          <p:cNvSpPr>
            <a:spLocks noGrp="1"/>
          </p:cNvSpPr>
          <p:nvPr>
            <p:ph type="body" sz="quarter" idx="20" hasCustomPrompt="1"/>
          </p:nvPr>
        </p:nvSpPr>
        <p:spPr>
          <a:xfrm>
            <a:off x="258057" y="4569743"/>
            <a:ext cx="557441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6" name="Content Placeholder 5"/>
          <p:cNvSpPr>
            <a:spLocks noGrp="1"/>
          </p:cNvSpPr>
          <p:nvPr>
            <p:ph sz="quarter" idx="23"/>
          </p:nvPr>
        </p:nvSpPr>
        <p:spPr>
          <a:xfrm>
            <a:off x="248010" y="1213547"/>
            <a:ext cx="5574419" cy="1370903"/>
          </a:xfrm>
        </p:spPr>
        <p:txBody>
          <a:bodyPr>
            <a:noAutofit/>
          </a:bodyPr>
          <a:lstStyle>
            <a:lvl5pP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3"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4"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277520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column">
    <p:spTree>
      <p:nvGrpSpPr>
        <p:cNvPr id="1" name=""/>
        <p:cNvGrpSpPr/>
        <p:nvPr/>
      </p:nvGrpSpPr>
      <p:grpSpPr>
        <a:xfrm>
          <a:off x="0" y="0"/>
          <a:ext cx="0" cy="0"/>
          <a:chOff x="0" y="0"/>
          <a:chExt cx="0" cy="0"/>
        </a:xfrm>
      </p:grpSpPr>
      <p:sp>
        <p:nvSpPr>
          <p:cNvPr id="14" name="Content Placeholder 2"/>
          <p:cNvSpPr>
            <a:spLocks noGrp="1"/>
          </p:cNvSpPr>
          <p:nvPr>
            <p:ph sz="quarter" idx="24"/>
          </p:nvPr>
        </p:nvSpPr>
        <p:spPr>
          <a:xfrm>
            <a:off x="4764969" y="1203325"/>
            <a:ext cx="4172656" cy="271106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ext Placeholder 11"/>
          <p:cNvSpPr>
            <a:spLocks noGrp="1"/>
          </p:cNvSpPr>
          <p:nvPr>
            <p:ph type="body" sz="quarter" idx="13" hasCustomPrompt="1"/>
          </p:nvPr>
        </p:nvSpPr>
        <p:spPr>
          <a:xfrm>
            <a:off x="4791076" y="4066302"/>
            <a:ext cx="4100514"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8" name="Text Placeholder 11"/>
          <p:cNvSpPr>
            <a:spLocks noGrp="1"/>
          </p:cNvSpPr>
          <p:nvPr>
            <p:ph type="body" sz="quarter" idx="15" hasCustomPrompt="1"/>
          </p:nvPr>
        </p:nvSpPr>
        <p:spPr>
          <a:xfrm>
            <a:off x="252414" y="4066302"/>
            <a:ext cx="4178298"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3" name="Content Placeholder 2"/>
          <p:cNvSpPr>
            <a:spLocks noGrp="1"/>
          </p:cNvSpPr>
          <p:nvPr>
            <p:ph sz="quarter" idx="22"/>
          </p:nvPr>
        </p:nvSpPr>
        <p:spPr>
          <a:xfrm>
            <a:off x="247547" y="1209296"/>
            <a:ext cx="4172656" cy="271106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1"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15922868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column comparison">
    <p:spTree>
      <p:nvGrpSpPr>
        <p:cNvPr id="1" name=""/>
        <p:cNvGrpSpPr/>
        <p:nvPr/>
      </p:nvGrpSpPr>
      <p:grpSpPr>
        <a:xfrm>
          <a:off x="0" y="0"/>
          <a:ext cx="0" cy="0"/>
          <a:chOff x="0" y="0"/>
          <a:chExt cx="0" cy="0"/>
        </a:xfrm>
      </p:grpSpPr>
      <p:sp>
        <p:nvSpPr>
          <p:cNvPr id="16" name="Content Placeholder 2"/>
          <p:cNvSpPr>
            <a:spLocks noGrp="1"/>
          </p:cNvSpPr>
          <p:nvPr>
            <p:ph sz="quarter" idx="22"/>
          </p:nvPr>
        </p:nvSpPr>
        <p:spPr>
          <a:xfrm>
            <a:off x="4764969" y="1203326"/>
            <a:ext cx="4172656" cy="273805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11"/>
          <p:cNvSpPr>
            <a:spLocks noGrp="1"/>
          </p:cNvSpPr>
          <p:nvPr>
            <p:ph type="body" sz="quarter" idx="13" hasCustomPrompt="1"/>
          </p:nvPr>
        </p:nvSpPr>
        <p:spPr>
          <a:xfrm>
            <a:off x="4791076" y="4066302"/>
            <a:ext cx="4100514"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2" name="Text Placeholder 11"/>
          <p:cNvSpPr>
            <a:spLocks noGrp="1"/>
          </p:cNvSpPr>
          <p:nvPr>
            <p:ph type="body" sz="quarter" idx="15" hasCustomPrompt="1"/>
          </p:nvPr>
        </p:nvSpPr>
        <p:spPr>
          <a:xfrm>
            <a:off x="252414" y="4066302"/>
            <a:ext cx="417829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cxnSp>
        <p:nvCxnSpPr>
          <p:cNvPr id="13" name="Straight Connector 12"/>
          <p:cNvCxnSpPr/>
          <p:nvPr userDrawn="1"/>
        </p:nvCxnSpPr>
        <p:spPr>
          <a:xfrm>
            <a:off x="4549718"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5" name="Content Placeholder 4"/>
          <p:cNvSpPr>
            <a:spLocks noGrp="1"/>
          </p:cNvSpPr>
          <p:nvPr>
            <p:ph sz="quarter" idx="20"/>
          </p:nvPr>
        </p:nvSpPr>
        <p:spPr>
          <a:xfrm>
            <a:off x="241903" y="1203327"/>
            <a:ext cx="4178299" cy="273805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5"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7"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8"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41553253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column stacked">
    <p:spTree>
      <p:nvGrpSpPr>
        <p:cNvPr id="1" name=""/>
        <p:cNvGrpSpPr/>
        <p:nvPr/>
      </p:nvGrpSpPr>
      <p:grpSpPr>
        <a:xfrm>
          <a:off x="0" y="0"/>
          <a:ext cx="0" cy="0"/>
          <a:chOff x="0" y="0"/>
          <a:chExt cx="0" cy="0"/>
        </a:xfrm>
      </p:grpSpPr>
      <p:sp>
        <p:nvSpPr>
          <p:cNvPr id="6" name="Text Placeholder 11"/>
          <p:cNvSpPr>
            <a:spLocks noGrp="1"/>
          </p:cNvSpPr>
          <p:nvPr>
            <p:ph type="body" sz="quarter" idx="18" hasCustomPrompt="1"/>
          </p:nvPr>
        </p:nvSpPr>
        <p:spPr>
          <a:xfrm>
            <a:off x="248530" y="2698483"/>
            <a:ext cx="8633531" cy="123111"/>
          </a:xfrm>
          <a:prstGeom prst="rect">
            <a:avLst/>
          </a:prstGeom>
        </p:spPr>
        <p:txBody>
          <a:bodyPr lIns="0" tIns="0" rIns="0" bIns="0" anchor="b" anchorCtr="0">
            <a:spAutoFit/>
          </a:bodyPr>
          <a:lstStyle>
            <a:lvl1pPr marL="15874" indent="0">
              <a:buNone/>
              <a:defRPr sz="800" baseline="0">
                <a:solidFill>
                  <a:srgbClr val="8E8F93"/>
                </a:solidFill>
              </a:defRPr>
            </a:lvl1pPr>
          </a:lstStyle>
          <a:p>
            <a:pPr lvl="0"/>
            <a:r>
              <a:rPr lang="en-US" dirty="0"/>
              <a:t>Optional description / context goes here</a:t>
            </a:r>
          </a:p>
        </p:txBody>
      </p:sp>
      <p:sp>
        <p:nvSpPr>
          <p:cNvPr id="11" name="Text Placeholder 11"/>
          <p:cNvSpPr>
            <a:spLocks noGrp="1"/>
          </p:cNvSpPr>
          <p:nvPr>
            <p:ph type="body" sz="quarter" idx="13" hasCustomPrompt="1"/>
          </p:nvPr>
        </p:nvSpPr>
        <p:spPr>
          <a:xfrm>
            <a:off x="4791076" y="4413143"/>
            <a:ext cx="4100514"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5" name="Text Placeholder 11"/>
          <p:cNvSpPr>
            <a:spLocks noGrp="1"/>
          </p:cNvSpPr>
          <p:nvPr>
            <p:ph type="body" sz="quarter" idx="16" hasCustomPrompt="1"/>
          </p:nvPr>
        </p:nvSpPr>
        <p:spPr>
          <a:xfrm>
            <a:off x="253293" y="4413143"/>
            <a:ext cx="4094871"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5" name="Content Placeholder 4"/>
          <p:cNvSpPr>
            <a:spLocks noGrp="1"/>
          </p:cNvSpPr>
          <p:nvPr>
            <p:ph sz="quarter" idx="24"/>
          </p:nvPr>
        </p:nvSpPr>
        <p:spPr>
          <a:xfrm>
            <a:off x="246633" y="1198258"/>
            <a:ext cx="8644953" cy="138619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Content Placeholder 11"/>
          <p:cNvSpPr>
            <a:spLocks noGrp="1"/>
          </p:cNvSpPr>
          <p:nvPr>
            <p:ph sz="quarter" idx="25"/>
          </p:nvPr>
        </p:nvSpPr>
        <p:spPr>
          <a:xfrm>
            <a:off x="248530" y="2907433"/>
            <a:ext cx="4094871" cy="147248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Content Placeholder 13"/>
          <p:cNvSpPr>
            <a:spLocks noGrp="1"/>
          </p:cNvSpPr>
          <p:nvPr>
            <p:ph sz="quarter" idx="26"/>
          </p:nvPr>
        </p:nvSpPr>
        <p:spPr>
          <a:xfrm>
            <a:off x="4791076" y="2907433"/>
            <a:ext cx="4100514" cy="147248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6"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7"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8"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1105443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9" name="Text Placeholder 11"/>
          <p:cNvSpPr>
            <a:spLocks noGrp="1"/>
          </p:cNvSpPr>
          <p:nvPr>
            <p:ph type="body" sz="quarter" idx="13" hasCustomPrompt="1"/>
          </p:nvPr>
        </p:nvSpPr>
        <p:spPr>
          <a:xfrm>
            <a:off x="252414" y="4066302"/>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6" name="Text Placeholder 11"/>
          <p:cNvSpPr>
            <a:spLocks noGrp="1"/>
          </p:cNvSpPr>
          <p:nvPr>
            <p:ph type="body" sz="quarter" idx="21" hasCustomPrompt="1"/>
          </p:nvPr>
        </p:nvSpPr>
        <p:spPr>
          <a:xfrm>
            <a:off x="6192839" y="4066302"/>
            <a:ext cx="2744787"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9" name="Text Placeholder 11"/>
          <p:cNvSpPr>
            <a:spLocks noGrp="1"/>
          </p:cNvSpPr>
          <p:nvPr>
            <p:ph type="body" sz="quarter" idx="24" hasCustomPrompt="1"/>
          </p:nvPr>
        </p:nvSpPr>
        <p:spPr>
          <a:xfrm>
            <a:off x="3232555" y="4066302"/>
            <a:ext cx="2717870"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3" name="Content Placeholder 2"/>
          <p:cNvSpPr>
            <a:spLocks noGrp="1"/>
          </p:cNvSpPr>
          <p:nvPr>
            <p:ph sz="quarter" idx="32"/>
          </p:nvPr>
        </p:nvSpPr>
        <p:spPr>
          <a:xfrm>
            <a:off x="252415" y="1192753"/>
            <a:ext cx="2698748" cy="2666729"/>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33"/>
          </p:nvPr>
        </p:nvSpPr>
        <p:spPr>
          <a:xfrm>
            <a:off x="3232555" y="1192753"/>
            <a:ext cx="2717870"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34"/>
          </p:nvPr>
        </p:nvSpPr>
        <p:spPr>
          <a:xfrm>
            <a:off x="6192839" y="1192753"/>
            <a:ext cx="2744787"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5"/>
          </p:nvPr>
        </p:nvSpPr>
        <p:spPr>
          <a:xfrm>
            <a:off x="252413" y="230187"/>
            <a:ext cx="86852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6"/>
          </p:nvPr>
        </p:nvSpPr>
        <p:spPr>
          <a:xfrm>
            <a:off x="252413" y="683366"/>
            <a:ext cx="86852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34112504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column comparison">
    <p:spTree>
      <p:nvGrpSpPr>
        <p:cNvPr id="1" name=""/>
        <p:cNvGrpSpPr/>
        <p:nvPr/>
      </p:nvGrpSpPr>
      <p:grpSpPr>
        <a:xfrm>
          <a:off x="0" y="0"/>
          <a:ext cx="0" cy="0"/>
          <a:chOff x="0" y="0"/>
          <a:chExt cx="0" cy="0"/>
        </a:xfrm>
      </p:grpSpPr>
      <p:sp>
        <p:nvSpPr>
          <p:cNvPr id="9" name="Text Placeholder 11"/>
          <p:cNvSpPr>
            <a:spLocks noGrp="1"/>
          </p:cNvSpPr>
          <p:nvPr>
            <p:ph type="body" sz="quarter" idx="13" hasCustomPrompt="1"/>
          </p:nvPr>
        </p:nvSpPr>
        <p:spPr>
          <a:xfrm>
            <a:off x="252414" y="4066302"/>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6" name="Text Placeholder 11"/>
          <p:cNvSpPr>
            <a:spLocks noGrp="1"/>
          </p:cNvSpPr>
          <p:nvPr>
            <p:ph type="body" sz="quarter" idx="21" hasCustomPrompt="1"/>
          </p:nvPr>
        </p:nvSpPr>
        <p:spPr>
          <a:xfrm>
            <a:off x="6192839" y="4066302"/>
            <a:ext cx="2744787"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9" name="Text Placeholder 11"/>
          <p:cNvSpPr>
            <a:spLocks noGrp="1"/>
          </p:cNvSpPr>
          <p:nvPr>
            <p:ph type="body" sz="quarter" idx="24" hasCustomPrompt="1"/>
          </p:nvPr>
        </p:nvSpPr>
        <p:spPr>
          <a:xfrm>
            <a:off x="3232555" y="4066302"/>
            <a:ext cx="2717870"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3" name="Content Placeholder 2"/>
          <p:cNvSpPr>
            <a:spLocks noGrp="1"/>
          </p:cNvSpPr>
          <p:nvPr>
            <p:ph sz="quarter" idx="32"/>
          </p:nvPr>
        </p:nvSpPr>
        <p:spPr>
          <a:xfrm>
            <a:off x="252415" y="1192753"/>
            <a:ext cx="2698748" cy="2666729"/>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33"/>
          </p:nvPr>
        </p:nvSpPr>
        <p:spPr>
          <a:xfrm>
            <a:off x="3232555" y="1192753"/>
            <a:ext cx="2717870"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34"/>
          </p:nvPr>
        </p:nvSpPr>
        <p:spPr>
          <a:xfrm>
            <a:off x="6192839" y="1192753"/>
            <a:ext cx="2744787"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5"/>
          </p:nvPr>
        </p:nvSpPr>
        <p:spPr>
          <a:xfrm>
            <a:off x="252413" y="230187"/>
            <a:ext cx="86852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6"/>
          </p:nvPr>
        </p:nvSpPr>
        <p:spPr>
          <a:xfrm>
            <a:off x="252413" y="683366"/>
            <a:ext cx="86852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cxnSp>
        <p:nvCxnSpPr>
          <p:cNvPr id="16" name="Straight Connector 15"/>
          <p:cNvCxnSpPr/>
          <p:nvPr userDrawn="1"/>
        </p:nvCxnSpPr>
        <p:spPr>
          <a:xfrm>
            <a:off x="3085663"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6076301"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112504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column stacked">
    <p:spTree>
      <p:nvGrpSpPr>
        <p:cNvPr id="1" name=""/>
        <p:cNvGrpSpPr/>
        <p:nvPr/>
      </p:nvGrpSpPr>
      <p:grpSpPr>
        <a:xfrm>
          <a:off x="0" y="0"/>
          <a:ext cx="0" cy="0"/>
          <a:chOff x="0" y="0"/>
          <a:chExt cx="0" cy="0"/>
        </a:xfrm>
      </p:grpSpPr>
      <p:sp>
        <p:nvSpPr>
          <p:cNvPr id="5" name="Content Placeholder 4"/>
          <p:cNvSpPr>
            <a:spLocks noGrp="1"/>
          </p:cNvSpPr>
          <p:nvPr>
            <p:ph sz="quarter" idx="32"/>
          </p:nvPr>
        </p:nvSpPr>
        <p:spPr>
          <a:xfrm>
            <a:off x="252413" y="1203327"/>
            <a:ext cx="8639175" cy="1381124"/>
          </a:xfrm>
        </p:spPr>
        <p:txBody>
          <a:bodyPr wrap="square">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Content Placeholder 11"/>
          <p:cNvSpPr>
            <a:spLocks noGrp="1"/>
          </p:cNvSpPr>
          <p:nvPr>
            <p:ph sz="quarter" idx="33"/>
          </p:nvPr>
        </p:nvSpPr>
        <p:spPr>
          <a:xfrm>
            <a:off x="252413" y="2872039"/>
            <a:ext cx="2683481" cy="144655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Content Placeholder 14"/>
          <p:cNvSpPr>
            <a:spLocks noGrp="1"/>
          </p:cNvSpPr>
          <p:nvPr>
            <p:ph sz="quarter" idx="34"/>
          </p:nvPr>
        </p:nvSpPr>
        <p:spPr>
          <a:xfrm>
            <a:off x="3232554" y="2872039"/>
            <a:ext cx="2678893" cy="144655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9" name="Content Placeholder 18"/>
          <p:cNvSpPr>
            <a:spLocks noGrp="1"/>
          </p:cNvSpPr>
          <p:nvPr>
            <p:ph sz="quarter" idx="35"/>
          </p:nvPr>
        </p:nvSpPr>
        <p:spPr>
          <a:xfrm>
            <a:off x="6192838" y="2872039"/>
            <a:ext cx="2678893" cy="144655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11"/>
          <p:cNvSpPr>
            <a:spLocks noGrp="1"/>
          </p:cNvSpPr>
          <p:nvPr>
            <p:ph type="body" sz="quarter" idx="18" hasCustomPrompt="1"/>
          </p:nvPr>
        </p:nvSpPr>
        <p:spPr>
          <a:xfrm>
            <a:off x="258056" y="2630753"/>
            <a:ext cx="8633531"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4" name="Text Placeholder 11"/>
          <p:cNvSpPr>
            <a:spLocks noGrp="1"/>
          </p:cNvSpPr>
          <p:nvPr>
            <p:ph type="body" sz="quarter" idx="13" hasCustomPrompt="1"/>
          </p:nvPr>
        </p:nvSpPr>
        <p:spPr>
          <a:xfrm>
            <a:off x="252414" y="4376263"/>
            <a:ext cx="2683481"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6" name="Text Placeholder 11"/>
          <p:cNvSpPr>
            <a:spLocks noGrp="1"/>
          </p:cNvSpPr>
          <p:nvPr>
            <p:ph type="body" sz="quarter" idx="21" hasCustomPrompt="1"/>
          </p:nvPr>
        </p:nvSpPr>
        <p:spPr>
          <a:xfrm>
            <a:off x="6192838" y="4376263"/>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8" name="Text Placeholder 11"/>
          <p:cNvSpPr>
            <a:spLocks noGrp="1"/>
          </p:cNvSpPr>
          <p:nvPr>
            <p:ph type="body" sz="quarter" idx="24" hasCustomPrompt="1"/>
          </p:nvPr>
        </p:nvSpPr>
        <p:spPr>
          <a:xfrm>
            <a:off x="3232554" y="4376263"/>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7"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2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21" name="Text Placeholder 11"/>
          <p:cNvSpPr>
            <a:spLocks noGrp="1"/>
          </p:cNvSpPr>
          <p:nvPr>
            <p:ph type="body" sz="quarter" idx="36"/>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22" name="Text Placeholder 13"/>
          <p:cNvSpPr>
            <a:spLocks noGrp="1"/>
          </p:cNvSpPr>
          <p:nvPr>
            <p:ph type="body" sz="quarter" idx="37"/>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6906178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orizontal Split">
    <p:spTree>
      <p:nvGrpSpPr>
        <p:cNvPr id="1" name=""/>
        <p:cNvGrpSpPr/>
        <p:nvPr/>
      </p:nvGrpSpPr>
      <p:grpSpPr>
        <a:xfrm>
          <a:off x="0" y="0"/>
          <a:ext cx="0" cy="0"/>
          <a:chOff x="0" y="0"/>
          <a:chExt cx="0" cy="0"/>
        </a:xfrm>
      </p:grpSpPr>
      <p:sp>
        <p:nvSpPr>
          <p:cNvPr id="21" name="Rectangle 20"/>
          <p:cNvSpPr/>
          <p:nvPr userDrawn="1"/>
        </p:nvSpPr>
        <p:spPr>
          <a:xfrm>
            <a:off x="0" y="1"/>
            <a:ext cx="9144000" cy="127614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91437" tIns="45718" rIns="91437" bIns="45718" rtlCol="0" anchor="ctr"/>
          <a:lstStyle/>
          <a:p>
            <a:pPr algn="ctr"/>
            <a:endParaRPr lang="en-US"/>
          </a:p>
        </p:txBody>
      </p:sp>
      <p:sp>
        <p:nvSpPr>
          <p:cNvPr id="5" name="Content Placeholder 4"/>
          <p:cNvSpPr>
            <a:spLocks noGrp="1"/>
          </p:cNvSpPr>
          <p:nvPr>
            <p:ph sz="quarter" idx="32"/>
          </p:nvPr>
        </p:nvSpPr>
        <p:spPr>
          <a:xfrm>
            <a:off x="252413" y="1735871"/>
            <a:ext cx="8639175" cy="2644043"/>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2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22" name="Rectangle 21"/>
          <p:cNvSpPr/>
          <p:nvPr userDrawn="1"/>
        </p:nvSpPr>
        <p:spPr>
          <a:xfrm>
            <a:off x="0" y="1105320"/>
            <a:ext cx="9144000" cy="371789"/>
          </a:xfrm>
          <a:prstGeom prst="rect">
            <a:avLst/>
          </a:prstGeom>
          <a:solidFill>
            <a:schemeClr val="bg2">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lIns="91437" tIns="45718" rIns="91437" bIns="45718" rtlCol="0" anchor="ctr"/>
          <a:lstStyle/>
          <a:p>
            <a:pPr algn="ctr"/>
            <a:endParaRPr lang="en-US"/>
          </a:p>
        </p:txBody>
      </p:sp>
      <p:sp>
        <p:nvSpPr>
          <p:cNvPr id="15" name="Text Placeholder 11"/>
          <p:cNvSpPr>
            <a:spLocks noGrp="1"/>
          </p:cNvSpPr>
          <p:nvPr>
            <p:ph type="body" sz="quarter" idx="33"/>
          </p:nvPr>
        </p:nvSpPr>
        <p:spPr>
          <a:xfrm>
            <a:off x="252413" y="230187"/>
            <a:ext cx="8647112" cy="369332"/>
          </a:xfrm>
        </p:spPr>
        <p:txBody>
          <a:bodyPr>
            <a:noAutofit/>
          </a:bodyPr>
          <a:lstStyle>
            <a:lvl1pPr>
              <a:buFontTx/>
              <a:buNone/>
              <a:defRPr sz="2400">
                <a:solidFill>
                  <a:schemeClr val="bg1"/>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6" name="Text Placeholder 13"/>
          <p:cNvSpPr>
            <a:spLocks noGrp="1"/>
          </p:cNvSpPr>
          <p:nvPr>
            <p:ph type="body" sz="quarter" idx="34"/>
          </p:nvPr>
        </p:nvSpPr>
        <p:spPr>
          <a:xfrm>
            <a:off x="252413" y="683366"/>
            <a:ext cx="8647112" cy="253916"/>
          </a:xfrm>
        </p:spPr>
        <p:txBody>
          <a:bodyPr>
            <a:noAutofit/>
          </a:bodyPr>
          <a:lstStyle>
            <a:lvl1pPr marL="358762" indent="-342888">
              <a:buFontTx/>
              <a:buNone/>
              <a:defRPr sz="1600">
                <a:solidFill>
                  <a:schemeClr val="bg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6906178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slide ">
    <p:spTree>
      <p:nvGrpSpPr>
        <p:cNvPr id="1" name=""/>
        <p:cNvGrpSpPr/>
        <p:nvPr/>
      </p:nvGrpSpPr>
      <p:grpSpPr>
        <a:xfrm>
          <a:off x="0" y="0"/>
          <a:ext cx="0" cy="0"/>
          <a:chOff x="0" y="0"/>
          <a:chExt cx="0" cy="0"/>
        </a:xfrm>
      </p:grpSpPr>
      <p:sp>
        <p:nvSpPr>
          <p:cNvPr id="17"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2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Tree>
    <p:extLst>
      <p:ext uri="{BB962C8B-B14F-4D97-AF65-F5344CB8AC3E}">
        <p14:creationId xmlns:p14="http://schemas.microsoft.com/office/powerpoint/2010/main" val="690617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4865921"/>
      </p:ext>
    </p:extLst>
  </p:cSld>
  <p:clrMap bg1="lt1" tx1="dk1" bg2="lt2" tx2="dk2" accent1="accent1" accent2="accent2" accent3="accent3" accent4="accent4" accent5="accent5" accent6="accent6" hlink="hlink" folHlink="folHlink"/>
  <p:sldLayoutIdLst>
    <p:sldLayoutId id="2147483667" r:id="rId1"/>
    <p:sldLayoutId id="2147483714" r:id="rId2"/>
    <p:sldLayoutId id="2147483715" r:id="rId3"/>
    <p:sldLayoutId id="2147483716" r:id="rId4"/>
    <p:sldLayoutId id="2147483717" r:id="rId5"/>
    <p:sldLayoutId id="2147483726"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Lst>
  <p:hf hdr="0" dt="0"/>
  <p:txStyles>
    <p:titleStyle>
      <a:lvl1pPr algn="ctr" defTabSz="457184" rtl="0" eaLnBrk="1" latinLnBrk="0" hangingPunct="1">
        <a:spcBef>
          <a:spcPct val="0"/>
        </a:spcBef>
        <a:buNone/>
        <a:defRPr sz="4400" kern="1200">
          <a:solidFill>
            <a:schemeClr val="tx1"/>
          </a:solidFill>
          <a:latin typeface="+mj-lt"/>
          <a:ea typeface="+mj-ea"/>
          <a:cs typeface="+mj-cs"/>
        </a:defRPr>
      </a:lvl1pPr>
    </p:titleStyle>
    <p:bodyStyle>
      <a:lvl1pPr marL="342888" indent="-342888" algn="l" defTabSz="457184" rtl="0" eaLnBrk="1" latinLnBrk="0" hangingPunct="1">
        <a:spcBef>
          <a:spcPct val="20000"/>
        </a:spcBef>
        <a:buFont typeface="Arial"/>
        <a:buChar char="•"/>
        <a:defRPr sz="3200" kern="1200">
          <a:solidFill>
            <a:schemeClr val="tx1"/>
          </a:solidFill>
          <a:latin typeface="+mn-lt"/>
          <a:ea typeface="+mn-ea"/>
          <a:cs typeface="+mn-cs"/>
        </a:defRPr>
      </a:lvl1pPr>
      <a:lvl2pPr marL="742924" indent="-285740" algn="l" defTabSz="457184" rtl="0" eaLnBrk="1" latinLnBrk="0" hangingPunct="1">
        <a:spcBef>
          <a:spcPct val="20000"/>
        </a:spcBef>
        <a:buFont typeface="Arial"/>
        <a:buChar char="–"/>
        <a:defRPr sz="2800" kern="1200">
          <a:solidFill>
            <a:schemeClr val="tx1"/>
          </a:solidFill>
          <a:latin typeface="+mn-lt"/>
          <a:ea typeface="+mn-ea"/>
          <a:cs typeface="+mn-cs"/>
        </a:defRPr>
      </a:lvl2pPr>
      <a:lvl3pPr marL="1142960" indent="-228592" algn="l" defTabSz="457184" rtl="0" eaLnBrk="1" latinLnBrk="0" hangingPunct="1">
        <a:spcBef>
          <a:spcPct val="20000"/>
        </a:spcBef>
        <a:buFont typeface="Arial"/>
        <a:buChar char="•"/>
        <a:defRPr sz="2400" kern="1200">
          <a:solidFill>
            <a:schemeClr val="tx1"/>
          </a:solidFill>
          <a:latin typeface="+mn-lt"/>
          <a:ea typeface="+mn-ea"/>
          <a:cs typeface="+mn-cs"/>
        </a:defRPr>
      </a:lvl3pPr>
      <a:lvl4pPr marL="1600144" indent="-228592" algn="l" defTabSz="457184" rtl="0" eaLnBrk="1" latinLnBrk="0" hangingPunct="1">
        <a:spcBef>
          <a:spcPct val="20000"/>
        </a:spcBef>
        <a:buFont typeface="Arial"/>
        <a:buChar char="–"/>
        <a:defRPr sz="2000" kern="1200">
          <a:solidFill>
            <a:schemeClr val="tx1"/>
          </a:solidFill>
          <a:latin typeface="+mn-lt"/>
          <a:ea typeface="+mn-ea"/>
          <a:cs typeface="+mn-cs"/>
        </a:defRPr>
      </a:lvl4pPr>
      <a:lvl5pPr marL="2057328" indent="-228592" algn="l" defTabSz="457184" rtl="0" eaLnBrk="1" latinLnBrk="0" hangingPunct="1">
        <a:spcBef>
          <a:spcPct val="20000"/>
        </a:spcBef>
        <a:buFont typeface="Arial"/>
        <a:buChar char="»"/>
        <a:defRPr sz="2000" kern="1200">
          <a:solidFill>
            <a:schemeClr val="tx1"/>
          </a:solidFill>
          <a:latin typeface="+mn-lt"/>
          <a:ea typeface="+mn-ea"/>
          <a:cs typeface="+mn-cs"/>
        </a:defRPr>
      </a:lvl5pPr>
      <a:lvl6pPr marL="2514511" indent="-228592" algn="l" defTabSz="457184" rtl="0" eaLnBrk="1" latinLnBrk="0" hangingPunct="1">
        <a:spcBef>
          <a:spcPct val="20000"/>
        </a:spcBef>
        <a:buFont typeface="Arial"/>
        <a:buChar char="•"/>
        <a:defRPr sz="2000" kern="1200">
          <a:solidFill>
            <a:schemeClr val="tx1"/>
          </a:solidFill>
          <a:latin typeface="+mn-lt"/>
          <a:ea typeface="+mn-ea"/>
          <a:cs typeface="+mn-cs"/>
        </a:defRPr>
      </a:lvl6pPr>
      <a:lvl7pPr marL="2971695" indent="-228592" algn="l" defTabSz="457184" rtl="0" eaLnBrk="1" latinLnBrk="0" hangingPunct="1">
        <a:spcBef>
          <a:spcPct val="20000"/>
        </a:spcBef>
        <a:buFont typeface="Arial"/>
        <a:buChar char="•"/>
        <a:defRPr sz="2000" kern="1200">
          <a:solidFill>
            <a:schemeClr val="tx1"/>
          </a:solidFill>
          <a:latin typeface="+mn-lt"/>
          <a:ea typeface="+mn-ea"/>
          <a:cs typeface="+mn-cs"/>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8057" y="230188"/>
            <a:ext cx="8633531" cy="369332"/>
          </a:xfrm>
          <a:prstGeom prst="rect">
            <a:avLst/>
          </a:prstGeom>
        </p:spPr>
        <p:txBody>
          <a:bodyPr vert="horz" lIns="0" tIns="0" rIns="0" bIns="0" rtlCol="0" anchor="t">
            <a:noAutofit/>
          </a:bodyPr>
          <a:lstStyle/>
          <a:p>
            <a:r>
              <a:rPr lang="en-US" dirty="0"/>
              <a:t>Click To Edit Title</a:t>
            </a:r>
          </a:p>
        </p:txBody>
      </p:sp>
      <p:sp>
        <p:nvSpPr>
          <p:cNvPr id="11" name="Text Placeholder 2"/>
          <p:cNvSpPr>
            <a:spLocks noGrp="1"/>
          </p:cNvSpPr>
          <p:nvPr>
            <p:ph type="body" idx="1"/>
          </p:nvPr>
        </p:nvSpPr>
        <p:spPr>
          <a:xfrm>
            <a:off x="252414" y="1203326"/>
            <a:ext cx="8639175" cy="317658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3"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7" name="Picture 6" descr="schneider_LIO_Life-Green_RGB.png"/>
          <p:cNvPicPr>
            <a:picLocks noChangeAspect="1"/>
          </p:cNvPicPr>
          <p:nvPr/>
        </p:nvPicPr>
        <p:blipFill>
          <a:blip r:embed="rId14" cstate="print"/>
          <a:stretch>
            <a:fillRect/>
          </a:stretch>
        </p:blipFill>
        <p:spPr>
          <a:xfrm>
            <a:off x="7067034" y="4494997"/>
            <a:ext cx="2041798" cy="562953"/>
          </a:xfrm>
          <a:prstGeom prst="rect">
            <a:avLst/>
          </a:prstGeom>
        </p:spPr>
      </p:pic>
    </p:spTree>
    <p:extLst>
      <p:ext uri="{BB962C8B-B14F-4D97-AF65-F5344CB8AC3E}">
        <p14:creationId xmlns:p14="http://schemas.microsoft.com/office/powerpoint/2010/main" val="3699579025"/>
      </p:ext>
    </p:extLst>
  </p:cSld>
  <p:clrMap bg1="lt1" tx1="dk1" bg2="lt2" tx2="dk2" accent1="accent1" accent2="accent2" accent3="accent3" accent4="accent4" accent5="accent5" accent6="accent6" hlink="hlink" folHlink="folHlink"/>
  <p:sldLayoutIdLst>
    <p:sldLayoutId id="2147483650" r:id="rId1"/>
    <p:sldLayoutId id="2147483658" r:id="rId2"/>
    <p:sldLayoutId id="2147483651" r:id="rId3"/>
    <p:sldLayoutId id="2147483676" r:id="rId4"/>
    <p:sldLayoutId id="2147483653" r:id="rId5"/>
    <p:sldLayoutId id="2147483661" r:id="rId6"/>
    <p:sldLayoutId id="2147483677" r:id="rId7"/>
    <p:sldLayoutId id="2147483660" r:id="rId8"/>
    <p:sldLayoutId id="2147483713" r:id="rId9"/>
    <p:sldLayoutId id="2147483678" r:id="rId10"/>
    <p:sldLayoutId id="2147483709" r:id="rId11"/>
    <p:sldLayoutId id="2147483710" r:id="rId12"/>
  </p:sldLayoutIdLst>
  <p:hf hdr="0" dt="0"/>
  <p:txStyles>
    <p:titleStyle>
      <a:lvl1pPr algn="l" defTabSz="457184" rtl="0" eaLnBrk="1" latinLnBrk="0" hangingPunct="1">
        <a:spcBef>
          <a:spcPct val="0"/>
        </a:spcBef>
        <a:buNone/>
        <a:defRPr sz="2400" kern="1200">
          <a:solidFill>
            <a:srgbClr val="36C746"/>
          </a:solidFill>
          <a:latin typeface="Arial"/>
          <a:ea typeface="+mj-ea"/>
          <a:cs typeface="Arial"/>
        </a:defRPr>
      </a:lvl1pPr>
    </p:titleStyle>
    <p:bodyStyle>
      <a:lvl1pPr marL="173032" indent="-157158" algn="l" defTabSz="457184" rtl="0" eaLnBrk="1" latinLnBrk="0" hangingPunct="1">
        <a:spcBef>
          <a:spcPts val="500"/>
        </a:spcBef>
        <a:spcAft>
          <a:spcPts val="500"/>
        </a:spcAft>
        <a:buClr>
          <a:schemeClr val="bg2"/>
        </a:buClr>
        <a:buFont typeface="Arial" panose="020B0604020202020204" pitchFamily="34" charset="0"/>
        <a:buNone/>
        <a:defRPr sz="1500" kern="1200">
          <a:solidFill>
            <a:schemeClr val="accent1"/>
          </a:solidFill>
          <a:latin typeface="Arial"/>
          <a:ea typeface="+mn-ea"/>
          <a:cs typeface="Arial"/>
        </a:defRPr>
      </a:lvl1pPr>
      <a:lvl2pPr marL="361938" indent="-182557" algn="l" defTabSz="447659" rtl="0" eaLnBrk="1" latinLnBrk="0" hangingPunct="1">
        <a:spcBef>
          <a:spcPts val="500"/>
        </a:spcBef>
        <a:spcAft>
          <a:spcPts val="500"/>
        </a:spcAft>
        <a:buClr>
          <a:srgbClr val="36C746"/>
        </a:buClr>
        <a:buFont typeface="Arial" pitchFamily="34" charset="0"/>
        <a:buChar char="•"/>
        <a:defRPr sz="1400" kern="1200">
          <a:solidFill>
            <a:schemeClr val="accent1"/>
          </a:solidFill>
          <a:latin typeface="Arial"/>
          <a:ea typeface="+mn-ea"/>
          <a:cs typeface="Arial"/>
        </a:defRPr>
      </a:lvl2pPr>
      <a:lvl3pPr marL="538144" indent="-179382" algn="l" defTabSz="457184" rtl="0" eaLnBrk="1" latinLnBrk="0" hangingPunct="1">
        <a:spcBef>
          <a:spcPts val="500"/>
        </a:spcBef>
        <a:spcAft>
          <a:spcPts val="500"/>
        </a:spcAft>
        <a:buClr>
          <a:srgbClr val="36C746"/>
        </a:buClr>
        <a:buFont typeface="Arial" pitchFamily="34" charset="0"/>
        <a:buChar char="‒"/>
        <a:defRPr sz="1300" kern="1200">
          <a:solidFill>
            <a:schemeClr val="accent1"/>
          </a:solidFill>
          <a:latin typeface="Arial"/>
          <a:ea typeface="+mn-ea"/>
          <a:cs typeface="Arial"/>
        </a:defRPr>
      </a:lvl3pPr>
      <a:lvl4pPr marL="719113" indent="-179382" algn="l" defTabSz="457184" rtl="0" eaLnBrk="1" latinLnBrk="0" hangingPunct="1">
        <a:spcBef>
          <a:spcPts val="500"/>
        </a:spcBef>
        <a:spcAft>
          <a:spcPts val="500"/>
        </a:spcAft>
        <a:buClr>
          <a:srgbClr val="36C746"/>
        </a:buClr>
        <a:buFont typeface="Arial" panose="020B0604020202020204" pitchFamily="34" charset="0"/>
        <a:buChar char="–"/>
        <a:defRPr sz="1200" kern="1200">
          <a:solidFill>
            <a:schemeClr val="accent1"/>
          </a:solidFill>
          <a:latin typeface="Arial"/>
          <a:ea typeface="+mn-ea"/>
          <a:cs typeface="Arial"/>
        </a:defRPr>
      </a:lvl4pPr>
      <a:lvl5pPr marL="896906" indent="-185731" algn="l" defTabSz="457184" rtl="0" eaLnBrk="1" latinLnBrk="0" hangingPunct="1">
        <a:spcBef>
          <a:spcPts val="500"/>
        </a:spcBef>
        <a:spcAft>
          <a:spcPts val="500"/>
        </a:spcAft>
        <a:buClr>
          <a:srgbClr val="36C746"/>
        </a:buClr>
        <a:buFont typeface="Arial" panose="020B0604020202020204" pitchFamily="34" charset="0"/>
        <a:buChar char="–"/>
        <a:defRPr sz="1000" kern="1200">
          <a:solidFill>
            <a:schemeClr val="accent1"/>
          </a:solidFill>
          <a:latin typeface="Arial"/>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hyperlink" Target="file:///C:\Program%20Files%20(x86)\Schneider%20Electric\MiCOM%20S1%20Studio\Courier\PSL\Globalization\Help\en-GB\content\glossary\hs420.htm" TargetMode="External"/><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6.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6.xml"/><Relationship Id="rId6" Type="http://schemas.openxmlformats.org/officeDocument/2006/relationships/image" Target="../media/image18.wmf"/><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6.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6.png"/><Relationship Id="rId9"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6.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6.xml"/><Relationship Id="rId4" Type="http://schemas.openxmlformats.org/officeDocument/2006/relationships/image" Target="../media/image18.wmf"/></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16.xml"/><Relationship Id="rId6" Type="http://schemas.openxmlformats.org/officeDocument/2006/relationships/image" Target="../media/image39.wmf"/><Relationship Id="rId5" Type="http://schemas.openxmlformats.org/officeDocument/2006/relationships/image" Target="../media/image30.wmf"/><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16.xml"/><Relationship Id="rId5" Type="http://schemas.openxmlformats.org/officeDocument/2006/relationships/image" Target="../media/image42.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5.png"/><Relationship Id="rId7"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16.xml"/><Relationship Id="rId6" Type="http://schemas.openxmlformats.org/officeDocument/2006/relationships/image" Target="../media/image43.png"/><Relationship Id="rId5" Type="http://schemas.openxmlformats.org/officeDocument/2006/relationships/image" Target="../media/image38.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16.xml"/><Relationship Id="rId5" Type="http://schemas.openxmlformats.org/officeDocument/2006/relationships/image" Target="../media/image47.png"/><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21.xml"/><Relationship Id="rId1" Type="http://schemas.openxmlformats.org/officeDocument/2006/relationships/slideLayout" Target="../slideLayouts/slideLayout16.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3.xml"/><Relationship Id="rId1" Type="http://schemas.openxmlformats.org/officeDocument/2006/relationships/slideLayout" Target="../slideLayouts/slideLayout16.xml"/><Relationship Id="rId5" Type="http://schemas.openxmlformats.org/officeDocument/2006/relationships/image" Target="../media/image55.png"/><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4.xml"/><Relationship Id="rId1" Type="http://schemas.openxmlformats.org/officeDocument/2006/relationships/slideLayout" Target="../slideLayouts/slideLayout16.xml"/><Relationship Id="rId4" Type="http://schemas.openxmlformats.org/officeDocument/2006/relationships/image" Target="../media/image57.png"/></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image" Target="../media/image59.png"/></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6.xml"/><Relationship Id="rId1" Type="http://schemas.openxmlformats.org/officeDocument/2006/relationships/slideLayout" Target="../slideLayouts/slideLayout16.xml"/><Relationship Id="rId5" Type="http://schemas.openxmlformats.org/officeDocument/2006/relationships/image" Target="../media/image62.png"/><Relationship Id="rId4" Type="http://schemas.openxmlformats.org/officeDocument/2006/relationships/image" Target="../media/image61.png"/></Relationships>
</file>

<file path=ppt/slides/_rels/slide27.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27.xml"/><Relationship Id="rId1" Type="http://schemas.openxmlformats.org/officeDocument/2006/relationships/slideLayout" Target="../slideLayouts/slideLayout16.xml"/><Relationship Id="rId6" Type="http://schemas.openxmlformats.org/officeDocument/2006/relationships/image" Target="../media/image66.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2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8.xml"/><Relationship Id="rId1" Type="http://schemas.openxmlformats.org/officeDocument/2006/relationships/slideLayout" Target="../slideLayouts/slideLayout16.xml"/><Relationship Id="rId5" Type="http://schemas.openxmlformats.org/officeDocument/2006/relationships/image" Target="../media/image73.png"/><Relationship Id="rId4" Type="http://schemas.openxmlformats.org/officeDocument/2006/relationships/image" Target="../media/image7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0.xml"/><Relationship Id="rId1" Type="http://schemas.openxmlformats.org/officeDocument/2006/relationships/slideLayout" Target="../slideLayouts/slideLayout16.xml"/><Relationship Id="rId5" Type="http://schemas.openxmlformats.org/officeDocument/2006/relationships/image" Target="../media/image76.png"/><Relationship Id="rId4" Type="http://schemas.openxmlformats.org/officeDocument/2006/relationships/image" Target="../media/image75.png"/></Relationships>
</file>

<file path=ppt/slides/_rels/slide3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77.png"/><Relationship Id="rId7"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16.xml"/><Relationship Id="rId6" Type="http://schemas.openxmlformats.org/officeDocument/2006/relationships/image" Target="../media/image7.png"/><Relationship Id="rId5" Type="http://schemas.openxmlformats.org/officeDocument/2006/relationships/image" Target="../media/image38.png"/><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notesSlide" Target="../notesSlides/notesSlide32.xml"/><Relationship Id="rId1" Type="http://schemas.openxmlformats.org/officeDocument/2006/relationships/slideLayout" Target="../slideLayouts/slideLayout16.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wmf"/></Relationships>
</file>

<file path=ppt/slides/_rels/slide3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77.png"/><Relationship Id="rId7"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16.xml"/><Relationship Id="rId6" Type="http://schemas.openxmlformats.org/officeDocument/2006/relationships/image" Target="../media/image7.png"/><Relationship Id="rId5" Type="http://schemas.openxmlformats.org/officeDocument/2006/relationships/image" Target="../media/image38.png"/><Relationship Id="rId4" Type="http://schemas.openxmlformats.org/officeDocument/2006/relationships/image" Target="../media/image49.png"/></Relationships>
</file>

<file path=ppt/slides/_rels/slide3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4.xml"/><Relationship Id="rId1" Type="http://schemas.openxmlformats.org/officeDocument/2006/relationships/slideLayout" Target="../slideLayouts/slideLayout16.xml"/><Relationship Id="rId4" Type="http://schemas.openxmlformats.org/officeDocument/2006/relationships/image" Target="../media/image83.png"/></Relationships>
</file>

<file path=ppt/slides/_rels/slide35.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4.png"/><Relationship Id="rId3" Type="http://schemas.openxmlformats.org/officeDocument/2006/relationships/image" Target="../media/image84.png"/><Relationship Id="rId7" Type="http://schemas.openxmlformats.org/officeDocument/2006/relationships/image" Target="../media/image88.png"/><Relationship Id="rId12" Type="http://schemas.openxmlformats.org/officeDocument/2006/relationships/image" Target="../media/image93.png"/><Relationship Id="rId2" Type="http://schemas.openxmlformats.org/officeDocument/2006/relationships/notesSlide" Target="../notesSlides/notesSlide35.xml"/><Relationship Id="rId1" Type="http://schemas.openxmlformats.org/officeDocument/2006/relationships/slideLayout" Target="../slideLayouts/slideLayout16.xml"/><Relationship Id="rId6" Type="http://schemas.openxmlformats.org/officeDocument/2006/relationships/image" Target="../media/image87.png"/><Relationship Id="rId11" Type="http://schemas.openxmlformats.org/officeDocument/2006/relationships/image" Target="../media/image92.png"/><Relationship Id="rId5" Type="http://schemas.openxmlformats.org/officeDocument/2006/relationships/image" Target="../media/image86.png"/><Relationship Id="rId15" Type="http://schemas.openxmlformats.org/officeDocument/2006/relationships/image" Target="../media/image96.png"/><Relationship Id="rId10" Type="http://schemas.openxmlformats.org/officeDocument/2006/relationships/image" Target="../media/image91.png"/><Relationship Id="rId4" Type="http://schemas.openxmlformats.org/officeDocument/2006/relationships/image" Target="../media/image85.png"/><Relationship Id="rId9" Type="http://schemas.openxmlformats.org/officeDocument/2006/relationships/image" Target="../media/image90.png"/><Relationship Id="rId14" Type="http://schemas.openxmlformats.org/officeDocument/2006/relationships/image" Target="../media/image9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Picture Placeholder 13"/>
          <p:cNvSpPr>
            <a:spLocks noGrp="1"/>
          </p:cNvSpPr>
          <p:nvPr>
            <p:ph type="pic" sz="quarter" idx="14"/>
          </p:nvPr>
        </p:nvSpPr>
        <p:spPr/>
      </p:sp>
      <p:sp>
        <p:nvSpPr>
          <p:cNvPr id="12" name="Title 11"/>
          <p:cNvSpPr>
            <a:spLocks noGrp="1"/>
          </p:cNvSpPr>
          <p:nvPr>
            <p:ph type="ctrTitle"/>
          </p:nvPr>
        </p:nvSpPr>
        <p:spPr>
          <a:xfrm>
            <a:off x="252415" y="2609224"/>
            <a:ext cx="8673872" cy="553998"/>
          </a:xfrm>
        </p:spPr>
        <p:txBody>
          <a:bodyPr/>
          <a:lstStyle/>
          <a:p>
            <a:r>
              <a:rPr lang="fi-FI" dirty="0">
                <a:solidFill>
                  <a:schemeClr val="tx1"/>
                </a:solidFill>
              </a:rPr>
              <a:t>MiCOM P40 Techncial Training</a:t>
            </a:r>
            <a:endParaRPr lang="en-US" dirty="0">
              <a:solidFill>
                <a:schemeClr val="tx1"/>
              </a:solidFill>
            </a:endParaRPr>
          </a:p>
        </p:txBody>
      </p:sp>
      <p:sp>
        <p:nvSpPr>
          <p:cNvPr id="5" name="Footer Placeholder 4"/>
          <p:cNvSpPr>
            <a:spLocks noGrp="1"/>
          </p:cNvSpPr>
          <p:nvPr>
            <p:ph type="ftr" sz="quarter" idx="3"/>
          </p:nvPr>
        </p:nvSpPr>
        <p:spPr/>
        <p:txBody>
          <a:bodyPr/>
          <a:lstStyle/>
          <a:p>
            <a:r>
              <a:rPr lang="en-US" dirty="0"/>
              <a:t>Confidential Property of Schneider Electric  </a:t>
            </a:r>
          </a:p>
        </p:txBody>
      </p:sp>
      <p:sp>
        <p:nvSpPr>
          <p:cNvPr id="3" name="Subtitle 2">
            <a:extLst>
              <a:ext uri="{FF2B5EF4-FFF2-40B4-BE49-F238E27FC236}">
                <a16:creationId xmlns:a16="http://schemas.microsoft.com/office/drawing/2014/main" id="{40D9736F-E366-4908-98AC-47BB866CF34F}"/>
              </a:ext>
            </a:extLst>
          </p:cNvPr>
          <p:cNvSpPr>
            <a:spLocks noGrp="1"/>
          </p:cNvSpPr>
          <p:nvPr>
            <p:ph type="subTitle" idx="1"/>
          </p:nvPr>
        </p:nvSpPr>
        <p:spPr/>
        <p:txBody>
          <a:bodyPr/>
          <a:lstStyle/>
          <a:p>
            <a:r>
              <a:rPr lang="fi-FI" dirty="0">
                <a:solidFill>
                  <a:schemeClr val="tx1"/>
                </a:solidFill>
              </a:rPr>
              <a:t>MiCOM 143 PSL Configuration</a:t>
            </a:r>
            <a:endParaRPr 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dirty="0"/>
              <a:t>Page </a:t>
            </a:r>
            <a:fld id="{5A9C12DC-491F-9444-86A2-13AC5C62A2FC}" type="slidenum">
              <a:rPr lang="en-US" smtClean="0"/>
              <a:pPr/>
              <a:t>2</a:t>
            </a:fld>
            <a:endParaRPr lang="en-US" dirty="0"/>
          </a:p>
        </p:txBody>
      </p:sp>
      <p:sp>
        <p:nvSpPr>
          <p:cNvPr id="4" name="Footer Placeholder 3"/>
          <p:cNvSpPr>
            <a:spLocks noGrp="1"/>
          </p:cNvSpPr>
          <p:nvPr>
            <p:ph type="ftr" sz="quarter" idx="3"/>
          </p:nvPr>
        </p:nvSpPr>
        <p:spPr/>
        <p:txBody>
          <a:bodyPr/>
          <a:lstStyle/>
          <a:p>
            <a:r>
              <a:rPr lang="en-US" dirty="0"/>
              <a:t>Confidential Property of Schneider Electric |</a:t>
            </a:r>
          </a:p>
        </p:txBody>
      </p:sp>
      <p:sp>
        <p:nvSpPr>
          <p:cNvPr id="6" name="Text Placeholder 5"/>
          <p:cNvSpPr>
            <a:spLocks noGrp="1"/>
          </p:cNvSpPr>
          <p:nvPr>
            <p:ph type="body" sz="quarter" idx="32"/>
          </p:nvPr>
        </p:nvSpPr>
        <p:spPr/>
        <p:txBody>
          <a:bodyPr/>
          <a:lstStyle/>
          <a:p>
            <a:r>
              <a:rPr lang="fi-FI" dirty="0"/>
              <a:t>PSL Configuration</a:t>
            </a:r>
            <a:endParaRPr lang="en-US" dirty="0"/>
          </a:p>
        </p:txBody>
      </p:sp>
      <p:sp>
        <p:nvSpPr>
          <p:cNvPr id="112" name="TextBox 111">
            <a:extLst>
              <a:ext uri="{FF2B5EF4-FFF2-40B4-BE49-F238E27FC236}">
                <a16:creationId xmlns:a16="http://schemas.microsoft.com/office/drawing/2014/main" id="{0F1535DD-1236-44F9-9A0D-1F4A3421B2BF}"/>
              </a:ext>
            </a:extLst>
          </p:cNvPr>
          <p:cNvSpPr txBox="1"/>
          <p:nvPr/>
        </p:nvSpPr>
        <p:spPr>
          <a:xfrm>
            <a:off x="261449" y="761953"/>
            <a:ext cx="4064061" cy="369332"/>
          </a:xfrm>
          <a:prstGeom prst="rect">
            <a:avLst/>
          </a:prstGeom>
          <a:noFill/>
        </p:spPr>
        <p:txBody>
          <a:bodyPr wrap="square" rtlCol="0">
            <a:spAutoFit/>
          </a:bodyPr>
          <a:lstStyle/>
          <a:p>
            <a:r>
              <a:rPr lang="fi-FI" dirty="0"/>
              <a:t>General</a:t>
            </a:r>
            <a:endParaRPr lang="en-US" dirty="0"/>
          </a:p>
        </p:txBody>
      </p:sp>
      <p:pic>
        <p:nvPicPr>
          <p:cNvPr id="7" name="Picture 2">
            <a:extLst>
              <a:ext uri="{FF2B5EF4-FFF2-40B4-BE49-F238E27FC236}">
                <a16:creationId xmlns:a16="http://schemas.microsoft.com/office/drawing/2014/main" id="{8826AC0D-E0CD-4CA4-B195-1F729A21E21D}"/>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66914" y="2195229"/>
            <a:ext cx="3652051" cy="2416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8" name="Rectangle 6">
            <a:extLst>
              <a:ext uri="{FF2B5EF4-FFF2-40B4-BE49-F238E27FC236}">
                <a16:creationId xmlns:a16="http://schemas.microsoft.com/office/drawing/2014/main" id="{6E71BACC-0B86-47F1-8D8F-F8178359EB94}"/>
              </a:ext>
            </a:extLst>
          </p:cNvPr>
          <p:cNvSpPr txBox="1">
            <a:spLocks noChangeArrowheads="1"/>
          </p:cNvSpPr>
          <p:nvPr/>
        </p:nvSpPr>
        <p:spPr bwMode="auto">
          <a:xfrm>
            <a:off x="3348038" y="509857"/>
            <a:ext cx="5629048" cy="287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000" bIns="10800" numCol="1" anchor="t" anchorCtr="0" compatLnSpc="1">
            <a:prstTxWarp prst="textNoShape">
              <a:avLst/>
            </a:prstTxWarp>
          </a:bodyPr>
          <a:lstStyle>
            <a:lvl1pPr marL="180975" indent="-180975" algn="l" rtl="0" eaLnBrk="0" fontAlgn="base" hangingPunct="0">
              <a:spcBef>
                <a:spcPct val="20000"/>
              </a:spcBef>
              <a:spcAft>
                <a:spcPct val="0"/>
              </a:spcAft>
              <a:buClr>
                <a:schemeClr val="accent1"/>
              </a:buClr>
              <a:buFont typeface="Arial" panose="020B0604020202020204" pitchFamily="34" charset="0"/>
              <a:buChar char="●"/>
              <a:defRPr sz="2000">
                <a:solidFill>
                  <a:schemeClr val="accent1"/>
                </a:solidFill>
                <a:latin typeface="+mn-lt"/>
                <a:ea typeface="+mn-ea"/>
                <a:cs typeface="+mn-cs"/>
              </a:defRPr>
            </a:lvl1pPr>
            <a:lvl2pPr marL="541338" indent="-180975" algn="l" rtl="0" eaLnBrk="0" fontAlgn="base" hangingPunct="0">
              <a:spcBef>
                <a:spcPct val="20000"/>
              </a:spcBef>
              <a:spcAft>
                <a:spcPct val="0"/>
              </a:spcAft>
              <a:buClr>
                <a:schemeClr val="bg2"/>
              </a:buClr>
              <a:buFont typeface="Arial" panose="020B0604020202020204" pitchFamily="34" charset="0"/>
              <a:buChar char="●"/>
              <a:defRPr>
                <a:solidFill>
                  <a:schemeClr val="bg2"/>
                </a:solidFill>
                <a:latin typeface="+mn-lt"/>
              </a:defRPr>
            </a:lvl2pPr>
            <a:lvl3pPr marL="901700" indent="-84138" algn="l" rtl="0" eaLnBrk="0" fontAlgn="base" hangingPunct="0">
              <a:spcBef>
                <a:spcPct val="20000"/>
              </a:spcBef>
              <a:spcAft>
                <a:spcPct val="0"/>
              </a:spcAft>
              <a:buClr>
                <a:schemeClr val="bg2"/>
              </a:buClr>
              <a:buFont typeface="Arial" panose="020B0604020202020204" pitchFamily="34" charset="0"/>
              <a:buChar char="●"/>
              <a:defRPr>
                <a:solidFill>
                  <a:schemeClr val="bg2"/>
                </a:solidFill>
                <a:latin typeface="+mn-lt"/>
              </a:defRPr>
            </a:lvl3pPr>
            <a:lvl4pPr marL="1751013" indent="-228600" algn="l" rtl="0" eaLnBrk="0" fontAlgn="base" hangingPunct="0">
              <a:spcBef>
                <a:spcPct val="20000"/>
              </a:spcBef>
              <a:spcAft>
                <a:spcPct val="0"/>
              </a:spcAft>
              <a:buChar char="–"/>
              <a:defRPr sz="2000">
                <a:solidFill>
                  <a:schemeClr val="tx1"/>
                </a:solidFill>
                <a:latin typeface="+mn-lt"/>
              </a:defRPr>
            </a:lvl4pPr>
            <a:lvl5pPr marL="2159000" indent="-228600" algn="l" rtl="0" eaLnBrk="0" fontAlgn="base" hangingPunct="0">
              <a:spcBef>
                <a:spcPct val="20000"/>
              </a:spcBef>
              <a:spcAft>
                <a:spcPct val="0"/>
              </a:spcAft>
              <a:buChar char="»"/>
              <a:defRPr sz="2000">
                <a:solidFill>
                  <a:schemeClr val="tx1"/>
                </a:solidFill>
                <a:latin typeface="+mn-lt"/>
              </a:defRPr>
            </a:lvl5pPr>
            <a:lvl6pPr marL="2616200" indent="-228600" algn="l" rtl="0" fontAlgn="base">
              <a:spcBef>
                <a:spcPct val="20000"/>
              </a:spcBef>
              <a:spcAft>
                <a:spcPct val="0"/>
              </a:spcAft>
              <a:buChar char="»"/>
              <a:defRPr sz="2000">
                <a:solidFill>
                  <a:schemeClr val="tx1"/>
                </a:solidFill>
                <a:latin typeface="+mn-lt"/>
              </a:defRPr>
            </a:lvl6pPr>
            <a:lvl7pPr marL="3073400" indent="-228600" algn="l" rtl="0" fontAlgn="base">
              <a:spcBef>
                <a:spcPct val="20000"/>
              </a:spcBef>
              <a:spcAft>
                <a:spcPct val="0"/>
              </a:spcAft>
              <a:buChar char="»"/>
              <a:defRPr sz="2000">
                <a:solidFill>
                  <a:schemeClr val="tx1"/>
                </a:solidFill>
                <a:latin typeface="+mn-lt"/>
              </a:defRPr>
            </a:lvl7pPr>
            <a:lvl8pPr marL="3530600" indent="-228600" algn="l" rtl="0" fontAlgn="base">
              <a:spcBef>
                <a:spcPct val="20000"/>
              </a:spcBef>
              <a:spcAft>
                <a:spcPct val="0"/>
              </a:spcAft>
              <a:buChar char="»"/>
              <a:defRPr sz="2000">
                <a:solidFill>
                  <a:schemeClr val="tx1"/>
                </a:solidFill>
                <a:latin typeface="+mn-lt"/>
              </a:defRPr>
            </a:lvl8pPr>
            <a:lvl9pPr marL="3987800" indent="-228600" algn="l" rtl="0" fontAlgn="base">
              <a:spcBef>
                <a:spcPct val="20000"/>
              </a:spcBef>
              <a:spcAft>
                <a:spcPct val="0"/>
              </a:spcAft>
              <a:buChar char="»"/>
              <a:defRPr sz="2000">
                <a:solidFill>
                  <a:schemeClr val="tx1"/>
                </a:solidFill>
                <a:latin typeface="+mn-lt"/>
              </a:defRPr>
            </a:lvl9pPr>
          </a:lstStyle>
          <a:p>
            <a:pPr marL="180975" marR="0" lvl="0" indent="-180975" algn="l" defTabSz="914400" rtl="0" eaLnBrk="1" fontAlgn="base" latinLnBrk="0" hangingPunct="1">
              <a:lnSpc>
                <a:spcPct val="8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dirty="0">
                <a:ln>
                  <a:noFill/>
                </a:ln>
                <a:solidFill>
                  <a:srgbClr val="009530"/>
                </a:solidFill>
                <a:effectLst/>
                <a:uLnTx/>
                <a:uFillTx/>
                <a:latin typeface="Arial"/>
                <a:ea typeface="+mn-ea"/>
                <a:cs typeface="+mn-cs"/>
              </a:rPr>
              <a:t>PSL Editor is a software for Px40 relays – it allows :</a:t>
            </a:r>
          </a:p>
          <a:p>
            <a:pPr marL="541338" marR="0" lvl="1" indent="-180975" algn="l" defTabSz="914400" rtl="0" eaLnBrk="1" fontAlgn="base" latinLnBrk="0" hangingPunct="1">
              <a:lnSpc>
                <a:spcPct val="8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dirty="0">
                <a:ln>
                  <a:noFill/>
                </a:ln>
                <a:solidFill>
                  <a:srgbClr val="626469"/>
                </a:solidFill>
                <a:effectLst/>
                <a:uLnTx/>
                <a:uFillTx/>
                <a:latin typeface="Arial"/>
              </a:rPr>
              <a:t>to assign logic inputs</a:t>
            </a:r>
          </a:p>
          <a:p>
            <a:pPr marL="541338" marR="0" lvl="1" indent="-180975" algn="l" defTabSz="914400" rtl="0" eaLnBrk="1" fontAlgn="base" latinLnBrk="0" hangingPunct="1">
              <a:lnSpc>
                <a:spcPct val="8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dirty="0">
                <a:ln>
                  <a:noFill/>
                </a:ln>
                <a:solidFill>
                  <a:srgbClr val="626469"/>
                </a:solidFill>
                <a:effectLst/>
                <a:uLnTx/>
                <a:uFillTx/>
                <a:latin typeface="Arial"/>
              </a:rPr>
              <a:t>to assign output contacts</a:t>
            </a:r>
          </a:p>
          <a:p>
            <a:pPr marL="541338" marR="0" lvl="1" indent="-180975" algn="l" defTabSz="914400" rtl="0" eaLnBrk="1" fontAlgn="base" latinLnBrk="0" hangingPunct="1">
              <a:lnSpc>
                <a:spcPct val="8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dirty="0">
                <a:ln>
                  <a:noFill/>
                </a:ln>
                <a:solidFill>
                  <a:srgbClr val="626469"/>
                </a:solidFill>
                <a:effectLst/>
                <a:uLnTx/>
                <a:uFillTx/>
                <a:latin typeface="Arial"/>
              </a:rPr>
              <a:t>to assign user defined LED’s</a:t>
            </a:r>
          </a:p>
          <a:p>
            <a:pPr marL="541338" marR="0" lvl="1" indent="-180975" algn="l" defTabSz="914400" rtl="0" eaLnBrk="1" fontAlgn="base" latinLnBrk="0" hangingPunct="1">
              <a:lnSpc>
                <a:spcPct val="8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dirty="0">
                <a:ln>
                  <a:noFill/>
                </a:ln>
                <a:solidFill>
                  <a:srgbClr val="626469"/>
                </a:solidFill>
                <a:effectLst/>
                <a:uLnTx/>
                <a:uFillTx/>
                <a:latin typeface="Arial"/>
              </a:rPr>
              <a:t>to assign Fault Record Trigger</a:t>
            </a:r>
          </a:p>
          <a:p>
            <a:pPr marL="541338" marR="0" lvl="1" indent="-180975" algn="l" defTabSz="914400" rtl="0" eaLnBrk="1" fontAlgn="base" latinLnBrk="0" hangingPunct="1">
              <a:lnSpc>
                <a:spcPct val="8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dirty="0">
                <a:ln>
                  <a:noFill/>
                </a:ln>
                <a:solidFill>
                  <a:srgbClr val="626469"/>
                </a:solidFill>
                <a:effectLst/>
                <a:uLnTx/>
                <a:uFillTx/>
                <a:latin typeface="Arial"/>
              </a:rPr>
              <a:t>to built complex logic equations</a:t>
            </a:r>
          </a:p>
          <a:p>
            <a:pPr marL="901700" marR="0" lvl="2" indent="-84138" algn="l" defTabSz="914400" rtl="0" eaLnBrk="1" fontAlgn="base" latinLnBrk="0" hangingPunct="1">
              <a:lnSpc>
                <a:spcPct val="8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dirty="0">
                <a:ln>
                  <a:noFill/>
                </a:ln>
                <a:solidFill>
                  <a:srgbClr val="626469"/>
                </a:solidFill>
                <a:effectLst/>
                <a:uLnTx/>
                <a:uFillTx/>
                <a:latin typeface="Arial"/>
              </a:rPr>
              <a:t>using AND, OR, NOT gates</a:t>
            </a:r>
          </a:p>
          <a:p>
            <a:pPr marL="901700" marR="0" lvl="2" indent="-84138" algn="l" defTabSz="914400" rtl="0" eaLnBrk="1" fontAlgn="base" latinLnBrk="0" hangingPunct="1">
              <a:lnSpc>
                <a:spcPct val="8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dirty="0">
                <a:ln>
                  <a:noFill/>
                </a:ln>
                <a:solidFill>
                  <a:srgbClr val="626469"/>
                </a:solidFill>
                <a:effectLst/>
                <a:uLnTx/>
                <a:uFillTx/>
                <a:latin typeface="Arial"/>
              </a:rPr>
              <a:t>using timers</a:t>
            </a:r>
          </a:p>
          <a:p>
            <a:pPr marL="541338" marR="0" lvl="1" indent="-180975" algn="l" defTabSz="914400" rtl="0" eaLnBrk="1" fontAlgn="base" latinLnBrk="0" hangingPunct="1">
              <a:lnSpc>
                <a:spcPct val="80000"/>
              </a:lnSpc>
              <a:spcBef>
                <a:spcPct val="20000"/>
              </a:spcBef>
              <a:spcAft>
                <a:spcPct val="0"/>
              </a:spcAft>
              <a:buClr>
                <a:srgbClr val="626469"/>
              </a:buClr>
              <a:buSzTx/>
              <a:buFont typeface="Arial" panose="020B0604020202020204" pitchFamily="34" charset="0"/>
              <a:buChar char="●"/>
              <a:tabLst/>
              <a:defRPr/>
            </a:pPr>
            <a:endParaRPr kumimoji="0" lang="en-US" altLang="en-US" sz="1600" b="0" i="0" u="none" strike="noStrike" kern="0" cap="none" spc="0" normalizeH="0" baseline="0" dirty="0">
              <a:ln>
                <a:noFill/>
              </a:ln>
              <a:solidFill>
                <a:srgbClr val="626469"/>
              </a:solidFill>
              <a:effectLst/>
              <a:uLnTx/>
              <a:uFillTx/>
              <a:latin typeface="Arial"/>
            </a:endParaRPr>
          </a:p>
          <a:p>
            <a:pPr marL="541338" marR="0" lvl="1" indent="-180975" algn="l" defTabSz="914400" rtl="0" eaLnBrk="1" fontAlgn="base" latinLnBrk="0" hangingPunct="1">
              <a:lnSpc>
                <a:spcPct val="80000"/>
              </a:lnSpc>
              <a:spcBef>
                <a:spcPct val="20000"/>
              </a:spcBef>
              <a:spcAft>
                <a:spcPct val="0"/>
              </a:spcAft>
              <a:buClr>
                <a:srgbClr val="626469"/>
              </a:buClr>
              <a:buSzTx/>
              <a:buFont typeface="Arial" panose="020B0604020202020204" pitchFamily="34" charset="0"/>
              <a:buChar char="●"/>
              <a:tabLst/>
              <a:defRPr/>
            </a:pPr>
            <a:endParaRPr kumimoji="0" lang="en-US" altLang="en-US" sz="1600" b="0" i="0" u="none" strike="noStrike" kern="0" cap="none" spc="0" normalizeH="0" baseline="0" dirty="0">
              <a:ln>
                <a:noFill/>
              </a:ln>
              <a:solidFill>
                <a:srgbClr val="626469"/>
              </a:solidFill>
              <a:effectLst/>
              <a:uLnTx/>
              <a:uFillTx/>
              <a:latin typeface="Arial"/>
            </a:endParaRPr>
          </a:p>
        </p:txBody>
      </p:sp>
    </p:spTree>
    <p:extLst>
      <p:ext uri="{BB962C8B-B14F-4D97-AF65-F5344CB8AC3E}">
        <p14:creationId xmlns:p14="http://schemas.microsoft.com/office/powerpoint/2010/main" val="3392402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3</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sp>
        <p:nvSpPr>
          <p:cNvPr id="112" name="TextBox 111">
            <a:extLst>
              <a:ext uri="{FF2B5EF4-FFF2-40B4-BE49-F238E27FC236}">
                <a16:creationId xmlns:a16="http://schemas.microsoft.com/office/drawing/2014/main" id="{0F1535DD-1236-44F9-9A0D-1F4A3421B2BF}"/>
              </a:ext>
            </a:extLst>
          </p:cNvPr>
          <p:cNvSpPr txBox="1"/>
          <p:nvPr/>
        </p:nvSpPr>
        <p:spPr>
          <a:xfrm>
            <a:off x="261449" y="761953"/>
            <a:ext cx="4064061" cy="369332"/>
          </a:xfrm>
          <a:prstGeom prst="rect">
            <a:avLst/>
          </a:prstGeom>
          <a:noFill/>
        </p:spPr>
        <p:txBody>
          <a:bodyPr wrap="square" rtlCol="0">
            <a:spAutoFit/>
          </a:bodyPr>
          <a:lstStyle/>
          <a:p>
            <a:r>
              <a:rPr lang="fi-FI" dirty="0"/>
              <a:t>Help Function</a:t>
            </a:r>
            <a:endParaRPr lang="en-US" dirty="0"/>
          </a:p>
        </p:txBody>
      </p:sp>
      <p:pic>
        <p:nvPicPr>
          <p:cNvPr id="10" name="Picture 4">
            <a:extLst>
              <a:ext uri="{FF2B5EF4-FFF2-40B4-BE49-F238E27FC236}">
                <a16:creationId xmlns:a16="http://schemas.microsoft.com/office/drawing/2014/main" id="{DF42503C-C716-46AE-BEA9-C4B99C5B27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8824" y="193382"/>
            <a:ext cx="3757613"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2" name="Rectangle 6">
            <a:extLst>
              <a:ext uri="{FF2B5EF4-FFF2-40B4-BE49-F238E27FC236}">
                <a16:creationId xmlns:a16="http://schemas.microsoft.com/office/drawing/2014/main" id="{B7FAC1E4-67D3-464E-8598-195E456DF253}"/>
              </a:ext>
            </a:extLst>
          </p:cNvPr>
          <p:cNvSpPr>
            <a:spLocks noChangeArrowheads="1"/>
          </p:cNvSpPr>
          <p:nvPr/>
        </p:nvSpPr>
        <p:spPr bwMode="auto">
          <a:xfrm>
            <a:off x="373428" y="1278339"/>
            <a:ext cx="7904163" cy="143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180975" marR="0" lvl="0" indent="-180975" defTabSz="914400" eaLnBrk="1" fontAlgn="base" latinLnBrk="0" hangingPunct="1">
              <a:lnSpc>
                <a:spcPct val="9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a:ln>
                  <a:noFill/>
                </a:ln>
                <a:solidFill>
                  <a:srgbClr val="009530"/>
                </a:solidFill>
                <a:effectLst/>
                <a:uLnTx/>
                <a:uFillTx/>
                <a:latin typeface="Arial" panose="020B0604020202020204" pitchFamily="34" charset="0"/>
              </a:rPr>
              <a:t>Help topics will give you all information required to built a PSL:</a:t>
            </a:r>
          </a:p>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All menus description</a:t>
            </a:r>
          </a:p>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All icons description</a:t>
            </a:r>
          </a:p>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Browser needs to be changed to e.g. Google Crome</a:t>
            </a:r>
          </a:p>
        </p:txBody>
      </p:sp>
      <p:pic>
        <p:nvPicPr>
          <p:cNvPr id="2" name="Picture 1">
            <a:extLst>
              <a:ext uri="{FF2B5EF4-FFF2-40B4-BE49-F238E27FC236}">
                <a16:creationId xmlns:a16="http://schemas.microsoft.com/office/drawing/2014/main" id="{798F18B3-5FD8-42EC-BD54-FA29AEA10806}"/>
              </a:ext>
            </a:extLst>
          </p:cNvPr>
          <p:cNvPicPr>
            <a:picLocks noChangeAspect="1"/>
          </p:cNvPicPr>
          <p:nvPr/>
        </p:nvPicPr>
        <p:blipFill>
          <a:blip r:embed="rId4"/>
          <a:stretch>
            <a:fillRect/>
          </a:stretch>
        </p:blipFill>
        <p:spPr>
          <a:xfrm>
            <a:off x="428170" y="2861764"/>
            <a:ext cx="7968343" cy="1744665"/>
          </a:xfrm>
          <a:prstGeom prst="rect">
            <a:avLst/>
          </a:prstGeom>
        </p:spPr>
      </p:pic>
    </p:spTree>
    <p:extLst>
      <p:ext uri="{BB962C8B-B14F-4D97-AF65-F5344CB8AC3E}">
        <p14:creationId xmlns:p14="http://schemas.microsoft.com/office/powerpoint/2010/main" val="572986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4</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sp>
        <p:nvSpPr>
          <p:cNvPr id="112" name="TextBox 111">
            <a:extLst>
              <a:ext uri="{FF2B5EF4-FFF2-40B4-BE49-F238E27FC236}">
                <a16:creationId xmlns:a16="http://schemas.microsoft.com/office/drawing/2014/main" id="{0F1535DD-1236-44F9-9A0D-1F4A3421B2BF}"/>
              </a:ext>
            </a:extLst>
          </p:cNvPr>
          <p:cNvSpPr txBox="1"/>
          <p:nvPr/>
        </p:nvSpPr>
        <p:spPr>
          <a:xfrm>
            <a:off x="261449" y="761953"/>
            <a:ext cx="4064061" cy="369332"/>
          </a:xfrm>
          <a:prstGeom prst="rect">
            <a:avLst/>
          </a:prstGeom>
          <a:noFill/>
        </p:spPr>
        <p:txBody>
          <a:bodyPr wrap="square" rtlCol="0">
            <a:spAutoFit/>
          </a:bodyPr>
          <a:lstStyle/>
          <a:p>
            <a:r>
              <a:rPr lang="fi-FI" dirty="0"/>
              <a:t>Help function</a:t>
            </a:r>
            <a:endParaRPr lang="en-US" dirty="0"/>
          </a:p>
        </p:txBody>
      </p:sp>
      <p:pic>
        <p:nvPicPr>
          <p:cNvPr id="2" name="Picture 1">
            <a:extLst>
              <a:ext uri="{FF2B5EF4-FFF2-40B4-BE49-F238E27FC236}">
                <a16:creationId xmlns:a16="http://schemas.microsoft.com/office/drawing/2014/main" id="{8A920165-6586-481A-BCA9-D9BE5C8B8A4F}"/>
              </a:ext>
            </a:extLst>
          </p:cNvPr>
          <p:cNvPicPr>
            <a:picLocks noChangeAspect="1"/>
          </p:cNvPicPr>
          <p:nvPr/>
        </p:nvPicPr>
        <p:blipFill>
          <a:blip r:embed="rId3"/>
          <a:stretch>
            <a:fillRect/>
          </a:stretch>
        </p:blipFill>
        <p:spPr>
          <a:xfrm>
            <a:off x="342492" y="1493806"/>
            <a:ext cx="8612822" cy="2490365"/>
          </a:xfrm>
          <a:prstGeom prst="rect">
            <a:avLst/>
          </a:prstGeom>
        </p:spPr>
      </p:pic>
      <p:sp>
        <p:nvSpPr>
          <p:cNvPr id="5" name="Oval 4">
            <a:extLst>
              <a:ext uri="{FF2B5EF4-FFF2-40B4-BE49-F238E27FC236}">
                <a16:creationId xmlns:a16="http://schemas.microsoft.com/office/drawing/2014/main" id="{2213BB3B-0AEC-4540-BB7F-89E6B924D41F}"/>
              </a:ext>
            </a:extLst>
          </p:cNvPr>
          <p:cNvSpPr/>
          <p:nvPr/>
        </p:nvSpPr>
        <p:spPr>
          <a:xfrm>
            <a:off x="7380514" y="1248229"/>
            <a:ext cx="1001486" cy="653142"/>
          </a:xfrm>
          <a:prstGeom prst="ellipse">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9700118-0BEE-4658-A439-4FED1C052EA2}"/>
              </a:ext>
            </a:extLst>
          </p:cNvPr>
          <p:cNvSpPr/>
          <p:nvPr/>
        </p:nvSpPr>
        <p:spPr>
          <a:xfrm>
            <a:off x="6003149" y="840029"/>
            <a:ext cx="2634054" cy="369332"/>
          </a:xfrm>
          <a:prstGeom prst="rect">
            <a:avLst/>
          </a:prstGeom>
        </p:spPr>
        <p:txBody>
          <a:bodyPr wrap="none">
            <a:spAutoFit/>
          </a:bodyPr>
          <a:lstStyle/>
          <a:p>
            <a:r>
              <a:rPr lang="en-US" altLang="en-US" kern="0">
                <a:solidFill>
                  <a:srgbClr val="626469"/>
                </a:solidFill>
                <a:latin typeface="Arial" panose="020B0604020202020204" pitchFamily="34" charset="0"/>
              </a:rPr>
              <a:t>Search for specific topic</a:t>
            </a:r>
            <a:endParaRPr lang="en-US"/>
          </a:p>
        </p:txBody>
      </p:sp>
      <p:pic>
        <p:nvPicPr>
          <p:cNvPr id="12" name="Picture 2">
            <a:extLst>
              <a:ext uri="{FF2B5EF4-FFF2-40B4-BE49-F238E27FC236}">
                <a16:creationId xmlns:a16="http://schemas.microsoft.com/office/drawing/2014/main" id="{EDEF3488-58FA-4D21-B308-B16C45D4EC9E}"/>
              </a:ext>
            </a:extLst>
          </p:cNvPr>
          <p:cNvPicPr>
            <a:picLocks noChangeAspect="1" noChangeArrowheads="1"/>
          </p:cNvPicPr>
          <p:nvPr/>
        </p:nvPicPr>
        <p:blipFill>
          <a:blip r:embed="rId4" cstate="print"/>
          <a:srcRect/>
          <a:stretch>
            <a:fillRect/>
          </a:stretch>
        </p:blipFill>
        <p:spPr bwMode="auto">
          <a:xfrm>
            <a:off x="5363818" y="780109"/>
            <a:ext cx="391149" cy="363861"/>
          </a:xfrm>
          <a:prstGeom prst="rect">
            <a:avLst/>
          </a:prstGeom>
          <a:noFill/>
          <a:ln w="9525">
            <a:noFill/>
            <a:miter lim="800000"/>
            <a:headEnd/>
            <a:tailEnd/>
          </a:ln>
        </p:spPr>
      </p:pic>
    </p:spTree>
    <p:extLst>
      <p:ext uri="{BB962C8B-B14F-4D97-AF65-F5344CB8AC3E}">
        <p14:creationId xmlns:p14="http://schemas.microsoft.com/office/powerpoint/2010/main" val="4283563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dirty="0"/>
              <a:t>Page </a:t>
            </a:r>
            <a:fld id="{5A9C12DC-491F-9444-86A2-13AC5C62A2FC}" type="slidenum">
              <a:rPr lang="en-US" smtClean="0"/>
              <a:pPr/>
              <a:t>5</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sp>
        <p:nvSpPr>
          <p:cNvPr id="7" name="Rectangle 4">
            <a:extLst>
              <a:ext uri="{FF2B5EF4-FFF2-40B4-BE49-F238E27FC236}">
                <a16:creationId xmlns:a16="http://schemas.microsoft.com/office/drawing/2014/main" id="{A223DE59-83C8-407B-801E-4753153B2D23}"/>
              </a:ext>
            </a:extLst>
          </p:cNvPr>
          <p:cNvSpPr>
            <a:spLocks noChangeArrowheads="1"/>
          </p:cNvSpPr>
          <p:nvPr/>
        </p:nvSpPr>
        <p:spPr bwMode="auto">
          <a:xfrm>
            <a:off x="1946770" y="825500"/>
            <a:ext cx="6877050"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180975" marR="0" lvl="0" indent="-180975" defTabSz="914400" eaLnBrk="1" fontAlgn="base" latinLnBrk="0" hangingPunct="1">
              <a:lnSpc>
                <a:spcPct val="8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a:ln>
                  <a:noFill/>
                </a:ln>
                <a:solidFill>
                  <a:srgbClr val="009530"/>
                </a:solidFill>
                <a:effectLst/>
                <a:uLnTx/>
                <a:uFillTx/>
                <a:latin typeface="Arial" panose="020B0604020202020204" pitchFamily="34" charset="0"/>
              </a:rPr>
              <a:t>Mouse pointer</a:t>
            </a:r>
          </a:p>
          <a:p>
            <a:pPr marL="541338" marR="0" lvl="1" indent="-180975" defTabSz="914400" eaLnBrk="1" fontAlgn="base" latinLnBrk="0" hangingPunct="1">
              <a:lnSpc>
                <a:spcPct val="8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allow to select an object </a:t>
            </a:r>
            <a:r>
              <a:rPr lang="en-US" altLang="en-US" sz="1600" kern="0">
                <a:solidFill>
                  <a:srgbClr val="626469"/>
                </a:solidFill>
              </a:rPr>
              <a:t>and</a:t>
            </a:r>
            <a:r>
              <a:rPr kumimoji="0" lang="en-US" altLang="en-US" sz="1600" b="0" i="0" u="none" strike="noStrike" kern="0" cap="none" spc="0" normalizeH="0" baseline="0">
                <a:ln>
                  <a:noFill/>
                </a:ln>
                <a:solidFill>
                  <a:srgbClr val="626469"/>
                </a:solidFill>
                <a:effectLst/>
                <a:uLnTx/>
                <a:uFillTx/>
                <a:latin typeface="Arial" panose="020B0604020202020204" pitchFamily="34" charset="0"/>
              </a:rPr>
              <a:t> move it</a:t>
            </a:r>
          </a:p>
          <a:p>
            <a:pPr marL="541338" marR="0" lvl="1" indent="-180975" defTabSz="914400" eaLnBrk="1" fontAlgn="base" latinLnBrk="0" hangingPunct="1">
              <a:lnSpc>
                <a:spcPct val="8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allow to edit object properties (right click)</a:t>
            </a:r>
          </a:p>
        </p:txBody>
      </p:sp>
      <p:pic>
        <p:nvPicPr>
          <p:cNvPr id="8" name="Picture 5">
            <a:extLst>
              <a:ext uri="{FF2B5EF4-FFF2-40B4-BE49-F238E27FC236}">
                <a16:creationId xmlns:a16="http://schemas.microsoft.com/office/drawing/2014/main" id="{28584E8C-82EF-4F55-96A7-CE4DEAC38B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778" y="871108"/>
            <a:ext cx="5207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9" name="Picture 6">
            <a:extLst>
              <a:ext uri="{FF2B5EF4-FFF2-40B4-BE49-F238E27FC236}">
                <a16:creationId xmlns:a16="http://schemas.microsoft.com/office/drawing/2014/main" id="{C25552DA-AFB1-41F4-AEAA-B82E9C7002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4178" y="1756608"/>
            <a:ext cx="4953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0" name="Rectangle 7">
            <a:extLst>
              <a:ext uri="{FF2B5EF4-FFF2-40B4-BE49-F238E27FC236}">
                <a16:creationId xmlns:a16="http://schemas.microsoft.com/office/drawing/2014/main" id="{41286F9D-F216-4FB2-8079-59CED6DC3B48}"/>
              </a:ext>
            </a:extLst>
          </p:cNvPr>
          <p:cNvSpPr>
            <a:spLocks noChangeArrowheads="1"/>
          </p:cNvSpPr>
          <p:nvPr/>
        </p:nvSpPr>
        <p:spPr bwMode="auto">
          <a:xfrm>
            <a:off x="1946770" y="1746012"/>
            <a:ext cx="7197230"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180975" marR="0" lvl="0" indent="-180975" defTabSz="914400" eaLnBrk="1" fontAlgn="base" latinLnBrk="0" hangingPunct="1">
              <a:lnSpc>
                <a:spcPct val="8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a:ln>
                  <a:noFill/>
                </a:ln>
                <a:solidFill>
                  <a:srgbClr val="009530"/>
                </a:solidFill>
                <a:effectLst/>
                <a:uLnTx/>
                <a:uFillTx/>
                <a:latin typeface="Arial" panose="020B0604020202020204" pitchFamily="34" charset="0"/>
              </a:rPr>
              <a:t>Pan tool</a:t>
            </a:r>
          </a:p>
          <a:p>
            <a:pPr marL="541338" marR="0" lvl="1" indent="-180975" defTabSz="914400" eaLnBrk="1" fontAlgn="base" latinLnBrk="0" hangingPunct="1">
              <a:lnSpc>
                <a:spcPct val="8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move inside the canvas without using horizontal or vertical scroll bars</a:t>
            </a:r>
          </a:p>
        </p:txBody>
      </p:sp>
      <p:pic>
        <p:nvPicPr>
          <p:cNvPr id="11" name="Picture 8">
            <a:extLst>
              <a:ext uri="{FF2B5EF4-FFF2-40B4-BE49-F238E27FC236}">
                <a16:creationId xmlns:a16="http://schemas.microsoft.com/office/drawing/2014/main" id="{CB1AAEE8-9091-4D8D-89C0-26D7233D5A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267" y="2472116"/>
            <a:ext cx="1602913" cy="298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2" name="Rectangle 9">
            <a:extLst>
              <a:ext uri="{FF2B5EF4-FFF2-40B4-BE49-F238E27FC236}">
                <a16:creationId xmlns:a16="http://schemas.microsoft.com/office/drawing/2014/main" id="{5989D725-4B1B-4B81-9129-91A5104F90AC}"/>
              </a:ext>
            </a:extLst>
          </p:cNvPr>
          <p:cNvSpPr>
            <a:spLocks noChangeArrowheads="1"/>
          </p:cNvSpPr>
          <p:nvPr/>
        </p:nvSpPr>
        <p:spPr bwMode="auto">
          <a:xfrm>
            <a:off x="1946770" y="2492766"/>
            <a:ext cx="3529013" cy="402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180975" marR="0" lvl="0" indent="-180975" defTabSz="914400" eaLnBrk="1" fontAlgn="base" latinLnBrk="0" hangingPunct="1">
              <a:lnSpc>
                <a:spcPct val="8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a:ln>
                  <a:noFill/>
                </a:ln>
                <a:solidFill>
                  <a:srgbClr val="009530"/>
                </a:solidFill>
                <a:effectLst/>
                <a:uLnTx/>
                <a:uFillTx/>
                <a:latin typeface="Arial" panose="020B0604020202020204" pitchFamily="34" charset="0"/>
              </a:rPr>
              <a:t>Zoom tools</a:t>
            </a:r>
          </a:p>
        </p:txBody>
      </p:sp>
      <p:pic>
        <p:nvPicPr>
          <p:cNvPr id="13" name="Picture 10">
            <a:extLst>
              <a:ext uri="{FF2B5EF4-FFF2-40B4-BE49-F238E27FC236}">
                <a16:creationId xmlns:a16="http://schemas.microsoft.com/office/drawing/2014/main" id="{FBE4CA0F-F549-436E-8C61-CE73767763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8778" y="3037600"/>
            <a:ext cx="550862"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4" name="Rectangle 11">
            <a:extLst>
              <a:ext uri="{FF2B5EF4-FFF2-40B4-BE49-F238E27FC236}">
                <a16:creationId xmlns:a16="http://schemas.microsoft.com/office/drawing/2014/main" id="{84AF0FAF-F9B2-4324-8331-2FB7322F12C5}"/>
              </a:ext>
            </a:extLst>
          </p:cNvPr>
          <p:cNvSpPr>
            <a:spLocks noChangeArrowheads="1"/>
          </p:cNvSpPr>
          <p:nvPr/>
        </p:nvSpPr>
        <p:spPr bwMode="auto">
          <a:xfrm>
            <a:off x="1946770" y="2906072"/>
            <a:ext cx="6877050" cy="155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901700" indent="-84138"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180975" marR="0" lvl="0" indent="-180975" defTabSz="914400" eaLnBrk="1" fontAlgn="base" latinLnBrk="0" hangingPunct="1">
              <a:lnSpc>
                <a:spcPct val="8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a:ln>
                  <a:noFill/>
                </a:ln>
                <a:solidFill>
                  <a:srgbClr val="009530"/>
                </a:solidFill>
                <a:effectLst/>
                <a:uLnTx/>
                <a:uFillTx/>
                <a:latin typeface="Arial" panose="020B0604020202020204" pitchFamily="34" charset="0"/>
              </a:rPr>
              <a:t>Link</a:t>
            </a:r>
          </a:p>
          <a:p>
            <a:pPr marL="541338" marR="0" lvl="1" indent="-180975" defTabSz="914400" eaLnBrk="1" fontAlgn="base" latinLnBrk="0" hangingPunct="1">
              <a:lnSpc>
                <a:spcPct val="8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to link two objetcs : </a:t>
            </a:r>
          </a:p>
          <a:p>
            <a:pPr marL="989013" lvl="2" indent="-171450" defTabSz="914400" eaLnBrk="1" fontAlgn="base" hangingPunct="1">
              <a:lnSpc>
                <a:spcPct val="80000"/>
              </a:lnSpc>
              <a:spcBef>
                <a:spcPct val="20000"/>
              </a:spcBef>
              <a:spcAft>
                <a:spcPct val="0"/>
              </a:spcAft>
              <a:buClr>
                <a:srgbClr val="626469"/>
              </a:buClr>
              <a:buFont typeface="Arial" panose="020B0604020202020204" pitchFamily="34" charset="0"/>
              <a:buChar char="●"/>
              <a:defRPr/>
            </a:pPr>
            <a:r>
              <a:rPr lang="en-US" sz="1600">
                <a:solidFill>
                  <a:prstClr val="black"/>
                </a:solidFill>
                <a:latin typeface="Arial"/>
              </a:rPr>
              <a:t>when the pointer is close to the </a:t>
            </a:r>
            <a:r>
              <a:rPr lang="en-US" sz="1600">
                <a:solidFill>
                  <a:prstClr val="black"/>
                </a:solidFill>
                <a:latin typeface="Arial"/>
                <a:hlinkClick r:id="rId7" action="ppaction://hlinkfile">
                  <a:extLst>
                    <a:ext uri="{A12FA001-AC4F-418D-AE19-62706E023703}">
                      <ahyp:hlinkClr xmlns:ahyp="http://schemas.microsoft.com/office/drawing/2018/hyperlinkcolor" val="tx"/>
                    </a:ext>
                  </a:extLst>
                </a:hlinkClick>
              </a:rPr>
              <a:t>connection point</a:t>
            </a:r>
            <a:r>
              <a:rPr lang="en-US" sz="1600">
                <a:solidFill>
                  <a:prstClr val="black"/>
                </a:solidFill>
                <a:latin typeface="Arial"/>
              </a:rPr>
              <a:t> it will change to a target (a cross in a circle).</a:t>
            </a:r>
          </a:p>
          <a:p>
            <a:pPr marL="989013" lvl="2" indent="-171450" defTabSz="914400" eaLnBrk="1" fontAlgn="base" hangingPunct="1">
              <a:lnSpc>
                <a:spcPct val="80000"/>
              </a:lnSpc>
              <a:spcBef>
                <a:spcPct val="20000"/>
              </a:spcBef>
              <a:spcAft>
                <a:spcPct val="0"/>
              </a:spcAft>
              <a:buClr>
                <a:srgbClr val="626469"/>
              </a:buClr>
              <a:buFont typeface="Arial" panose="020B0604020202020204" pitchFamily="34" charset="0"/>
              <a:buChar char="●"/>
              <a:defRPr/>
            </a:pPr>
            <a:r>
              <a:rPr lang="en-US" sz="1600">
                <a:solidFill>
                  <a:prstClr val="black"/>
                </a:solidFill>
                <a:latin typeface="Arial"/>
              </a:rPr>
              <a:t>click while the pointer is a target</a:t>
            </a:r>
          </a:p>
          <a:p>
            <a:pPr marL="989013" lvl="2" indent="-171450" defTabSz="914400" eaLnBrk="1" fontAlgn="base" hangingPunct="1">
              <a:lnSpc>
                <a:spcPct val="80000"/>
              </a:lnSpc>
              <a:spcBef>
                <a:spcPct val="20000"/>
              </a:spcBef>
              <a:spcAft>
                <a:spcPct val="0"/>
              </a:spcAft>
              <a:buClr>
                <a:srgbClr val="626469"/>
              </a:buClr>
              <a:buFont typeface="Arial" panose="020B0604020202020204" pitchFamily="34" charset="0"/>
              <a:buChar char="●"/>
              <a:defRPr/>
            </a:pPr>
            <a:r>
              <a:rPr lang="en-US" altLang="en-US" sz="1600" kern="0">
                <a:solidFill>
                  <a:prstClr val="black"/>
                </a:solidFill>
                <a:latin typeface="Arial"/>
              </a:rPr>
              <a:t>right-click or press ESC to disable link mode</a:t>
            </a:r>
            <a:endParaRPr kumimoji="0" lang="en-US" altLang="en-US" sz="1600" b="0" i="0" u="none" strike="noStrike" kern="0" cap="none" spc="0" normalizeH="0" baseline="0">
              <a:ln>
                <a:noFill/>
              </a:ln>
              <a:solidFill>
                <a:srgbClr val="626469"/>
              </a:solidFill>
              <a:effectLst/>
              <a:uLnTx/>
              <a:uFillTx/>
              <a:latin typeface="Arial" panose="020B0604020202020204" pitchFamily="34" charset="0"/>
            </a:endParaRPr>
          </a:p>
        </p:txBody>
      </p:sp>
    </p:spTree>
    <p:extLst>
      <p:ext uri="{BB962C8B-B14F-4D97-AF65-F5344CB8AC3E}">
        <p14:creationId xmlns:p14="http://schemas.microsoft.com/office/powerpoint/2010/main" val="1130040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6</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grpSp>
        <p:nvGrpSpPr>
          <p:cNvPr id="15" name="Group 14">
            <a:extLst>
              <a:ext uri="{FF2B5EF4-FFF2-40B4-BE49-F238E27FC236}">
                <a16:creationId xmlns:a16="http://schemas.microsoft.com/office/drawing/2014/main" id="{83F9B276-C033-4451-AB59-B832DE3FB71B}"/>
              </a:ext>
            </a:extLst>
          </p:cNvPr>
          <p:cNvGrpSpPr/>
          <p:nvPr/>
        </p:nvGrpSpPr>
        <p:grpSpPr>
          <a:xfrm>
            <a:off x="365680" y="712723"/>
            <a:ext cx="7197486" cy="3589378"/>
            <a:chOff x="-1373186" y="889404"/>
            <a:chExt cx="10018711" cy="5524096"/>
          </a:xfrm>
        </p:grpSpPr>
        <p:pic>
          <p:nvPicPr>
            <p:cNvPr id="16" name="Picture 2">
              <a:extLst>
                <a:ext uri="{FF2B5EF4-FFF2-40B4-BE49-F238E27FC236}">
                  <a16:creationId xmlns:a16="http://schemas.microsoft.com/office/drawing/2014/main" id="{AB7A5631-973F-489B-9282-247919BCBD7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740150" y="2292350"/>
              <a:ext cx="4905375"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7" name="Rectangle 5">
              <a:extLst>
                <a:ext uri="{FF2B5EF4-FFF2-40B4-BE49-F238E27FC236}">
                  <a16:creationId xmlns:a16="http://schemas.microsoft.com/office/drawing/2014/main" id="{40F35E75-76A6-4C0B-A8CD-08DE79CF2206}"/>
                </a:ext>
              </a:extLst>
            </p:cNvPr>
            <p:cNvSpPr>
              <a:spLocks noChangeArrowheads="1"/>
            </p:cNvSpPr>
            <p:nvPr/>
          </p:nvSpPr>
          <p:spPr bwMode="auto">
            <a:xfrm>
              <a:off x="-1373186" y="889404"/>
              <a:ext cx="5103812"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180975" marR="0" lvl="0" indent="-180975" defTabSz="914400" eaLnBrk="1" fontAlgn="base" latinLnBrk="0" hangingPunct="1">
                <a:lnSpc>
                  <a:spcPct val="9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a:ln>
                    <a:noFill/>
                  </a:ln>
                  <a:solidFill>
                    <a:srgbClr val="009530"/>
                  </a:solidFill>
                  <a:effectLst/>
                  <a:uLnTx/>
                  <a:uFillTx/>
                  <a:latin typeface="Arial" panose="020B0604020202020204" pitchFamily="34" charset="0"/>
                </a:rPr>
                <a:t>How to configure an opto input :</a:t>
              </a:r>
            </a:p>
          </p:txBody>
        </p:sp>
        <p:pic>
          <p:nvPicPr>
            <p:cNvPr id="18" name="Picture 6">
              <a:extLst>
                <a:ext uri="{FF2B5EF4-FFF2-40B4-BE49-F238E27FC236}">
                  <a16:creationId xmlns:a16="http://schemas.microsoft.com/office/drawing/2014/main" id="{C925C2AB-F5BC-48BA-A57D-011E803639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6988" y="1554163"/>
              <a:ext cx="612775"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9" name="Rectangle 7">
              <a:extLst>
                <a:ext uri="{FF2B5EF4-FFF2-40B4-BE49-F238E27FC236}">
                  <a16:creationId xmlns:a16="http://schemas.microsoft.com/office/drawing/2014/main" id="{F2345CE7-1A0C-4795-9654-15824A68F6A0}"/>
                </a:ext>
              </a:extLst>
            </p:cNvPr>
            <p:cNvSpPr>
              <a:spLocks noChangeArrowheads="1"/>
            </p:cNvSpPr>
            <p:nvPr/>
          </p:nvSpPr>
          <p:spPr bwMode="auto">
            <a:xfrm>
              <a:off x="1690688" y="1601788"/>
              <a:ext cx="5103812"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Select « Opto Signal » icon</a:t>
              </a:r>
            </a:p>
          </p:txBody>
        </p:sp>
        <p:sp>
          <p:nvSpPr>
            <p:cNvPr id="20" name="Rectangle 8">
              <a:extLst>
                <a:ext uri="{FF2B5EF4-FFF2-40B4-BE49-F238E27FC236}">
                  <a16:creationId xmlns:a16="http://schemas.microsoft.com/office/drawing/2014/main" id="{66357700-9DF4-472C-954D-666F052F40E0}"/>
                </a:ext>
              </a:extLst>
            </p:cNvPr>
            <p:cNvSpPr>
              <a:spLocks noChangeArrowheads="1"/>
            </p:cNvSpPr>
            <p:nvPr/>
          </p:nvSpPr>
          <p:spPr bwMode="auto">
            <a:xfrm>
              <a:off x="-1142844" y="3224213"/>
              <a:ext cx="6299044"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Place input on canvas then select input number to be assigned</a:t>
              </a:r>
            </a:p>
          </p:txBody>
        </p:sp>
        <p:pic>
          <p:nvPicPr>
            <p:cNvPr id="21" name="Picture 9">
              <a:extLst>
                <a:ext uri="{FF2B5EF4-FFF2-40B4-BE49-F238E27FC236}">
                  <a16:creationId xmlns:a16="http://schemas.microsoft.com/office/drawing/2014/main" id="{ABC40F73-3889-4322-938D-79CBAFF2AD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22425" y="5845175"/>
              <a:ext cx="231775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22" name="Freeform 10">
              <a:extLst>
                <a:ext uri="{FF2B5EF4-FFF2-40B4-BE49-F238E27FC236}">
                  <a16:creationId xmlns:a16="http://schemas.microsoft.com/office/drawing/2014/main" id="{8D40FBA9-B4B3-4A5F-965A-2345D83C8C52}"/>
                </a:ext>
              </a:extLst>
            </p:cNvPr>
            <p:cNvSpPr>
              <a:spLocks/>
            </p:cNvSpPr>
            <p:nvPr/>
          </p:nvSpPr>
          <p:spPr bwMode="auto">
            <a:xfrm>
              <a:off x="1695450" y="2138363"/>
              <a:ext cx="2035175" cy="515937"/>
            </a:xfrm>
            <a:custGeom>
              <a:avLst/>
              <a:gdLst>
                <a:gd name="T0" fmla="*/ 0 w 1282"/>
                <a:gd name="T1" fmla="*/ 0 h 325"/>
                <a:gd name="T2" fmla="*/ 414338 w 1282"/>
                <a:gd name="T3" fmla="*/ 457200 h 325"/>
                <a:gd name="T4" fmla="*/ 2035175 w 1282"/>
                <a:gd name="T5" fmla="*/ 354012 h 325"/>
                <a:gd name="T6" fmla="*/ 0 60000 65536"/>
                <a:gd name="T7" fmla="*/ 0 60000 65536"/>
                <a:gd name="T8" fmla="*/ 0 60000 65536"/>
                <a:gd name="T9" fmla="*/ 0 w 1282"/>
                <a:gd name="T10" fmla="*/ 0 h 325"/>
                <a:gd name="T11" fmla="*/ 1282 w 1282"/>
                <a:gd name="T12" fmla="*/ 325 h 325"/>
              </a:gdLst>
              <a:ahLst/>
              <a:cxnLst>
                <a:cxn ang="T6">
                  <a:pos x="T0" y="T1"/>
                </a:cxn>
                <a:cxn ang="T7">
                  <a:pos x="T2" y="T3"/>
                </a:cxn>
                <a:cxn ang="T8">
                  <a:pos x="T4" y="T5"/>
                </a:cxn>
              </a:cxnLst>
              <a:rect l="T9" t="T10" r="T11" b="T12"/>
              <a:pathLst>
                <a:path w="1282" h="325">
                  <a:moveTo>
                    <a:pt x="0" y="0"/>
                  </a:moveTo>
                  <a:cubicBezTo>
                    <a:pt x="23" y="125"/>
                    <a:pt x="47" y="251"/>
                    <a:pt x="261" y="288"/>
                  </a:cubicBezTo>
                  <a:cubicBezTo>
                    <a:pt x="475" y="325"/>
                    <a:pt x="878" y="274"/>
                    <a:pt x="1282" y="223"/>
                  </a:cubicBezTo>
                </a:path>
              </a:pathLst>
            </a:custGeom>
            <a:noFill/>
            <a:ln w="38100"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23" name="Freeform 11">
              <a:extLst>
                <a:ext uri="{FF2B5EF4-FFF2-40B4-BE49-F238E27FC236}">
                  <a16:creationId xmlns:a16="http://schemas.microsoft.com/office/drawing/2014/main" id="{68CC1B88-32E4-4260-9F4A-307BBEB0263C}"/>
                </a:ext>
              </a:extLst>
            </p:cNvPr>
            <p:cNvSpPr>
              <a:spLocks/>
            </p:cNvSpPr>
            <p:nvPr/>
          </p:nvSpPr>
          <p:spPr bwMode="auto">
            <a:xfrm>
              <a:off x="2757488" y="4859338"/>
              <a:ext cx="3481387" cy="1084262"/>
            </a:xfrm>
            <a:custGeom>
              <a:avLst/>
              <a:gdLst>
                <a:gd name="T0" fmla="*/ 3481387 w 2193"/>
                <a:gd name="T1" fmla="*/ 803275 h 683"/>
                <a:gd name="T2" fmla="*/ 1903412 w 2193"/>
                <a:gd name="T3" fmla="*/ 80962 h 683"/>
                <a:gd name="T4" fmla="*/ 560387 w 2193"/>
                <a:gd name="T5" fmla="*/ 317500 h 683"/>
                <a:gd name="T6" fmla="*/ 0 w 2193"/>
                <a:gd name="T7" fmla="*/ 1084262 h 683"/>
                <a:gd name="T8" fmla="*/ 0 60000 65536"/>
                <a:gd name="T9" fmla="*/ 0 60000 65536"/>
                <a:gd name="T10" fmla="*/ 0 60000 65536"/>
                <a:gd name="T11" fmla="*/ 0 60000 65536"/>
                <a:gd name="T12" fmla="*/ 0 w 2193"/>
                <a:gd name="T13" fmla="*/ 0 h 683"/>
                <a:gd name="T14" fmla="*/ 2193 w 2193"/>
                <a:gd name="T15" fmla="*/ 683 h 683"/>
              </a:gdLst>
              <a:ahLst/>
              <a:cxnLst>
                <a:cxn ang="T8">
                  <a:pos x="T0" y="T1"/>
                </a:cxn>
                <a:cxn ang="T9">
                  <a:pos x="T2" y="T3"/>
                </a:cxn>
                <a:cxn ang="T10">
                  <a:pos x="T4" y="T5"/>
                </a:cxn>
                <a:cxn ang="T11">
                  <a:pos x="T6" y="T7"/>
                </a:cxn>
              </a:cxnLst>
              <a:rect l="T12" t="T13" r="T14" b="T15"/>
              <a:pathLst>
                <a:path w="2193" h="683">
                  <a:moveTo>
                    <a:pt x="2193" y="506"/>
                  </a:moveTo>
                  <a:cubicBezTo>
                    <a:pt x="1849" y="304"/>
                    <a:pt x="1506" y="102"/>
                    <a:pt x="1199" y="51"/>
                  </a:cubicBezTo>
                  <a:cubicBezTo>
                    <a:pt x="892" y="0"/>
                    <a:pt x="553" y="95"/>
                    <a:pt x="353" y="200"/>
                  </a:cubicBezTo>
                  <a:cubicBezTo>
                    <a:pt x="153" y="305"/>
                    <a:pt x="76" y="494"/>
                    <a:pt x="0" y="683"/>
                  </a:cubicBezTo>
                </a:path>
              </a:pathLst>
            </a:custGeom>
            <a:noFill/>
            <a:ln w="38100"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grpSp>
    </p:spTree>
    <p:extLst>
      <p:ext uri="{BB962C8B-B14F-4D97-AF65-F5344CB8AC3E}">
        <p14:creationId xmlns:p14="http://schemas.microsoft.com/office/powerpoint/2010/main" val="3206607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7</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grpSp>
        <p:nvGrpSpPr>
          <p:cNvPr id="29" name="Group 28">
            <a:extLst>
              <a:ext uri="{FF2B5EF4-FFF2-40B4-BE49-F238E27FC236}">
                <a16:creationId xmlns:a16="http://schemas.microsoft.com/office/drawing/2014/main" id="{8BF4359F-CD6D-4E1B-B299-E66200DA3EFF}"/>
              </a:ext>
            </a:extLst>
          </p:cNvPr>
          <p:cNvGrpSpPr/>
          <p:nvPr/>
        </p:nvGrpSpPr>
        <p:grpSpPr>
          <a:xfrm>
            <a:off x="188889" y="813713"/>
            <a:ext cx="8107946" cy="3334311"/>
            <a:chOff x="-1263895" y="794731"/>
            <a:chExt cx="9815758" cy="5369532"/>
          </a:xfrm>
        </p:grpSpPr>
        <p:sp>
          <p:nvSpPr>
            <p:cNvPr id="30" name="Rectangle 4">
              <a:extLst>
                <a:ext uri="{FF2B5EF4-FFF2-40B4-BE49-F238E27FC236}">
                  <a16:creationId xmlns:a16="http://schemas.microsoft.com/office/drawing/2014/main" id="{E1A14AC1-2941-48B0-A5A0-F69E48F1C049}"/>
                </a:ext>
              </a:extLst>
            </p:cNvPr>
            <p:cNvSpPr>
              <a:spLocks noChangeArrowheads="1"/>
            </p:cNvSpPr>
            <p:nvPr/>
          </p:nvSpPr>
          <p:spPr bwMode="auto">
            <a:xfrm>
              <a:off x="-1263895" y="794731"/>
              <a:ext cx="6233944"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180975" marR="0" lvl="0" indent="-180975" defTabSz="914400" eaLnBrk="1" fontAlgn="base" latinLnBrk="0" hangingPunct="1">
                <a:lnSpc>
                  <a:spcPct val="9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a:ln>
                    <a:noFill/>
                  </a:ln>
                  <a:solidFill>
                    <a:srgbClr val="009530"/>
                  </a:solidFill>
                  <a:effectLst/>
                  <a:uLnTx/>
                  <a:uFillTx/>
                  <a:latin typeface="Arial" panose="020B0604020202020204" pitchFamily="34" charset="0"/>
                </a:rPr>
                <a:t>What can be assigned to an opto input </a:t>
              </a:r>
            </a:p>
          </p:txBody>
        </p:sp>
        <p:sp>
          <p:nvSpPr>
            <p:cNvPr id="31" name="Rectangle 5">
              <a:extLst>
                <a:ext uri="{FF2B5EF4-FFF2-40B4-BE49-F238E27FC236}">
                  <a16:creationId xmlns:a16="http://schemas.microsoft.com/office/drawing/2014/main" id="{29E019B9-A6B5-4A7C-B9E4-61DA408812C2}"/>
                </a:ext>
              </a:extLst>
            </p:cNvPr>
            <p:cNvSpPr>
              <a:spLocks noChangeArrowheads="1"/>
            </p:cNvSpPr>
            <p:nvPr/>
          </p:nvSpPr>
          <p:spPr bwMode="auto">
            <a:xfrm>
              <a:off x="3576638" y="1893888"/>
              <a:ext cx="28178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A LED</a:t>
              </a:r>
            </a:p>
          </p:txBody>
        </p:sp>
        <p:pic>
          <p:nvPicPr>
            <p:cNvPr id="32" name="Picture 6">
              <a:extLst>
                <a:ext uri="{FF2B5EF4-FFF2-40B4-BE49-F238E27FC236}">
                  <a16:creationId xmlns:a16="http://schemas.microsoft.com/office/drawing/2014/main" id="{5A3F2809-8AC8-4402-951B-5FBAC1C58314}"/>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976313" y="2586038"/>
              <a:ext cx="2805112"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33" name="Picture 7">
              <a:extLst>
                <a:ext uri="{FF2B5EF4-FFF2-40B4-BE49-F238E27FC236}">
                  <a16:creationId xmlns:a16="http://schemas.microsoft.com/office/drawing/2014/main" id="{74F828C0-8D5F-4243-A45B-3F961B9B27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1713" y="3440113"/>
              <a:ext cx="2800350" cy="81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34" name="Picture 8">
              <a:extLst>
                <a:ext uri="{FF2B5EF4-FFF2-40B4-BE49-F238E27FC236}">
                  <a16:creationId xmlns:a16="http://schemas.microsoft.com/office/drawing/2014/main" id="{D827E44C-981A-479F-AB10-4F0BD5E61C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5375" y="4246563"/>
              <a:ext cx="2278063"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35" name="Rectangle 9">
              <a:extLst>
                <a:ext uri="{FF2B5EF4-FFF2-40B4-BE49-F238E27FC236}">
                  <a16:creationId xmlns:a16="http://schemas.microsoft.com/office/drawing/2014/main" id="{B24FDDF8-1A7F-4AC7-B97E-EA02B23134C0}"/>
                </a:ext>
              </a:extLst>
            </p:cNvPr>
            <p:cNvSpPr>
              <a:spLocks noChangeArrowheads="1"/>
            </p:cNvSpPr>
            <p:nvPr/>
          </p:nvSpPr>
          <p:spPr bwMode="auto">
            <a:xfrm>
              <a:off x="3592513" y="2762251"/>
              <a:ext cx="298139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An Output Contact</a:t>
              </a:r>
            </a:p>
          </p:txBody>
        </p:sp>
        <p:sp>
          <p:nvSpPr>
            <p:cNvPr id="36" name="Rectangle 10">
              <a:extLst>
                <a:ext uri="{FF2B5EF4-FFF2-40B4-BE49-F238E27FC236}">
                  <a16:creationId xmlns:a16="http://schemas.microsoft.com/office/drawing/2014/main" id="{C3CFAEEA-52A1-4635-8D3C-A92CFDFB42B9}"/>
                </a:ext>
              </a:extLst>
            </p:cNvPr>
            <p:cNvSpPr>
              <a:spLocks noChangeArrowheads="1"/>
            </p:cNvSpPr>
            <p:nvPr/>
          </p:nvSpPr>
          <p:spPr bwMode="auto">
            <a:xfrm>
              <a:off x="3609975" y="3502678"/>
              <a:ext cx="281781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A Logic Gate</a:t>
              </a:r>
            </a:p>
          </p:txBody>
        </p:sp>
        <p:sp>
          <p:nvSpPr>
            <p:cNvPr id="37" name="Rectangle 11">
              <a:extLst>
                <a:ext uri="{FF2B5EF4-FFF2-40B4-BE49-F238E27FC236}">
                  <a16:creationId xmlns:a16="http://schemas.microsoft.com/office/drawing/2014/main" id="{ACA66E27-26C1-44FC-B709-2FDEA1B4DA5A}"/>
                </a:ext>
              </a:extLst>
            </p:cNvPr>
            <p:cNvSpPr>
              <a:spLocks noChangeArrowheads="1"/>
            </p:cNvSpPr>
            <p:nvPr/>
          </p:nvSpPr>
          <p:spPr bwMode="auto">
            <a:xfrm>
              <a:off x="3609975" y="4343401"/>
              <a:ext cx="430688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An output signal (internal)</a:t>
              </a:r>
            </a:p>
          </p:txBody>
        </p:sp>
        <p:sp>
          <p:nvSpPr>
            <p:cNvPr id="38" name="Rectangle 12">
              <a:extLst>
                <a:ext uri="{FF2B5EF4-FFF2-40B4-BE49-F238E27FC236}">
                  <a16:creationId xmlns:a16="http://schemas.microsoft.com/office/drawing/2014/main" id="{A657D05F-471E-425D-87FC-1E57125E465C}"/>
                </a:ext>
              </a:extLst>
            </p:cNvPr>
            <p:cNvSpPr>
              <a:spLocks noChangeArrowheads="1"/>
            </p:cNvSpPr>
            <p:nvPr/>
          </p:nvSpPr>
          <p:spPr bwMode="auto">
            <a:xfrm>
              <a:off x="3609975" y="4922838"/>
              <a:ext cx="430688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A GOOSE Output (IEC 61850)</a:t>
              </a:r>
            </a:p>
          </p:txBody>
        </p:sp>
        <p:sp>
          <p:nvSpPr>
            <p:cNvPr id="39" name="Rectangle 13">
              <a:extLst>
                <a:ext uri="{FF2B5EF4-FFF2-40B4-BE49-F238E27FC236}">
                  <a16:creationId xmlns:a16="http://schemas.microsoft.com/office/drawing/2014/main" id="{E29081C4-2821-4361-AF30-01A3CC6412EA}"/>
                </a:ext>
              </a:extLst>
            </p:cNvPr>
            <p:cNvSpPr>
              <a:spLocks noChangeArrowheads="1"/>
            </p:cNvSpPr>
            <p:nvPr/>
          </p:nvSpPr>
          <p:spPr bwMode="auto">
            <a:xfrm>
              <a:off x="1117600" y="5673725"/>
              <a:ext cx="7434263"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180975" marR="0" lvl="0" indent="-180975" defTabSz="914400" eaLnBrk="1" fontAlgn="base" latinLnBrk="0" hangingPunct="1">
                <a:lnSpc>
                  <a:spcPct val="90000"/>
                </a:lnSpc>
                <a:spcBef>
                  <a:spcPct val="20000"/>
                </a:spcBef>
                <a:spcAft>
                  <a:spcPct val="0"/>
                </a:spcAft>
                <a:buClr>
                  <a:srgbClr val="009530"/>
                </a:buClr>
                <a:buSzTx/>
                <a:buFont typeface="Arial" panose="020B0604020202020204" pitchFamily="34" charset="0"/>
                <a:buChar char="●"/>
                <a:tabLst/>
                <a:defRPr/>
              </a:pPr>
              <a:endParaRPr kumimoji="0" lang="en-US" altLang="en-US" sz="1800" b="0" i="0" u="none" strike="noStrike" kern="0" cap="none" spc="0" normalizeH="0" baseline="0">
                <a:ln>
                  <a:noFill/>
                </a:ln>
                <a:solidFill>
                  <a:srgbClr val="009530"/>
                </a:solidFill>
                <a:effectLst/>
                <a:uLnTx/>
                <a:uFillTx/>
                <a:latin typeface="Arial" panose="020B0604020202020204" pitchFamily="34" charset="0"/>
              </a:endParaRPr>
            </a:p>
          </p:txBody>
        </p:sp>
        <p:pic>
          <p:nvPicPr>
            <p:cNvPr id="40" name="Picture 14">
              <a:extLst>
                <a:ext uri="{FF2B5EF4-FFF2-40B4-BE49-F238E27FC236}">
                  <a16:creationId xmlns:a16="http://schemas.microsoft.com/office/drawing/2014/main" id="{6F745330-5DD5-41F6-B099-7FD624913695}"/>
                </a:ext>
              </a:extLst>
            </p:cNvPr>
            <p:cNvPicPr preferRelativeResize="0">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8538" y="1724025"/>
              <a:ext cx="28067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41" name="Picture 15">
              <a:extLst>
                <a:ext uri="{FF2B5EF4-FFF2-40B4-BE49-F238E27FC236}">
                  <a16:creationId xmlns:a16="http://schemas.microsoft.com/office/drawing/2014/main" id="{E7504EB2-31D6-4256-998C-9EAF305E241D}"/>
                </a:ext>
              </a:extLst>
            </p:cNvPr>
            <p:cNvPicPr preferRelativeResize="0">
              <a:picLocks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1039813" y="4889500"/>
              <a:ext cx="25066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grpSp>
      <p:sp>
        <p:nvSpPr>
          <p:cNvPr id="2" name="Rectangle 1">
            <a:extLst>
              <a:ext uri="{FF2B5EF4-FFF2-40B4-BE49-F238E27FC236}">
                <a16:creationId xmlns:a16="http://schemas.microsoft.com/office/drawing/2014/main" id="{EF31EB6B-B5CA-4AEE-A7A2-8905883D3091}"/>
              </a:ext>
            </a:extLst>
          </p:cNvPr>
          <p:cNvSpPr/>
          <p:nvPr/>
        </p:nvSpPr>
        <p:spPr>
          <a:xfrm>
            <a:off x="1277004" y="4016363"/>
            <a:ext cx="6306820" cy="341632"/>
          </a:xfrm>
          <a:prstGeom prst="rect">
            <a:avLst/>
          </a:prstGeom>
        </p:spPr>
        <p:txBody>
          <a:bodyPr wrap="square">
            <a:spAutoFit/>
          </a:bodyPr>
          <a:lstStyle/>
          <a:p>
            <a:pPr lvl="0" defTabSz="914400" fontAlgn="base">
              <a:lnSpc>
                <a:spcPct val="90000"/>
              </a:lnSpc>
              <a:spcBef>
                <a:spcPct val="20000"/>
              </a:spcBef>
              <a:spcAft>
                <a:spcPct val="0"/>
              </a:spcAft>
              <a:buClr>
                <a:srgbClr val="009530"/>
              </a:buClr>
              <a:defRPr/>
            </a:pPr>
            <a:r>
              <a:rPr lang="en-US" altLang="en-US" kern="0">
                <a:solidFill>
                  <a:srgbClr val="009530"/>
                </a:solidFill>
                <a:latin typeface="Arial" panose="020B0604020202020204" pitchFamily="34" charset="0"/>
              </a:rPr>
              <a:t>Multiple functions can be assigned to one input</a:t>
            </a:r>
          </a:p>
        </p:txBody>
      </p:sp>
      <p:pic>
        <p:nvPicPr>
          <p:cNvPr id="20" name="Picture 2">
            <a:extLst>
              <a:ext uri="{FF2B5EF4-FFF2-40B4-BE49-F238E27FC236}">
                <a16:creationId xmlns:a16="http://schemas.microsoft.com/office/drawing/2014/main" id="{2CE52B9F-036B-418F-B557-AA9E37B12931}"/>
              </a:ext>
            </a:extLst>
          </p:cNvPr>
          <p:cNvPicPr>
            <a:picLocks noChangeAspect="1" noChangeArrowheads="1"/>
          </p:cNvPicPr>
          <p:nvPr/>
        </p:nvPicPr>
        <p:blipFill>
          <a:blip r:embed="rId8" cstate="print"/>
          <a:srcRect/>
          <a:stretch>
            <a:fillRect/>
          </a:stretch>
        </p:blipFill>
        <p:spPr bwMode="auto">
          <a:xfrm>
            <a:off x="667878" y="3976530"/>
            <a:ext cx="391149" cy="363861"/>
          </a:xfrm>
          <a:prstGeom prst="rect">
            <a:avLst/>
          </a:prstGeom>
          <a:noFill/>
          <a:ln w="9525">
            <a:noFill/>
            <a:miter lim="800000"/>
            <a:headEnd/>
            <a:tailEnd/>
          </a:ln>
        </p:spPr>
      </p:pic>
    </p:spTree>
    <p:extLst>
      <p:ext uri="{BB962C8B-B14F-4D97-AF65-F5344CB8AC3E}">
        <p14:creationId xmlns:p14="http://schemas.microsoft.com/office/powerpoint/2010/main" val="2799846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8</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sp>
        <p:nvSpPr>
          <p:cNvPr id="7" name="Rectangle 4">
            <a:extLst>
              <a:ext uri="{FF2B5EF4-FFF2-40B4-BE49-F238E27FC236}">
                <a16:creationId xmlns:a16="http://schemas.microsoft.com/office/drawing/2014/main" id="{213ADA61-5AC1-4EF5-A968-DC47B0962E1B}"/>
              </a:ext>
            </a:extLst>
          </p:cNvPr>
          <p:cNvSpPr>
            <a:spLocks noChangeArrowheads="1"/>
          </p:cNvSpPr>
          <p:nvPr/>
        </p:nvSpPr>
        <p:spPr bwMode="auto">
          <a:xfrm>
            <a:off x="81171" y="862569"/>
            <a:ext cx="8818354" cy="2391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901700" indent="-84138"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180975" marR="0" lvl="0" indent="-180975" defTabSz="914400" eaLnBrk="1" fontAlgn="base" latinLnBrk="0" hangingPunct="1">
              <a:lnSpc>
                <a:spcPct val="10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a:ln>
                  <a:noFill/>
                </a:ln>
                <a:solidFill>
                  <a:srgbClr val="009530"/>
                </a:solidFill>
                <a:effectLst/>
                <a:uLnTx/>
                <a:uFillTx/>
                <a:latin typeface="Arial" panose="020B0604020202020204" pitchFamily="34" charset="0"/>
              </a:rPr>
              <a:t>Setting groups change with opto inputs :</a:t>
            </a:r>
          </a:p>
          <a:p>
            <a:pPr marL="541338" marR="0" lvl="1" indent="-180975" defTabSz="914400" eaLnBrk="1" fontAlgn="base" latinLnBrk="0" hangingPunct="1">
              <a:lnSpc>
                <a:spcPct val="10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Logic Inputs 1 &amp; 2 must be used if setting group switchover is controlled by opto inputs.</a:t>
            </a:r>
          </a:p>
          <a:p>
            <a:pPr marL="901700" marR="0" lvl="2" indent="-84138" defTabSz="914400" eaLnBrk="1" fontAlgn="base" latinLnBrk="0" hangingPunct="1">
              <a:lnSpc>
                <a:spcPct val="10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Input 1=0, Input 2=0 =&gt;Group 1 active</a:t>
            </a:r>
          </a:p>
          <a:p>
            <a:pPr marL="901700" marR="0" lvl="2" indent="-84138" defTabSz="914400" eaLnBrk="1" fontAlgn="base" latinLnBrk="0" hangingPunct="1">
              <a:lnSpc>
                <a:spcPct val="10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Input 1=1, Input 2=0 =&gt;Group 2 active</a:t>
            </a:r>
          </a:p>
          <a:p>
            <a:pPr marL="901700" marR="0" lvl="2" indent="-84138" defTabSz="914400" eaLnBrk="1" fontAlgn="base" latinLnBrk="0" hangingPunct="1">
              <a:lnSpc>
                <a:spcPct val="10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Input 1=0, Input 2=1 =&gt;Group 3 active</a:t>
            </a:r>
          </a:p>
          <a:p>
            <a:pPr marL="901700" marR="0" lvl="2" indent="-84138" defTabSz="914400" eaLnBrk="1" fontAlgn="base" latinLnBrk="0" hangingPunct="1">
              <a:lnSpc>
                <a:spcPct val="10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Input 1=1, Input 2=1 =&gt;Group 4 active</a:t>
            </a:r>
          </a:p>
        </p:txBody>
      </p:sp>
      <p:pic>
        <p:nvPicPr>
          <p:cNvPr id="8" name="Picture 5">
            <a:extLst>
              <a:ext uri="{FF2B5EF4-FFF2-40B4-BE49-F238E27FC236}">
                <a16:creationId xmlns:a16="http://schemas.microsoft.com/office/drawing/2014/main" id="{AC3BFAC9-53BA-4E8D-AA48-F256F8E3A6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275" y="3059584"/>
            <a:ext cx="7556500" cy="81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Tree>
    <p:extLst>
      <p:ext uri="{BB962C8B-B14F-4D97-AF65-F5344CB8AC3E}">
        <p14:creationId xmlns:p14="http://schemas.microsoft.com/office/powerpoint/2010/main" val="425891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9</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grpSp>
        <p:nvGrpSpPr>
          <p:cNvPr id="16" name="Group 15">
            <a:extLst>
              <a:ext uri="{FF2B5EF4-FFF2-40B4-BE49-F238E27FC236}">
                <a16:creationId xmlns:a16="http://schemas.microsoft.com/office/drawing/2014/main" id="{157E6FDE-ABDE-47F6-A0C3-D597F7D3EC75}"/>
              </a:ext>
            </a:extLst>
          </p:cNvPr>
          <p:cNvGrpSpPr/>
          <p:nvPr/>
        </p:nvGrpSpPr>
        <p:grpSpPr>
          <a:xfrm>
            <a:off x="-50406" y="856456"/>
            <a:ext cx="7897037" cy="3468933"/>
            <a:chOff x="-1017584" y="548483"/>
            <a:chExt cx="11776216" cy="5614192"/>
          </a:xfrm>
        </p:grpSpPr>
        <p:pic>
          <p:nvPicPr>
            <p:cNvPr id="17" name="Picture 2">
              <a:extLst>
                <a:ext uri="{FF2B5EF4-FFF2-40B4-BE49-F238E27FC236}">
                  <a16:creationId xmlns:a16="http://schemas.microsoft.com/office/drawing/2014/main" id="{74B6FE3C-4781-4B96-8E18-9BDF6BA98145}"/>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234133" y="2310067"/>
              <a:ext cx="5524499" cy="364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18" name="Picture 3">
              <a:extLst>
                <a:ext uri="{FF2B5EF4-FFF2-40B4-BE49-F238E27FC236}">
                  <a16:creationId xmlns:a16="http://schemas.microsoft.com/office/drawing/2014/main" id="{E867A45A-3CAF-4687-8524-8779213A8B95}"/>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446213" y="5562600"/>
              <a:ext cx="22098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19" name="Picture 4">
              <a:extLst>
                <a:ext uri="{FF2B5EF4-FFF2-40B4-BE49-F238E27FC236}">
                  <a16:creationId xmlns:a16="http://schemas.microsoft.com/office/drawing/2014/main" id="{0FFDF7FE-7B38-4B38-B099-17E0FFDB7D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1113" y="1543050"/>
              <a:ext cx="661987"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21" name="Rectangle 7">
              <a:extLst>
                <a:ext uri="{FF2B5EF4-FFF2-40B4-BE49-F238E27FC236}">
                  <a16:creationId xmlns:a16="http://schemas.microsoft.com/office/drawing/2014/main" id="{67E8BAEC-E717-4D09-ACF7-A9499E6C8874}"/>
                </a:ext>
              </a:extLst>
            </p:cNvPr>
            <p:cNvSpPr>
              <a:spLocks noChangeArrowheads="1"/>
            </p:cNvSpPr>
            <p:nvPr/>
          </p:nvSpPr>
          <p:spPr bwMode="auto">
            <a:xfrm>
              <a:off x="-708860" y="548483"/>
              <a:ext cx="6584298"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eaLnBrk="1" hangingPunct="1">
                <a:lnSpc>
                  <a:spcPct val="90000"/>
                </a:lnSpc>
                <a:spcBef>
                  <a:spcPct val="20000"/>
                </a:spcBef>
                <a:buClr>
                  <a:schemeClr val="accent1"/>
                </a:buClr>
                <a:buFont typeface="Arial" panose="020B0604020202020204" pitchFamily="34" charset="0"/>
                <a:buChar char="●"/>
              </a:pPr>
              <a:r>
                <a:rPr lang="en-US" altLang="en-US">
                  <a:solidFill>
                    <a:schemeClr val="accent1"/>
                  </a:solidFill>
                </a:rPr>
                <a:t>Assigning an output contact </a:t>
              </a:r>
            </a:p>
          </p:txBody>
        </p:sp>
        <p:sp>
          <p:nvSpPr>
            <p:cNvPr id="22" name="Rectangle 8">
              <a:extLst>
                <a:ext uri="{FF2B5EF4-FFF2-40B4-BE49-F238E27FC236}">
                  <a16:creationId xmlns:a16="http://schemas.microsoft.com/office/drawing/2014/main" id="{C65DD94D-996E-4D41-9D07-7E66C561B8E3}"/>
                </a:ext>
              </a:extLst>
            </p:cNvPr>
            <p:cNvSpPr>
              <a:spLocks noChangeArrowheads="1"/>
            </p:cNvSpPr>
            <p:nvPr/>
          </p:nvSpPr>
          <p:spPr bwMode="auto">
            <a:xfrm>
              <a:off x="1690688" y="1601788"/>
              <a:ext cx="6445250"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lvl="1" eaLnBrk="1" hangingPunct="1">
                <a:lnSpc>
                  <a:spcPct val="90000"/>
                </a:lnSpc>
                <a:spcBef>
                  <a:spcPct val="20000"/>
                </a:spcBef>
                <a:buClr>
                  <a:schemeClr val="bg2"/>
                </a:buClr>
                <a:buFont typeface="Arial" panose="020B0604020202020204" pitchFamily="34" charset="0"/>
                <a:buChar char="●"/>
              </a:pPr>
              <a:r>
                <a:rPr lang="en-US" altLang="en-US" sz="1600"/>
                <a:t>Select « Contact conditioner » icon</a:t>
              </a:r>
            </a:p>
          </p:txBody>
        </p:sp>
        <p:sp>
          <p:nvSpPr>
            <p:cNvPr id="23" name="Rectangle 9">
              <a:extLst>
                <a:ext uri="{FF2B5EF4-FFF2-40B4-BE49-F238E27FC236}">
                  <a16:creationId xmlns:a16="http://schemas.microsoft.com/office/drawing/2014/main" id="{89C6203E-FE06-4482-8BEA-CC0604243181}"/>
                </a:ext>
              </a:extLst>
            </p:cNvPr>
            <p:cNvSpPr>
              <a:spLocks noChangeArrowheads="1"/>
            </p:cNvSpPr>
            <p:nvPr/>
          </p:nvSpPr>
          <p:spPr bwMode="auto">
            <a:xfrm>
              <a:off x="-1017584" y="3386137"/>
              <a:ext cx="7614912" cy="1050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lvl="1" eaLnBrk="1" hangingPunct="1">
                <a:lnSpc>
                  <a:spcPct val="90000"/>
                </a:lnSpc>
                <a:spcBef>
                  <a:spcPct val="20000"/>
                </a:spcBef>
                <a:buClr>
                  <a:schemeClr val="bg2"/>
                </a:buClr>
                <a:buFont typeface="Arial" panose="020B0604020202020204" pitchFamily="34" charset="0"/>
                <a:buChar char="●"/>
              </a:pPr>
              <a:r>
                <a:rPr lang="en-US" altLang="en-US" sz="1600"/>
                <a:t>Place contact on canvas and select contact number to be assigned</a:t>
              </a:r>
            </a:p>
          </p:txBody>
        </p:sp>
        <p:sp>
          <p:nvSpPr>
            <p:cNvPr id="24" name="Freeform 10">
              <a:extLst>
                <a:ext uri="{FF2B5EF4-FFF2-40B4-BE49-F238E27FC236}">
                  <a16:creationId xmlns:a16="http://schemas.microsoft.com/office/drawing/2014/main" id="{7EB01919-DA72-4E2D-A955-81069367B601}"/>
                </a:ext>
              </a:extLst>
            </p:cNvPr>
            <p:cNvSpPr>
              <a:spLocks/>
            </p:cNvSpPr>
            <p:nvPr/>
          </p:nvSpPr>
          <p:spPr bwMode="auto">
            <a:xfrm>
              <a:off x="1695450" y="2138363"/>
              <a:ext cx="1814513" cy="869950"/>
            </a:xfrm>
            <a:custGeom>
              <a:avLst/>
              <a:gdLst>
                <a:gd name="T0" fmla="*/ 0 w 1282"/>
                <a:gd name="T1" fmla="*/ 0 h 325"/>
                <a:gd name="T2" fmla="*/ 369413 w 1282"/>
                <a:gd name="T3" fmla="*/ 770910 h 325"/>
                <a:gd name="T4" fmla="*/ 1814513 w 1282"/>
                <a:gd name="T5" fmla="*/ 596919 h 325"/>
                <a:gd name="T6" fmla="*/ 0 60000 65536"/>
                <a:gd name="T7" fmla="*/ 0 60000 65536"/>
                <a:gd name="T8" fmla="*/ 0 60000 65536"/>
                <a:gd name="T9" fmla="*/ 0 w 1282"/>
                <a:gd name="T10" fmla="*/ 0 h 325"/>
                <a:gd name="T11" fmla="*/ 1282 w 1282"/>
                <a:gd name="T12" fmla="*/ 325 h 325"/>
              </a:gdLst>
              <a:ahLst/>
              <a:cxnLst>
                <a:cxn ang="T6">
                  <a:pos x="T0" y="T1"/>
                </a:cxn>
                <a:cxn ang="T7">
                  <a:pos x="T2" y="T3"/>
                </a:cxn>
                <a:cxn ang="T8">
                  <a:pos x="T4" y="T5"/>
                </a:cxn>
              </a:cxnLst>
              <a:rect l="T9" t="T10" r="T11" b="T12"/>
              <a:pathLst>
                <a:path w="1282" h="325">
                  <a:moveTo>
                    <a:pt x="0" y="0"/>
                  </a:moveTo>
                  <a:cubicBezTo>
                    <a:pt x="23" y="125"/>
                    <a:pt x="47" y="251"/>
                    <a:pt x="261" y="288"/>
                  </a:cubicBezTo>
                  <a:cubicBezTo>
                    <a:pt x="475" y="325"/>
                    <a:pt x="878" y="274"/>
                    <a:pt x="1282" y="223"/>
                  </a:cubicBezTo>
                </a:path>
              </a:pathLst>
            </a:custGeom>
            <a:noFill/>
            <a:ln w="38100" cap="flat" cmpd="sng">
              <a:solidFill>
                <a:schemeClr val="tx2"/>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 name="Freeform 11">
              <a:extLst>
                <a:ext uri="{FF2B5EF4-FFF2-40B4-BE49-F238E27FC236}">
                  <a16:creationId xmlns:a16="http://schemas.microsoft.com/office/drawing/2014/main" id="{3C018AF6-A65D-435B-B1DB-46D0564940A9}"/>
                </a:ext>
              </a:extLst>
            </p:cNvPr>
            <p:cNvSpPr>
              <a:spLocks/>
            </p:cNvSpPr>
            <p:nvPr/>
          </p:nvSpPr>
          <p:spPr bwMode="auto">
            <a:xfrm rot="412810">
              <a:off x="2979738" y="5016500"/>
              <a:ext cx="3687762" cy="817563"/>
            </a:xfrm>
            <a:custGeom>
              <a:avLst/>
              <a:gdLst>
                <a:gd name="T0" fmla="*/ 3687762 w 2193"/>
                <a:gd name="T1" fmla="*/ 605691 h 683"/>
                <a:gd name="T2" fmla="*/ 2016246 w 2193"/>
                <a:gd name="T3" fmla="*/ 61048 h 683"/>
                <a:gd name="T4" fmla="*/ 593607 w 2193"/>
                <a:gd name="T5" fmla="*/ 239404 h 683"/>
                <a:gd name="T6" fmla="*/ 0 w 2193"/>
                <a:gd name="T7" fmla="*/ 817563 h 683"/>
                <a:gd name="T8" fmla="*/ 0 60000 65536"/>
                <a:gd name="T9" fmla="*/ 0 60000 65536"/>
                <a:gd name="T10" fmla="*/ 0 60000 65536"/>
                <a:gd name="T11" fmla="*/ 0 60000 65536"/>
                <a:gd name="T12" fmla="*/ 0 w 2193"/>
                <a:gd name="T13" fmla="*/ 0 h 683"/>
                <a:gd name="T14" fmla="*/ 2193 w 2193"/>
                <a:gd name="T15" fmla="*/ 683 h 683"/>
              </a:gdLst>
              <a:ahLst/>
              <a:cxnLst>
                <a:cxn ang="T8">
                  <a:pos x="T0" y="T1"/>
                </a:cxn>
                <a:cxn ang="T9">
                  <a:pos x="T2" y="T3"/>
                </a:cxn>
                <a:cxn ang="T10">
                  <a:pos x="T4" y="T5"/>
                </a:cxn>
                <a:cxn ang="T11">
                  <a:pos x="T6" y="T7"/>
                </a:cxn>
              </a:cxnLst>
              <a:rect l="T12" t="T13" r="T14" b="T15"/>
              <a:pathLst>
                <a:path w="2193" h="683">
                  <a:moveTo>
                    <a:pt x="2193" y="506"/>
                  </a:moveTo>
                  <a:cubicBezTo>
                    <a:pt x="1849" y="304"/>
                    <a:pt x="1506" y="102"/>
                    <a:pt x="1199" y="51"/>
                  </a:cubicBezTo>
                  <a:cubicBezTo>
                    <a:pt x="892" y="0"/>
                    <a:pt x="553" y="95"/>
                    <a:pt x="353" y="200"/>
                  </a:cubicBezTo>
                  <a:cubicBezTo>
                    <a:pt x="153" y="305"/>
                    <a:pt x="76" y="494"/>
                    <a:pt x="0" y="683"/>
                  </a:cubicBezTo>
                </a:path>
              </a:pathLst>
            </a:custGeom>
            <a:noFill/>
            <a:ln w="38100" cap="flat" cmpd="sng">
              <a:solidFill>
                <a:schemeClr val="tx2"/>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Tree>
    <p:extLst>
      <p:ext uri="{BB962C8B-B14F-4D97-AF65-F5344CB8AC3E}">
        <p14:creationId xmlns:p14="http://schemas.microsoft.com/office/powerpoint/2010/main" val="3619239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10</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grpSp>
        <p:nvGrpSpPr>
          <p:cNvPr id="7" name="Group 6">
            <a:extLst>
              <a:ext uri="{FF2B5EF4-FFF2-40B4-BE49-F238E27FC236}">
                <a16:creationId xmlns:a16="http://schemas.microsoft.com/office/drawing/2014/main" id="{836A75D6-7339-44AA-8342-F48565CBA6EC}"/>
              </a:ext>
            </a:extLst>
          </p:cNvPr>
          <p:cNvGrpSpPr/>
          <p:nvPr/>
        </p:nvGrpSpPr>
        <p:grpSpPr>
          <a:xfrm>
            <a:off x="330069" y="716793"/>
            <a:ext cx="7447603" cy="3790233"/>
            <a:chOff x="-1057610" y="1145851"/>
            <a:chExt cx="9685673" cy="5453387"/>
          </a:xfrm>
        </p:grpSpPr>
        <p:grpSp>
          <p:nvGrpSpPr>
            <p:cNvPr id="8" name="Group 7">
              <a:extLst>
                <a:ext uri="{FF2B5EF4-FFF2-40B4-BE49-F238E27FC236}">
                  <a16:creationId xmlns:a16="http://schemas.microsoft.com/office/drawing/2014/main" id="{64A8092D-623F-4CDE-BC65-6216176B82E9}"/>
                </a:ext>
              </a:extLst>
            </p:cNvPr>
            <p:cNvGrpSpPr/>
            <p:nvPr/>
          </p:nvGrpSpPr>
          <p:grpSpPr>
            <a:xfrm>
              <a:off x="-1057610" y="1145851"/>
              <a:ext cx="9685673" cy="5453387"/>
              <a:chOff x="-1057610" y="1145851"/>
              <a:chExt cx="9685673" cy="5453387"/>
            </a:xfrm>
          </p:grpSpPr>
          <p:pic>
            <p:nvPicPr>
              <p:cNvPr id="13" name="Picture 2">
                <a:extLst>
                  <a:ext uri="{FF2B5EF4-FFF2-40B4-BE49-F238E27FC236}">
                    <a16:creationId xmlns:a16="http://schemas.microsoft.com/office/drawing/2014/main" id="{28C62AEB-FC70-48E5-B670-C27E10D088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225" y="2654300"/>
                <a:ext cx="329882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4" name="Rectangle 5">
                <a:extLst>
                  <a:ext uri="{FF2B5EF4-FFF2-40B4-BE49-F238E27FC236}">
                    <a16:creationId xmlns:a16="http://schemas.microsoft.com/office/drawing/2014/main" id="{C690110A-5783-4818-8F57-554C45B5BF33}"/>
                  </a:ext>
                </a:extLst>
              </p:cNvPr>
              <p:cNvSpPr>
                <a:spLocks noChangeArrowheads="1"/>
              </p:cNvSpPr>
              <p:nvPr/>
            </p:nvSpPr>
            <p:spPr bwMode="auto">
              <a:xfrm>
                <a:off x="-1057610" y="1145851"/>
                <a:ext cx="7670800"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180975" marR="0" lvl="0" indent="-180975" defTabSz="914400" eaLnBrk="1" fontAlgn="base" latinLnBrk="0" hangingPunct="1">
                  <a:lnSpc>
                    <a:spcPct val="9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A </a:t>
                </a:r>
                <a:r>
                  <a:rPr kumimoji="0" lang="en-US" altLang="en-US" sz="1800" b="0" i="0" u="none" strike="noStrike" kern="0" cap="none" spc="0" normalizeH="0" baseline="0">
                    <a:ln>
                      <a:noFill/>
                    </a:ln>
                    <a:solidFill>
                      <a:srgbClr val="009530"/>
                    </a:solidFill>
                    <a:effectLst/>
                    <a:uLnTx/>
                    <a:uFillTx/>
                    <a:latin typeface="Arial" panose="020B0604020202020204" pitchFamily="34" charset="0"/>
                  </a:rPr>
                  <a:t>timer</a:t>
                </a: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 can be </a:t>
                </a:r>
                <a:r>
                  <a:rPr kumimoji="0" lang="en-US" altLang="en-US" sz="1800" b="0" i="0" u="none" strike="noStrike" kern="0" cap="none" spc="0" normalizeH="0" baseline="0">
                    <a:ln>
                      <a:noFill/>
                    </a:ln>
                    <a:solidFill>
                      <a:srgbClr val="009530"/>
                    </a:solidFill>
                    <a:effectLst/>
                    <a:uLnTx/>
                    <a:uFillTx/>
                    <a:latin typeface="Arial" panose="020B0604020202020204" pitchFamily="34" charset="0"/>
                  </a:rPr>
                  <a:t>configured</a:t>
                </a: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 to the contact :</a:t>
                </a:r>
                <a:endParaRPr kumimoji="0" lang="en-US" altLang="en-US" sz="1800" b="0" i="0" u="none" strike="noStrike" kern="0" cap="none" spc="0" normalizeH="0" baseline="0" noProof="0" dirty="0">
                  <a:ln>
                    <a:noFill/>
                  </a:ln>
                  <a:solidFill>
                    <a:srgbClr val="009530"/>
                  </a:solidFill>
                  <a:effectLst/>
                  <a:uLnTx/>
                  <a:uFillTx/>
                  <a:latin typeface="Arial" panose="020B0604020202020204" pitchFamily="34" charset="0"/>
                </a:endParaRPr>
              </a:p>
            </p:txBody>
          </p:sp>
          <p:grpSp>
            <p:nvGrpSpPr>
              <p:cNvPr id="15" name="Group 6">
                <a:extLst>
                  <a:ext uri="{FF2B5EF4-FFF2-40B4-BE49-F238E27FC236}">
                    <a16:creationId xmlns:a16="http://schemas.microsoft.com/office/drawing/2014/main" id="{D9067558-AAF2-4B8E-B3AD-2DEB70692E50}"/>
                  </a:ext>
                </a:extLst>
              </p:cNvPr>
              <p:cNvGrpSpPr>
                <a:grpSpLocks/>
              </p:cNvGrpSpPr>
              <p:nvPr/>
            </p:nvGrpSpPr>
            <p:grpSpPr bwMode="auto">
              <a:xfrm>
                <a:off x="5113338" y="1374775"/>
                <a:ext cx="3514725" cy="1276350"/>
                <a:chOff x="2589" y="921"/>
                <a:chExt cx="2214" cy="804"/>
              </a:xfrm>
            </p:grpSpPr>
            <p:sp>
              <p:nvSpPr>
                <p:cNvPr id="119" name="Line 7">
                  <a:extLst>
                    <a:ext uri="{FF2B5EF4-FFF2-40B4-BE49-F238E27FC236}">
                      <a16:creationId xmlns:a16="http://schemas.microsoft.com/office/drawing/2014/main" id="{8D72C8E4-D31E-4638-A8C1-834FDF48E9D2}"/>
                    </a:ext>
                  </a:extLst>
                </p:cNvPr>
                <p:cNvSpPr>
                  <a:spLocks noChangeShapeType="1"/>
                </p:cNvSpPr>
                <p:nvPr/>
              </p:nvSpPr>
              <p:spPr bwMode="auto">
                <a:xfrm>
                  <a:off x="3064" y="1531"/>
                  <a:ext cx="0" cy="1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20" name="Line 8">
                  <a:extLst>
                    <a:ext uri="{FF2B5EF4-FFF2-40B4-BE49-F238E27FC236}">
                      <a16:creationId xmlns:a16="http://schemas.microsoft.com/office/drawing/2014/main" id="{42A6E01B-487C-4660-81BB-A7B4B3D362A8}"/>
                    </a:ext>
                  </a:extLst>
                </p:cNvPr>
                <p:cNvSpPr>
                  <a:spLocks noChangeShapeType="1"/>
                </p:cNvSpPr>
                <p:nvPr/>
              </p:nvSpPr>
              <p:spPr bwMode="auto">
                <a:xfrm>
                  <a:off x="2885" y="1375"/>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21" name="Line 9">
                  <a:extLst>
                    <a:ext uri="{FF2B5EF4-FFF2-40B4-BE49-F238E27FC236}">
                      <a16:creationId xmlns:a16="http://schemas.microsoft.com/office/drawing/2014/main" id="{A6EE3B71-B27F-48F1-B8B6-F634A6AB36B8}"/>
                    </a:ext>
                  </a:extLst>
                </p:cNvPr>
                <p:cNvSpPr>
                  <a:spLocks noChangeShapeType="1"/>
                </p:cNvSpPr>
                <p:nvPr/>
              </p:nvSpPr>
              <p:spPr bwMode="auto">
                <a:xfrm>
                  <a:off x="2683" y="1367"/>
                  <a:ext cx="21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22" name="Line 10">
                  <a:extLst>
                    <a:ext uri="{FF2B5EF4-FFF2-40B4-BE49-F238E27FC236}">
                      <a16:creationId xmlns:a16="http://schemas.microsoft.com/office/drawing/2014/main" id="{71E85C27-64AF-475D-904E-97BA9EB81470}"/>
                    </a:ext>
                  </a:extLst>
                </p:cNvPr>
                <p:cNvSpPr>
                  <a:spLocks noChangeShapeType="1"/>
                </p:cNvSpPr>
                <p:nvPr/>
              </p:nvSpPr>
              <p:spPr bwMode="auto">
                <a:xfrm flipV="1">
                  <a:off x="2894" y="1305"/>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23" name="Line 11">
                  <a:extLst>
                    <a:ext uri="{FF2B5EF4-FFF2-40B4-BE49-F238E27FC236}">
                      <a16:creationId xmlns:a16="http://schemas.microsoft.com/office/drawing/2014/main" id="{A528D4A0-CE1F-4429-8209-43C395BFE0D7}"/>
                    </a:ext>
                  </a:extLst>
                </p:cNvPr>
                <p:cNvSpPr>
                  <a:spLocks noChangeShapeType="1"/>
                </p:cNvSpPr>
                <p:nvPr/>
              </p:nvSpPr>
              <p:spPr bwMode="auto">
                <a:xfrm>
                  <a:off x="2894" y="1305"/>
                  <a:ext cx="513" cy="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24" name="Line 12">
                  <a:extLst>
                    <a:ext uri="{FF2B5EF4-FFF2-40B4-BE49-F238E27FC236}">
                      <a16:creationId xmlns:a16="http://schemas.microsoft.com/office/drawing/2014/main" id="{BCE32B53-080E-4171-A27F-810D5FD2ABC8}"/>
                    </a:ext>
                  </a:extLst>
                </p:cNvPr>
                <p:cNvSpPr>
                  <a:spLocks noChangeShapeType="1"/>
                </p:cNvSpPr>
                <p:nvPr/>
              </p:nvSpPr>
              <p:spPr bwMode="auto">
                <a:xfrm flipV="1">
                  <a:off x="3408" y="1305"/>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25" name="Line 13">
                  <a:extLst>
                    <a:ext uri="{FF2B5EF4-FFF2-40B4-BE49-F238E27FC236}">
                      <a16:creationId xmlns:a16="http://schemas.microsoft.com/office/drawing/2014/main" id="{EC556411-4B23-4282-99A9-9900DF4E4F0B}"/>
                    </a:ext>
                  </a:extLst>
                </p:cNvPr>
                <p:cNvSpPr>
                  <a:spLocks noChangeShapeType="1"/>
                </p:cNvSpPr>
                <p:nvPr/>
              </p:nvSpPr>
              <p:spPr bwMode="auto">
                <a:xfrm>
                  <a:off x="3411" y="1367"/>
                  <a:ext cx="43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26" name="Line 14">
                  <a:extLst>
                    <a:ext uri="{FF2B5EF4-FFF2-40B4-BE49-F238E27FC236}">
                      <a16:creationId xmlns:a16="http://schemas.microsoft.com/office/drawing/2014/main" id="{74CEB2BA-0559-4C63-B9DF-B02A630E40DD}"/>
                    </a:ext>
                  </a:extLst>
                </p:cNvPr>
                <p:cNvSpPr>
                  <a:spLocks noChangeShapeType="1"/>
                </p:cNvSpPr>
                <p:nvPr/>
              </p:nvSpPr>
              <p:spPr bwMode="auto">
                <a:xfrm>
                  <a:off x="2664" y="1530"/>
                  <a:ext cx="406"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27" name="Line 15">
                  <a:extLst>
                    <a:ext uri="{FF2B5EF4-FFF2-40B4-BE49-F238E27FC236}">
                      <a16:creationId xmlns:a16="http://schemas.microsoft.com/office/drawing/2014/main" id="{C30C7E52-A21A-4D31-A79A-4E7A09E5FE0C}"/>
                    </a:ext>
                  </a:extLst>
                </p:cNvPr>
                <p:cNvSpPr>
                  <a:spLocks noChangeShapeType="1"/>
                </p:cNvSpPr>
                <p:nvPr/>
              </p:nvSpPr>
              <p:spPr bwMode="auto">
                <a:xfrm flipV="1">
                  <a:off x="3070" y="1468"/>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28" name="Line 16">
                  <a:extLst>
                    <a:ext uri="{FF2B5EF4-FFF2-40B4-BE49-F238E27FC236}">
                      <a16:creationId xmlns:a16="http://schemas.microsoft.com/office/drawing/2014/main" id="{99250783-1FFE-41F4-82D2-87F92293872C}"/>
                    </a:ext>
                  </a:extLst>
                </p:cNvPr>
                <p:cNvSpPr>
                  <a:spLocks noChangeShapeType="1"/>
                </p:cNvSpPr>
                <p:nvPr/>
              </p:nvSpPr>
              <p:spPr bwMode="auto">
                <a:xfrm>
                  <a:off x="3073" y="1468"/>
                  <a:ext cx="3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29" name="Line 17">
                  <a:extLst>
                    <a:ext uri="{FF2B5EF4-FFF2-40B4-BE49-F238E27FC236}">
                      <a16:creationId xmlns:a16="http://schemas.microsoft.com/office/drawing/2014/main" id="{C87213BE-6489-4A11-A1C0-8CC0AF4E5CFA}"/>
                    </a:ext>
                  </a:extLst>
                </p:cNvPr>
                <p:cNvSpPr>
                  <a:spLocks noChangeShapeType="1"/>
                </p:cNvSpPr>
                <p:nvPr/>
              </p:nvSpPr>
              <p:spPr bwMode="auto">
                <a:xfrm flipV="1">
                  <a:off x="3408" y="1468"/>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30" name="Line 18">
                  <a:extLst>
                    <a:ext uri="{FF2B5EF4-FFF2-40B4-BE49-F238E27FC236}">
                      <a16:creationId xmlns:a16="http://schemas.microsoft.com/office/drawing/2014/main" id="{E7A0A7BD-9D0A-47C8-BFFD-DED196A3F042}"/>
                    </a:ext>
                  </a:extLst>
                </p:cNvPr>
                <p:cNvSpPr>
                  <a:spLocks noChangeShapeType="1"/>
                </p:cNvSpPr>
                <p:nvPr/>
              </p:nvSpPr>
              <p:spPr bwMode="auto">
                <a:xfrm>
                  <a:off x="3411" y="1530"/>
                  <a:ext cx="43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31" name="Line 19">
                  <a:extLst>
                    <a:ext uri="{FF2B5EF4-FFF2-40B4-BE49-F238E27FC236}">
                      <a16:creationId xmlns:a16="http://schemas.microsoft.com/office/drawing/2014/main" id="{1983829A-E532-4E0A-9C7D-9E85752B29CD}"/>
                    </a:ext>
                  </a:extLst>
                </p:cNvPr>
                <p:cNvSpPr>
                  <a:spLocks noChangeShapeType="1"/>
                </p:cNvSpPr>
                <p:nvPr/>
              </p:nvSpPr>
              <p:spPr bwMode="auto">
                <a:xfrm>
                  <a:off x="2882" y="1679"/>
                  <a:ext cx="194" cy="0"/>
                </a:xfrm>
                <a:prstGeom prst="line">
                  <a:avLst/>
                </a:prstGeom>
                <a:noFill/>
                <a:ln w="28575">
                  <a:solidFill>
                    <a:srgbClr val="B10043"/>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32" name="Rectangle 20">
                  <a:extLst>
                    <a:ext uri="{FF2B5EF4-FFF2-40B4-BE49-F238E27FC236}">
                      <a16:creationId xmlns:a16="http://schemas.microsoft.com/office/drawing/2014/main" id="{9C3C220A-5A71-4B13-AEDF-78AAEBC1E0C0}"/>
                    </a:ext>
                  </a:extLst>
                </p:cNvPr>
                <p:cNvSpPr>
                  <a:spLocks noChangeArrowheads="1"/>
                </p:cNvSpPr>
                <p:nvPr/>
              </p:nvSpPr>
              <p:spPr bwMode="auto">
                <a:xfrm>
                  <a:off x="2590" y="1194"/>
                  <a:ext cx="2213" cy="531"/>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626469"/>
                    </a:solidFill>
                    <a:effectLst/>
                    <a:uLnTx/>
                    <a:uFillTx/>
                    <a:latin typeface="Arial" panose="020B0604020202020204" pitchFamily="34" charset="0"/>
                  </a:endParaRPr>
                </a:p>
              </p:txBody>
            </p:sp>
            <p:sp>
              <p:nvSpPr>
                <p:cNvPr id="133" name="Text Box 21">
                  <a:extLst>
                    <a:ext uri="{FF2B5EF4-FFF2-40B4-BE49-F238E27FC236}">
                      <a16:creationId xmlns:a16="http://schemas.microsoft.com/office/drawing/2014/main" id="{90774D74-40C9-4763-9698-515228A5C475}"/>
                    </a:ext>
                  </a:extLst>
                </p:cNvPr>
                <p:cNvSpPr txBox="1">
                  <a:spLocks noChangeArrowheads="1"/>
                </p:cNvSpPr>
                <p:nvPr/>
              </p:nvSpPr>
              <p:spPr bwMode="auto">
                <a:xfrm>
                  <a:off x="2944" y="1575"/>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fr-FR" altLang="en-US" sz="1000" b="1" i="0" u="none" strike="noStrike" kern="0" cap="none" spc="0" normalizeH="0" baseline="0" noProof="0">
                      <a:ln>
                        <a:noFill/>
                      </a:ln>
                      <a:solidFill>
                        <a:srgbClr val="B10043"/>
                      </a:solidFill>
                      <a:effectLst/>
                      <a:uLnTx/>
                      <a:uFillTx/>
                      <a:latin typeface="FuturaA Md BT" pitchFamily="34" charset="0"/>
                    </a:rPr>
                    <a:t>1</a:t>
                  </a:r>
                </a:p>
              </p:txBody>
            </p:sp>
            <p:sp>
              <p:nvSpPr>
                <p:cNvPr id="134" name="Line 22">
                  <a:extLst>
                    <a:ext uri="{FF2B5EF4-FFF2-40B4-BE49-F238E27FC236}">
                      <a16:creationId xmlns:a16="http://schemas.microsoft.com/office/drawing/2014/main" id="{ED867035-3F80-44FF-9B38-E6851E0BFAAE}"/>
                    </a:ext>
                  </a:extLst>
                </p:cNvPr>
                <p:cNvSpPr>
                  <a:spLocks noChangeShapeType="1"/>
                </p:cNvSpPr>
                <p:nvPr/>
              </p:nvSpPr>
              <p:spPr bwMode="auto">
                <a:xfrm>
                  <a:off x="3917" y="1363"/>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35" name="Line 23">
                  <a:extLst>
                    <a:ext uri="{FF2B5EF4-FFF2-40B4-BE49-F238E27FC236}">
                      <a16:creationId xmlns:a16="http://schemas.microsoft.com/office/drawing/2014/main" id="{FA7FA1A6-E25B-4F5D-AA15-C6189F74B1EA}"/>
                    </a:ext>
                  </a:extLst>
                </p:cNvPr>
                <p:cNvSpPr>
                  <a:spLocks noChangeShapeType="1"/>
                </p:cNvSpPr>
                <p:nvPr/>
              </p:nvSpPr>
              <p:spPr bwMode="auto">
                <a:xfrm>
                  <a:off x="3803" y="1367"/>
                  <a:ext cx="11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36" name="Line 24">
                  <a:extLst>
                    <a:ext uri="{FF2B5EF4-FFF2-40B4-BE49-F238E27FC236}">
                      <a16:creationId xmlns:a16="http://schemas.microsoft.com/office/drawing/2014/main" id="{2EDEA6F3-0168-4318-A076-7A1BEA7B5C98}"/>
                    </a:ext>
                  </a:extLst>
                </p:cNvPr>
                <p:cNvSpPr>
                  <a:spLocks noChangeShapeType="1"/>
                </p:cNvSpPr>
                <p:nvPr/>
              </p:nvSpPr>
              <p:spPr bwMode="auto">
                <a:xfrm flipV="1">
                  <a:off x="3918" y="1305"/>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37" name="Line 25">
                  <a:extLst>
                    <a:ext uri="{FF2B5EF4-FFF2-40B4-BE49-F238E27FC236}">
                      <a16:creationId xmlns:a16="http://schemas.microsoft.com/office/drawing/2014/main" id="{049F2AFD-E466-4DAC-86AE-E120BA79ADBE}"/>
                    </a:ext>
                  </a:extLst>
                </p:cNvPr>
                <p:cNvSpPr>
                  <a:spLocks noChangeShapeType="1"/>
                </p:cNvSpPr>
                <p:nvPr/>
              </p:nvSpPr>
              <p:spPr bwMode="auto">
                <a:xfrm>
                  <a:off x="3914" y="1305"/>
                  <a:ext cx="11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38" name="Line 26">
                  <a:extLst>
                    <a:ext uri="{FF2B5EF4-FFF2-40B4-BE49-F238E27FC236}">
                      <a16:creationId xmlns:a16="http://schemas.microsoft.com/office/drawing/2014/main" id="{E51DBB74-5E9A-4EDD-80E5-47D3CCC9550A}"/>
                    </a:ext>
                  </a:extLst>
                </p:cNvPr>
                <p:cNvSpPr>
                  <a:spLocks noChangeShapeType="1"/>
                </p:cNvSpPr>
                <p:nvPr/>
              </p:nvSpPr>
              <p:spPr bwMode="auto">
                <a:xfrm>
                  <a:off x="4487" y="1367"/>
                  <a:ext cx="22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39" name="Line 27">
                  <a:extLst>
                    <a:ext uri="{FF2B5EF4-FFF2-40B4-BE49-F238E27FC236}">
                      <a16:creationId xmlns:a16="http://schemas.microsoft.com/office/drawing/2014/main" id="{D5899167-F807-4E95-AE57-4FD102133516}"/>
                    </a:ext>
                  </a:extLst>
                </p:cNvPr>
                <p:cNvSpPr>
                  <a:spLocks noChangeShapeType="1"/>
                </p:cNvSpPr>
                <p:nvPr/>
              </p:nvSpPr>
              <p:spPr bwMode="auto">
                <a:xfrm>
                  <a:off x="3808" y="1530"/>
                  <a:ext cx="64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40" name="Line 28">
                  <a:extLst>
                    <a:ext uri="{FF2B5EF4-FFF2-40B4-BE49-F238E27FC236}">
                      <a16:creationId xmlns:a16="http://schemas.microsoft.com/office/drawing/2014/main" id="{4BB0DC81-742D-4A35-83D3-916E58ABB964}"/>
                    </a:ext>
                  </a:extLst>
                </p:cNvPr>
                <p:cNvSpPr>
                  <a:spLocks noChangeShapeType="1"/>
                </p:cNvSpPr>
                <p:nvPr/>
              </p:nvSpPr>
              <p:spPr bwMode="auto">
                <a:xfrm flipV="1">
                  <a:off x="4446" y="1468"/>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41" name="Line 29">
                  <a:extLst>
                    <a:ext uri="{FF2B5EF4-FFF2-40B4-BE49-F238E27FC236}">
                      <a16:creationId xmlns:a16="http://schemas.microsoft.com/office/drawing/2014/main" id="{1574F6B8-C005-4340-A714-2416916E0490}"/>
                    </a:ext>
                  </a:extLst>
                </p:cNvPr>
                <p:cNvSpPr>
                  <a:spLocks noChangeShapeType="1"/>
                </p:cNvSpPr>
                <p:nvPr/>
              </p:nvSpPr>
              <p:spPr bwMode="auto">
                <a:xfrm>
                  <a:off x="4453" y="1468"/>
                  <a:ext cx="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42" name="Line 30">
                  <a:extLst>
                    <a:ext uri="{FF2B5EF4-FFF2-40B4-BE49-F238E27FC236}">
                      <a16:creationId xmlns:a16="http://schemas.microsoft.com/office/drawing/2014/main" id="{AB00842D-0ADE-485D-B450-D995DCB6DEC4}"/>
                    </a:ext>
                  </a:extLst>
                </p:cNvPr>
                <p:cNvSpPr>
                  <a:spLocks noChangeShapeType="1"/>
                </p:cNvSpPr>
                <p:nvPr/>
              </p:nvSpPr>
              <p:spPr bwMode="auto">
                <a:xfrm>
                  <a:off x="4487" y="1530"/>
                  <a:ext cx="21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43" name="Line 31">
                  <a:extLst>
                    <a:ext uri="{FF2B5EF4-FFF2-40B4-BE49-F238E27FC236}">
                      <a16:creationId xmlns:a16="http://schemas.microsoft.com/office/drawing/2014/main" id="{B84C0C9E-4CB3-4925-9C0F-3C28911B9169}"/>
                    </a:ext>
                  </a:extLst>
                </p:cNvPr>
                <p:cNvSpPr>
                  <a:spLocks noChangeShapeType="1"/>
                </p:cNvSpPr>
                <p:nvPr/>
              </p:nvSpPr>
              <p:spPr bwMode="auto">
                <a:xfrm>
                  <a:off x="3922" y="1679"/>
                  <a:ext cx="194" cy="0"/>
                </a:xfrm>
                <a:prstGeom prst="line">
                  <a:avLst/>
                </a:prstGeom>
                <a:noFill/>
                <a:ln w="28575">
                  <a:solidFill>
                    <a:srgbClr val="B10043"/>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44" name="Text Box 32">
                  <a:extLst>
                    <a:ext uri="{FF2B5EF4-FFF2-40B4-BE49-F238E27FC236}">
                      <a16:creationId xmlns:a16="http://schemas.microsoft.com/office/drawing/2014/main" id="{8C652BFF-638C-4D13-B045-F606F01C923E}"/>
                    </a:ext>
                  </a:extLst>
                </p:cNvPr>
                <p:cNvSpPr txBox="1">
                  <a:spLocks noChangeArrowheads="1"/>
                </p:cNvSpPr>
                <p:nvPr/>
              </p:nvSpPr>
              <p:spPr bwMode="auto">
                <a:xfrm>
                  <a:off x="3984" y="1575"/>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fr-FR" altLang="en-US" sz="1000" b="1" i="0" u="none" strike="noStrike" kern="0" cap="none" spc="0" normalizeH="0" baseline="0" noProof="0">
                      <a:ln>
                        <a:noFill/>
                      </a:ln>
                      <a:solidFill>
                        <a:srgbClr val="B10043"/>
                      </a:solidFill>
                      <a:effectLst/>
                      <a:uLnTx/>
                      <a:uFillTx/>
                      <a:latin typeface="FuturaA Md BT" pitchFamily="34" charset="0"/>
                    </a:rPr>
                    <a:t>1</a:t>
                  </a:r>
                </a:p>
              </p:txBody>
            </p:sp>
            <p:sp>
              <p:nvSpPr>
                <p:cNvPr id="145" name="Line 33">
                  <a:extLst>
                    <a:ext uri="{FF2B5EF4-FFF2-40B4-BE49-F238E27FC236}">
                      <a16:creationId xmlns:a16="http://schemas.microsoft.com/office/drawing/2014/main" id="{0150A708-19D9-45DD-BE94-80FDDD8816E7}"/>
                    </a:ext>
                  </a:extLst>
                </p:cNvPr>
                <p:cNvSpPr>
                  <a:spLocks noChangeShapeType="1"/>
                </p:cNvSpPr>
                <p:nvPr/>
              </p:nvSpPr>
              <p:spPr bwMode="auto">
                <a:xfrm flipV="1">
                  <a:off x="4026" y="1305"/>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46" name="Line 34">
                  <a:extLst>
                    <a:ext uri="{FF2B5EF4-FFF2-40B4-BE49-F238E27FC236}">
                      <a16:creationId xmlns:a16="http://schemas.microsoft.com/office/drawing/2014/main" id="{9B1ABD97-7EC6-48D0-B311-C80B559E12F0}"/>
                    </a:ext>
                  </a:extLst>
                </p:cNvPr>
                <p:cNvSpPr>
                  <a:spLocks noChangeShapeType="1"/>
                </p:cNvSpPr>
                <p:nvPr/>
              </p:nvSpPr>
              <p:spPr bwMode="auto">
                <a:xfrm>
                  <a:off x="4105" y="1375"/>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47" name="Line 35">
                  <a:extLst>
                    <a:ext uri="{FF2B5EF4-FFF2-40B4-BE49-F238E27FC236}">
                      <a16:creationId xmlns:a16="http://schemas.microsoft.com/office/drawing/2014/main" id="{9202F650-511F-4A05-A200-1B6AC49FFEE7}"/>
                    </a:ext>
                  </a:extLst>
                </p:cNvPr>
                <p:cNvSpPr>
                  <a:spLocks noChangeShapeType="1"/>
                </p:cNvSpPr>
                <p:nvPr/>
              </p:nvSpPr>
              <p:spPr bwMode="auto">
                <a:xfrm>
                  <a:off x="4023" y="1369"/>
                  <a:ext cx="24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48" name="Line 36">
                  <a:extLst>
                    <a:ext uri="{FF2B5EF4-FFF2-40B4-BE49-F238E27FC236}">
                      <a16:creationId xmlns:a16="http://schemas.microsoft.com/office/drawing/2014/main" id="{A8400685-C24C-4649-8F56-B7C06B402725}"/>
                    </a:ext>
                  </a:extLst>
                </p:cNvPr>
                <p:cNvSpPr>
                  <a:spLocks noChangeShapeType="1"/>
                </p:cNvSpPr>
                <p:nvPr/>
              </p:nvSpPr>
              <p:spPr bwMode="auto">
                <a:xfrm flipV="1">
                  <a:off x="4262" y="1305"/>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49" name="Line 37">
                  <a:extLst>
                    <a:ext uri="{FF2B5EF4-FFF2-40B4-BE49-F238E27FC236}">
                      <a16:creationId xmlns:a16="http://schemas.microsoft.com/office/drawing/2014/main" id="{6EE5C0FD-F28D-42A6-8E12-A0B0009B282C}"/>
                    </a:ext>
                  </a:extLst>
                </p:cNvPr>
                <p:cNvSpPr>
                  <a:spLocks noChangeShapeType="1"/>
                </p:cNvSpPr>
                <p:nvPr/>
              </p:nvSpPr>
              <p:spPr bwMode="auto">
                <a:xfrm>
                  <a:off x="4254" y="1305"/>
                  <a:ext cx="241" cy="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50" name="Line 38">
                  <a:extLst>
                    <a:ext uri="{FF2B5EF4-FFF2-40B4-BE49-F238E27FC236}">
                      <a16:creationId xmlns:a16="http://schemas.microsoft.com/office/drawing/2014/main" id="{7A696F97-EAF7-4592-A2F8-326094BEEC47}"/>
                    </a:ext>
                  </a:extLst>
                </p:cNvPr>
                <p:cNvSpPr>
                  <a:spLocks noChangeShapeType="1"/>
                </p:cNvSpPr>
                <p:nvPr/>
              </p:nvSpPr>
              <p:spPr bwMode="auto">
                <a:xfrm flipV="1">
                  <a:off x="4490" y="1305"/>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51" name="Line 39">
                  <a:extLst>
                    <a:ext uri="{FF2B5EF4-FFF2-40B4-BE49-F238E27FC236}">
                      <a16:creationId xmlns:a16="http://schemas.microsoft.com/office/drawing/2014/main" id="{9C05D87C-D6D4-467A-A4C5-DE90679015F6}"/>
                    </a:ext>
                  </a:extLst>
                </p:cNvPr>
                <p:cNvSpPr>
                  <a:spLocks noChangeShapeType="1"/>
                </p:cNvSpPr>
                <p:nvPr/>
              </p:nvSpPr>
              <p:spPr bwMode="auto">
                <a:xfrm>
                  <a:off x="4261" y="1363"/>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52" name="Line 40">
                  <a:extLst>
                    <a:ext uri="{FF2B5EF4-FFF2-40B4-BE49-F238E27FC236}">
                      <a16:creationId xmlns:a16="http://schemas.microsoft.com/office/drawing/2014/main" id="{1AF30C76-BAE1-4311-89D4-8EA457063319}"/>
                    </a:ext>
                  </a:extLst>
                </p:cNvPr>
                <p:cNvSpPr>
                  <a:spLocks noChangeShapeType="1"/>
                </p:cNvSpPr>
                <p:nvPr/>
              </p:nvSpPr>
              <p:spPr bwMode="auto">
                <a:xfrm>
                  <a:off x="4266" y="1679"/>
                  <a:ext cx="194" cy="0"/>
                </a:xfrm>
                <a:prstGeom prst="line">
                  <a:avLst/>
                </a:prstGeom>
                <a:noFill/>
                <a:ln w="28575">
                  <a:solidFill>
                    <a:srgbClr val="B10043"/>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53" name="Text Box 41">
                  <a:extLst>
                    <a:ext uri="{FF2B5EF4-FFF2-40B4-BE49-F238E27FC236}">
                      <a16:creationId xmlns:a16="http://schemas.microsoft.com/office/drawing/2014/main" id="{DA6F1831-B252-44D8-AEA7-4685111DEDA7}"/>
                    </a:ext>
                  </a:extLst>
                </p:cNvPr>
                <p:cNvSpPr txBox="1">
                  <a:spLocks noChangeArrowheads="1"/>
                </p:cNvSpPr>
                <p:nvPr/>
              </p:nvSpPr>
              <p:spPr bwMode="auto">
                <a:xfrm>
                  <a:off x="4328" y="1575"/>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fr-FR" altLang="en-US" sz="1000" b="1" i="0" u="none" strike="noStrike" kern="0" cap="none" spc="0" normalizeH="0" baseline="0" noProof="0">
                      <a:ln>
                        <a:noFill/>
                      </a:ln>
                      <a:solidFill>
                        <a:srgbClr val="B10043"/>
                      </a:solidFill>
                      <a:effectLst/>
                      <a:uLnTx/>
                      <a:uFillTx/>
                      <a:latin typeface="FuturaA Md BT" pitchFamily="34" charset="0"/>
                    </a:rPr>
                    <a:t>1</a:t>
                  </a:r>
                </a:p>
              </p:txBody>
            </p:sp>
            <p:sp>
              <p:nvSpPr>
                <p:cNvPr id="154" name="Line 42">
                  <a:extLst>
                    <a:ext uri="{FF2B5EF4-FFF2-40B4-BE49-F238E27FC236}">
                      <a16:creationId xmlns:a16="http://schemas.microsoft.com/office/drawing/2014/main" id="{C5D89C5B-F47A-48D2-B872-34C6D7ABFE2B}"/>
                    </a:ext>
                  </a:extLst>
                </p:cNvPr>
                <p:cNvSpPr>
                  <a:spLocks noChangeShapeType="1"/>
                </p:cNvSpPr>
                <p:nvPr/>
              </p:nvSpPr>
              <p:spPr bwMode="auto">
                <a:xfrm>
                  <a:off x="4445" y="1467"/>
                  <a:ext cx="0" cy="2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55" name="Line 43">
                  <a:extLst>
                    <a:ext uri="{FF2B5EF4-FFF2-40B4-BE49-F238E27FC236}">
                      <a16:creationId xmlns:a16="http://schemas.microsoft.com/office/drawing/2014/main" id="{E3E79466-9302-48E4-B817-5ECA1060EA04}"/>
                    </a:ext>
                  </a:extLst>
                </p:cNvPr>
                <p:cNvSpPr>
                  <a:spLocks noChangeShapeType="1"/>
                </p:cNvSpPr>
                <p:nvPr/>
              </p:nvSpPr>
              <p:spPr bwMode="auto">
                <a:xfrm flipV="1">
                  <a:off x="4490" y="1469"/>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56" name="Text Box 44">
                  <a:extLst>
                    <a:ext uri="{FF2B5EF4-FFF2-40B4-BE49-F238E27FC236}">
                      <a16:creationId xmlns:a16="http://schemas.microsoft.com/office/drawing/2014/main" id="{C5197F01-1B29-4397-896F-606EFA493773}"/>
                    </a:ext>
                  </a:extLst>
                </p:cNvPr>
                <p:cNvSpPr txBox="1">
                  <a:spLocks noChangeArrowheads="1"/>
                </p:cNvSpPr>
                <p:nvPr/>
              </p:nvSpPr>
              <p:spPr bwMode="auto">
                <a:xfrm>
                  <a:off x="2589" y="921"/>
                  <a:ext cx="129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defTabSz="914400" eaLnBrk="0" fontAlgn="base" latinLnBrk="0" hangingPunct="0">
                    <a:lnSpc>
                      <a:spcPct val="80000"/>
                    </a:lnSpc>
                    <a:spcBef>
                      <a:spcPct val="0"/>
                    </a:spcBef>
                    <a:spcAft>
                      <a:spcPct val="0"/>
                    </a:spcAft>
                    <a:buClrTx/>
                    <a:buSzTx/>
                    <a:buFontTx/>
                    <a:buNone/>
                    <a:tabLst/>
                    <a:defRPr/>
                  </a:pPr>
                  <a:endParaRPr kumimoji="0" lang="en-GB" altLang="en-US" sz="1600" b="0" i="0" u="none" strike="noStrike" kern="0" cap="none" spc="0" normalizeH="0" baseline="0" noProof="0">
                    <a:ln>
                      <a:noFill/>
                    </a:ln>
                    <a:solidFill>
                      <a:srgbClr val="000000"/>
                    </a:solidFill>
                    <a:effectLst/>
                    <a:uLnTx/>
                    <a:uFillTx/>
                    <a:latin typeface="Arial" panose="020B0604020202020204" pitchFamily="34" charset="0"/>
                  </a:endParaRPr>
                </a:p>
                <a:p>
                  <a:pPr marL="0" marR="0" lvl="0" indent="0" defTabSz="914400" eaLnBrk="0" fontAlgn="base" latinLnBrk="0" hangingPunct="0">
                    <a:lnSpc>
                      <a:spcPct val="80000"/>
                    </a:lnSpc>
                    <a:spcBef>
                      <a:spcPct val="0"/>
                    </a:spcBef>
                    <a:spcAft>
                      <a:spcPct val="0"/>
                    </a:spcAft>
                    <a:buClrTx/>
                    <a:buSzTx/>
                    <a:buFontTx/>
                    <a:buNone/>
                    <a:tabLst/>
                    <a:defRPr/>
                  </a:pPr>
                  <a:r>
                    <a:rPr kumimoji="0" lang="en-GB" altLang="en-US" sz="1600" b="0" i="0" u="none" strike="noStrike" kern="0" cap="none" spc="0" normalizeH="0" baseline="0" noProof="0">
                      <a:ln>
                        <a:noFill/>
                      </a:ln>
                      <a:solidFill>
                        <a:srgbClr val="000000"/>
                      </a:solidFill>
                      <a:effectLst/>
                      <a:uLnTx/>
                      <a:uFillTx/>
                      <a:latin typeface="Arial" panose="020B0604020202020204" pitchFamily="34" charset="0"/>
                    </a:rPr>
                    <a:t>Pick up</a:t>
                  </a:r>
                </a:p>
              </p:txBody>
            </p:sp>
          </p:grpSp>
          <p:grpSp>
            <p:nvGrpSpPr>
              <p:cNvPr id="16" name="Group 45">
                <a:extLst>
                  <a:ext uri="{FF2B5EF4-FFF2-40B4-BE49-F238E27FC236}">
                    <a16:creationId xmlns:a16="http://schemas.microsoft.com/office/drawing/2014/main" id="{753445E6-FE47-47CE-BF21-3D5E711335C9}"/>
                  </a:ext>
                </a:extLst>
              </p:cNvPr>
              <p:cNvGrpSpPr>
                <a:grpSpLocks/>
              </p:cNvGrpSpPr>
              <p:nvPr/>
            </p:nvGrpSpPr>
            <p:grpSpPr bwMode="auto">
              <a:xfrm>
                <a:off x="5099050" y="2725738"/>
                <a:ext cx="3514725" cy="1236662"/>
                <a:chOff x="796" y="1502"/>
                <a:chExt cx="2214" cy="779"/>
              </a:xfrm>
            </p:grpSpPr>
            <p:sp>
              <p:nvSpPr>
                <p:cNvPr id="79" name="Rectangle 46">
                  <a:extLst>
                    <a:ext uri="{FF2B5EF4-FFF2-40B4-BE49-F238E27FC236}">
                      <a16:creationId xmlns:a16="http://schemas.microsoft.com/office/drawing/2014/main" id="{7BFA341E-FB3A-47DC-9B18-D477833982DC}"/>
                    </a:ext>
                  </a:extLst>
                </p:cNvPr>
                <p:cNvSpPr>
                  <a:spLocks noChangeArrowheads="1"/>
                </p:cNvSpPr>
                <p:nvPr/>
              </p:nvSpPr>
              <p:spPr bwMode="auto">
                <a:xfrm>
                  <a:off x="797" y="1750"/>
                  <a:ext cx="2213" cy="531"/>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626469"/>
                    </a:solidFill>
                    <a:effectLst/>
                    <a:uLnTx/>
                    <a:uFillTx/>
                    <a:latin typeface="Arial" panose="020B0604020202020204" pitchFamily="34" charset="0"/>
                  </a:endParaRPr>
                </a:p>
              </p:txBody>
            </p:sp>
            <p:sp>
              <p:nvSpPr>
                <p:cNvPr id="80" name="Line 47">
                  <a:extLst>
                    <a:ext uri="{FF2B5EF4-FFF2-40B4-BE49-F238E27FC236}">
                      <a16:creationId xmlns:a16="http://schemas.microsoft.com/office/drawing/2014/main" id="{5995F7D2-26A2-4663-96B0-7A50AA250893}"/>
                    </a:ext>
                  </a:extLst>
                </p:cNvPr>
                <p:cNvSpPr>
                  <a:spLocks noChangeShapeType="1"/>
                </p:cNvSpPr>
                <p:nvPr/>
              </p:nvSpPr>
              <p:spPr bwMode="auto">
                <a:xfrm>
                  <a:off x="1271" y="2052"/>
                  <a:ext cx="0" cy="1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81" name="Line 48">
                  <a:extLst>
                    <a:ext uri="{FF2B5EF4-FFF2-40B4-BE49-F238E27FC236}">
                      <a16:creationId xmlns:a16="http://schemas.microsoft.com/office/drawing/2014/main" id="{AEE9CF27-D094-40BD-B8BC-688B41AF6109}"/>
                    </a:ext>
                  </a:extLst>
                </p:cNvPr>
                <p:cNvSpPr>
                  <a:spLocks noChangeShapeType="1"/>
                </p:cNvSpPr>
                <p:nvPr/>
              </p:nvSpPr>
              <p:spPr bwMode="auto">
                <a:xfrm>
                  <a:off x="1092" y="1896"/>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82" name="Line 49">
                  <a:extLst>
                    <a:ext uri="{FF2B5EF4-FFF2-40B4-BE49-F238E27FC236}">
                      <a16:creationId xmlns:a16="http://schemas.microsoft.com/office/drawing/2014/main" id="{F995CD80-7F11-4ACC-833B-4C7C17A1A7A1}"/>
                    </a:ext>
                  </a:extLst>
                </p:cNvPr>
                <p:cNvSpPr>
                  <a:spLocks noChangeShapeType="1"/>
                </p:cNvSpPr>
                <p:nvPr/>
              </p:nvSpPr>
              <p:spPr bwMode="auto">
                <a:xfrm flipV="1">
                  <a:off x="867" y="1997"/>
                  <a:ext cx="406"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83" name="Line 50">
                  <a:extLst>
                    <a:ext uri="{FF2B5EF4-FFF2-40B4-BE49-F238E27FC236}">
                      <a16:creationId xmlns:a16="http://schemas.microsoft.com/office/drawing/2014/main" id="{E31E5432-25D9-4A1A-BBFD-40B15027A49C}"/>
                    </a:ext>
                  </a:extLst>
                </p:cNvPr>
                <p:cNvSpPr>
                  <a:spLocks noChangeShapeType="1"/>
                </p:cNvSpPr>
                <p:nvPr/>
              </p:nvSpPr>
              <p:spPr bwMode="auto">
                <a:xfrm>
                  <a:off x="1273" y="1989"/>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84" name="Line 51">
                  <a:extLst>
                    <a:ext uri="{FF2B5EF4-FFF2-40B4-BE49-F238E27FC236}">
                      <a16:creationId xmlns:a16="http://schemas.microsoft.com/office/drawing/2014/main" id="{02A1E414-B084-4B4C-A9E2-1EB3BB2CA0FF}"/>
                    </a:ext>
                  </a:extLst>
                </p:cNvPr>
                <p:cNvSpPr>
                  <a:spLocks noChangeShapeType="1"/>
                </p:cNvSpPr>
                <p:nvPr/>
              </p:nvSpPr>
              <p:spPr bwMode="auto">
                <a:xfrm flipV="1">
                  <a:off x="1276" y="2059"/>
                  <a:ext cx="3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85" name="Line 52">
                  <a:extLst>
                    <a:ext uri="{FF2B5EF4-FFF2-40B4-BE49-F238E27FC236}">
                      <a16:creationId xmlns:a16="http://schemas.microsoft.com/office/drawing/2014/main" id="{21BD6FD5-0582-4332-9E55-BEDC43FC135C}"/>
                    </a:ext>
                  </a:extLst>
                </p:cNvPr>
                <p:cNvSpPr>
                  <a:spLocks noChangeShapeType="1"/>
                </p:cNvSpPr>
                <p:nvPr/>
              </p:nvSpPr>
              <p:spPr bwMode="auto">
                <a:xfrm>
                  <a:off x="1611" y="1989"/>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86" name="Line 53">
                  <a:extLst>
                    <a:ext uri="{FF2B5EF4-FFF2-40B4-BE49-F238E27FC236}">
                      <a16:creationId xmlns:a16="http://schemas.microsoft.com/office/drawing/2014/main" id="{B5C4F720-0E7A-4BD7-B18E-30F74118FCFF}"/>
                    </a:ext>
                  </a:extLst>
                </p:cNvPr>
                <p:cNvSpPr>
                  <a:spLocks noChangeShapeType="1"/>
                </p:cNvSpPr>
                <p:nvPr/>
              </p:nvSpPr>
              <p:spPr bwMode="auto">
                <a:xfrm flipV="1">
                  <a:off x="1614" y="1997"/>
                  <a:ext cx="41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87" name="Line 54">
                  <a:extLst>
                    <a:ext uri="{FF2B5EF4-FFF2-40B4-BE49-F238E27FC236}">
                      <a16:creationId xmlns:a16="http://schemas.microsoft.com/office/drawing/2014/main" id="{8AC610D0-A342-480B-9500-03D5E914E122}"/>
                    </a:ext>
                  </a:extLst>
                </p:cNvPr>
                <p:cNvSpPr>
                  <a:spLocks noChangeShapeType="1"/>
                </p:cNvSpPr>
                <p:nvPr/>
              </p:nvSpPr>
              <p:spPr bwMode="auto">
                <a:xfrm>
                  <a:off x="1089" y="2200"/>
                  <a:ext cx="194" cy="0"/>
                </a:xfrm>
                <a:prstGeom prst="line">
                  <a:avLst/>
                </a:prstGeom>
                <a:noFill/>
                <a:ln w="28575">
                  <a:solidFill>
                    <a:srgbClr val="B10043"/>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88" name="Text Box 55">
                  <a:extLst>
                    <a:ext uri="{FF2B5EF4-FFF2-40B4-BE49-F238E27FC236}">
                      <a16:creationId xmlns:a16="http://schemas.microsoft.com/office/drawing/2014/main" id="{F33833A9-6771-4A2B-B8E6-1644CA576413}"/>
                    </a:ext>
                  </a:extLst>
                </p:cNvPr>
                <p:cNvSpPr txBox="1">
                  <a:spLocks noChangeArrowheads="1"/>
                </p:cNvSpPr>
                <p:nvPr/>
              </p:nvSpPr>
              <p:spPr bwMode="auto">
                <a:xfrm>
                  <a:off x="1151" y="2096"/>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fr-FR" altLang="en-US" sz="1000" b="1" i="0" u="none" strike="noStrike" kern="0" cap="none" spc="0" normalizeH="0" baseline="0" noProof="0">
                      <a:ln>
                        <a:noFill/>
                      </a:ln>
                      <a:solidFill>
                        <a:srgbClr val="B10043"/>
                      </a:solidFill>
                      <a:effectLst/>
                      <a:uLnTx/>
                      <a:uFillTx/>
                      <a:latin typeface="FuturaA Md BT" pitchFamily="34" charset="0"/>
                    </a:rPr>
                    <a:t>2</a:t>
                  </a:r>
                </a:p>
              </p:txBody>
            </p:sp>
            <p:sp>
              <p:nvSpPr>
                <p:cNvPr id="89" name="Line 56">
                  <a:extLst>
                    <a:ext uri="{FF2B5EF4-FFF2-40B4-BE49-F238E27FC236}">
                      <a16:creationId xmlns:a16="http://schemas.microsoft.com/office/drawing/2014/main" id="{2F73D662-15F6-415C-B19F-130300FB4E5F}"/>
                    </a:ext>
                  </a:extLst>
                </p:cNvPr>
                <p:cNvSpPr>
                  <a:spLocks noChangeShapeType="1"/>
                </p:cNvSpPr>
                <p:nvPr/>
              </p:nvSpPr>
              <p:spPr bwMode="auto">
                <a:xfrm>
                  <a:off x="2124" y="1896"/>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90" name="Line 57">
                  <a:extLst>
                    <a:ext uri="{FF2B5EF4-FFF2-40B4-BE49-F238E27FC236}">
                      <a16:creationId xmlns:a16="http://schemas.microsoft.com/office/drawing/2014/main" id="{20D506CF-C689-4B5D-A390-5839F3EC364B}"/>
                    </a:ext>
                  </a:extLst>
                </p:cNvPr>
                <p:cNvSpPr>
                  <a:spLocks noChangeShapeType="1"/>
                </p:cNvSpPr>
                <p:nvPr/>
              </p:nvSpPr>
              <p:spPr bwMode="auto">
                <a:xfrm>
                  <a:off x="2125" y="2214"/>
                  <a:ext cx="194" cy="0"/>
                </a:xfrm>
                <a:prstGeom prst="line">
                  <a:avLst/>
                </a:prstGeom>
                <a:noFill/>
                <a:ln w="28575">
                  <a:solidFill>
                    <a:srgbClr val="B10043"/>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91" name="Text Box 58">
                  <a:extLst>
                    <a:ext uri="{FF2B5EF4-FFF2-40B4-BE49-F238E27FC236}">
                      <a16:creationId xmlns:a16="http://schemas.microsoft.com/office/drawing/2014/main" id="{195F2385-5020-4FA8-A421-8ADE4D8BC847}"/>
                    </a:ext>
                  </a:extLst>
                </p:cNvPr>
                <p:cNvSpPr txBox="1">
                  <a:spLocks noChangeArrowheads="1"/>
                </p:cNvSpPr>
                <p:nvPr/>
              </p:nvSpPr>
              <p:spPr bwMode="auto">
                <a:xfrm>
                  <a:off x="2191" y="2096"/>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fr-FR" altLang="en-US" sz="1000" b="1" i="0" u="none" strike="noStrike" kern="0" cap="none" spc="0" normalizeH="0" baseline="0" noProof="0">
                      <a:ln>
                        <a:noFill/>
                      </a:ln>
                      <a:solidFill>
                        <a:srgbClr val="B10043"/>
                      </a:solidFill>
                      <a:effectLst/>
                      <a:uLnTx/>
                      <a:uFillTx/>
                      <a:latin typeface="FuturaA Md BT" pitchFamily="34" charset="0"/>
                    </a:rPr>
                    <a:t>2</a:t>
                  </a:r>
                </a:p>
              </p:txBody>
            </p:sp>
            <p:sp>
              <p:nvSpPr>
                <p:cNvPr id="92" name="Line 59">
                  <a:extLst>
                    <a:ext uri="{FF2B5EF4-FFF2-40B4-BE49-F238E27FC236}">
                      <a16:creationId xmlns:a16="http://schemas.microsoft.com/office/drawing/2014/main" id="{10A8C52F-4B9B-4265-B559-E1D58CF12ED7}"/>
                    </a:ext>
                  </a:extLst>
                </p:cNvPr>
                <p:cNvSpPr>
                  <a:spLocks noChangeShapeType="1"/>
                </p:cNvSpPr>
                <p:nvPr/>
              </p:nvSpPr>
              <p:spPr bwMode="auto">
                <a:xfrm>
                  <a:off x="2312" y="1896"/>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93" name="Line 60">
                  <a:extLst>
                    <a:ext uri="{FF2B5EF4-FFF2-40B4-BE49-F238E27FC236}">
                      <a16:creationId xmlns:a16="http://schemas.microsoft.com/office/drawing/2014/main" id="{01A27B4B-5879-4674-A09E-2D2F5FD8F374}"/>
                    </a:ext>
                  </a:extLst>
                </p:cNvPr>
                <p:cNvSpPr>
                  <a:spLocks noChangeShapeType="1"/>
                </p:cNvSpPr>
                <p:nvPr/>
              </p:nvSpPr>
              <p:spPr bwMode="auto">
                <a:xfrm flipV="1">
                  <a:off x="890" y="1834"/>
                  <a:ext cx="21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94" name="Line 61">
                  <a:extLst>
                    <a:ext uri="{FF2B5EF4-FFF2-40B4-BE49-F238E27FC236}">
                      <a16:creationId xmlns:a16="http://schemas.microsoft.com/office/drawing/2014/main" id="{08A24DC1-A78E-4BF1-A593-270C4E7B9FDD}"/>
                    </a:ext>
                  </a:extLst>
                </p:cNvPr>
                <p:cNvSpPr>
                  <a:spLocks noChangeShapeType="1"/>
                </p:cNvSpPr>
                <p:nvPr/>
              </p:nvSpPr>
              <p:spPr bwMode="auto">
                <a:xfrm>
                  <a:off x="1101" y="1826"/>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95" name="Line 62">
                  <a:extLst>
                    <a:ext uri="{FF2B5EF4-FFF2-40B4-BE49-F238E27FC236}">
                      <a16:creationId xmlns:a16="http://schemas.microsoft.com/office/drawing/2014/main" id="{DD5E1CC3-64BC-4405-A162-E0E280A8FAF7}"/>
                    </a:ext>
                  </a:extLst>
                </p:cNvPr>
                <p:cNvSpPr>
                  <a:spLocks noChangeShapeType="1"/>
                </p:cNvSpPr>
                <p:nvPr/>
              </p:nvSpPr>
              <p:spPr bwMode="auto">
                <a:xfrm flipV="1">
                  <a:off x="1101" y="1892"/>
                  <a:ext cx="513" cy="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96" name="Line 63">
                  <a:extLst>
                    <a:ext uri="{FF2B5EF4-FFF2-40B4-BE49-F238E27FC236}">
                      <a16:creationId xmlns:a16="http://schemas.microsoft.com/office/drawing/2014/main" id="{BC9444BD-3932-49A8-931F-7CDDC80942C4}"/>
                    </a:ext>
                  </a:extLst>
                </p:cNvPr>
                <p:cNvSpPr>
                  <a:spLocks noChangeShapeType="1"/>
                </p:cNvSpPr>
                <p:nvPr/>
              </p:nvSpPr>
              <p:spPr bwMode="auto">
                <a:xfrm>
                  <a:off x="1615" y="1826"/>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97" name="Line 64">
                  <a:extLst>
                    <a:ext uri="{FF2B5EF4-FFF2-40B4-BE49-F238E27FC236}">
                      <a16:creationId xmlns:a16="http://schemas.microsoft.com/office/drawing/2014/main" id="{BBB5AFC2-2033-43BD-BDA8-064DDB958672}"/>
                    </a:ext>
                  </a:extLst>
                </p:cNvPr>
                <p:cNvSpPr>
                  <a:spLocks noChangeShapeType="1"/>
                </p:cNvSpPr>
                <p:nvPr/>
              </p:nvSpPr>
              <p:spPr bwMode="auto">
                <a:xfrm flipV="1">
                  <a:off x="1618" y="1834"/>
                  <a:ext cx="47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98" name="Line 65">
                  <a:extLst>
                    <a:ext uri="{FF2B5EF4-FFF2-40B4-BE49-F238E27FC236}">
                      <a16:creationId xmlns:a16="http://schemas.microsoft.com/office/drawing/2014/main" id="{D8E206C7-DD1F-4784-9D9E-D195ABB76F3D}"/>
                    </a:ext>
                  </a:extLst>
                </p:cNvPr>
                <p:cNvSpPr>
                  <a:spLocks noChangeShapeType="1"/>
                </p:cNvSpPr>
                <p:nvPr/>
              </p:nvSpPr>
              <p:spPr bwMode="auto">
                <a:xfrm flipV="1">
                  <a:off x="2010" y="1834"/>
                  <a:ext cx="11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99" name="Line 66">
                  <a:extLst>
                    <a:ext uri="{FF2B5EF4-FFF2-40B4-BE49-F238E27FC236}">
                      <a16:creationId xmlns:a16="http://schemas.microsoft.com/office/drawing/2014/main" id="{3AF19280-A6B5-4E99-AF16-3A3EED3480A1}"/>
                    </a:ext>
                  </a:extLst>
                </p:cNvPr>
                <p:cNvSpPr>
                  <a:spLocks noChangeShapeType="1"/>
                </p:cNvSpPr>
                <p:nvPr/>
              </p:nvSpPr>
              <p:spPr bwMode="auto">
                <a:xfrm>
                  <a:off x="2125" y="1830"/>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00" name="Line 67">
                  <a:extLst>
                    <a:ext uri="{FF2B5EF4-FFF2-40B4-BE49-F238E27FC236}">
                      <a16:creationId xmlns:a16="http://schemas.microsoft.com/office/drawing/2014/main" id="{E718F2C1-2040-4EA2-8AFC-97B9BEF0DFEE}"/>
                    </a:ext>
                  </a:extLst>
                </p:cNvPr>
                <p:cNvSpPr>
                  <a:spLocks noChangeShapeType="1"/>
                </p:cNvSpPr>
                <p:nvPr/>
              </p:nvSpPr>
              <p:spPr bwMode="auto">
                <a:xfrm flipV="1">
                  <a:off x="2133" y="1895"/>
                  <a:ext cx="101"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01" name="Line 68">
                  <a:extLst>
                    <a:ext uri="{FF2B5EF4-FFF2-40B4-BE49-F238E27FC236}">
                      <a16:creationId xmlns:a16="http://schemas.microsoft.com/office/drawing/2014/main" id="{55F52C42-BDA0-4D88-A7C0-C38C49A6E572}"/>
                    </a:ext>
                  </a:extLst>
                </p:cNvPr>
                <p:cNvSpPr>
                  <a:spLocks noChangeShapeType="1"/>
                </p:cNvSpPr>
                <p:nvPr/>
              </p:nvSpPr>
              <p:spPr bwMode="auto">
                <a:xfrm flipV="1">
                  <a:off x="2694" y="1832"/>
                  <a:ext cx="22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02" name="Line 69">
                  <a:extLst>
                    <a:ext uri="{FF2B5EF4-FFF2-40B4-BE49-F238E27FC236}">
                      <a16:creationId xmlns:a16="http://schemas.microsoft.com/office/drawing/2014/main" id="{ADD2326E-3A7C-4CFB-AD28-4066F1F68EE5}"/>
                    </a:ext>
                  </a:extLst>
                </p:cNvPr>
                <p:cNvSpPr>
                  <a:spLocks noChangeShapeType="1"/>
                </p:cNvSpPr>
                <p:nvPr/>
              </p:nvSpPr>
              <p:spPr bwMode="auto">
                <a:xfrm>
                  <a:off x="2235" y="1830"/>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03" name="Line 70">
                  <a:extLst>
                    <a:ext uri="{FF2B5EF4-FFF2-40B4-BE49-F238E27FC236}">
                      <a16:creationId xmlns:a16="http://schemas.microsoft.com/office/drawing/2014/main" id="{098E2E3D-2D59-4126-8427-65929214DD97}"/>
                    </a:ext>
                  </a:extLst>
                </p:cNvPr>
                <p:cNvSpPr>
                  <a:spLocks noChangeShapeType="1"/>
                </p:cNvSpPr>
                <p:nvPr/>
              </p:nvSpPr>
              <p:spPr bwMode="auto">
                <a:xfrm flipV="1">
                  <a:off x="2230" y="1834"/>
                  <a:ext cx="24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04" name="Line 71">
                  <a:extLst>
                    <a:ext uri="{FF2B5EF4-FFF2-40B4-BE49-F238E27FC236}">
                      <a16:creationId xmlns:a16="http://schemas.microsoft.com/office/drawing/2014/main" id="{84AE3B7A-152C-4542-987C-BF888411F8F7}"/>
                    </a:ext>
                  </a:extLst>
                </p:cNvPr>
                <p:cNvSpPr>
                  <a:spLocks noChangeShapeType="1"/>
                </p:cNvSpPr>
                <p:nvPr/>
              </p:nvSpPr>
              <p:spPr bwMode="auto">
                <a:xfrm>
                  <a:off x="2469" y="1830"/>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05" name="Line 72">
                  <a:extLst>
                    <a:ext uri="{FF2B5EF4-FFF2-40B4-BE49-F238E27FC236}">
                      <a16:creationId xmlns:a16="http://schemas.microsoft.com/office/drawing/2014/main" id="{B78AB3BC-07D4-48BE-BDAB-8C22D757B999}"/>
                    </a:ext>
                  </a:extLst>
                </p:cNvPr>
                <p:cNvSpPr>
                  <a:spLocks noChangeShapeType="1"/>
                </p:cNvSpPr>
                <p:nvPr/>
              </p:nvSpPr>
              <p:spPr bwMode="auto">
                <a:xfrm flipV="1">
                  <a:off x="2473" y="1894"/>
                  <a:ext cx="225" cy="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06" name="Line 73">
                  <a:extLst>
                    <a:ext uri="{FF2B5EF4-FFF2-40B4-BE49-F238E27FC236}">
                      <a16:creationId xmlns:a16="http://schemas.microsoft.com/office/drawing/2014/main" id="{FD44A4D6-DC80-4233-8318-91F6C7E65C9A}"/>
                    </a:ext>
                  </a:extLst>
                </p:cNvPr>
                <p:cNvSpPr>
                  <a:spLocks noChangeShapeType="1"/>
                </p:cNvSpPr>
                <p:nvPr/>
              </p:nvSpPr>
              <p:spPr bwMode="auto">
                <a:xfrm>
                  <a:off x="2697" y="1828"/>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07" name="Line 74">
                  <a:extLst>
                    <a:ext uri="{FF2B5EF4-FFF2-40B4-BE49-F238E27FC236}">
                      <a16:creationId xmlns:a16="http://schemas.microsoft.com/office/drawing/2014/main" id="{72D0BF36-C31F-4990-A5E7-4F3067A44FE9}"/>
                    </a:ext>
                  </a:extLst>
                </p:cNvPr>
                <p:cNvSpPr>
                  <a:spLocks noChangeShapeType="1"/>
                </p:cNvSpPr>
                <p:nvPr/>
              </p:nvSpPr>
              <p:spPr bwMode="auto">
                <a:xfrm>
                  <a:off x="2468" y="1896"/>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08" name="Line 75">
                  <a:extLst>
                    <a:ext uri="{FF2B5EF4-FFF2-40B4-BE49-F238E27FC236}">
                      <a16:creationId xmlns:a16="http://schemas.microsoft.com/office/drawing/2014/main" id="{5700235F-8109-4B05-8FB3-13706011EA6A}"/>
                    </a:ext>
                  </a:extLst>
                </p:cNvPr>
                <p:cNvSpPr>
                  <a:spLocks noChangeShapeType="1"/>
                </p:cNvSpPr>
                <p:nvPr/>
              </p:nvSpPr>
              <p:spPr bwMode="auto">
                <a:xfrm>
                  <a:off x="2469" y="2214"/>
                  <a:ext cx="194" cy="0"/>
                </a:xfrm>
                <a:prstGeom prst="line">
                  <a:avLst/>
                </a:prstGeom>
                <a:noFill/>
                <a:ln w="28575">
                  <a:solidFill>
                    <a:srgbClr val="B10043"/>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09" name="Text Box 76">
                  <a:extLst>
                    <a:ext uri="{FF2B5EF4-FFF2-40B4-BE49-F238E27FC236}">
                      <a16:creationId xmlns:a16="http://schemas.microsoft.com/office/drawing/2014/main" id="{F0AD050B-5D23-440B-99EC-98E05B8EDFFC}"/>
                    </a:ext>
                  </a:extLst>
                </p:cNvPr>
                <p:cNvSpPr txBox="1">
                  <a:spLocks noChangeArrowheads="1"/>
                </p:cNvSpPr>
                <p:nvPr/>
              </p:nvSpPr>
              <p:spPr bwMode="auto">
                <a:xfrm>
                  <a:off x="2535" y="2096"/>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fr-FR" altLang="en-US" sz="1000" b="1" i="0" u="none" strike="noStrike" kern="0" cap="none" spc="0" normalizeH="0" baseline="0" noProof="0">
                      <a:ln>
                        <a:noFill/>
                      </a:ln>
                      <a:solidFill>
                        <a:srgbClr val="B10043"/>
                      </a:solidFill>
                      <a:effectLst/>
                      <a:uLnTx/>
                      <a:uFillTx/>
                      <a:latin typeface="FuturaA Md BT" pitchFamily="34" charset="0"/>
                    </a:rPr>
                    <a:t>2</a:t>
                  </a:r>
                </a:p>
              </p:txBody>
            </p:sp>
            <p:sp>
              <p:nvSpPr>
                <p:cNvPr id="110" name="Line 77">
                  <a:extLst>
                    <a:ext uri="{FF2B5EF4-FFF2-40B4-BE49-F238E27FC236}">
                      <a16:creationId xmlns:a16="http://schemas.microsoft.com/office/drawing/2014/main" id="{F3FC0AC0-A72F-4AE6-8F11-7D61332A62C5}"/>
                    </a:ext>
                  </a:extLst>
                </p:cNvPr>
                <p:cNvSpPr>
                  <a:spLocks noChangeShapeType="1"/>
                </p:cNvSpPr>
                <p:nvPr/>
              </p:nvSpPr>
              <p:spPr bwMode="auto">
                <a:xfrm>
                  <a:off x="2652" y="1988"/>
                  <a:ext cx="0" cy="2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grpSp>
              <p:nvGrpSpPr>
                <p:cNvPr id="111" name="Group 78">
                  <a:extLst>
                    <a:ext uri="{FF2B5EF4-FFF2-40B4-BE49-F238E27FC236}">
                      <a16:creationId xmlns:a16="http://schemas.microsoft.com/office/drawing/2014/main" id="{D177700F-8591-4FD3-99C5-043DB6FA35ED}"/>
                    </a:ext>
                  </a:extLst>
                </p:cNvPr>
                <p:cNvGrpSpPr>
                  <a:grpSpLocks/>
                </p:cNvGrpSpPr>
                <p:nvPr/>
              </p:nvGrpSpPr>
              <p:grpSpPr bwMode="auto">
                <a:xfrm flipV="1">
                  <a:off x="2015" y="1989"/>
                  <a:ext cx="897" cy="71"/>
                  <a:chOff x="2031" y="1925"/>
                  <a:chExt cx="897" cy="71"/>
                </a:xfrm>
              </p:grpSpPr>
              <p:sp>
                <p:nvSpPr>
                  <p:cNvPr id="114" name="Line 79">
                    <a:extLst>
                      <a:ext uri="{FF2B5EF4-FFF2-40B4-BE49-F238E27FC236}">
                        <a16:creationId xmlns:a16="http://schemas.microsoft.com/office/drawing/2014/main" id="{23FCCC64-B1C1-4E92-88BB-CB3B24271BCA}"/>
                      </a:ext>
                    </a:extLst>
                  </p:cNvPr>
                  <p:cNvSpPr>
                    <a:spLocks noChangeShapeType="1"/>
                  </p:cNvSpPr>
                  <p:nvPr/>
                </p:nvSpPr>
                <p:spPr bwMode="auto">
                  <a:xfrm>
                    <a:off x="2031" y="1987"/>
                    <a:ext cx="64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15" name="Line 80">
                    <a:extLst>
                      <a:ext uri="{FF2B5EF4-FFF2-40B4-BE49-F238E27FC236}">
                        <a16:creationId xmlns:a16="http://schemas.microsoft.com/office/drawing/2014/main" id="{B2C9F955-B98C-4F3B-BEEC-44A2AA8A14C1}"/>
                      </a:ext>
                    </a:extLst>
                  </p:cNvPr>
                  <p:cNvSpPr>
                    <a:spLocks noChangeShapeType="1"/>
                  </p:cNvSpPr>
                  <p:nvPr/>
                </p:nvSpPr>
                <p:spPr bwMode="auto">
                  <a:xfrm flipV="1">
                    <a:off x="2669" y="1925"/>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16" name="Line 81">
                    <a:extLst>
                      <a:ext uri="{FF2B5EF4-FFF2-40B4-BE49-F238E27FC236}">
                        <a16:creationId xmlns:a16="http://schemas.microsoft.com/office/drawing/2014/main" id="{52BB0E8C-EA25-43BD-9A97-A11C81DAAE7E}"/>
                      </a:ext>
                    </a:extLst>
                  </p:cNvPr>
                  <p:cNvSpPr>
                    <a:spLocks noChangeShapeType="1"/>
                  </p:cNvSpPr>
                  <p:nvPr/>
                </p:nvSpPr>
                <p:spPr bwMode="auto">
                  <a:xfrm>
                    <a:off x="2676" y="1925"/>
                    <a:ext cx="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17" name="Line 82">
                    <a:extLst>
                      <a:ext uri="{FF2B5EF4-FFF2-40B4-BE49-F238E27FC236}">
                        <a16:creationId xmlns:a16="http://schemas.microsoft.com/office/drawing/2014/main" id="{74604EAC-843B-40DD-9A5E-7C59A43397BB}"/>
                      </a:ext>
                    </a:extLst>
                  </p:cNvPr>
                  <p:cNvSpPr>
                    <a:spLocks noChangeShapeType="1"/>
                  </p:cNvSpPr>
                  <p:nvPr/>
                </p:nvSpPr>
                <p:spPr bwMode="auto">
                  <a:xfrm>
                    <a:off x="2710" y="1987"/>
                    <a:ext cx="21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18" name="Line 83">
                    <a:extLst>
                      <a:ext uri="{FF2B5EF4-FFF2-40B4-BE49-F238E27FC236}">
                        <a16:creationId xmlns:a16="http://schemas.microsoft.com/office/drawing/2014/main" id="{F29A8A1A-4742-47F1-9CDD-D77F2F7A5526}"/>
                      </a:ext>
                    </a:extLst>
                  </p:cNvPr>
                  <p:cNvSpPr>
                    <a:spLocks noChangeShapeType="1"/>
                  </p:cNvSpPr>
                  <p:nvPr/>
                </p:nvSpPr>
                <p:spPr bwMode="auto">
                  <a:xfrm flipV="1">
                    <a:off x="2713" y="1926"/>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grpSp>
            <p:sp>
              <p:nvSpPr>
                <p:cNvPr id="113" name="Text Box 84">
                  <a:extLst>
                    <a:ext uri="{FF2B5EF4-FFF2-40B4-BE49-F238E27FC236}">
                      <a16:creationId xmlns:a16="http://schemas.microsoft.com/office/drawing/2014/main" id="{D63A64A6-A030-4C46-94C2-98E9E2D02C2F}"/>
                    </a:ext>
                  </a:extLst>
                </p:cNvPr>
                <p:cNvSpPr txBox="1">
                  <a:spLocks noChangeArrowheads="1"/>
                </p:cNvSpPr>
                <p:nvPr/>
              </p:nvSpPr>
              <p:spPr bwMode="auto">
                <a:xfrm>
                  <a:off x="796" y="1502"/>
                  <a:ext cx="129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defTabSz="914400" eaLnBrk="0" fontAlgn="base" latinLnBrk="0" hangingPunct="0">
                    <a:lnSpc>
                      <a:spcPct val="80000"/>
                    </a:lnSpc>
                    <a:spcBef>
                      <a:spcPct val="0"/>
                    </a:spcBef>
                    <a:spcAft>
                      <a:spcPct val="0"/>
                    </a:spcAft>
                    <a:buClrTx/>
                    <a:buSzTx/>
                    <a:buFontTx/>
                    <a:buNone/>
                    <a:tabLst/>
                    <a:defRPr/>
                  </a:pPr>
                  <a:endParaRPr kumimoji="0" lang="en-GB" altLang="en-US" sz="1600" b="0" i="0" u="none" strike="noStrike" kern="0" cap="none" spc="0" normalizeH="0" baseline="0" noProof="0">
                    <a:ln>
                      <a:noFill/>
                    </a:ln>
                    <a:solidFill>
                      <a:srgbClr val="000000"/>
                    </a:solidFill>
                    <a:effectLst/>
                    <a:uLnTx/>
                    <a:uFillTx/>
                    <a:latin typeface="Arial" panose="020B0604020202020204" pitchFamily="34" charset="0"/>
                  </a:endParaRPr>
                </a:p>
                <a:p>
                  <a:pPr marL="0" marR="0" lvl="0" indent="0" defTabSz="914400" eaLnBrk="0" fontAlgn="base" latinLnBrk="0" hangingPunct="0">
                    <a:lnSpc>
                      <a:spcPct val="80000"/>
                    </a:lnSpc>
                    <a:spcBef>
                      <a:spcPct val="0"/>
                    </a:spcBef>
                    <a:spcAft>
                      <a:spcPct val="0"/>
                    </a:spcAft>
                    <a:buClrTx/>
                    <a:buSzTx/>
                    <a:buFontTx/>
                    <a:buNone/>
                    <a:tabLst/>
                    <a:defRPr/>
                  </a:pPr>
                  <a:r>
                    <a:rPr kumimoji="0" lang="en-GB" altLang="en-US" sz="1600" b="0" i="0" u="none" strike="noStrike" kern="0" cap="none" spc="0" normalizeH="0" baseline="0" noProof="0">
                      <a:ln>
                        <a:noFill/>
                      </a:ln>
                      <a:solidFill>
                        <a:srgbClr val="000000"/>
                      </a:solidFill>
                      <a:effectLst/>
                      <a:uLnTx/>
                      <a:uFillTx/>
                      <a:latin typeface="Arial" panose="020B0604020202020204" pitchFamily="34" charset="0"/>
                    </a:rPr>
                    <a:t>Drop off</a:t>
                  </a:r>
                </a:p>
              </p:txBody>
            </p:sp>
          </p:grpSp>
          <p:grpSp>
            <p:nvGrpSpPr>
              <p:cNvPr id="17" name="Group 85">
                <a:extLst>
                  <a:ext uri="{FF2B5EF4-FFF2-40B4-BE49-F238E27FC236}">
                    <a16:creationId xmlns:a16="http://schemas.microsoft.com/office/drawing/2014/main" id="{48EB4E94-B137-4D94-932C-BBE8747FCD2B}"/>
                  </a:ext>
                </a:extLst>
              </p:cNvPr>
              <p:cNvGrpSpPr>
                <a:grpSpLocks/>
              </p:cNvGrpSpPr>
              <p:nvPr/>
            </p:nvGrpSpPr>
            <p:grpSpPr bwMode="auto">
              <a:xfrm>
                <a:off x="5083175" y="4121150"/>
                <a:ext cx="3514725" cy="1139825"/>
                <a:chOff x="796" y="2427"/>
                <a:chExt cx="2214" cy="718"/>
              </a:xfrm>
            </p:grpSpPr>
            <p:sp>
              <p:nvSpPr>
                <p:cNvPr id="49" name="Line 86">
                  <a:extLst>
                    <a:ext uri="{FF2B5EF4-FFF2-40B4-BE49-F238E27FC236}">
                      <a16:creationId xmlns:a16="http://schemas.microsoft.com/office/drawing/2014/main" id="{83E411B5-231E-4C9C-AE88-9142F218E7AA}"/>
                    </a:ext>
                  </a:extLst>
                </p:cNvPr>
                <p:cNvSpPr>
                  <a:spLocks noChangeShapeType="1"/>
                </p:cNvSpPr>
                <p:nvPr/>
              </p:nvSpPr>
              <p:spPr bwMode="auto">
                <a:xfrm>
                  <a:off x="892" y="2786"/>
                  <a:ext cx="21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50" name="Line 87">
                  <a:extLst>
                    <a:ext uri="{FF2B5EF4-FFF2-40B4-BE49-F238E27FC236}">
                      <a16:creationId xmlns:a16="http://schemas.microsoft.com/office/drawing/2014/main" id="{E1A1C130-5CEF-42B5-9EBE-98C98B62CAA5}"/>
                    </a:ext>
                  </a:extLst>
                </p:cNvPr>
                <p:cNvSpPr>
                  <a:spLocks noChangeShapeType="1"/>
                </p:cNvSpPr>
                <p:nvPr/>
              </p:nvSpPr>
              <p:spPr bwMode="auto">
                <a:xfrm flipV="1">
                  <a:off x="1101" y="2716"/>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51" name="Line 88">
                  <a:extLst>
                    <a:ext uri="{FF2B5EF4-FFF2-40B4-BE49-F238E27FC236}">
                      <a16:creationId xmlns:a16="http://schemas.microsoft.com/office/drawing/2014/main" id="{FB68985C-F37C-47EF-9644-15BE8688E012}"/>
                    </a:ext>
                  </a:extLst>
                </p:cNvPr>
                <p:cNvSpPr>
                  <a:spLocks noChangeShapeType="1"/>
                </p:cNvSpPr>
                <p:nvPr/>
              </p:nvSpPr>
              <p:spPr bwMode="auto">
                <a:xfrm>
                  <a:off x="1101" y="2716"/>
                  <a:ext cx="11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52" name="Line 89">
                  <a:extLst>
                    <a:ext uri="{FF2B5EF4-FFF2-40B4-BE49-F238E27FC236}">
                      <a16:creationId xmlns:a16="http://schemas.microsoft.com/office/drawing/2014/main" id="{D2C41C9A-9636-4BFD-B392-56473401497B}"/>
                    </a:ext>
                  </a:extLst>
                </p:cNvPr>
                <p:cNvSpPr>
                  <a:spLocks noChangeShapeType="1"/>
                </p:cNvSpPr>
                <p:nvPr/>
              </p:nvSpPr>
              <p:spPr bwMode="auto">
                <a:xfrm flipV="1">
                  <a:off x="1207" y="2716"/>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53" name="Line 90">
                  <a:extLst>
                    <a:ext uri="{FF2B5EF4-FFF2-40B4-BE49-F238E27FC236}">
                      <a16:creationId xmlns:a16="http://schemas.microsoft.com/office/drawing/2014/main" id="{B81C217C-D1F0-4006-BD7A-76F9C1907F1A}"/>
                    </a:ext>
                  </a:extLst>
                </p:cNvPr>
                <p:cNvSpPr>
                  <a:spLocks noChangeShapeType="1"/>
                </p:cNvSpPr>
                <p:nvPr/>
              </p:nvSpPr>
              <p:spPr bwMode="auto">
                <a:xfrm>
                  <a:off x="1209" y="2786"/>
                  <a:ext cx="7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54" name="Line 91">
                  <a:extLst>
                    <a:ext uri="{FF2B5EF4-FFF2-40B4-BE49-F238E27FC236}">
                      <a16:creationId xmlns:a16="http://schemas.microsoft.com/office/drawing/2014/main" id="{0C9C9010-EA14-4E97-80E0-44998F9D464C}"/>
                    </a:ext>
                  </a:extLst>
                </p:cNvPr>
                <p:cNvSpPr>
                  <a:spLocks noChangeShapeType="1"/>
                </p:cNvSpPr>
                <p:nvPr/>
              </p:nvSpPr>
              <p:spPr bwMode="auto">
                <a:xfrm>
                  <a:off x="881" y="2949"/>
                  <a:ext cx="22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55" name="Line 92">
                  <a:extLst>
                    <a:ext uri="{FF2B5EF4-FFF2-40B4-BE49-F238E27FC236}">
                      <a16:creationId xmlns:a16="http://schemas.microsoft.com/office/drawing/2014/main" id="{004D32C0-EF5B-4C20-9A36-E99F0A5D757F}"/>
                    </a:ext>
                  </a:extLst>
                </p:cNvPr>
                <p:cNvSpPr>
                  <a:spLocks noChangeShapeType="1"/>
                </p:cNvSpPr>
                <p:nvPr/>
              </p:nvSpPr>
              <p:spPr bwMode="auto">
                <a:xfrm flipV="1">
                  <a:off x="1105" y="2879"/>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56" name="Line 93">
                  <a:extLst>
                    <a:ext uri="{FF2B5EF4-FFF2-40B4-BE49-F238E27FC236}">
                      <a16:creationId xmlns:a16="http://schemas.microsoft.com/office/drawing/2014/main" id="{0D39E9C2-0E3D-459F-BC31-7521173F62BD}"/>
                    </a:ext>
                  </a:extLst>
                </p:cNvPr>
                <p:cNvSpPr>
                  <a:spLocks noChangeShapeType="1"/>
                </p:cNvSpPr>
                <p:nvPr/>
              </p:nvSpPr>
              <p:spPr bwMode="auto">
                <a:xfrm>
                  <a:off x="1101" y="2879"/>
                  <a:ext cx="18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57" name="Line 94">
                  <a:extLst>
                    <a:ext uri="{FF2B5EF4-FFF2-40B4-BE49-F238E27FC236}">
                      <a16:creationId xmlns:a16="http://schemas.microsoft.com/office/drawing/2014/main" id="{C888E5B4-55AD-49E5-8C53-224D0CCAC15A}"/>
                    </a:ext>
                  </a:extLst>
                </p:cNvPr>
                <p:cNvSpPr>
                  <a:spLocks noChangeShapeType="1"/>
                </p:cNvSpPr>
                <p:nvPr/>
              </p:nvSpPr>
              <p:spPr bwMode="auto">
                <a:xfrm flipV="1">
                  <a:off x="1285" y="2879"/>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58" name="Line 95">
                  <a:extLst>
                    <a:ext uri="{FF2B5EF4-FFF2-40B4-BE49-F238E27FC236}">
                      <a16:creationId xmlns:a16="http://schemas.microsoft.com/office/drawing/2014/main" id="{C19F0E3C-116C-4A99-8AD8-29595AC0F3B5}"/>
                    </a:ext>
                  </a:extLst>
                </p:cNvPr>
                <p:cNvSpPr>
                  <a:spLocks noChangeShapeType="1"/>
                </p:cNvSpPr>
                <p:nvPr/>
              </p:nvSpPr>
              <p:spPr bwMode="auto">
                <a:xfrm>
                  <a:off x="1278" y="2949"/>
                  <a:ext cx="74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59" name="Line 96">
                  <a:extLst>
                    <a:ext uri="{FF2B5EF4-FFF2-40B4-BE49-F238E27FC236}">
                      <a16:creationId xmlns:a16="http://schemas.microsoft.com/office/drawing/2014/main" id="{57C571F4-6BFA-4288-AB74-B04817793F6A}"/>
                    </a:ext>
                  </a:extLst>
                </p:cNvPr>
                <p:cNvSpPr>
                  <a:spLocks noChangeShapeType="1"/>
                </p:cNvSpPr>
                <p:nvPr/>
              </p:nvSpPr>
              <p:spPr bwMode="auto">
                <a:xfrm>
                  <a:off x="1287" y="2910"/>
                  <a:ext cx="0" cy="1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60" name="Line 97">
                  <a:extLst>
                    <a:ext uri="{FF2B5EF4-FFF2-40B4-BE49-F238E27FC236}">
                      <a16:creationId xmlns:a16="http://schemas.microsoft.com/office/drawing/2014/main" id="{F685E0AB-ECB4-489B-8C80-9E7EA9BEA87A}"/>
                    </a:ext>
                  </a:extLst>
                </p:cNvPr>
                <p:cNvSpPr>
                  <a:spLocks noChangeShapeType="1"/>
                </p:cNvSpPr>
                <p:nvPr/>
              </p:nvSpPr>
              <p:spPr bwMode="auto">
                <a:xfrm>
                  <a:off x="1105" y="3088"/>
                  <a:ext cx="194" cy="0"/>
                </a:xfrm>
                <a:prstGeom prst="line">
                  <a:avLst/>
                </a:prstGeom>
                <a:noFill/>
                <a:ln w="28575">
                  <a:solidFill>
                    <a:srgbClr val="B10043"/>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61" name="Line 98">
                  <a:extLst>
                    <a:ext uri="{FF2B5EF4-FFF2-40B4-BE49-F238E27FC236}">
                      <a16:creationId xmlns:a16="http://schemas.microsoft.com/office/drawing/2014/main" id="{AA6C57FF-7E24-47CB-9ECF-542357228F3F}"/>
                    </a:ext>
                  </a:extLst>
                </p:cNvPr>
                <p:cNvSpPr>
                  <a:spLocks noChangeShapeType="1"/>
                </p:cNvSpPr>
                <p:nvPr/>
              </p:nvSpPr>
              <p:spPr bwMode="auto">
                <a:xfrm>
                  <a:off x="1102" y="2786"/>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62" name="Rectangle 99">
                  <a:extLst>
                    <a:ext uri="{FF2B5EF4-FFF2-40B4-BE49-F238E27FC236}">
                      <a16:creationId xmlns:a16="http://schemas.microsoft.com/office/drawing/2014/main" id="{9332257E-2CB5-459C-9563-17A0AFD15519}"/>
                    </a:ext>
                  </a:extLst>
                </p:cNvPr>
                <p:cNvSpPr>
                  <a:spLocks noChangeArrowheads="1"/>
                </p:cNvSpPr>
                <p:nvPr/>
              </p:nvSpPr>
              <p:spPr bwMode="auto">
                <a:xfrm>
                  <a:off x="797" y="2614"/>
                  <a:ext cx="2213" cy="531"/>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626469"/>
                    </a:solidFill>
                    <a:effectLst/>
                    <a:uLnTx/>
                    <a:uFillTx/>
                    <a:latin typeface="Arial" panose="020B0604020202020204" pitchFamily="34" charset="0"/>
                  </a:endParaRPr>
                </a:p>
              </p:txBody>
            </p:sp>
            <p:sp>
              <p:nvSpPr>
                <p:cNvPr id="63" name="Line 100">
                  <a:extLst>
                    <a:ext uri="{FF2B5EF4-FFF2-40B4-BE49-F238E27FC236}">
                      <a16:creationId xmlns:a16="http://schemas.microsoft.com/office/drawing/2014/main" id="{D7F8C1B6-2BCF-49F6-9DC6-884CB73745EF}"/>
                    </a:ext>
                  </a:extLst>
                </p:cNvPr>
                <p:cNvSpPr>
                  <a:spLocks noChangeShapeType="1"/>
                </p:cNvSpPr>
                <p:nvPr/>
              </p:nvSpPr>
              <p:spPr bwMode="auto">
                <a:xfrm>
                  <a:off x="1929" y="2786"/>
                  <a:ext cx="21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64" name="Line 101">
                  <a:extLst>
                    <a:ext uri="{FF2B5EF4-FFF2-40B4-BE49-F238E27FC236}">
                      <a16:creationId xmlns:a16="http://schemas.microsoft.com/office/drawing/2014/main" id="{813F4FB9-F08F-44C9-86AA-FF8A167E2916}"/>
                    </a:ext>
                  </a:extLst>
                </p:cNvPr>
                <p:cNvSpPr>
                  <a:spLocks noChangeShapeType="1"/>
                </p:cNvSpPr>
                <p:nvPr/>
              </p:nvSpPr>
              <p:spPr bwMode="auto">
                <a:xfrm flipV="1">
                  <a:off x="2138" y="2716"/>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65" name="Line 102">
                  <a:extLst>
                    <a:ext uri="{FF2B5EF4-FFF2-40B4-BE49-F238E27FC236}">
                      <a16:creationId xmlns:a16="http://schemas.microsoft.com/office/drawing/2014/main" id="{F8598E6C-8E05-4698-9940-C458EB3585DB}"/>
                    </a:ext>
                  </a:extLst>
                </p:cNvPr>
                <p:cNvSpPr>
                  <a:spLocks noChangeShapeType="1"/>
                </p:cNvSpPr>
                <p:nvPr/>
              </p:nvSpPr>
              <p:spPr bwMode="auto">
                <a:xfrm>
                  <a:off x="2136" y="2720"/>
                  <a:ext cx="29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66" name="Line 103">
                  <a:extLst>
                    <a:ext uri="{FF2B5EF4-FFF2-40B4-BE49-F238E27FC236}">
                      <a16:creationId xmlns:a16="http://schemas.microsoft.com/office/drawing/2014/main" id="{6C5ED37B-1D37-4B54-ADD6-0118E1E23966}"/>
                    </a:ext>
                  </a:extLst>
                </p:cNvPr>
                <p:cNvSpPr>
                  <a:spLocks noChangeShapeType="1"/>
                </p:cNvSpPr>
                <p:nvPr/>
              </p:nvSpPr>
              <p:spPr bwMode="auto">
                <a:xfrm flipV="1">
                  <a:off x="2433" y="2883"/>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67" name="Line 104">
                  <a:extLst>
                    <a:ext uri="{FF2B5EF4-FFF2-40B4-BE49-F238E27FC236}">
                      <a16:creationId xmlns:a16="http://schemas.microsoft.com/office/drawing/2014/main" id="{F45073CC-442E-475D-AE23-E6FA9E53788A}"/>
                    </a:ext>
                  </a:extLst>
                </p:cNvPr>
                <p:cNvSpPr>
                  <a:spLocks noChangeShapeType="1"/>
                </p:cNvSpPr>
                <p:nvPr/>
              </p:nvSpPr>
              <p:spPr bwMode="auto">
                <a:xfrm>
                  <a:off x="2427" y="2786"/>
                  <a:ext cx="37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68" name="Line 105">
                  <a:extLst>
                    <a:ext uri="{FF2B5EF4-FFF2-40B4-BE49-F238E27FC236}">
                      <a16:creationId xmlns:a16="http://schemas.microsoft.com/office/drawing/2014/main" id="{23A9AD16-86E6-4438-93F3-27BDCB2D81E6}"/>
                    </a:ext>
                  </a:extLst>
                </p:cNvPr>
                <p:cNvSpPr>
                  <a:spLocks noChangeShapeType="1"/>
                </p:cNvSpPr>
                <p:nvPr/>
              </p:nvSpPr>
              <p:spPr bwMode="auto">
                <a:xfrm>
                  <a:off x="1918" y="2949"/>
                  <a:ext cx="22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69" name="Line 106">
                  <a:extLst>
                    <a:ext uri="{FF2B5EF4-FFF2-40B4-BE49-F238E27FC236}">
                      <a16:creationId xmlns:a16="http://schemas.microsoft.com/office/drawing/2014/main" id="{58C71F4B-DBD7-463A-9B54-2E3B4286D30C}"/>
                    </a:ext>
                  </a:extLst>
                </p:cNvPr>
                <p:cNvSpPr>
                  <a:spLocks noChangeShapeType="1"/>
                </p:cNvSpPr>
                <p:nvPr/>
              </p:nvSpPr>
              <p:spPr bwMode="auto">
                <a:xfrm flipV="1">
                  <a:off x="2142" y="2879"/>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70" name="Line 107">
                  <a:extLst>
                    <a:ext uri="{FF2B5EF4-FFF2-40B4-BE49-F238E27FC236}">
                      <a16:creationId xmlns:a16="http://schemas.microsoft.com/office/drawing/2014/main" id="{BBC453CF-1A8B-4655-AA92-A6B1CB51C274}"/>
                    </a:ext>
                  </a:extLst>
                </p:cNvPr>
                <p:cNvSpPr>
                  <a:spLocks noChangeShapeType="1"/>
                </p:cNvSpPr>
                <p:nvPr/>
              </p:nvSpPr>
              <p:spPr bwMode="auto">
                <a:xfrm>
                  <a:off x="2324" y="2964"/>
                  <a:ext cx="0" cy="1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71" name="Line 108">
                  <a:extLst>
                    <a:ext uri="{FF2B5EF4-FFF2-40B4-BE49-F238E27FC236}">
                      <a16:creationId xmlns:a16="http://schemas.microsoft.com/office/drawing/2014/main" id="{805EFB11-53FD-497B-97BF-67DC04C556B9}"/>
                    </a:ext>
                  </a:extLst>
                </p:cNvPr>
                <p:cNvSpPr>
                  <a:spLocks noChangeShapeType="1"/>
                </p:cNvSpPr>
                <p:nvPr/>
              </p:nvSpPr>
              <p:spPr bwMode="auto">
                <a:xfrm>
                  <a:off x="2142" y="3098"/>
                  <a:ext cx="194" cy="0"/>
                </a:xfrm>
                <a:prstGeom prst="line">
                  <a:avLst/>
                </a:prstGeom>
                <a:noFill/>
                <a:ln w="28575">
                  <a:solidFill>
                    <a:srgbClr val="B10043"/>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72" name="Line 109">
                  <a:extLst>
                    <a:ext uri="{FF2B5EF4-FFF2-40B4-BE49-F238E27FC236}">
                      <a16:creationId xmlns:a16="http://schemas.microsoft.com/office/drawing/2014/main" id="{E88A960D-2B01-451B-B6A0-95EDAF617245}"/>
                    </a:ext>
                  </a:extLst>
                </p:cNvPr>
                <p:cNvSpPr>
                  <a:spLocks noChangeShapeType="1"/>
                </p:cNvSpPr>
                <p:nvPr/>
              </p:nvSpPr>
              <p:spPr bwMode="auto">
                <a:xfrm>
                  <a:off x="2139" y="2786"/>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73" name="Line 110">
                  <a:extLst>
                    <a:ext uri="{FF2B5EF4-FFF2-40B4-BE49-F238E27FC236}">
                      <a16:creationId xmlns:a16="http://schemas.microsoft.com/office/drawing/2014/main" id="{01E9064A-3C3A-424D-A36D-2A10020BE0EC}"/>
                    </a:ext>
                  </a:extLst>
                </p:cNvPr>
                <p:cNvSpPr>
                  <a:spLocks noChangeShapeType="1"/>
                </p:cNvSpPr>
                <p:nvPr/>
              </p:nvSpPr>
              <p:spPr bwMode="auto">
                <a:xfrm>
                  <a:off x="2136" y="2884"/>
                  <a:ext cx="29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74" name="Line 111">
                  <a:extLst>
                    <a:ext uri="{FF2B5EF4-FFF2-40B4-BE49-F238E27FC236}">
                      <a16:creationId xmlns:a16="http://schemas.microsoft.com/office/drawing/2014/main" id="{A2CAFA98-517A-4914-937B-DFFE82EA53A4}"/>
                    </a:ext>
                  </a:extLst>
                </p:cNvPr>
                <p:cNvSpPr>
                  <a:spLocks noChangeShapeType="1"/>
                </p:cNvSpPr>
                <p:nvPr/>
              </p:nvSpPr>
              <p:spPr bwMode="auto">
                <a:xfrm>
                  <a:off x="2427" y="2950"/>
                  <a:ext cx="37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75" name="Line 112">
                  <a:extLst>
                    <a:ext uri="{FF2B5EF4-FFF2-40B4-BE49-F238E27FC236}">
                      <a16:creationId xmlns:a16="http://schemas.microsoft.com/office/drawing/2014/main" id="{0339107E-D1CD-48B7-A0B8-9D37EDE70131}"/>
                    </a:ext>
                  </a:extLst>
                </p:cNvPr>
                <p:cNvSpPr>
                  <a:spLocks noChangeShapeType="1"/>
                </p:cNvSpPr>
                <p:nvPr/>
              </p:nvSpPr>
              <p:spPr bwMode="auto">
                <a:xfrm flipV="1">
                  <a:off x="2433" y="2720"/>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76" name="Text Box 113">
                  <a:extLst>
                    <a:ext uri="{FF2B5EF4-FFF2-40B4-BE49-F238E27FC236}">
                      <a16:creationId xmlns:a16="http://schemas.microsoft.com/office/drawing/2014/main" id="{FD9E9C83-5D77-43EC-AB61-B18D498F265D}"/>
                    </a:ext>
                  </a:extLst>
                </p:cNvPr>
                <p:cNvSpPr txBox="1">
                  <a:spLocks noChangeArrowheads="1"/>
                </p:cNvSpPr>
                <p:nvPr/>
              </p:nvSpPr>
              <p:spPr bwMode="auto">
                <a:xfrm>
                  <a:off x="1158" y="2967"/>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fr-FR" altLang="en-US" sz="1000" b="1" i="0" u="none" strike="noStrike" kern="0" cap="none" spc="0" normalizeH="0" baseline="0" noProof="0">
                      <a:ln>
                        <a:noFill/>
                      </a:ln>
                      <a:solidFill>
                        <a:srgbClr val="B10043"/>
                      </a:solidFill>
                      <a:effectLst/>
                      <a:uLnTx/>
                      <a:uFillTx/>
                      <a:latin typeface="FuturaA Md BT" pitchFamily="34" charset="0"/>
                    </a:rPr>
                    <a:t>1</a:t>
                  </a:r>
                </a:p>
              </p:txBody>
            </p:sp>
            <p:sp>
              <p:nvSpPr>
                <p:cNvPr id="77" name="Text Box 114">
                  <a:extLst>
                    <a:ext uri="{FF2B5EF4-FFF2-40B4-BE49-F238E27FC236}">
                      <a16:creationId xmlns:a16="http://schemas.microsoft.com/office/drawing/2014/main" id="{3E760ED5-DA90-4591-A66D-CE99323364AA}"/>
                    </a:ext>
                  </a:extLst>
                </p:cNvPr>
                <p:cNvSpPr txBox="1">
                  <a:spLocks noChangeArrowheads="1"/>
                </p:cNvSpPr>
                <p:nvPr/>
              </p:nvSpPr>
              <p:spPr bwMode="auto">
                <a:xfrm>
                  <a:off x="2188" y="2967"/>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fr-FR" altLang="en-US" sz="1000" b="1" i="0" u="none" strike="noStrike" kern="0" cap="none" spc="0" normalizeH="0" baseline="0" noProof="0">
                      <a:ln>
                        <a:noFill/>
                      </a:ln>
                      <a:solidFill>
                        <a:srgbClr val="B10043"/>
                      </a:solidFill>
                      <a:effectLst/>
                      <a:uLnTx/>
                      <a:uFillTx/>
                      <a:latin typeface="FuturaA Md BT" pitchFamily="34" charset="0"/>
                    </a:rPr>
                    <a:t>1</a:t>
                  </a:r>
                </a:p>
              </p:txBody>
            </p:sp>
            <p:sp>
              <p:nvSpPr>
                <p:cNvPr id="78" name="Text Box 115">
                  <a:extLst>
                    <a:ext uri="{FF2B5EF4-FFF2-40B4-BE49-F238E27FC236}">
                      <a16:creationId xmlns:a16="http://schemas.microsoft.com/office/drawing/2014/main" id="{3095A1AE-0D12-47E1-BE5E-ED107F67034E}"/>
                    </a:ext>
                  </a:extLst>
                </p:cNvPr>
                <p:cNvSpPr txBox="1">
                  <a:spLocks noChangeArrowheads="1"/>
                </p:cNvSpPr>
                <p:nvPr/>
              </p:nvSpPr>
              <p:spPr bwMode="auto">
                <a:xfrm>
                  <a:off x="796" y="2427"/>
                  <a:ext cx="1292"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defTabSz="914400" eaLnBrk="0" fontAlgn="base" latinLnBrk="0" hangingPunct="0">
                    <a:lnSpc>
                      <a:spcPct val="80000"/>
                    </a:lnSpc>
                    <a:spcBef>
                      <a:spcPct val="0"/>
                    </a:spcBef>
                    <a:spcAft>
                      <a:spcPct val="0"/>
                    </a:spcAft>
                    <a:buClrTx/>
                    <a:buSzTx/>
                    <a:buFontTx/>
                    <a:buNone/>
                    <a:tabLst/>
                    <a:defRPr/>
                  </a:pPr>
                  <a:r>
                    <a:rPr kumimoji="0" lang="en-GB" altLang="en-US" sz="1600" b="0" i="0" u="none" strike="noStrike" kern="0" cap="none" spc="0" normalizeH="0" baseline="0" noProof="0">
                      <a:ln>
                        <a:noFill/>
                      </a:ln>
                      <a:solidFill>
                        <a:srgbClr val="000000"/>
                      </a:solidFill>
                      <a:effectLst/>
                      <a:uLnTx/>
                      <a:uFillTx/>
                      <a:latin typeface="Arial" panose="020B0604020202020204" pitchFamily="34" charset="0"/>
                    </a:rPr>
                    <a:t>Dwell</a:t>
                  </a:r>
                </a:p>
              </p:txBody>
            </p:sp>
          </p:grpSp>
          <p:grpSp>
            <p:nvGrpSpPr>
              <p:cNvPr id="18" name="Group 116">
                <a:extLst>
                  <a:ext uri="{FF2B5EF4-FFF2-40B4-BE49-F238E27FC236}">
                    <a16:creationId xmlns:a16="http://schemas.microsoft.com/office/drawing/2014/main" id="{297C53AD-DC02-4F4D-A834-770528F6AA47}"/>
                  </a:ext>
                </a:extLst>
              </p:cNvPr>
              <p:cNvGrpSpPr>
                <a:grpSpLocks/>
              </p:cNvGrpSpPr>
              <p:nvPr/>
            </p:nvGrpSpPr>
            <p:grpSpPr bwMode="auto">
              <a:xfrm>
                <a:off x="5097463" y="5448300"/>
                <a:ext cx="3514725" cy="1150938"/>
                <a:chOff x="796" y="3283"/>
                <a:chExt cx="2214" cy="725"/>
              </a:xfrm>
            </p:grpSpPr>
            <p:sp>
              <p:nvSpPr>
                <p:cNvPr id="19" name="Rectangle 117">
                  <a:extLst>
                    <a:ext uri="{FF2B5EF4-FFF2-40B4-BE49-F238E27FC236}">
                      <a16:creationId xmlns:a16="http://schemas.microsoft.com/office/drawing/2014/main" id="{2F761CA3-DEEC-4A8B-8E09-9EBF3AD1682B}"/>
                    </a:ext>
                  </a:extLst>
                </p:cNvPr>
                <p:cNvSpPr>
                  <a:spLocks noChangeArrowheads="1"/>
                </p:cNvSpPr>
                <p:nvPr/>
              </p:nvSpPr>
              <p:spPr bwMode="auto">
                <a:xfrm>
                  <a:off x="797" y="3477"/>
                  <a:ext cx="2213" cy="531"/>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626469"/>
                    </a:solidFill>
                    <a:effectLst/>
                    <a:uLnTx/>
                    <a:uFillTx/>
                    <a:latin typeface="Arial" panose="020B0604020202020204" pitchFamily="34" charset="0"/>
                  </a:endParaRPr>
                </a:p>
              </p:txBody>
            </p:sp>
            <p:sp>
              <p:nvSpPr>
                <p:cNvPr id="20" name="Line 118">
                  <a:extLst>
                    <a:ext uri="{FF2B5EF4-FFF2-40B4-BE49-F238E27FC236}">
                      <a16:creationId xmlns:a16="http://schemas.microsoft.com/office/drawing/2014/main" id="{91F0C57D-639C-4223-ACC4-15F2BBEE9CA9}"/>
                    </a:ext>
                  </a:extLst>
                </p:cNvPr>
                <p:cNvSpPr>
                  <a:spLocks noChangeShapeType="1"/>
                </p:cNvSpPr>
                <p:nvPr/>
              </p:nvSpPr>
              <p:spPr bwMode="auto">
                <a:xfrm>
                  <a:off x="892" y="3633"/>
                  <a:ext cx="21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21" name="Line 119">
                  <a:extLst>
                    <a:ext uri="{FF2B5EF4-FFF2-40B4-BE49-F238E27FC236}">
                      <a16:creationId xmlns:a16="http://schemas.microsoft.com/office/drawing/2014/main" id="{D7C5D958-7293-412D-8CB4-69E3F96F9023}"/>
                    </a:ext>
                  </a:extLst>
                </p:cNvPr>
                <p:cNvSpPr>
                  <a:spLocks noChangeShapeType="1"/>
                </p:cNvSpPr>
                <p:nvPr/>
              </p:nvSpPr>
              <p:spPr bwMode="auto">
                <a:xfrm flipV="1">
                  <a:off x="1101" y="3563"/>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22" name="Line 120">
                  <a:extLst>
                    <a:ext uri="{FF2B5EF4-FFF2-40B4-BE49-F238E27FC236}">
                      <a16:creationId xmlns:a16="http://schemas.microsoft.com/office/drawing/2014/main" id="{F15B119C-7D9A-49EB-9D03-1411EEBC7E95}"/>
                    </a:ext>
                  </a:extLst>
                </p:cNvPr>
                <p:cNvSpPr>
                  <a:spLocks noChangeShapeType="1"/>
                </p:cNvSpPr>
                <p:nvPr/>
              </p:nvSpPr>
              <p:spPr bwMode="auto">
                <a:xfrm>
                  <a:off x="1101" y="3563"/>
                  <a:ext cx="11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23" name="Line 121">
                  <a:extLst>
                    <a:ext uri="{FF2B5EF4-FFF2-40B4-BE49-F238E27FC236}">
                      <a16:creationId xmlns:a16="http://schemas.microsoft.com/office/drawing/2014/main" id="{985282DB-E6ED-4D8F-88B9-11945210ED5F}"/>
                    </a:ext>
                  </a:extLst>
                </p:cNvPr>
                <p:cNvSpPr>
                  <a:spLocks noChangeShapeType="1"/>
                </p:cNvSpPr>
                <p:nvPr/>
              </p:nvSpPr>
              <p:spPr bwMode="auto">
                <a:xfrm flipV="1">
                  <a:off x="1207" y="3563"/>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24" name="Line 122">
                  <a:extLst>
                    <a:ext uri="{FF2B5EF4-FFF2-40B4-BE49-F238E27FC236}">
                      <a16:creationId xmlns:a16="http://schemas.microsoft.com/office/drawing/2014/main" id="{D4528DDC-36F7-4F77-8CA2-9C34EC21E2D8}"/>
                    </a:ext>
                  </a:extLst>
                </p:cNvPr>
                <p:cNvSpPr>
                  <a:spLocks noChangeShapeType="1"/>
                </p:cNvSpPr>
                <p:nvPr/>
              </p:nvSpPr>
              <p:spPr bwMode="auto">
                <a:xfrm>
                  <a:off x="1209" y="3633"/>
                  <a:ext cx="79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25" name="Line 123">
                  <a:extLst>
                    <a:ext uri="{FF2B5EF4-FFF2-40B4-BE49-F238E27FC236}">
                      <a16:creationId xmlns:a16="http://schemas.microsoft.com/office/drawing/2014/main" id="{076F8237-4164-4182-821C-7B922DB16477}"/>
                    </a:ext>
                  </a:extLst>
                </p:cNvPr>
                <p:cNvSpPr>
                  <a:spLocks noChangeShapeType="1"/>
                </p:cNvSpPr>
                <p:nvPr/>
              </p:nvSpPr>
              <p:spPr bwMode="auto">
                <a:xfrm>
                  <a:off x="881" y="3796"/>
                  <a:ext cx="22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26" name="Line 124">
                  <a:extLst>
                    <a:ext uri="{FF2B5EF4-FFF2-40B4-BE49-F238E27FC236}">
                      <a16:creationId xmlns:a16="http://schemas.microsoft.com/office/drawing/2014/main" id="{65411766-FF46-4C89-8836-E9CC207719F0}"/>
                    </a:ext>
                  </a:extLst>
                </p:cNvPr>
                <p:cNvSpPr>
                  <a:spLocks noChangeShapeType="1"/>
                </p:cNvSpPr>
                <p:nvPr/>
              </p:nvSpPr>
              <p:spPr bwMode="auto">
                <a:xfrm flipV="1">
                  <a:off x="1105" y="3726"/>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27" name="Line 125">
                  <a:extLst>
                    <a:ext uri="{FF2B5EF4-FFF2-40B4-BE49-F238E27FC236}">
                      <a16:creationId xmlns:a16="http://schemas.microsoft.com/office/drawing/2014/main" id="{CB58398F-3A0C-426B-920C-B7302766B533}"/>
                    </a:ext>
                  </a:extLst>
                </p:cNvPr>
                <p:cNvSpPr>
                  <a:spLocks noChangeShapeType="1"/>
                </p:cNvSpPr>
                <p:nvPr/>
              </p:nvSpPr>
              <p:spPr bwMode="auto">
                <a:xfrm>
                  <a:off x="1101" y="3726"/>
                  <a:ext cx="18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28" name="Line 126">
                  <a:extLst>
                    <a:ext uri="{FF2B5EF4-FFF2-40B4-BE49-F238E27FC236}">
                      <a16:creationId xmlns:a16="http://schemas.microsoft.com/office/drawing/2014/main" id="{4300C8EF-91DF-4B2B-99CC-EAAE8B2B8A34}"/>
                    </a:ext>
                  </a:extLst>
                </p:cNvPr>
                <p:cNvSpPr>
                  <a:spLocks noChangeShapeType="1"/>
                </p:cNvSpPr>
                <p:nvPr/>
              </p:nvSpPr>
              <p:spPr bwMode="auto">
                <a:xfrm flipV="1">
                  <a:off x="1285" y="3726"/>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29" name="Line 127">
                  <a:extLst>
                    <a:ext uri="{FF2B5EF4-FFF2-40B4-BE49-F238E27FC236}">
                      <a16:creationId xmlns:a16="http://schemas.microsoft.com/office/drawing/2014/main" id="{A35E122D-6B07-48EE-BAC2-13784A4EF67C}"/>
                    </a:ext>
                  </a:extLst>
                </p:cNvPr>
                <p:cNvSpPr>
                  <a:spLocks noChangeShapeType="1"/>
                </p:cNvSpPr>
                <p:nvPr/>
              </p:nvSpPr>
              <p:spPr bwMode="auto">
                <a:xfrm>
                  <a:off x="1278" y="3796"/>
                  <a:ext cx="69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30" name="Line 128">
                  <a:extLst>
                    <a:ext uri="{FF2B5EF4-FFF2-40B4-BE49-F238E27FC236}">
                      <a16:creationId xmlns:a16="http://schemas.microsoft.com/office/drawing/2014/main" id="{14CBB00C-482E-48E0-8C7E-0AFA645EA95D}"/>
                    </a:ext>
                  </a:extLst>
                </p:cNvPr>
                <p:cNvSpPr>
                  <a:spLocks noChangeShapeType="1"/>
                </p:cNvSpPr>
                <p:nvPr/>
              </p:nvSpPr>
              <p:spPr bwMode="auto">
                <a:xfrm>
                  <a:off x="1287" y="3757"/>
                  <a:ext cx="0" cy="1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31" name="Line 129">
                  <a:extLst>
                    <a:ext uri="{FF2B5EF4-FFF2-40B4-BE49-F238E27FC236}">
                      <a16:creationId xmlns:a16="http://schemas.microsoft.com/office/drawing/2014/main" id="{7A907CB0-CEDD-4AA9-B6EA-310CFA4EABDA}"/>
                    </a:ext>
                  </a:extLst>
                </p:cNvPr>
                <p:cNvSpPr>
                  <a:spLocks noChangeShapeType="1"/>
                </p:cNvSpPr>
                <p:nvPr/>
              </p:nvSpPr>
              <p:spPr bwMode="auto">
                <a:xfrm>
                  <a:off x="1105" y="3929"/>
                  <a:ext cx="194" cy="0"/>
                </a:xfrm>
                <a:prstGeom prst="line">
                  <a:avLst/>
                </a:prstGeom>
                <a:noFill/>
                <a:ln w="28575">
                  <a:solidFill>
                    <a:srgbClr val="B10043"/>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32" name="Line 130">
                  <a:extLst>
                    <a:ext uri="{FF2B5EF4-FFF2-40B4-BE49-F238E27FC236}">
                      <a16:creationId xmlns:a16="http://schemas.microsoft.com/office/drawing/2014/main" id="{38FE9B4C-7092-42F9-93C4-4A6C508765C2}"/>
                    </a:ext>
                  </a:extLst>
                </p:cNvPr>
                <p:cNvSpPr>
                  <a:spLocks noChangeShapeType="1"/>
                </p:cNvSpPr>
                <p:nvPr/>
              </p:nvSpPr>
              <p:spPr bwMode="auto">
                <a:xfrm>
                  <a:off x="1102" y="3633"/>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33" name="Line 131">
                  <a:extLst>
                    <a:ext uri="{FF2B5EF4-FFF2-40B4-BE49-F238E27FC236}">
                      <a16:creationId xmlns:a16="http://schemas.microsoft.com/office/drawing/2014/main" id="{7BDB0841-E891-480E-98D9-EDE82BDBF6E2}"/>
                    </a:ext>
                  </a:extLst>
                </p:cNvPr>
                <p:cNvSpPr>
                  <a:spLocks noChangeShapeType="1"/>
                </p:cNvSpPr>
                <p:nvPr/>
              </p:nvSpPr>
              <p:spPr bwMode="auto">
                <a:xfrm>
                  <a:off x="1929" y="3633"/>
                  <a:ext cx="21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34" name="Line 132">
                  <a:extLst>
                    <a:ext uri="{FF2B5EF4-FFF2-40B4-BE49-F238E27FC236}">
                      <a16:creationId xmlns:a16="http://schemas.microsoft.com/office/drawing/2014/main" id="{AAC280FC-9E70-4E11-9E6E-DD5449ABC180}"/>
                    </a:ext>
                  </a:extLst>
                </p:cNvPr>
                <p:cNvSpPr>
                  <a:spLocks noChangeShapeType="1"/>
                </p:cNvSpPr>
                <p:nvPr/>
              </p:nvSpPr>
              <p:spPr bwMode="auto">
                <a:xfrm flipV="1">
                  <a:off x="2138" y="3563"/>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35" name="Line 133">
                  <a:extLst>
                    <a:ext uri="{FF2B5EF4-FFF2-40B4-BE49-F238E27FC236}">
                      <a16:creationId xmlns:a16="http://schemas.microsoft.com/office/drawing/2014/main" id="{E73397EF-7D15-4A6A-A69E-64C5C78278C2}"/>
                    </a:ext>
                  </a:extLst>
                </p:cNvPr>
                <p:cNvSpPr>
                  <a:spLocks noChangeShapeType="1"/>
                </p:cNvSpPr>
                <p:nvPr/>
              </p:nvSpPr>
              <p:spPr bwMode="auto">
                <a:xfrm>
                  <a:off x="2136" y="3567"/>
                  <a:ext cx="29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36" name="Line 134">
                  <a:extLst>
                    <a:ext uri="{FF2B5EF4-FFF2-40B4-BE49-F238E27FC236}">
                      <a16:creationId xmlns:a16="http://schemas.microsoft.com/office/drawing/2014/main" id="{7B36872C-637F-4DAD-B47E-A5ABCC1600D8}"/>
                    </a:ext>
                  </a:extLst>
                </p:cNvPr>
                <p:cNvSpPr>
                  <a:spLocks noChangeShapeType="1"/>
                </p:cNvSpPr>
                <p:nvPr/>
              </p:nvSpPr>
              <p:spPr bwMode="auto">
                <a:xfrm flipV="1">
                  <a:off x="2327" y="3730"/>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37" name="Line 135">
                  <a:extLst>
                    <a:ext uri="{FF2B5EF4-FFF2-40B4-BE49-F238E27FC236}">
                      <a16:creationId xmlns:a16="http://schemas.microsoft.com/office/drawing/2014/main" id="{FC207FC4-1141-4F88-8CC6-CFE5711278D4}"/>
                    </a:ext>
                  </a:extLst>
                </p:cNvPr>
                <p:cNvSpPr>
                  <a:spLocks noChangeShapeType="1"/>
                </p:cNvSpPr>
                <p:nvPr/>
              </p:nvSpPr>
              <p:spPr bwMode="auto">
                <a:xfrm>
                  <a:off x="2427" y="3633"/>
                  <a:ext cx="37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38" name="Line 136">
                  <a:extLst>
                    <a:ext uri="{FF2B5EF4-FFF2-40B4-BE49-F238E27FC236}">
                      <a16:creationId xmlns:a16="http://schemas.microsoft.com/office/drawing/2014/main" id="{57A9CC27-8DD4-47DB-8CC7-C24FF5CE0A8D}"/>
                    </a:ext>
                  </a:extLst>
                </p:cNvPr>
                <p:cNvSpPr>
                  <a:spLocks noChangeShapeType="1"/>
                </p:cNvSpPr>
                <p:nvPr/>
              </p:nvSpPr>
              <p:spPr bwMode="auto">
                <a:xfrm>
                  <a:off x="1918" y="3796"/>
                  <a:ext cx="22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39" name="Line 137">
                  <a:extLst>
                    <a:ext uri="{FF2B5EF4-FFF2-40B4-BE49-F238E27FC236}">
                      <a16:creationId xmlns:a16="http://schemas.microsoft.com/office/drawing/2014/main" id="{081BD663-39C5-4DD8-8F1C-CE2CEE525CD2}"/>
                    </a:ext>
                  </a:extLst>
                </p:cNvPr>
                <p:cNvSpPr>
                  <a:spLocks noChangeShapeType="1"/>
                </p:cNvSpPr>
                <p:nvPr/>
              </p:nvSpPr>
              <p:spPr bwMode="auto">
                <a:xfrm flipV="1">
                  <a:off x="2142" y="3726"/>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40" name="Line 138">
                  <a:extLst>
                    <a:ext uri="{FF2B5EF4-FFF2-40B4-BE49-F238E27FC236}">
                      <a16:creationId xmlns:a16="http://schemas.microsoft.com/office/drawing/2014/main" id="{73AD8E3A-44C9-4DDC-AC87-83A032249593}"/>
                    </a:ext>
                  </a:extLst>
                </p:cNvPr>
                <p:cNvSpPr>
                  <a:spLocks noChangeShapeType="1"/>
                </p:cNvSpPr>
                <p:nvPr/>
              </p:nvSpPr>
              <p:spPr bwMode="auto">
                <a:xfrm>
                  <a:off x="2324" y="3811"/>
                  <a:ext cx="0" cy="1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41" name="Line 139">
                  <a:extLst>
                    <a:ext uri="{FF2B5EF4-FFF2-40B4-BE49-F238E27FC236}">
                      <a16:creationId xmlns:a16="http://schemas.microsoft.com/office/drawing/2014/main" id="{24F9BA6A-5C09-4B98-AFA1-F1E924F992F7}"/>
                    </a:ext>
                  </a:extLst>
                </p:cNvPr>
                <p:cNvSpPr>
                  <a:spLocks noChangeShapeType="1"/>
                </p:cNvSpPr>
                <p:nvPr/>
              </p:nvSpPr>
              <p:spPr bwMode="auto">
                <a:xfrm>
                  <a:off x="2142" y="3955"/>
                  <a:ext cx="194" cy="0"/>
                </a:xfrm>
                <a:prstGeom prst="line">
                  <a:avLst/>
                </a:prstGeom>
                <a:noFill/>
                <a:ln w="28575">
                  <a:solidFill>
                    <a:srgbClr val="B10043"/>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42" name="Line 140">
                  <a:extLst>
                    <a:ext uri="{FF2B5EF4-FFF2-40B4-BE49-F238E27FC236}">
                      <a16:creationId xmlns:a16="http://schemas.microsoft.com/office/drawing/2014/main" id="{F61FC9FA-D390-43AE-9581-4912B26302DF}"/>
                    </a:ext>
                  </a:extLst>
                </p:cNvPr>
                <p:cNvSpPr>
                  <a:spLocks noChangeShapeType="1"/>
                </p:cNvSpPr>
                <p:nvPr/>
              </p:nvSpPr>
              <p:spPr bwMode="auto">
                <a:xfrm>
                  <a:off x="2139" y="3633"/>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43" name="Line 141">
                  <a:extLst>
                    <a:ext uri="{FF2B5EF4-FFF2-40B4-BE49-F238E27FC236}">
                      <a16:creationId xmlns:a16="http://schemas.microsoft.com/office/drawing/2014/main" id="{2AA970F4-9A18-4B09-940B-3CE0B56B013B}"/>
                    </a:ext>
                  </a:extLst>
                </p:cNvPr>
                <p:cNvSpPr>
                  <a:spLocks noChangeShapeType="1"/>
                </p:cNvSpPr>
                <p:nvPr/>
              </p:nvSpPr>
              <p:spPr bwMode="auto">
                <a:xfrm>
                  <a:off x="2136" y="3731"/>
                  <a:ext cx="19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44" name="Line 142">
                  <a:extLst>
                    <a:ext uri="{FF2B5EF4-FFF2-40B4-BE49-F238E27FC236}">
                      <a16:creationId xmlns:a16="http://schemas.microsoft.com/office/drawing/2014/main" id="{AAF09EAF-D756-4009-AA4D-A7D62FA93714}"/>
                    </a:ext>
                  </a:extLst>
                </p:cNvPr>
                <p:cNvSpPr>
                  <a:spLocks noChangeShapeType="1"/>
                </p:cNvSpPr>
                <p:nvPr/>
              </p:nvSpPr>
              <p:spPr bwMode="auto">
                <a:xfrm>
                  <a:off x="2319" y="3797"/>
                  <a:ext cx="47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45" name="Line 143">
                  <a:extLst>
                    <a:ext uri="{FF2B5EF4-FFF2-40B4-BE49-F238E27FC236}">
                      <a16:creationId xmlns:a16="http://schemas.microsoft.com/office/drawing/2014/main" id="{5000C979-0B2D-48A1-BF24-176FB75CC72F}"/>
                    </a:ext>
                  </a:extLst>
                </p:cNvPr>
                <p:cNvSpPr>
                  <a:spLocks noChangeShapeType="1"/>
                </p:cNvSpPr>
                <p:nvPr/>
              </p:nvSpPr>
              <p:spPr bwMode="auto">
                <a:xfrm flipV="1">
                  <a:off x="2433" y="3567"/>
                  <a:ext cx="0" cy="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46" name="Text Box 144">
                  <a:extLst>
                    <a:ext uri="{FF2B5EF4-FFF2-40B4-BE49-F238E27FC236}">
                      <a16:creationId xmlns:a16="http://schemas.microsoft.com/office/drawing/2014/main" id="{38F9ED4B-3D33-436C-9197-5F8665615995}"/>
                    </a:ext>
                  </a:extLst>
                </p:cNvPr>
                <p:cNvSpPr txBox="1">
                  <a:spLocks noChangeArrowheads="1"/>
                </p:cNvSpPr>
                <p:nvPr/>
              </p:nvSpPr>
              <p:spPr bwMode="auto">
                <a:xfrm>
                  <a:off x="1158" y="3827"/>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fr-FR" altLang="en-US" sz="1000" b="1" i="0" u="none" strike="noStrike" kern="0" cap="none" spc="0" normalizeH="0" baseline="0" noProof="0">
                      <a:ln>
                        <a:noFill/>
                      </a:ln>
                      <a:solidFill>
                        <a:srgbClr val="B10043"/>
                      </a:solidFill>
                      <a:effectLst/>
                      <a:uLnTx/>
                      <a:uFillTx/>
                      <a:latin typeface="FuturaA Md BT" pitchFamily="34" charset="0"/>
                    </a:rPr>
                    <a:t>1</a:t>
                  </a:r>
                </a:p>
              </p:txBody>
            </p:sp>
            <p:sp>
              <p:nvSpPr>
                <p:cNvPr id="47" name="Text Box 145">
                  <a:extLst>
                    <a:ext uri="{FF2B5EF4-FFF2-40B4-BE49-F238E27FC236}">
                      <a16:creationId xmlns:a16="http://schemas.microsoft.com/office/drawing/2014/main" id="{99B610D0-2D31-45E0-BD3C-8B7A74DDD568}"/>
                    </a:ext>
                  </a:extLst>
                </p:cNvPr>
                <p:cNvSpPr txBox="1">
                  <a:spLocks noChangeArrowheads="1"/>
                </p:cNvSpPr>
                <p:nvPr/>
              </p:nvSpPr>
              <p:spPr bwMode="auto">
                <a:xfrm>
                  <a:off x="2188" y="3803"/>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fr-FR" altLang="en-US" sz="1000" b="1" i="0" u="none" strike="noStrike" kern="0" cap="none" spc="0" normalizeH="0" baseline="0" noProof="0">
                      <a:ln>
                        <a:noFill/>
                      </a:ln>
                      <a:solidFill>
                        <a:srgbClr val="B10043"/>
                      </a:solidFill>
                      <a:effectLst/>
                      <a:uLnTx/>
                      <a:uFillTx/>
                      <a:latin typeface="FuturaA Md BT" pitchFamily="34" charset="0"/>
                    </a:rPr>
                    <a:t>1</a:t>
                  </a:r>
                </a:p>
              </p:txBody>
            </p:sp>
            <p:sp>
              <p:nvSpPr>
                <p:cNvPr id="48" name="Text Box 146">
                  <a:extLst>
                    <a:ext uri="{FF2B5EF4-FFF2-40B4-BE49-F238E27FC236}">
                      <a16:creationId xmlns:a16="http://schemas.microsoft.com/office/drawing/2014/main" id="{590559E9-53AC-4E57-8573-45EF3FF86C2C}"/>
                    </a:ext>
                  </a:extLst>
                </p:cNvPr>
                <p:cNvSpPr txBox="1">
                  <a:spLocks noChangeArrowheads="1"/>
                </p:cNvSpPr>
                <p:nvPr/>
              </p:nvSpPr>
              <p:spPr bwMode="auto">
                <a:xfrm>
                  <a:off x="796" y="3283"/>
                  <a:ext cx="1820"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defTabSz="914400" eaLnBrk="0" fontAlgn="base" latinLnBrk="0" hangingPunct="0">
                    <a:lnSpc>
                      <a:spcPct val="80000"/>
                    </a:lnSpc>
                    <a:spcBef>
                      <a:spcPct val="0"/>
                    </a:spcBef>
                    <a:spcAft>
                      <a:spcPct val="0"/>
                    </a:spcAft>
                    <a:buClrTx/>
                    <a:buSzTx/>
                    <a:buFontTx/>
                    <a:buNone/>
                    <a:tabLst/>
                    <a:defRPr/>
                  </a:pPr>
                  <a:r>
                    <a:rPr kumimoji="0" lang="en-GB" altLang="en-US" sz="1600" b="0" i="0" u="none" strike="noStrike" kern="0" cap="none" spc="0" normalizeH="0" baseline="0" noProof="0">
                      <a:ln>
                        <a:noFill/>
                      </a:ln>
                      <a:solidFill>
                        <a:srgbClr val="000000"/>
                      </a:solidFill>
                      <a:effectLst/>
                      <a:uLnTx/>
                      <a:uFillTx/>
                      <a:latin typeface="Arial" panose="020B0604020202020204" pitchFamily="34" charset="0"/>
                    </a:rPr>
                    <a:t>Pulse</a:t>
                  </a:r>
                </a:p>
              </p:txBody>
            </p:sp>
          </p:grpSp>
        </p:grpSp>
        <p:sp>
          <p:nvSpPr>
            <p:cNvPr id="9" name="Text Box 147">
              <a:extLst>
                <a:ext uri="{FF2B5EF4-FFF2-40B4-BE49-F238E27FC236}">
                  <a16:creationId xmlns:a16="http://schemas.microsoft.com/office/drawing/2014/main" id="{DEC10403-1D15-40BD-9D8D-9D1D65ABC270}"/>
                </a:ext>
              </a:extLst>
            </p:cNvPr>
            <p:cNvSpPr txBox="1">
              <a:spLocks noChangeArrowheads="1"/>
            </p:cNvSpPr>
            <p:nvPr/>
          </p:nvSpPr>
          <p:spPr bwMode="auto">
            <a:xfrm>
              <a:off x="4294188" y="5170488"/>
              <a:ext cx="107950" cy="16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fr-FR" altLang="en-US" sz="1400" b="1" i="0" u="none" strike="noStrike" kern="0" cap="none" spc="0" normalizeH="0" baseline="0" noProof="0">
                  <a:ln>
                    <a:noFill/>
                  </a:ln>
                  <a:solidFill>
                    <a:srgbClr val="B10043"/>
                  </a:solidFill>
                  <a:effectLst/>
                  <a:uLnTx/>
                  <a:uFillTx/>
                  <a:latin typeface="FuturaA Md BT" pitchFamily="34" charset="0"/>
                </a:rPr>
                <a:t>1</a:t>
              </a:r>
            </a:p>
          </p:txBody>
        </p:sp>
        <p:sp>
          <p:nvSpPr>
            <p:cNvPr id="10" name="Freeform 148">
              <a:extLst>
                <a:ext uri="{FF2B5EF4-FFF2-40B4-BE49-F238E27FC236}">
                  <a16:creationId xmlns:a16="http://schemas.microsoft.com/office/drawing/2014/main" id="{5E239BC6-EB3A-418D-8264-440A3D10E9C9}"/>
                </a:ext>
              </a:extLst>
            </p:cNvPr>
            <p:cNvSpPr>
              <a:spLocks/>
            </p:cNvSpPr>
            <p:nvPr/>
          </p:nvSpPr>
          <p:spPr bwMode="auto">
            <a:xfrm flipH="1">
              <a:off x="3608388" y="3405188"/>
              <a:ext cx="635000" cy="1839912"/>
            </a:xfrm>
            <a:custGeom>
              <a:avLst/>
              <a:gdLst>
                <a:gd name="T0" fmla="*/ 0 w 437"/>
                <a:gd name="T1" fmla="*/ 1839912 h 1159"/>
                <a:gd name="T2" fmla="*/ 223776 w 437"/>
                <a:gd name="T3" fmla="*/ 1839912 h 1159"/>
                <a:gd name="T4" fmla="*/ 492597 w 437"/>
                <a:gd name="T5" fmla="*/ 0 h 1159"/>
                <a:gd name="T6" fmla="*/ 635000 w 437"/>
                <a:gd name="T7" fmla="*/ 1587 h 1159"/>
                <a:gd name="T8" fmla="*/ 0 60000 65536"/>
                <a:gd name="T9" fmla="*/ 0 60000 65536"/>
                <a:gd name="T10" fmla="*/ 0 60000 65536"/>
                <a:gd name="T11" fmla="*/ 0 60000 65536"/>
                <a:gd name="T12" fmla="*/ 0 w 437"/>
                <a:gd name="T13" fmla="*/ 0 h 1159"/>
                <a:gd name="T14" fmla="*/ 437 w 437"/>
                <a:gd name="T15" fmla="*/ 1159 h 1159"/>
              </a:gdLst>
              <a:ahLst/>
              <a:cxnLst>
                <a:cxn ang="T8">
                  <a:pos x="T0" y="T1"/>
                </a:cxn>
                <a:cxn ang="T9">
                  <a:pos x="T2" y="T3"/>
                </a:cxn>
                <a:cxn ang="T10">
                  <a:pos x="T4" y="T5"/>
                </a:cxn>
                <a:cxn ang="T11">
                  <a:pos x="T6" y="T7"/>
                </a:cxn>
              </a:cxnLst>
              <a:rect l="T12" t="T13" r="T14" b="T15"/>
              <a:pathLst>
                <a:path w="437" h="1159">
                  <a:moveTo>
                    <a:pt x="0" y="1159"/>
                  </a:moveTo>
                  <a:lnTo>
                    <a:pt x="154" y="1159"/>
                  </a:lnTo>
                  <a:lnTo>
                    <a:pt x="339" y="0"/>
                  </a:lnTo>
                  <a:lnTo>
                    <a:pt x="437" y="1"/>
                  </a:lnTo>
                </a:path>
              </a:pathLst>
            </a:custGeom>
            <a:noFill/>
            <a:ln w="38100" cap="flat" cmpd="sng">
              <a:solidFill>
                <a:srgbClr val="009530"/>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1" name="Text Box 149">
              <a:extLst>
                <a:ext uri="{FF2B5EF4-FFF2-40B4-BE49-F238E27FC236}">
                  <a16:creationId xmlns:a16="http://schemas.microsoft.com/office/drawing/2014/main" id="{4FA98792-1E43-4079-B960-C17EF9549B54}"/>
                </a:ext>
              </a:extLst>
            </p:cNvPr>
            <p:cNvSpPr txBox="1">
              <a:spLocks noChangeArrowheads="1"/>
            </p:cNvSpPr>
            <p:nvPr/>
          </p:nvSpPr>
          <p:spPr bwMode="auto">
            <a:xfrm>
              <a:off x="4271963" y="6176963"/>
              <a:ext cx="107950" cy="16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fr-FR" altLang="en-US" sz="1400" b="1" i="0" u="none" strike="noStrike" kern="0" cap="none" spc="0" normalizeH="0" baseline="0" noProof="0">
                  <a:ln>
                    <a:noFill/>
                  </a:ln>
                  <a:solidFill>
                    <a:srgbClr val="B10043"/>
                  </a:solidFill>
                  <a:effectLst/>
                  <a:uLnTx/>
                  <a:uFillTx/>
                  <a:latin typeface="FuturaA Md BT" pitchFamily="34" charset="0"/>
                </a:rPr>
                <a:t>2</a:t>
              </a:r>
            </a:p>
          </p:txBody>
        </p:sp>
        <p:sp>
          <p:nvSpPr>
            <p:cNvPr id="12" name="Freeform 150">
              <a:extLst>
                <a:ext uri="{FF2B5EF4-FFF2-40B4-BE49-F238E27FC236}">
                  <a16:creationId xmlns:a16="http://schemas.microsoft.com/office/drawing/2014/main" id="{B7262DFE-55AB-4F5E-8BC4-2C61F5E3BA04}"/>
                </a:ext>
              </a:extLst>
            </p:cNvPr>
            <p:cNvSpPr>
              <a:spLocks/>
            </p:cNvSpPr>
            <p:nvPr/>
          </p:nvSpPr>
          <p:spPr bwMode="auto">
            <a:xfrm flipH="1">
              <a:off x="3335338" y="4410075"/>
              <a:ext cx="841375" cy="1843088"/>
            </a:xfrm>
            <a:custGeom>
              <a:avLst/>
              <a:gdLst>
                <a:gd name="T0" fmla="*/ 0 w 437"/>
                <a:gd name="T1" fmla="*/ 1839913 h 1161"/>
                <a:gd name="T2" fmla="*/ 498664 w 437"/>
                <a:gd name="T3" fmla="*/ 1843088 h 1161"/>
                <a:gd name="T4" fmla="*/ 652691 w 437"/>
                <a:gd name="T5" fmla="*/ 0 h 1161"/>
                <a:gd name="T6" fmla="*/ 841375 w 437"/>
                <a:gd name="T7" fmla="*/ 1588 h 1161"/>
                <a:gd name="T8" fmla="*/ 0 60000 65536"/>
                <a:gd name="T9" fmla="*/ 0 60000 65536"/>
                <a:gd name="T10" fmla="*/ 0 60000 65536"/>
                <a:gd name="T11" fmla="*/ 0 60000 65536"/>
                <a:gd name="T12" fmla="*/ 0 w 437"/>
                <a:gd name="T13" fmla="*/ 0 h 1161"/>
                <a:gd name="T14" fmla="*/ 437 w 437"/>
                <a:gd name="T15" fmla="*/ 1161 h 1161"/>
              </a:gdLst>
              <a:ahLst/>
              <a:cxnLst>
                <a:cxn ang="T8">
                  <a:pos x="T0" y="T1"/>
                </a:cxn>
                <a:cxn ang="T9">
                  <a:pos x="T2" y="T3"/>
                </a:cxn>
                <a:cxn ang="T10">
                  <a:pos x="T4" y="T5"/>
                </a:cxn>
                <a:cxn ang="T11">
                  <a:pos x="T6" y="T7"/>
                </a:cxn>
              </a:cxnLst>
              <a:rect l="T12" t="T13" r="T14" b="T15"/>
              <a:pathLst>
                <a:path w="437" h="1161">
                  <a:moveTo>
                    <a:pt x="0" y="1159"/>
                  </a:moveTo>
                  <a:lnTo>
                    <a:pt x="259" y="1161"/>
                  </a:lnTo>
                  <a:lnTo>
                    <a:pt x="339" y="0"/>
                  </a:lnTo>
                  <a:lnTo>
                    <a:pt x="437" y="1"/>
                  </a:lnTo>
                </a:path>
              </a:pathLst>
            </a:custGeom>
            <a:noFill/>
            <a:ln w="38100" cap="flat" cmpd="sng">
              <a:solidFill>
                <a:srgbClr val="009530"/>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grpSp>
    </p:spTree>
    <p:extLst>
      <p:ext uri="{BB962C8B-B14F-4D97-AF65-F5344CB8AC3E}">
        <p14:creationId xmlns:p14="http://schemas.microsoft.com/office/powerpoint/2010/main" val="3225836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11</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grpSp>
        <p:nvGrpSpPr>
          <p:cNvPr id="11" name="Group 10">
            <a:extLst>
              <a:ext uri="{FF2B5EF4-FFF2-40B4-BE49-F238E27FC236}">
                <a16:creationId xmlns:a16="http://schemas.microsoft.com/office/drawing/2014/main" id="{E48E322D-B419-42BE-97F8-8C05C4D239AC}"/>
              </a:ext>
            </a:extLst>
          </p:cNvPr>
          <p:cNvGrpSpPr/>
          <p:nvPr/>
        </p:nvGrpSpPr>
        <p:grpSpPr>
          <a:xfrm>
            <a:off x="627062" y="1232327"/>
            <a:ext cx="8429532" cy="2362200"/>
            <a:chOff x="911225" y="2654300"/>
            <a:chExt cx="8429532" cy="2362200"/>
          </a:xfrm>
        </p:grpSpPr>
        <p:sp>
          <p:nvSpPr>
            <p:cNvPr id="13" name="Rectangle 5">
              <a:extLst>
                <a:ext uri="{FF2B5EF4-FFF2-40B4-BE49-F238E27FC236}">
                  <a16:creationId xmlns:a16="http://schemas.microsoft.com/office/drawing/2014/main" id="{E7C551AB-6D8A-4375-9E37-99BA0E5DB0CF}"/>
                </a:ext>
              </a:extLst>
            </p:cNvPr>
            <p:cNvSpPr>
              <a:spLocks noChangeArrowheads="1"/>
            </p:cNvSpPr>
            <p:nvPr/>
          </p:nvSpPr>
          <p:spPr bwMode="auto">
            <a:xfrm>
              <a:off x="3859213" y="2943225"/>
              <a:ext cx="5481544"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Pickup/Dropoff = both pickup and dropoff timers</a:t>
              </a:r>
            </a:p>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Straight-through = no timer assigned on the contact</a:t>
              </a:r>
            </a:p>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Latching = Contact is active until Reset (manual or automatic)</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pic>
          <p:nvPicPr>
            <p:cNvPr id="14" name="Picture 6">
              <a:extLst>
                <a:ext uri="{FF2B5EF4-FFF2-40B4-BE49-F238E27FC236}">
                  <a16:creationId xmlns:a16="http://schemas.microsoft.com/office/drawing/2014/main" id="{82C66F9A-FEB6-43C7-AA75-470AA7A115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225" y="2654300"/>
              <a:ext cx="329882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grpSp>
    </p:spTree>
    <p:extLst>
      <p:ext uri="{BB962C8B-B14F-4D97-AF65-F5344CB8AC3E}">
        <p14:creationId xmlns:p14="http://schemas.microsoft.com/office/powerpoint/2010/main" val="2513530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12</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grpSp>
        <p:nvGrpSpPr>
          <p:cNvPr id="7" name="Group 6">
            <a:extLst>
              <a:ext uri="{FF2B5EF4-FFF2-40B4-BE49-F238E27FC236}">
                <a16:creationId xmlns:a16="http://schemas.microsoft.com/office/drawing/2014/main" id="{E8A9A07D-EA34-4217-A05F-DF7319250AC6}"/>
              </a:ext>
            </a:extLst>
          </p:cNvPr>
          <p:cNvGrpSpPr/>
          <p:nvPr/>
        </p:nvGrpSpPr>
        <p:grpSpPr>
          <a:xfrm>
            <a:off x="252412" y="890814"/>
            <a:ext cx="8716776" cy="3460162"/>
            <a:chOff x="-596713" y="358006"/>
            <a:chExt cx="9613952" cy="6264388"/>
          </a:xfrm>
        </p:grpSpPr>
        <p:pic>
          <p:nvPicPr>
            <p:cNvPr id="8" name="Picture 2">
              <a:extLst>
                <a:ext uri="{FF2B5EF4-FFF2-40B4-BE49-F238E27FC236}">
                  <a16:creationId xmlns:a16="http://schemas.microsoft.com/office/drawing/2014/main" id="{754A57DE-9086-4632-A665-6BBA7400D3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75" y="4387850"/>
              <a:ext cx="2428875"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9" name="Rectangle 5">
              <a:extLst>
                <a:ext uri="{FF2B5EF4-FFF2-40B4-BE49-F238E27FC236}">
                  <a16:creationId xmlns:a16="http://schemas.microsoft.com/office/drawing/2014/main" id="{8B050EA7-BF8D-428C-975F-DE2CCAA3A9EE}"/>
                </a:ext>
              </a:extLst>
            </p:cNvPr>
            <p:cNvSpPr>
              <a:spLocks noChangeArrowheads="1"/>
            </p:cNvSpPr>
            <p:nvPr/>
          </p:nvSpPr>
          <p:spPr bwMode="auto">
            <a:xfrm>
              <a:off x="-596713" y="358006"/>
              <a:ext cx="5708650"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eaLnBrk="1" hangingPunct="1">
                <a:lnSpc>
                  <a:spcPct val="90000"/>
                </a:lnSpc>
                <a:spcBef>
                  <a:spcPct val="20000"/>
                </a:spcBef>
                <a:buClr>
                  <a:schemeClr val="accent1"/>
                </a:buClr>
                <a:buFont typeface="Arial" panose="020B0604020202020204" pitchFamily="34" charset="0"/>
                <a:buChar char="●"/>
              </a:pPr>
              <a:r>
                <a:rPr lang="en-US" altLang="en-US">
                  <a:solidFill>
                    <a:schemeClr val="accent1"/>
                  </a:solidFill>
                </a:rPr>
                <a:t>Assigning an output contact</a:t>
              </a:r>
              <a:endParaRPr lang="en-US" altLang="en-US" dirty="0">
                <a:solidFill>
                  <a:schemeClr val="accent1"/>
                </a:solidFill>
              </a:endParaRPr>
            </a:p>
          </p:txBody>
        </p:sp>
        <p:sp>
          <p:nvSpPr>
            <p:cNvPr id="10" name="Rectangle 6">
              <a:extLst>
                <a:ext uri="{FF2B5EF4-FFF2-40B4-BE49-F238E27FC236}">
                  <a16:creationId xmlns:a16="http://schemas.microsoft.com/office/drawing/2014/main" id="{96A61451-D882-4BA3-9BA3-BF141447B69E}"/>
                </a:ext>
              </a:extLst>
            </p:cNvPr>
            <p:cNvSpPr>
              <a:spLocks noChangeArrowheads="1"/>
            </p:cNvSpPr>
            <p:nvPr/>
          </p:nvSpPr>
          <p:spPr bwMode="auto">
            <a:xfrm>
              <a:off x="3576638" y="1893888"/>
              <a:ext cx="28178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lvl="1" eaLnBrk="1" hangingPunct="1">
                <a:lnSpc>
                  <a:spcPct val="90000"/>
                </a:lnSpc>
                <a:spcBef>
                  <a:spcPct val="20000"/>
                </a:spcBef>
                <a:buClr>
                  <a:schemeClr val="bg2"/>
                </a:buClr>
                <a:buFont typeface="Arial" panose="020B0604020202020204" pitchFamily="34" charset="0"/>
                <a:buChar char="●"/>
              </a:pPr>
              <a:r>
                <a:rPr lang="en-US" altLang="en-US" sz="1600"/>
                <a:t>A logic Input</a:t>
              </a:r>
              <a:endParaRPr lang="en-US" altLang="en-US" sz="1600" dirty="0"/>
            </a:p>
          </p:txBody>
        </p:sp>
        <p:pic>
          <p:nvPicPr>
            <p:cNvPr id="11" name="Picture 7">
              <a:extLst>
                <a:ext uri="{FF2B5EF4-FFF2-40B4-BE49-F238E27FC236}">
                  <a16:creationId xmlns:a16="http://schemas.microsoft.com/office/drawing/2014/main" id="{14654B0C-5C66-470D-849A-24D3CC2B75E7}"/>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01713" y="3598863"/>
              <a:ext cx="2800350" cy="81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2" name="Rectangle 8">
              <a:extLst>
                <a:ext uri="{FF2B5EF4-FFF2-40B4-BE49-F238E27FC236}">
                  <a16:creationId xmlns:a16="http://schemas.microsoft.com/office/drawing/2014/main" id="{0BAB7051-7966-497A-98E5-D0C93F378481}"/>
                </a:ext>
              </a:extLst>
            </p:cNvPr>
            <p:cNvSpPr>
              <a:spLocks noChangeArrowheads="1"/>
            </p:cNvSpPr>
            <p:nvPr/>
          </p:nvSpPr>
          <p:spPr bwMode="auto">
            <a:xfrm>
              <a:off x="3592513" y="3016250"/>
              <a:ext cx="47498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lvl="1" eaLnBrk="1" hangingPunct="1">
                <a:lnSpc>
                  <a:spcPct val="90000"/>
                </a:lnSpc>
                <a:spcBef>
                  <a:spcPct val="20000"/>
                </a:spcBef>
                <a:buClr>
                  <a:schemeClr val="bg2"/>
                </a:buClr>
                <a:buFont typeface="Arial" panose="020B0604020202020204" pitchFamily="34" charset="0"/>
                <a:buChar char="●"/>
              </a:pPr>
              <a:r>
                <a:rPr lang="en-US" altLang="en-US" sz="1600"/>
                <a:t>A Hotkey control (front panel)</a:t>
              </a:r>
              <a:endParaRPr lang="en-US" altLang="en-US" sz="1600" dirty="0"/>
            </a:p>
          </p:txBody>
        </p:sp>
        <p:sp>
          <p:nvSpPr>
            <p:cNvPr id="13" name="Rectangle 9">
              <a:extLst>
                <a:ext uri="{FF2B5EF4-FFF2-40B4-BE49-F238E27FC236}">
                  <a16:creationId xmlns:a16="http://schemas.microsoft.com/office/drawing/2014/main" id="{0E2FA08E-531D-4ED8-BAB9-6240DC41AE4E}"/>
                </a:ext>
              </a:extLst>
            </p:cNvPr>
            <p:cNvSpPr>
              <a:spLocks noChangeArrowheads="1"/>
            </p:cNvSpPr>
            <p:nvPr/>
          </p:nvSpPr>
          <p:spPr bwMode="auto">
            <a:xfrm>
              <a:off x="3609975" y="3630613"/>
              <a:ext cx="51625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lvl="1" eaLnBrk="1" hangingPunct="1">
                <a:lnSpc>
                  <a:spcPct val="90000"/>
                </a:lnSpc>
                <a:spcBef>
                  <a:spcPct val="20000"/>
                </a:spcBef>
                <a:buClr>
                  <a:schemeClr val="bg2"/>
                </a:buClr>
                <a:buFont typeface="Arial" panose="020B0604020202020204" pitchFamily="34" charset="0"/>
                <a:buChar char="●"/>
              </a:pPr>
              <a:r>
                <a:rPr lang="en-US" altLang="en-US" sz="1600"/>
                <a:t>Logic gate output</a:t>
              </a:r>
              <a:endParaRPr lang="en-US" altLang="en-US" sz="1600" dirty="0"/>
            </a:p>
          </p:txBody>
        </p:sp>
        <p:sp>
          <p:nvSpPr>
            <p:cNvPr id="14" name="Rectangle 10">
              <a:extLst>
                <a:ext uri="{FF2B5EF4-FFF2-40B4-BE49-F238E27FC236}">
                  <a16:creationId xmlns:a16="http://schemas.microsoft.com/office/drawing/2014/main" id="{E88C1119-E142-4FC9-B8EE-B0D6293C2CAD}"/>
                </a:ext>
              </a:extLst>
            </p:cNvPr>
            <p:cNvSpPr>
              <a:spLocks noChangeArrowheads="1"/>
            </p:cNvSpPr>
            <p:nvPr/>
          </p:nvSpPr>
          <p:spPr bwMode="auto">
            <a:xfrm>
              <a:off x="3609975" y="4379913"/>
              <a:ext cx="430688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lvl="1" eaLnBrk="1" hangingPunct="1">
                <a:lnSpc>
                  <a:spcPct val="90000"/>
                </a:lnSpc>
                <a:spcBef>
                  <a:spcPct val="20000"/>
                </a:spcBef>
                <a:buClr>
                  <a:schemeClr val="bg2"/>
                </a:buClr>
                <a:buFont typeface="Arial" panose="020B0604020202020204" pitchFamily="34" charset="0"/>
                <a:buChar char="●"/>
              </a:pPr>
              <a:r>
                <a:rPr lang="en-US" altLang="en-US" sz="1600"/>
                <a:t>An input signal (internal)</a:t>
              </a:r>
              <a:endParaRPr lang="en-US" altLang="en-US" sz="1600" dirty="0"/>
            </a:p>
          </p:txBody>
        </p:sp>
        <p:sp>
          <p:nvSpPr>
            <p:cNvPr id="15" name="Rectangle 11">
              <a:extLst>
                <a:ext uri="{FF2B5EF4-FFF2-40B4-BE49-F238E27FC236}">
                  <a16:creationId xmlns:a16="http://schemas.microsoft.com/office/drawing/2014/main" id="{C3C02882-C85D-422E-998F-FFB70D4E3A4A}"/>
                </a:ext>
              </a:extLst>
            </p:cNvPr>
            <p:cNvSpPr>
              <a:spLocks noChangeArrowheads="1"/>
            </p:cNvSpPr>
            <p:nvPr/>
          </p:nvSpPr>
          <p:spPr bwMode="auto">
            <a:xfrm>
              <a:off x="3609975" y="4922838"/>
              <a:ext cx="430688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lvl="1" eaLnBrk="1" hangingPunct="1">
                <a:lnSpc>
                  <a:spcPct val="90000"/>
                </a:lnSpc>
                <a:spcBef>
                  <a:spcPct val="20000"/>
                </a:spcBef>
                <a:buClr>
                  <a:schemeClr val="bg2"/>
                </a:buClr>
                <a:buFont typeface="Arial" panose="020B0604020202020204" pitchFamily="34" charset="0"/>
                <a:buChar char="●"/>
              </a:pPr>
              <a:r>
                <a:rPr lang="en-US" altLang="en-US" sz="1600"/>
                <a:t>A GOOSE Input (IEC 61850)</a:t>
              </a:r>
              <a:endParaRPr lang="en-US" altLang="en-US" sz="1600" dirty="0"/>
            </a:p>
          </p:txBody>
        </p:sp>
        <p:sp>
          <p:nvSpPr>
            <p:cNvPr id="16" name="Rectangle 12">
              <a:extLst>
                <a:ext uri="{FF2B5EF4-FFF2-40B4-BE49-F238E27FC236}">
                  <a16:creationId xmlns:a16="http://schemas.microsoft.com/office/drawing/2014/main" id="{50F5EA6D-1BAA-4A85-A1CB-95D2449CEC58}"/>
                </a:ext>
              </a:extLst>
            </p:cNvPr>
            <p:cNvSpPr>
              <a:spLocks noChangeArrowheads="1"/>
            </p:cNvSpPr>
            <p:nvPr/>
          </p:nvSpPr>
          <p:spPr bwMode="auto">
            <a:xfrm>
              <a:off x="85885" y="6131856"/>
              <a:ext cx="8931354"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indent="0" eaLnBrk="1" hangingPunct="1">
                <a:lnSpc>
                  <a:spcPct val="90000"/>
                </a:lnSpc>
                <a:spcBef>
                  <a:spcPct val="20000"/>
                </a:spcBef>
                <a:buClr>
                  <a:schemeClr val="accent1"/>
                </a:buClr>
              </a:pPr>
              <a:r>
                <a:rPr lang="en-US" altLang="en-US">
                  <a:solidFill>
                    <a:schemeClr val="accent1"/>
                  </a:solidFill>
                </a:rPr>
                <a:t>Only one function or logic equation can be assigned to an output contact</a:t>
              </a:r>
              <a:endParaRPr lang="en-US" altLang="en-US" dirty="0">
                <a:solidFill>
                  <a:schemeClr val="accent1"/>
                </a:solidFill>
              </a:endParaRPr>
            </a:p>
          </p:txBody>
        </p:sp>
        <p:pic>
          <p:nvPicPr>
            <p:cNvPr id="17" name="Picture 13">
              <a:extLst>
                <a:ext uri="{FF2B5EF4-FFF2-40B4-BE49-F238E27FC236}">
                  <a16:creationId xmlns:a16="http://schemas.microsoft.com/office/drawing/2014/main" id="{091EDED2-7E2F-4871-8694-16ABFE58B9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1736725"/>
              <a:ext cx="24669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18" name="Picture 14">
              <a:extLst>
                <a:ext uri="{FF2B5EF4-FFF2-40B4-BE49-F238E27FC236}">
                  <a16:creationId xmlns:a16="http://schemas.microsoft.com/office/drawing/2014/main" id="{3E64B1C9-E721-4793-830F-FD2C571098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9813" y="2986088"/>
              <a:ext cx="2325687"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19" name="Picture 15">
              <a:extLst>
                <a:ext uri="{FF2B5EF4-FFF2-40B4-BE49-F238E27FC236}">
                  <a16:creationId xmlns:a16="http://schemas.microsoft.com/office/drawing/2014/main" id="{5ED24069-AF43-4D6B-AD50-6B5A20B0BC7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65238" y="4991100"/>
              <a:ext cx="23876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20" name="Rectangle 16">
              <a:extLst>
                <a:ext uri="{FF2B5EF4-FFF2-40B4-BE49-F238E27FC236}">
                  <a16:creationId xmlns:a16="http://schemas.microsoft.com/office/drawing/2014/main" id="{2BBD176B-BBF4-4A8B-A507-BDA067CF15DD}"/>
                </a:ext>
              </a:extLst>
            </p:cNvPr>
            <p:cNvSpPr>
              <a:spLocks noChangeArrowheads="1"/>
            </p:cNvSpPr>
            <p:nvPr/>
          </p:nvSpPr>
          <p:spPr bwMode="auto">
            <a:xfrm>
              <a:off x="3602038" y="2398713"/>
              <a:ext cx="3365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lvl="1" eaLnBrk="1" hangingPunct="1">
                <a:lnSpc>
                  <a:spcPct val="90000"/>
                </a:lnSpc>
                <a:spcBef>
                  <a:spcPct val="20000"/>
                </a:spcBef>
                <a:buClr>
                  <a:schemeClr val="bg2"/>
                </a:buClr>
                <a:buFont typeface="Arial" panose="020B0604020202020204" pitchFamily="34" charset="0"/>
                <a:buChar char="●"/>
              </a:pPr>
              <a:r>
                <a:rPr lang="en-US" altLang="en-US" sz="1600"/>
                <a:t>A repeated LED status</a:t>
              </a:r>
              <a:endParaRPr lang="en-US" altLang="en-US" sz="1600" dirty="0"/>
            </a:p>
          </p:txBody>
        </p:sp>
        <p:pic>
          <p:nvPicPr>
            <p:cNvPr id="21" name="Picture 17">
              <a:extLst>
                <a:ext uri="{FF2B5EF4-FFF2-40B4-BE49-F238E27FC236}">
                  <a16:creationId xmlns:a16="http://schemas.microsoft.com/office/drawing/2014/main" id="{1D14951C-F113-42FC-8F91-CD0F6A542F58}"/>
                </a:ext>
              </a:extLst>
            </p:cNvPr>
            <p:cNvPicPr preferRelativeResize="0">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6325" y="2438400"/>
              <a:ext cx="215265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grpSp>
      <p:pic>
        <p:nvPicPr>
          <p:cNvPr id="22" name="Picture 2">
            <a:extLst>
              <a:ext uri="{FF2B5EF4-FFF2-40B4-BE49-F238E27FC236}">
                <a16:creationId xmlns:a16="http://schemas.microsoft.com/office/drawing/2014/main" id="{06770C9A-5F26-415C-A68F-344C37CBB899}"/>
              </a:ext>
            </a:extLst>
          </p:cNvPr>
          <p:cNvPicPr>
            <a:picLocks noChangeAspect="1" noChangeArrowheads="1"/>
          </p:cNvPicPr>
          <p:nvPr/>
        </p:nvPicPr>
        <p:blipFill>
          <a:blip r:embed="rId9" cstate="print"/>
          <a:srcRect/>
          <a:stretch>
            <a:fillRect/>
          </a:stretch>
        </p:blipFill>
        <p:spPr bwMode="auto">
          <a:xfrm>
            <a:off x="339818" y="4052387"/>
            <a:ext cx="391149" cy="363861"/>
          </a:xfrm>
          <a:prstGeom prst="rect">
            <a:avLst/>
          </a:prstGeom>
          <a:noFill/>
          <a:ln w="9525">
            <a:noFill/>
            <a:miter lim="800000"/>
            <a:headEnd/>
            <a:tailEnd/>
          </a:ln>
        </p:spPr>
      </p:pic>
    </p:spTree>
    <p:extLst>
      <p:ext uri="{BB962C8B-B14F-4D97-AF65-F5344CB8AC3E}">
        <p14:creationId xmlns:p14="http://schemas.microsoft.com/office/powerpoint/2010/main" val="2787955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13</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pic>
        <p:nvPicPr>
          <p:cNvPr id="8" name="Picture 2">
            <a:extLst>
              <a:ext uri="{FF2B5EF4-FFF2-40B4-BE49-F238E27FC236}">
                <a16:creationId xmlns:a16="http://schemas.microsoft.com/office/drawing/2014/main" id="{341D96F0-4BED-4ACB-85F5-6DCB2B86B74C}"/>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462267" y="2966159"/>
            <a:ext cx="5128598" cy="118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0" name="Rectangle 5">
            <a:extLst>
              <a:ext uri="{FF2B5EF4-FFF2-40B4-BE49-F238E27FC236}">
                <a16:creationId xmlns:a16="http://schemas.microsoft.com/office/drawing/2014/main" id="{81D45AAA-6135-47E6-BD74-567BCD4A09E7}"/>
              </a:ext>
            </a:extLst>
          </p:cNvPr>
          <p:cNvSpPr>
            <a:spLocks noChangeArrowheads="1"/>
          </p:cNvSpPr>
          <p:nvPr/>
        </p:nvSpPr>
        <p:spPr bwMode="auto">
          <a:xfrm>
            <a:off x="411754" y="925472"/>
            <a:ext cx="6753621" cy="1092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eaLnBrk="1" hangingPunct="1">
              <a:lnSpc>
                <a:spcPct val="90000"/>
              </a:lnSpc>
              <a:spcBef>
                <a:spcPct val="20000"/>
              </a:spcBef>
              <a:buClr>
                <a:schemeClr val="accent1"/>
              </a:buClr>
              <a:buFont typeface="Arial" panose="020B0604020202020204" pitchFamily="34" charset="0"/>
              <a:buChar char="●"/>
            </a:pPr>
            <a:r>
              <a:rPr lang="en-US" altLang="en-US" sz="1600"/>
              <a:t>Contact position can be used as an input signal </a:t>
            </a:r>
            <a:endParaRPr lang="en-US" altLang="en-US" sz="1600" dirty="0"/>
          </a:p>
        </p:txBody>
      </p:sp>
      <p:pic>
        <p:nvPicPr>
          <p:cNvPr id="11" name="Picture 6">
            <a:extLst>
              <a:ext uri="{FF2B5EF4-FFF2-40B4-BE49-F238E27FC236}">
                <a16:creationId xmlns:a16="http://schemas.microsoft.com/office/drawing/2014/main" id="{376625AA-90CF-443D-AC95-BCB22435884B}"/>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879549" y="1773853"/>
            <a:ext cx="2662070" cy="609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2" name="Rectangle 7">
            <a:extLst>
              <a:ext uri="{FF2B5EF4-FFF2-40B4-BE49-F238E27FC236}">
                <a16:creationId xmlns:a16="http://schemas.microsoft.com/office/drawing/2014/main" id="{2DA5AD68-7058-46B0-AE8C-FDF5230E42E7}"/>
              </a:ext>
            </a:extLst>
          </p:cNvPr>
          <p:cNvSpPr>
            <a:spLocks noChangeArrowheads="1"/>
          </p:cNvSpPr>
          <p:nvPr/>
        </p:nvSpPr>
        <p:spPr bwMode="auto">
          <a:xfrm>
            <a:off x="3440360" y="1828075"/>
            <a:ext cx="5128597" cy="499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lvl="1" eaLnBrk="1" hangingPunct="1">
              <a:lnSpc>
                <a:spcPct val="90000"/>
              </a:lnSpc>
              <a:spcBef>
                <a:spcPct val="20000"/>
              </a:spcBef>
              <a:buClr>
                <a:schemeClr val="bg2"/>
              </a:buClr>
              <a:buFont typeface="Arial" panose="020B0604020202020204" pitchFamily="34" charset="0"/>
              <a:buChar char="●"/>
            </a:pPr>
            <a:r>
              <a:rPr lang="en-US" altLang="en-US" sz="1600"/>
              <a:t>by using directly contact conditioner output</a:t>
            </a:r>
            <a:endParaRPr lang="en-US" altLang="en-US" sz="1600" dirty="0"/>
          </a:p>
        </p:txBody>
      </p:sp>
      <p:sp>
        <p:nvSpPr>
          <p:cNvPr id="13" name="Oval 8">
            <a:extLst>
              <a:ext uri="{FF2B5EF4-FFF2-40B4-BE49-F238E27FC236}">
                <a16:creationId xmlns:a16="http://schemas.microsoft.com/office/drawing/2014/main" id="{295EAB6D-076D-4741-AD69-59E17A75FA90}"/>
              </a:ext>
            </a:extLst>
          </p:cNvPr>
          <p:cNvSpPr>
            <a:spLocks noChangeArrowheads="1"/>
          </p:cNvSpPr>
          <p:nvPr/>
        </p:nvSpPr>
        <p:spPr bwMode="auto">
          <a:xfrm>
            <a:off x="3100637" y="1837582"/>
            <a:ext cx="450421" cy="433580"/>
          </a:xfrm>
          <a:prstGeom prst="ellipse">
            <a:avLst/>
          </a:prstGeom>
          <a:noFill/>
          <a:ln w="38100" algn="ctr">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algn="ctr" eaLnBrk="1" hangingPunct="1"/>
            <a:endParaRPr lang="en-US" altLang="en-US"/>
          </a:p>
        </p:txBody>
      </p:sp>
      <p:sp>
        <p:nvSpPr>
          <p:cNvPr id="14" name="Rectangle 9">
            <a:extLst>
              <a:ext uri="{FF2B5EF4-FFF2-40B4-BE49-F238E27FC236}">
                <a16:creationId xmlns:a16="http://schemas.microsoft.com/office/drawing/2014/main" id="{48D93D36-661E-4145-A9DF-146A18382656}"/>
              </a:ext>
            </a:extLst>
          </p:cNvPr>
          <p:cNvSpPr>
            <a:spLocks noChangeArrowheads="1"/>
          </p:cNvSpPr>
          <p:nvPr/>
        </p:nvSpPr>
        <p:spPr bwMode="auto">
          <a:xfrm>
            <a:off x="3440360" y="2410078"/>
            <a:ext cx="5715590" cy="499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lvl="1" eaLnBrk="1" hangingPunct="1">
              <a:lnSpc>
                <a:spcPct val="90000"/>
              </a:lnSpc>
              <a:spcBef>
                <a:spcPct val="20000"/>
              </a:spcBef>
              <a:buClr>
                <a:schemeClr val="bg2"/>
              </a:buClr>
              <a:buFont typeface="Arial" panose="020B0604020202020204" pitchFamily="34" charset="0"/>
              <a:buChar char="●"/>
            </a:pPr>
            <a:r>
              <a:rPr lang="en-US" altLang="en-US" sz="1600"/>
              <a:t>by creating a signal contact copy (equivalent) </a:t>
            </a:r>
            <a:endParaRPr lang="en-US" altLang="en-US" sz="1600" dirty="0"/>
          </a:p>
        </p:txBody>
      </p:sp>
      <p:pic>
        <p:nvPicPr>
          <p:cNvPr id="15" name="Picture 10">
            <a:extLst>
              <a:ext uri="{FF2B5EF4-FFF2-40B4-BE49-F238E27FC236}">
                <a16:creationId xmlns:a16="http://schemas.microsoft.com/office/drawing/2014/main" id="{743FCFA6-EE41-4AA7-A7AA-ADBC2B41C3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6314" y="2999485"/>
            <a:ext cx="531335" cy="403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16" name="Picture 11">
            <a:extLst>
              <a:ext uri="{FF2B5EF4-FFF2-40B4-BE49-F238E27FC236}">
                <a16:creationId xmlns:a16="http://schemas.microsoft.com/office/drawing/2014/main" id="{51DB98B8-698A-402C-A8D3-0B094A205E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6028" y="3825676"/>
            <a:ext cx="2043078" cy="39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7" name="Oval 12">
            <a:extLst>
              <a:ext uri="{FF2B5EF4-FFF2-40B4-BE49-F238E27FC236}">
                <a16:creationId xmlns:a16="http://schemas.microsoft.com/office/drawing/2014/main" id="{4AF5708F-19D1-49B6-B2FB-402568599F3E}"/>
              </a:ext>
            </a:extLst>
          </p:cNvPr>
          <p:cNvSpPr>
            <a:spLocks noChangeArrowheads="1"/>
          </p:cNvSpPr>
          <p:nvPr/>
        </p:nvSpPr>
        <p:spPr bwMode="auto">
          <a:xfrm>
            <a:off x="2825530" y="3783569"/>
            <a:ext cx="450421" cy="433580"/>
          </a:xfrm>
          <a:prstGeom prst="ellipse">
            <a:avLst/>
          </a:prstGeom>
          <a:noFill/>
          <a:ln w="38100" algn="ctr">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algn="ctr" eaLnBrk="1" hangingPunct="1"/>
            <a:endParaRPr lang="en-US" altLang="en-US"/>
          </a:p>
        </p:txBody>
      </p:sp>
    </p:spTree>
    <p:extLst>
      <p:ext uri="{BB962C8B-B14F-4D97-AF65-F5344CB8AC3E}">
        <p14:creationId xmlns:p14="http://schemas.microsoft.com/office/powerpoint/2010/main" val="813203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14</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grpSp>
        <p:nvGrpSpPr>
          <p:cNvPr id="7" name="Group 6">
            <a:extLst>
              <a:ext uri="{FF2B5EF4-FFF2-40B4-BE49-F238E27FC236}">
                <a16:creationId xmlns:a16="http://schemas.microsoft.com/office/drawing/2014/main" id="{11DA8872-DF6A-481B-9FA8-E0614A0E0BA3}"/>
              </a:ext>
            </a:extLst>
          </p:cNvPr>
          <p:cNvGrpSpPr/>
          <p:nvPr/>
        </p:nvGrpSpPr>
        <p:grpSpPr>
          <a:xfrm>
            <a:off x="1425033" y="1145541"/>
            <a:ext cx="6965931" cy="3236006"/>
            <a:chOff x="804863" y="1030288"/>
            <a:chExt cx="8029575" cy="4651375"/>
          </a:xfrm>
        </p:grpSpPr>
        <p:pic>
          <p:nvPicPr>
            <p:cNvPr id="8" name="Picture 2">
              <a:extLst>
                <a:ext uri="{FF2B5EF4-FFF2-40B4-BE49-F238E27FC236}">
                  <a16:creationId xmlns:a16="http://schemas.microsoft.com/office/drawing/2014/main" id="{3D49F423-4971-4D12-8D1B-F8066DB303BA}"/>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82688" y="1785938"/>
              <a:ext cx="4706937"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9" name="Rectangle 5">
              <a:extLst>
                <a:ext uri="{FF2B5EF4-FFF2-40B4-BE49-F238E27FC236}">
                  <a16:creationId xmlns:a16="http://schemas.microsoft.com/office/drawing/2014/main" id="{17653B58-1FB0-4DAC-834A-FCDE4CC16924}"/>
                </a:ext>
              </a:extLst>
            </p:cNvPr>
            <p:cNvSpPr>
              <a:spLocks noChangeArrowheads="1"/>
            </p:cNvSpPr>
            <p:nvPr/>
          </p:nvSpPr>
          <p:spPr bwMode="auto">
            <a:xfrm>
              <a:off x="804863" y="1030288"/>
              <a:ext cx="7670800"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eaLnBrk="1" hangingPunct="1">
                <a:lnSpc>
                  <a:spcPct val="90000"/>
                </a:lnSpc>
                <a:spcBef>
                  <a:spcPct val="20000"/>
                </a:spcBef>
                <a:buClr>
                  <a:schemeClr val="accent1"/>
                </a:buClr>
                <a:buFont typeface="Arial" panose="020B0604020202020204" pitchFamily="34" charset="0"/>
                <a:buChar char="●"/>
              </a:pPr>
              <a:r>
                <a:rPr lang="en-US" altLang="en-US">
                  <a:solidFill>
                    <a:schemeClr val="accent1"/>
                  </a:solidFill>
                </a:rPr>
                <a:t>LEDs can be latched</a:t>
              </a:r>
              <a:endParaRPr lang="en-US" altLang="en-US" dirty="0">
                <a:solidFill>
                  <a:schemeClr val="accent1"/>
                </a:solidFill>
              </a:endParaRPr>
            </a:p>
          </p:txBody>
        </p:sp>
        <p:sp>
          <p:nvSpPr>
            <p:cNvPr id="10" name="Oval 6">
              <a:extLst>
                <a:ext uri="{FF2B5EF4-FFF2-40B4-BE49-F238E27FC236}">
                  <a16:creationId xmlns:a16="http://schemas.microsoft.com/office/drawing/2014/main" id="{3EAD8D5D-C9EC-4132-B651-815F63CC281D}"/>
                </a:ext>
              </a:extLst>
            </p:cNvPr>
            <p:cNvSpPr>
              <a:spLocks noChangeArrowheads="1"/>
            </p:cNvSpPr>
            <p:nvPr/>
          </p:nvSpPr>
          <p:spPr bwMode="auto">
            <a:xfrm>
              <a:off x="1470025" y="2428875"/>
              <a:ext cx="650875" cy="501650"/>
            </a:xfrm>
            <a:prstGeom prst="ellipse">
              <a:avLst/>
            </a:prstGeom>
            <a:noFill/>
            <a:ln w="28575" algn="ctr">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algn="ctr" eaLnBrk="1" hangingPunct="1"/>
              <a:endParaRPr lang="en-US" altLang="en-US"/>
            </a:p>
          </p:txBody>
        </p:sp>
        <p:pic>
          <p:nvPicPr>
            <p:cNvPr id="11" name="Picture 7">
              <a:extLst>
                <a:ext uri="{FF2B5EF4-FFF2-40B4-BE49-F238E27FC236}">
                  <a16:creationId xmlns:a16="http://schemas.microsoft.com/office/drawing/2014/main" id="{9CBED63F-D5E8-4497-9A03-244037BCD489}"/>
                </a:ext>
              </a:extLst>
            </p:cNvPr>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7738" y="4997450"/>
              <a:ext cx="28067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2" name="Oval 8">
              <a:extLst>
                <a:ext uri="{FF2B5EF4-FFF2-40B4-BE49-F238E27FC236}">
                  <a16:creationId xmlns:a16="http://schemas.microsoft.com/office/drawing/2014/main" id="{D45E2E9C-0147-4576-A768-E178828602A4}"/>
                </a:ext>
              </a:extLst>
            </p:cNvPr>
            <p:cNvSpPr>
              <a:spLocks noChangeArrowheads="1"/>
            </p:cNvSpPr>
            <p:nvPr/>
          </p:nvSpPr>
          <p:spPr bwMode="auto">
            <a:xfrm>
              <a:off x="6175375" y="5037138"/>
              <a:ext cx="650875" cy="501650"/>
            </a:xfrm>
            <a:prstGeom prst="ellipse">
              <a:avLst/>
            </a:prstGeom>
            <a:noFill/>
            <a:ln w="28575" algn="ctr">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algn="ctr" eaLnBrk="1" hangingPunct="1"/>
              <a:endParaRPr lang="en-US" altLang="en-US"/>
            </a:p>
          </p:txBody>
        </p:sp>
        <p:sp>
          <p:nvSpPr>
            <p:cNvPr id="13" name="Freeform 9">
              <a:extLst>
                <a:ext uri="{FF2B5EF4-FFF2-40B4-BE49-F238E27FC236}">
                  <a16:creationId xmlns:a16="http://schemas.microsoft.com/office/drawing/2014/main" id="{756AC671-EF82-406C-B327-BB2869FE6409}"/>
                </a:ext>
              </a:extLst>
            </p:cNvPr>
            <p:cNvSpPr>
              <a:spLocks/>
            </p:cNvSpPr>
            <p:nvPr/>
          </p:nvSpPr>
          <p:spPr bwMode="auto">
            <a:xfrm>
              <a:off x="2079625" y="2568575"/>
              <a:ext cx="4335463" cy="2490788"/>
            </a:xfrm>
            <a:custGeom>
              <a:avLst/>
              <a:gdLst>
                <a:gd name="T0" fmla="*/ 0 w 2731"/>
                <a:gd name="T1" fmla="*/ 204788 h 1569"/>
                <a:gd name="T2" fmla="*/ 2698750 w 2731"/>
                <a:gd name="T3" fmla="*/ 381000 h 1569"/>
                <a:gd name="T4" fmla="*/ 4335463 w 2731"/>
                <a:gd name="T5" fmla="*/ 2490788 h 1569"/>
                <a:gd name="T6" fmla="*/ 0 60000 65536"/>
                <a:gd name="T7" fmla="*/ 0 60000 65536"/>
                <a:gd name="T8" fmla="*/ 0 60000 65536"/>
                <a:gd name="T9" fmla="*/ 0 w 2731"/>
                <a:gd name="T10" fmla="*/ 0 h 1569"/>
                <a:gd name="T11" fmla="*/ 2731 w 2731"/>
                <a:gd name="T12" fmla="*/ 1569 h 1569"/>
              </a:gdLst>
              <a:ahLst/>
              <a:cxnLst>
                <a:cxn ang="T6">
                  <a:pos x="T0" y="T1"/>
                </a:cxn>
                <a:cxn ang="T7">
                  <a:pos x="T2" y="T3"/>
                </a:cxn>
                <a:cxn ang="T8">
                  <a:pos x="T4" y="T5"/>
                </a:cxn>
              </a:cxnLst>
              <a:rect l="T9" t="T10" r="T11" b="T12"/>
              <a:pathLst>
                <a:path w="2731" h="1569">
                  <a:moveTo>
                    <a:pt x="0" y="129"/>
                  </a:moveTo>
                  <a:cubicBezTo>
                    <a:pt x="622" y="64"/>
                    <a:pt x="1245" y="0"/>
                    <a:pt x="1700" y="240"/>
                  </a:cubicBezTo>
                  <a:cubicBezTo>
                    <a:pt x="2155" y="480"/>
                    <a:pt x="2443" y="1024"/>
                    <a:pt x="2731" y="1569"/>
                  </a:cubicBezTo>
                </a:path>
              </a:pathLst>
            </a:custGeom>
            <a:noFill/>
            <a:ln w="28575" cap="flat" cmpd="sng">
              <a:solidFill>
                <a:schemeClr val="tx2"/>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Tree>
    <p:extLst>
      <p:ext uri="{BB962C8B-B14F-4D97-AF65-F5344CB8AC3E}">
        <p14:creationId xmlns:p14="http://schemas.microsoft.com/office/powerpoint/2010/main" val="858886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15</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pic>
        <p:nvPicPr>
          <p:cNvPr id="7" name="Picture 4">
            <a:extLst>
              <a:ext uri="{FF2B5EF4-FFF2-40B4-BE49-F238E27FC236}">
                <a16:creationId xmlns:a16="http://schemas.microsoft.com/office/drawing/2014/main" id="{D5418525-7B4F-4B7A-B5F8-2B15AF06190D}"/>
              </a:ext>
            </a:extLst>
          </p:cNvPr>
          <p:cNvPicPr preferRelativeResize="0">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82687" y="1431878"/>
            <a:ext cx="7558088" cy="233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8" name="Rectangle 5">
            <a:extLst>
              <a:ext uri="{FF2B5EF4-FFF2-40B4-BE49-F238E27FC236}">
                <a16:creationId xmlns:a16="http://schemas.microsoft.com/office/drawing/2014/main" id="{D4B995BF-4C38-4629-9899-C60A4E6AE06C}"/>
              </a:ext>
            </a:extLst>
          </p:cNvPr>
          <p:cNvSpPr>
            <a:spLocks noChangeArrowheads="1"/>
          </p:cNvSpPr>
          <p:nvPr/>
        </p:nvSpPr>
        <p:spPr bwMode="auto">
          <a:xfrm>
            <a:off x="435348" y="851647"/>
            <a:ext cx="7670800"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180975" marR="0" lvl="0" indent="-180975" defTabSz="914400" eaLnBrk="1" fontAlgn="base" latinLnBrk="0" hangingPunct="1">
              <a:lnSpc>
                <a:spcPct val="9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Choose the display color according to the inputs if available</a:t>
            </a:r>
            <a:endParaRPr kumimoji="0" lang="en-US" altLang="en-US" sz="1800" b="0" i="0" u="none" strike="noStrike" kern="0" cap="none" spc="0" normalizeH="0" baseline="0" noProof="0" dirty="0">
              <a:ln>
                <a:noFill/>
              </a:ln>
              <a:solidFill>
                <a:srgbClr val="009530"/>
              </a:solidFill>
              <a:effectLst/>
              <a:uLnTx/>
              <a:uFillTx/>
              <a:latin typeface="Arial" panose="020B0604020202020204" pitchFamily="34" charset="0"/>
            </a:endParaRPr>
          </a:p>
        </p:txBody>
      </p:sp>
      <p:sp>
        <p:nvSpPr>
          <p:cNvPr id="9" name="Rectangle 6">
            <a:extLst>
              <a:ext uri="{FF2B5EF4-FFF2-40B4-BE49-F238E27FC236}">
                <a16:creationId xmlns:a16="http://schemas.microsoft.com/office/drawing/2014/main" id="{E1A616B6-9191-432B-8FDF-3F58524D80AD}"/>
              </a:ext>
            </a:extLst>
          </p:cNvPr>
          <p:cNvSpPr>
            <a:spLocks noChangeArrowheads="1"/>
          </p:cNvSpPr>
          <p:nvPr/>
        </p:nvSpPr>
        <p:spPr bwMode="auto">
          <a:xfrm>
            <a:off x="1295399" y="3951241"/>
            <a:ext cx="7670800"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180975" marR="0" lvl="0" indent="-180975" defTabSz="914400" eaLnBrk="1" fontAlgn="base" latinLnBrk="0" hangingPunct="1">
              <a:lnSpc>
                <a:spcPct val="9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LED can be latched (one setting for the 3 colors)</a:t>
            </a:r>
            <a:endParaRPr kumimoji="0" lang="en-US" altLang="en-US" sz="1800" b="0" i="0" u="none" strike="noStrike" kern="0" cap="none" spc="0" normalizeH="0" baseline="0" noProof="0" dirty="0">
              <a:ln>
                <a:noFill/>
              </a:ln>
              <a:solidFill>
                <a:srgbClr val="009530"/>
              </a:solidFill>
              <a:effectLst/>
              <a:uLnTx/>
              <a:uFillTx/>
              <a:latin typeface="Arial" panose="020B0604020202020204" pitchFamily="34" charset="0"/>
            </a:endParaRPr>
          </a:p>
        </p:txBody>
      </p:sp>
    </p:spTree>
    <p:extLst>
      <p:ext uri="{BB962C8B-B14F-4D97-AF65-F5344CB8AC3E}">
        <p14:creationId xmlns:p14="http://schemas.microsoft.com/office/powerpoint/2010/main" val="1014802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16</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grpSp>
        <p:nvGrpSpPr>
          <p:cNvPr id="21" name="Group 20">
            <a:extLst>
              <a:ext uri="{FF2B5EF4-FFF2-40B4-BE49-F238E27FC236}">
                <a16:creationId xmlns:a16="http://schemas.microsoft.com/office/drawing/2014/main" id="{0B773985-354B-4490-875C-85A020D6AE92}"/>
              </a:ext>
            </a:extLst>
          </p:cNvPr>
          <p:cNvGrpSpPr/>
          <p:nvPr/>
        </p:nvGrpSpPr>
        <p:grpSpPr>
          <a:xfrm>
            <a:off x="368700" y="868326"/>
            <a:ext cx="8284482" cy="3702219"/>
            <a:chOff x="-194265" y="997632"/>
            <a:chExt cx="8933452" cy="5646363"/>
          </a:xfrm>
        </p:grpSpPr>
        <p:pic>
          <p:nvPicPr>
            <p:cNvPr id="22" name="Picture 2">
              <a:extLst>
                <a:ext uri="{FF2B5EF4-FFF2-40B4-BE49-F238E27FC236}">
                  <a16:creationId xmlns:a16="http://schemas.microsoft.com/office/drawing/2014/main" id="{AAC0BE9A-DF94-4478-92CD-0C85A0D43A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650" y="4212202"/>
              <a:ext cx="2428875"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23" name="Rectangle 5">
              <a:extLst>
                <a:ext uri="{FF2B5EF4-FFF2-40B4-BE49-F238E27FC236}">
                  <a16:creationId xmlns:a16="http://schemas.microsoft.com/office/drawing/2014/main" id="{72C1575C-15EC-4DB2-BFF5-491E17E11030}"/>
                </a:ext>
              </a:extLst>
            </p:cNvPr>
            <p:cNvSpPr>
              <a:spLocks noChangeArrowheads="1"/>
            </p:cNvSpPr>
            <p:nvPr/>
          </p:nvSpPr>
          <p:spPr bwMode="auto">
            <a:xfrm>
              <a:off x="-194265" y="997632"/>
              <a:ext cx="5708650"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180975" marR="0" lvl="0" indent="-180975" defTabSz="914400" eaLnBrk="1" fontAlgn="base" latinLnBrk="0" hangingPunct="1">
                <a:lnSpc>
                  <a:spcPct val="9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a:ln>
                    <a:noFill/>
                  </a:ln>
                  <a:solidFill>
                    <a:srgbClr val="009530"/>
                  </a:solidFill>
                  <a:effectLst/>
                  <a:uLnTx/>
                  <a:uFillTx/>
                  <a:latin typeface="Arial" panose="020B0604020202020204" pitchFamily="34" charset="0"/>
                </a:rPr>
                <a:t>Assigning signals to a LED </a:t>
              </a:r>
            </a:p>
          </p:txBody>
        </p:sp>
        <p:sp>
          <p:nvSpPr>
            <p:cNvPr id="24" name="Rectangle 6">
              <a:extLst>
                <a:ext uri="{FF2B5EF4-FFF2-40B4-BE49-F238E27FC236}">
                  <a16:creationId xmlns:a16="http://schemas.microsoft.com/office/drawing/2014/main" id="{76CC81C3-F994-46B2-924A-1F5A8D5EB15F}"/>
                </a:ext>
              </a:extLst>
            </p:cNvPr>
            <p:cNvSpPr>
              <a:spLocks noChangeArrowheads="1"/>
            </p:cNvSpPr>
            <p:nvPr/>
          </p:nvSpPr>
          <p:spPr bwMode="auto">
            <a:xfrm>
              <a:off x="3576638" y="1893888"/>
              <a:ext cx="28178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A logic Input</a:t>
              </a:r>
            </a:p>
          </p:txBody>
        </p:sp>
        <p:pic>
          <p:nvPicPr>
            <p:cNvPr id="25" name="Picture 7">
              <a:extLst>
                <a:ext uri="{FF2B5EF4-FFF2-40B4-BE49-F238E27FC236}">
                  <a16:creationId xmlns:a16="http://schemas.microsoft.com/office/drawing/2014/main" id="{2766C3B5-1A13-461C-8E1B-2D311BA0BE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1713" y="3440113"/>
              <a:ext cx="2800350" cy="81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26" name="Rectangle 8">
              <a:extLst>
                <a:ext uri="{FF2B5EF4-FFF2-40B4-BE49-F238E27FC236}">
                  <a16:creationId xmlns:a16="http://schemas.microsoft.com/office/drawing/2014/main" id="{BEB97871-0092-4150-9E5F-44E980861E6E}"/>
                </a:ext>
              </a:extLst>
            </p:cNvPr>
            <p:cNvSpPr>
              <a:spLocks noChangeArrowheads="1"/>
            </p:cNvSpPr>
            <p:nvPr/>
          </p:nvSpPr>
          <p:spPr bwMode="auto">
            <a:xfrm>
              <a:off x="3576638" y="2544196"/>
              <a:ext cx="4749800" cy="387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A Hotkey control (front panel)</a:t>
              </a:r>
            </a:p>
          </p:txBody>
        </p:sp>
        <p:sp>
          <p:nvSpPr>
            <p:cNvPr id="27" name="Rectangle 9">
              <a:extLst>
                <a:ext uri="{FF2B5EF4-FFF2-40B4-BE49-F238E27FC236}">
                  <a16:creationId xmlns:a16="http://schemas.microsoft.com/office/drawing/2014/main" id="{7C1C421D-A537-4FE8-A2F5-8FF7FC2AE18A}"/>
                </a:ext>
              </a:extLst>
            </p:cNvPr>
            <p:cNvSpPr>
              <a:spLocks noChangeArrowheads="1"/>
            </p:cNvSpPr>
            <p:nvPr/>
          </p:nvSpPr>
          <p:spPr bwMode="auto">
            <a:xfrm>
              <a:off x="3576638" y="3465656"/>
              <a:ext cx="5162549"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Logic gate output</a:t>
              </a:r>
            </a:p>
          </p:txBody>
        </p:sp>
        <p:sp>
          <p:nvSpPr>
            <p:cNvPr id="28" name="Rectangle 10">
              <a:extLst>
                <a:ext uri="{FF2B5EF4-FFF2-40B4-BE49-F238E27FC236}">
                  <a16:creationId xmlns:a16="http://schemas.microsoft.com/office/drawing/2014/main" id="{259C2587-D582-41AF-B4C5-A0ABD4BE84E5}"/>
                </a:ext>
              </a:extLst>
            </p:cNvPr>
            <p:cNvSpPr>
              <a:spLocks noChangeArrowheads="1"/>
            </p:cNvSpPr>
            <p:nvPr/>
          </p:nvSpPr>
          <p:spPr bwMode="auto">
            <a:xfrm>
              <a:off x="3609975" y="4379913"/>
              <a:ext cx="430688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An input signal (internal)</a:t>
              </a:r>
            </a:p>
          </p:txBody>
        </p:sp>
        <p:sp>
          <p:nvSpPr>
            <p:cNvPr id="29" name="Rectangle 11">
              <a:extLst>
                <a:ext uri="{FF2B5EF4-FFF2-40B4-BE49-F238E27FC236}">
                  <a16:creationId xmlns:a16="http://schemas.microsoft.com/office/drawing/2014/main" id="{0196EF76-BABC-4F59-95F7-740DE9584FF0}"/>
                </a:ext>
              </a:extLst>
            </p:cNvPr>
            <p:cNvSpPr>
              <a:spLocks noChangeArrowheads="1"/>
            </p:cNvSpPr>
            <p:nvPr/>
          </p:nvSpPr>
          <p:spPr bwMode="auto">
            <a:xfrm>
              <a:off x="3609975" y="4922838"/>
              <a:ext cx="430688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A GOOSE Input (IEC 61850)</a:t>
              </a:r>
            </a:p>
          </p:txBody>
        </p:sp>
        <p:sp>
          <p:nvSpPr>
            <p:cNvPr id="30" name="Rectangle 12">
              <a:extLst>
                <a:ext uri="{FF2B5EF4-FFF2-40B4-BE49-F238E27FC236}">
                  <a16:creationId xmlns:a16="http://schemas.microsoft.com/office/drawing/2014/main" id="{24E888C8-3BB6-463C-B6E4-0B8215FD9165}"/>
                </a:ext>
              </a:extLst>
            </p:cNvPr>
            <p:cNvSpPr>
              <a:spLocks noChangeArrowheads="1"/>
            </p:cNvSpPr>
            <p:nvPr/>
          </p:nvSpPr>
          <p:spPr bwMode="auto">
            <a:xfrm>
              <a:off x="971550" y="6153457"/>
              <a:ext cx="7434262"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defTabSz="914400" eaLnBrk="1" fontAlgn="base" latinLnBrk="0" hangingPunct="1">
                <a:lnSpc>
                  <a:spcPct val="90000"/>
                </a:lnSpc>
                <a:spcBef>
                  <a:spcPct val="20000"/>
                </a:spcBef>
                <a:spcAft>
                  <a:spcPct val="0"/>
                </a:spcAft>
                <a:buClr>
                  <a:srgbClr val="009530"/>
                </a:buClr>
                <a:buSzTx/>
                <a:tabLst/>
                <a:defRPr/>
              </a:pPr>
              <a:r>
                <a:rPr kumimoji="0" lang="en-US" altLang="en-US" sz="1800" b="0" i="0" u="none" strike="noStrike" kern="0" cap="none" spc="0" normalizeH="0" baseline="0">
                  <a:ln>
                    <a:noFill/>
                  </a:ln>
                  <a:solidFill>
                    <a:srgbClr val="009530"/>
                  </a:solidFill>
                  <a:effectLst/>
                  <a:uLnTx/>
                  <a:uFillTx/>
                  <a:latin typeface="Arial" panose="020B0604020202020204" pitchFamily="34" charset="0"/>
                </a:rPr>
                <a:t>Only one function or logical equation can be assigned to a LED</a:t>
              </a:r>
            </a:p>
          </p:txBody>
        </p:sp>
        <p:pic>
          <p:nvPicPr>
            <p:cNvPr id="31" name="Picture 13">
              <a:extLst>
                <a:ext uri="{FF2B5EF4-FFF2-40B4-BE49-F238E27FC236}">
                  <a16:creationId xmlns:a16="http://schemas.microsoft.com/office/drawing/2014/main" id="{9AF342F3-10A7-49B4-84D8-222DFC7CBB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1736725"/>
              <a:ext cx="24669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32" name="Picture 14">
              <a:extLst>
                <a:ext uri="{FF2B5EF4-FFF2-40B4-BE49-F238E27FC236}">
                  <a16:creationId xmlns:a16="http://schemas.microsoft.com/office/drawing/2014/main" id="{F7886422-1BAA-49A2-9818-055937C7A5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9813" y="2620963"/>
              <a:ext cx="2325687"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33" name="Picture 15">
              <a:extLst>
                <a:ext uri="{FF2B5EF4-FFF2-40B4-BE49-F238E27FC236}">
                  <a16:creationId xmlns:a16="http://schemas.microsoft.com/office/drawing/2014/main" id="{32C6C634-DC06-4A23-B5C5-60D5F23B931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1431" y="4813299"/>
              <a:ext cx="2387599"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grpSp>
      <p:pic>
        <p:nvPicPr>
          <p:cNvPr id="19" name="Picture 2">
            <a:extLst>
              <a:ext uri="{FF2B5EF4-FFF2-40B4-BE49-F238E27FC236}">
                <a16:creationId xmlns:a16="http://schemas.microsoft.com/office/drawing/2014/main" id="{EA63BD6A-6C75-4F77-A464-F6ADF4425A66}"/>
              </a:ext>
            </a:extLst>
          </p:cNvPr>
          <p:cNvPicPr>
            <a:picLocks noChangeAspect="1" noChangeArrowheads="1"/>
          </p:cNvPicPr>
          <p:nvPr/>
        </p:nvPicPr>
        <p:blipFill>
          <a:blip r:embed="rId8" cstate="print"/>
          <a:srcRect/>
          <a:stretch>
            <a:fillRect/>
          </a:stretch>
        </p:blipFill>
        <p:spPr bwMode="auto">
          <a:xfrm>
            <a:off x="892671" y="4227795"/>
            <a:ext cx="391149" cy="363861"/>
          </a:xfrm>
          <a:prstGeom prst="rect">
            <a:avLst/>
          </a:prstGeom>
          <a:noFill/>
          <a:ln w="9525">
            <a:noFill/>
            <a:miter lim="800000"/>
            <a:headEnd/>
            <a:tailEnd/>
          </a:ln>
        </p:spPr>
      </p:pic>
    </p:spTree>
    <p:extLst>
      <p:ext uri="{BB962C8B-B14F-4D97-AF65-F5344CB8AC3E}">
        <p14:creationId xmlns:p14="http://schemas.microsoft.com/office/powerpoint/2010/main" val="1843666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17</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grpSp>
        <p:nvGrpSpPr>
          <p:cNvPr id="7" name="Group 6">
            <a:extLst>
              <a:ext uri="{FF2B5EF4-FFF2-40B4-BE49-F238E27FC236}">
                <a16:creationId xmlns:a16="http://schemas.microsoft.com/office/drawing/2014/main" id="{705BB1CF-6E0E-4940-84BF-0E68AC072A32}"/>
              </a:ext>
            </a:extLst>
          </p:cNvPr>
          <p:cNvGrpSpPr/>
          <p:nvPr/>
        </p:nvGrpSpPr>
        <p:grpSpPr>
          <a:xfrm>
            <a:off x="725179" y="948763"/>
            <a:ext cx="7376673" cy="3260165"/>
            <a:chOff x="804863" y="1087438"/>
            <a:chExt cx="8193087" cy="4449762"/>
          </a:xfrm>
        </p:grpSpPr>
        <p:pic>
          <p:nvPicPr>
            <p:cNvPr id="8" name="Picture 2">
              <a:extLst>
                <a:ext uri="{FF2B5EF4-FFF2-40B4-BE49-F238E27FC236}">
                  <a16:creationId xmlns:a16="http://schemas.microsoft.com/office/drawing/2014/main" id="{6F246B7C-4AEF-4D45-8198-CD59804887B1}"/>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028950" y="3862388"/>
              <a:ext cx="5969000" cy="167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9" name="Rectangle 5">
              <a:extLst>
                <a:ext uri="{FF2B5EF4-FFF2-40B4-BE49-F238E27FC236}">
                  <a16:creationId xmlns:a16="http://schemas.microsoft.com/office/drawing/2014/main" id="{A2BEE436-1F40-4C2E-B22D-3CE4688415BE}"/>
                </a:ext>
              </a:extLst>
            </p:cNvPr>
            <p:cNvSpPr>
              <a:spLocks noChangeArrowheads="1"/>
            </p:cNvSpPr>
            <p:nvPr/>
          </p:nvSpPr>
          <p:spPr bwMode="auto">
            <a:xfrm>
              <a:off x="804863" y="1087438"/>
              <a:ext cx="79502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defTabSz="914400" eaLnBrk="1" fontAlgn="base" latinLnBrk="0" hangingPunct="1">
                <a:lnSpc>
                  <a:spcPct val="90000"/>
                </a:lnSpc>
                <a:spcBef>
                  <a:spcPct val="20000"/>
                </a:spcBef>
                <a:spcAft>
                  <a:spcPct val="0"/>
                </a:spcAft>
                <a:buClr>
                  <a:srgbClr val="009530"/>
                </a:buClr>
                <a:buSzTx/>
                <a:tabLst/>
                <a:defRPr/>
              </a:pPr>
              <a:endParaRPr kumimoji="0" lang="en-US" altLang="en-US" sz="1800" b="0" i="0" u="none" strike="noStrike" kern="0" cap="none" spc="0" normalizeH="0" baseline="0">
                <a:ln>
                  <a:noFill/>
                </a:ln>
                <a:solidFill>
                  <a:srgbClr val="009530"/>
                </a:solidFill>
                <a:effectLst/>
                <a:uLnTx/>
                <a:uFillTx/>
                <a:latin typeface="Arial" panose="020B0604020202020204" pitchFamily="34" charset="0"/>
              </a:endParaRPr>
            </a:p>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lang="en-US" altLang="en-US" sz="1600" kern="0">
                  <a:solidFill>
                    <a:srgbClr val="626469"/>
                  </a:solidFill>
                </a:rPr>
                <a:t>I</a:t>
              </a:r>
              <a:r>
                <a:rPr kumimoji="0" lang="en-US" altLang="en-US" sz="1600" b="0" i="0" u="none" strike="noStrike" kern="0" cap="none" spc="0" normalizeH="0" baseline="0">
                  <a:ln>
                    <a:noFill/>
                  </a:ln>
                  <a:solidFill>
                    <a:srgbClr val="626469"/>
                  </a:solidFill>
                  <a:effectLst/>
                  <a:uLnTx/>
                  <a:uFillTx/>
                  <a:latin typeface="Arial" panose="020B0604020202020204" pitchFamily="34" charset="0"/>
                </a:rPr>
                <a:t>t is possible to use LED status as an input signal :</a:t>
              </a:r>
            </a:p>
          </p:txBody>
        </p:sp>
        <p:sp>
          <p:nvSpPr>
            <p:cNvPr id="10" name="Rectangle 6">
              <a:extLst>
                <a:ext uri="{FF2B5EF4-FFF2-40B4-BE49-F238E27FC236}">
                  <a16:creationId xmlns:a16="http://schemas.microsoft.com/office/drawing/2014/main" id="{60515855-A88A-4C86-9454-8352D578132E}"/>
                </a:ext>
              </a:extLst>
            </p:cNvPr>
            <p:cNvSpPr>
              <a:spLocks noChangeArrowheads="1"/>
            </p:cNvSpPr>
            <p:nvPr/>
          </p:nvSpPr>
          <p:spPr bwMode="auto">
            <a:xfrm>
              <a:off x="3503613" y="2349500"/>
              <a:ext cx="5281612"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fr-FR" altLang="en-US" sz="1600" b="0" i="0" u="none" strike="noStrike" kern="0" cap="none" spc="0" normalizeH="0" baseline="0" noProof="0">
                  <a:ln>
                    <a:noFill/>
                  </a:ln>
                  <a:solidFill>
                    <a:srgbClr val="626469"/>
                  </a:solidFill>
                  <a:effectLst/>
                  <a:uLnTx/>
                  <a:uFillTx/>
                  <a:latin typeface="Arial" panose="020B0604020202020204" pitchFamily="34" charset="0"/>
                </a:rPr>
                <a:t>or by using directly LED conditioner output</a:t>
              </a:r>
            </a:p>
          </p:txBody>
        </p:sp>
        <p:sp>
          <p:nvSpPr>
            <p:cNvPr id="11" name="Rectangle 7">
              <a:extLst>
                <a:ext uri="{FF2B5EF4-FFF2-40B4-BE49-F238E27FC236}">
                  <a16:creationId xmlns:a16="http://schemas.microsoft.com/office/drawing/2014/main" id="{362A8A36-5595-4197-950F-A0F72A00081F}"/>
                </a:ext>
              </a:extLst>
            </p:cNvPr>
            <p:cNvSpPr>
              <a:spLocks noChangeArrowheads="1"/>
            </p:cNvSpPr>
            <p:nvPr/>
          </p:nvSpPr>
          <p:spPr bwMode="auto">
            <a:xfrm>
              <a:off x="808038" y="3355975"/>
              <a:ext cx="7729537"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bg2"/>
                  </a:solidFill>
                  <a:latin typeface="Arial" panose="020B0604020202020204" pitchFamily="34" charset="0"/>
                </a:defRPr>
              </a:lvl1pPr>
              <a:lvl2pPr marL="541338" indent="-180975"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or by creating a LED signal copy (equivalent) :</a:t>
              </a:r>
            </a:p>
          </p:txBody>
        </p:sp>
        <p:pic>
          <p:nvPicPr>
            <p:cNvPr id="12" name="Picture 8">
              <a:extLst>
                <a:ext uri="{FF2B5EF4-FFF2-40B4-BE49-F238E27FC236}">
                  <a16:creationId xmlns:a16="http://schemas.microsoft.com/office/drawing/2014/main" id="{C52DA0FF-B47C-41B6-972E-284E41677125}"/>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889000" y="2038350"/>
              <a:ext cx="27574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3" name="Oval 9">
              <a:extLst>
                <a:ext uri="{FF2B5EF4-FFF2-40B4-BE49-F238E27FC236}">
                  <a16:creationId xmlns:a16="http://schemas.microsoft.com/office/drawing/2014/main" id="{8FEB4717-435F-4263-A537-DEE15018F574}"/>
                </a:ext>
              </a:extLst>
            </p:cNvPr>
            <p:cNvSpPr>
              <a:spLocks noChangeArrowheads="1"/>
            </p:cNvSpPr>
            <p:nvPr/>
          </p:nvSpPr>
          <p:spPr bwMode="auto">
            <a:xfrm>
              <a:off x="3352800" y="2155825"/>
              <a:ext cx="530225" cy="604838"/>
            </a:xfrm>
            <a:prstGeom prst="ellipse">
              <a:avLst/>
            </a:pr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626469"/>
                </a:solidFill>
                <a:effectLst/>
                <a:uLnTx/>
                <a:uFillTx/>
                <a:latin typeface="Arial" panose="020B0604020202020204" pitchFamily="34" charset="0"/>
              </a:endParaRPr>
            </a:p>
          </p:txBody>
        </p:sp>
        <p:pic>
          <p:nvPicPr>
            <p:cNvPr id="14" name="Picture 10">
              <a:extLst>
                <a:ext uri="{FF2B5EF4-FFF2-40B4-BE49-F238E27FC236}">
                  <a16:creationId xmlns:a16="http://schemas.microsoft.com/office/drawing/2014/main" id="{8FE38324-D642-4B8E-ABBF-85F226622C90}"/>
                </a:ext>
              </a:extLst>
            </p:cNvPr>
            <p:cNvPicPr preferRelativeResize="0">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8850" y="4999038"/>
              <a:ext cx="2314575"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5" name="Oval 11">
              <a:extLst>
                <a:ext uri="{FF2B5EF4-FFF2-40B4-BE49-F238E27FC236}">
                  <a16:creationId xmlns:a16="http://schemas.microsoft.com/office/drawing/2014/main" id="{3C2BE9D5-BC09-4A31-AC51-5B456027F224}"/>
                </a:ext>
              </a:extLst>
            </p:cNvPr>
            <p:cNvSpPr>
              <a:spLocks noChangeArrowheads="1"/>
            </p:cNvSpPr>
            <p:nvPr/>
          </p:nvSpPr>
          <p:spPr bwMode="auto">
            <a:xfrm>
              <a:off x="3028950" y="4870450"/>
              <a:ext cx="530225" cy="604838"/>
            </a:xfrm>
            <a:prstGeom prst="ellipse">
              <a:avLst/>
            </a:pr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bg2"/>
                  </a:solidFill>
                  <a:latin typeface="Arial" panose="020B0604020202020204" pitchFamily="34" charset="0"/>
                </a:defRPr>
              </a:lvl1pPr>
              <a:lvl2pPr marL="742950" indent="-285750" eaLnBrk="0" hangingPunct="0">
                <a:defRPr>
                  <a:solidFill>
                    <a:schemeClr val="bg2"/>
                  </a:solidFill>
                  <a:latin typeface="Arial" panose="020B0604020202020204" pitchFamily="34" charset="0"/>
                </a:defRPr>
              </a:lvl2pPr>
              <a:lvl3pPr marL="1143000" indent="-228600" eaLnBrk="0" hangingPunct="0">
                <a:defRPr>
                  <a:solidFill>
                    <a:schemeClr val="bg2"/>
                  </a:solidFill>
                  <a:latin typeface="Arial" panose="020B0604020202020204" pitchFamily="34" charset="0"/>
                </a:defRPr>
              </a:lvl3pPr>
              <a:lvl4pPr marL="1600200" indent="-228600" eaLnBrk="0" hangingPunct="0">
                <a:defRPr>
                  <a:solidFill>
                    <a:schemeClr val="bg2"/>
                  </a:solidFill>
                  <a:latin typeface="Arial" panose="020B0604020202020204" pitchFamily="34" charset="0"/>
                </a:defRPr>
              </a:lvl4pPr>
              <a:lvl5pPr marL="2057400" indent="-228600" eaLnBrk="0" hangingPunct="0">
                <a:defRPr>
                  <a:solidFill>
                    <a:schemeClr val="bg2"/>
                  </a:solidFill>
                  <a:latin typeface="Arial" panose="020B0604020202020204" pitchFamily="34" charset="0"/>
                </a:defRPr>
              </a:lvl5pPr>
              <a:lvl6pPr marL="2514600" indent="-228600" eaLnBrk="0" fontAlgn="base" hangingPunct="0">
                <a:spcBef>
                  <a:spcPct val="0"/>
                </a:spcBef>
                <a:spcAft>
                  <a:spcPct val="0"/>
                </a:spcAft>
                <a:defRPr>
                  <a:solidFill>
                    <a:schemeClr val="bg2"/>
                  </a:solidFill>
                  <a:latin typeface="Arial" panose="020B0604020202020204" pitchFamily="34" charset="0"/>
                </a:defRPr>
              </a:lvl6pPr>
              <a:lvl7pPr marL="2971800" indent="-228600" eaLnBrk="0" fontAlgn="base" hangingPunct="0">
                <a:spcBef>
                  <a:spcPct val="0"/>
                </a:spcBef>
                <a:spcAft>
                  <a:spcPct val="0"/>
                </a:spcAft>
                <a:defRPr>
                  <a:solidFill>
                    <a:schemeClr val="bg2"/>
                  </a:solidFill>
                  <a:latin typeface="Arial" panose="020B0604020202020204" pitchFamily="34" charset="0"/>
                </a:defRPr>
              </a:lvl7pPr>
              <a:lvl8pPr marL="3429000" indent="-228600" eaLnBrk="0" fontAlgn="base" hangingPunct="0">
                <a:spcBef>
                  <a:spcPct val="0"/>
                </a:spcBef>
                <a:spcAft>
                  <a:spcPct val="0"/>
                </a:spcAft>
                <a:defRPr>
                  <a:solidFill>
                    <a:schemeClr val="bg2"/>
                  </a:solidFill>
                  <a:latin typeface="Arial" panose="020B0604020202020204" pitchFamily="34" charset="0"/>
                </a:defRPr>
              </a:lvl8pPr>
              <a:lvl9pPr marL="3886200" indent="-228600" eaLnBrk="0" fontAlgn="base" hangingPunct="0">
                <a:spcBef>
                  <a:spcPct val="0"/>
                </a:spcBef>
                <a:spcAft>
                  <a:spcPct val="0"/>
                </a:spcAft>
                <a:defRPr>
                  <a:solidFill>
                    <a:schemeClr val="bg2"/>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626469"/>
                </a:solidFill>
                <a:effectLst/>
                <a:uLnTx/>
                <a:uFillTx/>
                <a:latin typeface="Arial" panose="020B0604020202020204" pitchFamily="34" charset="0"/>
              </a:endParaRPr>
            </a:p>
          </p:txBody>
        </p:sp>
        <p:pic>
          <p:nvPicPr>
            <p:cNvPr id="16" name="Picture 12">
              <a:extLst>
                <a:ext uri="{FF2B5EF4-FFF2-40B4-BE49-F238E27FC236}">
                  <a16:creationId xmlns:a16="http://schemas.microsoft.com/office/drawing/2014/main" id="{926E24F0-65B9-4003-A9D2-44C01CC320C8}"/>
                </a:ext>
              </a:extLst>
            </p:cNvPr>
            <p:cNvPicPr preferRelativeResize="0">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4900" y="3844925"/>
              <a:ext cx="63658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grpSp>
    </p:spTree>
    <p:extLst>
      <p:ext uri="{BB962C8B-B14F-4D97-AF65-F5344CB8AC3E}">
        <p14:creationId xmlns:p14="http://schemas.microsoft.com/office/powerpoint/2010/main" val="3975180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18</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grpSp>
        <p:nvGrpSpPr>
          <p:cNvPr id="26" name="Group 1">
            <a:extLst>
              <a:ext uri="{FF2B5EF4-FFF2-40B4-BE49-F238E27FC236}">
                <a16:creationId xmlns:a16="http://schemas.microsoft.com/office/drawing/2014/main" id="{FF071515-00A3-4D13-B3F9-B09689B449FC}"/>
              </a:ext>
            </a:extLst>
          </p:cNvPr>
          <p:cNvGrpSpPr>
            <a:grpSpLocks/>
          </p:cNvGrpSpPr>
          <p:nvPr/>
        </p:nvGrpSpPr>
        <p:grpSpPr bwMode="auto">
          <a:xfrm>
            <a:off x="322833" y="745403"/>
            <a:ext cx="7387521" cy="3826222"/>
            <a:chOff x="334169" y="737387"/>
            <a:chExt cx="8768009" cy="5669763"/>
          </a:xfrm>
        </p:grpSpPr>
        <p:pic>
          <p:nvPicPr>
            <p:cNvPr id="27" name="Picture 2">
              <a:extLst>
                <a:ext uri="{FF2B5EF4-FFF2-40B4-BE49-F238E27FC236}">
                  <a16:creationId xmlns:a16="http://schemas.microsoft.com/office/drawing/2014/main" id="{EA3B094D-739D-4DA1-BD93-876E662799AA}"/>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868191" y="2616200"/>
              <a:ext cx="5233987"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28" name="Picture 3">
              <a:extLst>
                <a:ext uri="{FF2B5EF4-FFF2-40B4-BE49-F238E27FC236}">
                  <a16:creationId xmlns:a16="http://schemas.microsoft.com/office/drawing/2014/main" id="{9929CE10-D1ED-454D-8B02-3D847DDDD9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8913" y="5910263"/>
              <a:ext cx="26670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29" name="Rectangle 6">
              <a:extLst>
                <a:ext uri="{FF2B5EF4-FFF2-40B4-BE49-F238E27FC236}">
                  <a16:creationId xmlns:a16="http://schemas.microsoft.com/office/drawing/2014/main" id="{09E70F29-47E6-45C5-BDD0-8F6DB17640EE}"/>
                </a:ext>
              </a:extLst>
            </p:cNvPr>
            <p:cNvSpPr>
              <a:spLocks noChangeArrowheads="1"/>
            </p:cNvSpPr>
            <p:nvPr/>
          </p:nvSpPr>
          <p:spPr bwMode="auto">
            <a:xfrm>
              <a:off x="334169" y="737387"/>
              <a:ext cx="5103812" cy="490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80975" marR="0" lvl="0" indent="-180975" defTabSz="914400" eaLnBrk="1" fontAlgn="base" latinLnBrk="0" hangingPunct="1">
                <a:lnSpc>
                  <a:spcPct val="90000"/>
                </a:lnSpc>
                <a:spcBef>
                  <a:spcPct val="20000"/>
                </a:spcBef>
                <a:spcAft>
                  <a:spcPct val="0"/>
                </a:spcAft>
                <a:buClr>
                  <a:srgbClr val="009530"/>
                </a:buClr>
                <a:buSzTx/>
                <a:buFont typeface="Arial" panose="020B0604020202020204" pitchFamily="34" charset="0"/>
                <a:buChar char="●"/>
                <a:tabLst/>
                <a:defRPr/>
              </a:pPr>
              <a:r>
                <a:rPr kumimoji="0" lang="fr-FR" altLang="en-US" sz="1800" b="0" i="0" u="none" strike="noStrike" kern="0" cap="none" spc="0" normalizeH="0" baseline="0" noProof="0" dirty="0" err="1">
                  <a:ln>
                    <a:noFill/>
                  </a:ln>
                  <a:solidFill>
                    <a:srgbClr val="009530"/>
                  </a:solidFill>
                  <a:effectLst/>
                  <a:uLnTx/>
                  <a:uFillTx/>
                  <a:latin typeface="Arial" panose="020B0604020202020204" pitchFamily="34" charset="0"/>
                </a:rPr>
                <a:t>Configuring</a:t>
              </a:r>
              <a:r>
                <a:rPr kumimoji="0" lang="fr-FR" altLang="en-US" sz="1800" b="0" i="0" u="none" strike="noStrike" kern="0" cap="none" spc="0" normalizeH="0" baseline="0" noProof="0" dirty="0">
                  <a:ln>
                    <a:noFill/>
                  </a:ln>
                  <a:solidFill>
                    <a:srgbClr val="009530"/>
                  </a:solidFill>
                  <a:effectLst/>
                  <a:uLnTx/>
                  <a:uFillTx/>
                  <a:latin typeface="Arial" panose="020B0604020202020204" pitchFamily="34" charset="0"/>
                </a:rPr>
                <a:t> input </a:t>
              </a:r>
              <a:r>
                <a:rPr kumimoji="0" lang="fr-FR" altLang="en-US" sz="1800" b="0" i="0" u="none" strike="noStrike" kern="0" cap="none" spc="0" normalizeH="0" baseline="0" noProof="0" dirty="0" err="1">
                  <a:ln>
                    <a:noFill/>
                  </a:ln>
                  <a:solidFill>
                    <a:srgbClr val="009530"/>
                  </a:solidFill>
                  <a:effectLst/>
                  <a:uLnTx/>
                  <a:uFillTx/>
                  <a:latin typeface="Arial" panose="020B0604020202020204" pitchFamily="34" charset="0"/>
                </a:rPr>
                <a:t>signals</a:t>
              </a:r>
              <a:endParaRPr kumimoji="0" lang="fr-FR" altLang="en-US" sz="1800" b="0" i="0" u="none" strike="noStrike" kern="0" cap="none" spc="0" normalizeH="0" baseline="0" noProof="0" dirty="0">
                <a:ln>
                  <a:noFill/>
                </a:ln>
                <a:solidFill>
                  <a:srgbClr val="009530"/>
                </a:solidFill>
                <a:effectLst/>
                <a:uLnTx/>
                <a:uFillTx/>
                <a:latin typeface="Arial" panose="020B0604020202020204" pitchFamily="34" charset="0"/>
              </a:endParaRPr>
            </a:p>
          </p:txBody>
        </p:sp>
        <p:sp>
          <p:nvSpPr>
            <p:cNvPr id="30" name="Rectangle 7">
              <a:extLst>
                <a:ext uri="{FF2B5EF4-FFF2-40B4-BE49-F238E27FC236}">
                  <a16:creationId xmlns:a16="http://schemas.microsoft.com/office/drawing/2014/main" id="{C5E3F54E-8B69-4C46-876A-525BF956535E}"/>
                </a:ext>
              </a:extLst>
            </p:cNvPr>
            <p:cNvSpPr>
              <a:spLocks noChangeArrowheads="1"/>
            </p:cNvSpPr>
            <p:nvPr/>
          </p:nvSpPr>
          <p:spPr bwMode="auto">
            <a:xfrm>
              <a:off x="1690688" y="1601788"/>
              <a:ext cx="5103812"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fr-FR" altLang="en-US" sz="1600" b="0" i="0" u="none" strike="noStrike" kern="0" cap="none" spc="0" normalizeH="0" baseline="0" noProof="0" dirty="0">
                  <a:ln>
                    <a:noFill/>
                  </a:ln>
                  <a:solidFill>
                    <a:srgbClr val="626469"/>
                  </a:solidFill>
                  <a:effectLst/>
                  <a:uLnTx/>
                  <a:uFillTx/>
                  <a:latin typeface="Arial" panose="020B0604020202020204" pitchFamily="34" charset="0"/>
                </a:rPr>
                <a:t>Select « Input Signal » </a:t>
              </a:r>
              <a:r>
                <a:rPr kumimoji="0" lang="fr-FR" altLang="en-US" sz="1600" b="0" i="0" u="none" strike="noStrike" kern="0" cap="none" spc="0" normalizeH="0" baseline="0" noProof="0" dirty="0" err="1">
                  <a:ln>
                    <a:noFill/>
                  </a:ln>
                  <a:solidFill>
                    <a:srgbClr val="626469"/>
                  </a:solidFill>
                  <a:effectLst/>
                  <a:uLnTx/>
                  <a:uFillTx/>
                  <a:latin typeface="Arial" panose="020B0604020202020204" pitchFamily="34" charset="0"/>
                </a:rPr>
                <a:t>icon</a:t>
              </a:r>
              <a:endParaRPr kumimoji="0" lang="fr-FR"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
          <p:nvSpPr>
            <p:cNvPr id="31" name="Rectangle 8">
              <a:extLst>
                <a:ext uri="{FF2B5EF4-FFF2-40B4-BE49-F238E27FC236}">
                  <a16:creationId xmlns:a16="http://schemas.microsoft.com/office/drawing/2014/main" id="{BE0633FB-C45C-4BA3-8985-927855B29058}"/>
                </a:ext>
              </a:extLst>
            </p:cNvPr>
            <p:cNvSpPr>
              <a:spLocks noChangeArrowheads="1"/>
            </p:cNvSpPr>
            <p:nvPr/>
          </p:nvSpPr>
          <p:spPr bwMode="auto">
            <a:xfrm>
              <a:off x="804863" y="3224213"/>
              <a:ext cx="4620384" cy="1050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Place signal on canvas and select input signal to be assigned</a:t>
              </a:r>
            </a:p>
          </p:txBody>
        </p:sp>
        <p:sp>
          <p:nvSpPr>
            <p:cNvPr id="32" name="Freeform 9">
              <a:extLst>
                <a:ext uri="{FF2B5EF4-FFF2-40B4-BE49-F238E27FC236}">
                  <a16:creationId xmlns:a16="http://schemas.microsoft.com/office/drawing/2014/main" id="{B15098FA-CE5A-4CB0-9850-98CA0D17A064}"/>
                </a:ext>
              </a:extLst>
            </p:cNvPr>
            <p:cNvSpPr>
              <a:spLocks/>
            </p:cNvSpPr>
            <p:nvPr/>
          </p:nvSpPr>
          <p:spPr bwMode="auto">
            <a:xfrm>
              <a:off x="1695450" y="2138363"/>
              <a:ext cx="2035175" cy="515937"/>
            </a:xfrm>
            <a:custGeom>
              <a:avLst/>
              <a:gdLst>
                <a:gd name="T0" fmla="*/ 0 w 1282"/>
                <a:gd name="T1" fmla="*/ 0 h 325"/>
                <a:gd name="T2" fmla="*/ 657761575 w 1282"/>
                <a:gd name="T3" fmla="*/ 725804297 h 325"/>
                <a:gd name="T4" fmla="*/ 2147483646 w 1282"/>
                <a:gd name="T5" fmla="*/ 561993505 h 325"/>
                <a:gd name="T6" fmla="*/ 0 60000 65536"/>
                <a:gd name="T7" fmla="*/ 0 60000 65536"/>
                <a:gd name="T8" fmla="*/ 0 60000 65536"/>
                <a:gd name="T9" fmla="*/ 0 w 1282"/>
                <a:gd name="T10" fmla="*/ 0 h 325"/>
                <a:gd name="T11" fmla="*/ 1282 w 1282"/>
                <a:gd name="T12" fmla="*/ 325 h 325"/>
              </a:gdLst>
              <a:ahLst/>
              <a:cxnLst>
                <a:cxn ang="T6">
                  <a:pos x="T0" y="T1"/>
                </a:cxn>
                <a:cxn ang="T7">
                  <a:pos x="T2" y="T3"/>
                </a:cxn>
                <a:cxn ang="T8">
                  <a:pos x="T4" y="T5"/>
                </a:cxn>
              </a:cxnLst>
              <a:rect l="T9" t="T10" r="T11" b="T12"/>
              <a:pathLst>
                <a:path w="1282" h="325">
                  <a:moveTo>
                    <a:pt x="0" y="0"/>
                  </a:moveTo>
                  <a:cubicBezTo>
                    <a:pt x="23" y="125"/>
                    <a:pt x="47" y="251"/>
                    <a:pt x="261" y="288"/>
                  </a:cubicBezTo>
                  <a:cubicBezTo>
                    <a:pt x="475" y="325"/>
                    <a:pt x="878" y="274"/>
                    <a:pt x="1282" y="223"/>
                  </a:cubicBezTo>
                </a:path>
              </a:pathLst>
            </a:custGeom>
            <a:noFill/>
            <a:ln w="38100"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33" name="Freeform 10">
              <a:extLst>
                <a:ext uri="{FF2B5EF4-FFF2-40B4-BE49-F238E27FC236}">
                  <a16:creationId xmlns:a16="http://schemas.microsoft.com/office/drawing/2014/main" id="{C89F811E-F14A-40D3-930E-9E72D6DB8090}"/>
                </a:ext>
              </a:extLst>
            </p:cNvPr>
            <p:cNvSpPr>
              <a:spLocks/>
            </p:cNvSpPr>
            <p:nvPr/>
          </p:nvSpPr>
          <p:spPr bwMode="auto">
            <a:xfrm>
              <a:off x="2886075" y="4859338"/>
              <a:ext cx="3481388" cy="1084262"/>
            </a:xfrm>
            <a:custGeom>
              <a:avLst/>
              <a:gdLst>
                <a:gd name="T0" fmla="*/ 2147483646 w 2193"/>
                <a:gd name="T1" fmla="*/ 1275198474 h 683"/>
                <a:gd name="T2" fmla="*/ 2147483646 w 2193"/>
                <a:gd name="T3" fmla="*/ 128527116 h 683"/>
                <a:gd name="T4" fmla="*/ 889616078 w 2193"/>
                <a:gd name="T5" fmla="*/ 504031018 h 683"/>
                <a:gd name="T6" fmla="*/ 0 w 2193"/>
                <a:gd name="T7" fmla="*/ 1721265131 h 683"/>
                <a:gd name="T8" fmla="*/ 0 60000 65536"/>
                <a:gd name="T9" fmla="*/ 0 60000 65536"/>
                <a:gd name="T10" fmla="*/ 0 60000 65536"/>
                <a:gd name="T11" fmla="*/ 0 60000 65536"/>
                <a:gd name="T12" fmla="*/ 0 w 2193"/>
                <a:gd name="T13" fmla="*/ 0 h 683"/>
                <a:gd name="T14" fmla="*/ 2193 w 2193"/>
                <a:gd name="T15" fmla="*/ 683 h 683"/>
              </a:gdLst>
              <a:ahLst/>
              <a:cxnLst>
                <a:cxn ang="T8">
                  <a:pos x="T0" y="T1"/>
                </a:cxn>
                <a:cxn ang="T9">
                  <a:pos x="T2" y="T3"/>
                </a:cxn>
                <a:cxn ang="T10">
                  <a:pos x="T4" y="T5"/>
                </a:cxn>
                <a:cxn ang="T11">
                  <a:pos x="T6" y="T7"/>
                </a:cxn>
              </a:cxnLst>
              <a:rect l="T12" t="T13" r="T14" b="T15"/>
              <a:pathLst>
                <a:path w="2193" h="683">
                  <a:moveTo>
                    <a:pt x="2193" y="506"/>
                  </a:moveTo>
                  <a:cubicBezTo>
                    <a:pt x="1849" y="304"/>
                    <a:pt x="1506" y="102"/>
                    <a:pt x="1199" y="51"/>
                  </a:cubicBezTo>
                  <a:cubicBezTo>
                    <a:pt x="892" y="0"/>
                    <a:pt x="553" y="95"/>
                    <a:pt x="353" y="200"/>
                  </a:cubicBezTo>
                  <a:cubicBezTo>
                    <a:pt x="153" y="305"/>
                    <a:pt x="76" y="494"/>
                    <a:pt x="0" y="683"/>
                  </a:cubicBezTo>
                </a:path>
              </a:pathLst>
            </a:custGeom>
            <a:noFill/>
            <a:ln w="38100"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pic>
          <p:nvPicPr>
            <p:cNvPr id="34" name="Picture 11">
              <a:extLst>
                <a:ext uri="{FF2B5EF4-FFF2-40B4-BE49-F238E27FC236}">
                  <a16:creationId xmlns:a16="http://schemas.microsoft.com/office/drawing/2014/main" id="{2850645F-FA87-4A07-BEBB-FD0AA10C6A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1275" y="1484313"/>
              <a:ext cx="627063"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grpSp>
    </p:spTree>
    <p:extLst>
      <p:ext uri="{BB962C8B-B14F-4D97-AF65-F5344CB8AC3E}">
        <p14:creationId xmlns:p14="http://schemas.microsoft.com/office/powerpoint/2010/main" val="3552297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19</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sp>
        <p:nvSpPr>
          <p:cNvPr id="25" name="Rectangle 4">
            <a:extLst>
              <a:ext uri="{FF2B5EF4-FFF2-40B4-BE49-F238E27FC236}">
                <a16:creationId xmlns:a16="http://schemas.microsoft.com/office/drawing/2014/main" id="{1019D8DB-4395-404B-87AE-01FABE9B6DCF}"/>
              </a:ext>
            </a:extLst>
          </p:cNvPr>
          <p:cNvSpPr>
            <a:spLocks noChangeArrowheads="1"/>
          </p:cNvSpPr>
          <p:nvPr/>
        </p:nvSpPr>
        <p:spPr bwMode="auto">
          <a:xfrm>
            <a:off x="441792" y="657132"/>
            <a:ext cx="7966075"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80975" marR="0" lvl="0" indent="-180975" defTabSz="914400" eaLnBrk="1" fontAlgn="base" latinLnBrk="0" hangingPunct="1">
              <a:lnSpc>
                <a:spcPct val="90000"/>
              </a:lnSpc>
              <a:spcBef>
                <a:spcPct val="20000"/>
              </a:spcBef>
              <a:spcAft>
                <a:spcPct val="0"/>
              </a:spcAft>
              <a:buClr>
                <a:srgbClr val="009530"/>
              </a:buClr>
              <a:buSzTx/>
              <a:buFont typeface="Arial" panose="020B0604020202020204" pitchFamily="34" charset="0"/>
              <a:buChar char="●"/>
              <a:tabLst/>
              <a:defRPr/>
            </a:pPr>
            <a:r>
              <a:rPr lang="en-US" altLang="en-US" sz="1800" kern="0">
                <a:solidFill>
                  <a:srgbClr val="009530"/>
                </a:solidFill>
              </a:rPr>
              <a:t>I</a:t>
            </a:r>
            <a:r>
              <a:rPr kumimoji="0" lang="en-US" altLang="en-US" sz="1800" b="0" i="0" u="none" strike="noStrike" kern="0" cap="none" spc="0" normalizeH="0" baseline="0">
                <a:ln>
                  <a:noFill/>
                </a:ln>
                <a:solidFill>
                  <a:srgbClr val="009530"/>
                </a:solidFill>
                <a:effectLst/>
                <a:uLnTx/>
                <a:uFillTx/>
                <a:latin typeface="Arial" panose="020B0604020202020204" pitchFamily="34" charset="0"/>
              </a:rPr>
              <a:t>nput signal are generated by protection functions and can be used in PSL</a:t>
            </a:r>
          </a:p>
          <a:p>
            <a:pPr marL="360363" marR="0" lvl="1" indent="0" defTabSz="914400" eaLnBrk="1" fontAlgn="base" latinLnBrk="0" hangingPunct="1">
              <a:lnSpc>
                <a:spcPct val="90000"/>
              </a:lnSpc>
              <a:spcBef>
                <a:spcPct val="20000"/>
              </a:spcBef>
              <a:spcAft>
                <a:spcPct val="0"/>
              </a:spcAft>
              <a:buClr>
                <a:srgbClr val="626469"/>
              </a:buClr>
              <a:buSzTx/>
              <a:buNone/>
              <a:tabLst/>
              <a:defRPr/>
            </a:pPr>
            <a:endParaRPr kumimoji="0" lang="en-US" altLang="en-US" sz="1600" b="0" i="0" u="none" strike="noStrike" kern="0" cap="none" spc="0" normalizeH="0" baseline="0">
              <a:ln>
                <a:noFill/>
              </a:ln>
              <a:solidFill>
                <a:srgbClr val="626469"/>
              </a:solidFill>
              <a:effectLst/>
              <a:uLnTx/>
              <a:uFillTx/>
              <a:latin typeface="Arial" panose="020B0604020202020204" pitchFamily="34" charset="0"/>
            </a:endParaRPr>
          </a:p>
        </p:txBody>
      </p:sp>
      <p:sp>
        <p:nvSpPr>
          <p:cNvPr id="26" name="Rectangle 5">
            <a:extLst>
              <a:ext uri="{FF2B5EF4-FFF2-40B4-BE49-F238E27FC236}">
                <a16:creationId xmlns:a16="http://schemas.microsoft.com/office/drawing/2014/main" id="{B0187DCA-4B2C-4AC8-A378-010AE76543DF}"/>
              </a:ext>
            </a:extLst>
          </p:cNvPr>
          <p:cNvSpPr>
            <a:spLocks noChangeArrowheads="1"/>
          </p:cNvSpPr>
          <p:nvPr/>
        </p:nvSpPr>
        <p:spPr bwMode="auto">
          <a:xfrm>
            <a:off x="3602691" y="1382863"/>
            <a:ext cx="281781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To a LED</a:t>
            </a:r>
          </a:p>
        </p:txBody>
      </p:sp>
      <p:pic>
        <p:nvPicPr>
          <p:cNvPr id="27" name="Picture 6">
            <a:extLst>
              <a:ext uri="{FF2B5EF4-FFF2-40B4-BE49-F238E27FC236}">
                <a16:creationId xmlns:a16="http://schemas.microsoft.com/office/drawing/2014/main" id="{9AFE27C3-F343-466D-913E-BDB8A06103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745" y="1874260"/>
            <a:ext cx="2805113"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28" name="Picture 7">
            <a:extLst>
              <a:ext uri="{FF2B5EF4-FFF2-40B4-BE49-F238E27FC236}">
                <a16:creationId xmlns:a16="http://schemas.microsoft.com/office/drawing/2014/main" id="{89E1D606-67BC-4E09-A969-439E370B9A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974" y="2603623"/>
            <a:ext cx="2800350" cy="81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31" name="Rectangle 10">
            <a:extLst>
              <a:ext uri="{FF2B5EF4-FFF2-40B4-BE49-F238E27FC236}">
                <a16:creationId xmlns:a16="http://schemas.microsoft.com/office/drawing/2014/main" id="{487A2D36-38F7-46BA-969E-10D2C404B3FE}"/>
              </a:ext>
            </a:extLst>
          </p:cNvPr>
          <p:cNvSpPr>
            <a:spLocks noChangeArrowheads="1"/>
          </p:cNvSpPr>
          <p:nvPr/>
        </p:nvSpPr>
        <p:spPr bwMode="auto">
          <a:xfrm>
            <a:off x="3652324" y="1986078"/>
            <a:ext cx="281781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To an Output Contact</a:t>
            </a:r>
          </a:p>
        </p:txBody>
      </p:sp>
      <p:sp>
        <p:nvSpPr>
          <p:cNvPr id="32" name="Rectangle 11">
            <a:extLst>
              <a:ext uri="{FF2B5EF4-FFF2-40B4-BE49-F238E27FC236}">
                <a16:creationId xmlns:a16="http://schemas.microsoft.com/office/drawing/2014/main" id="{1523E880-9C4A-43E3-A192-672EA0CA80C7}"/>
              </a:ext>
            </a:extLst>
          </p:cNvPr>
          <p:cNvSpPr>
            <a:spLocks noChangeArrowheads="1"/>
          </p:cNvSpPr>
          <p:nvPr/>
        </p:nvSpPr>
        <p:spPr bwMode="auto">
          <a:xfrm>
            <a:off x="3652325" y="2716545"/>
            <a:ext cx="28178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To an Logical Gate</a:t>
            </a:r>
          </a:p>
        </p:txBody>
      </p:sp>
      <p:sp>
        <p:nvSpPr>
          <p:cNvPr id="33" name="Rectangle 14">
            <a:extLst>
              <a:ext uri="{FF2B5EF4-FFF2-40B4-BE49-F238E27FC236}">
                <a16:creationId xmlns:a16="http://schemas.microsoft.com/office/drawing/2014/main" id="{701432F4-DD59-4230-80E3-85EC91C24B52}"/>
              </a:ext>
            </a:extLst>
          </p:cNvPr>
          <p:cNvSpPr>
            <a:spLocks noChangeArrowheads="1"/>
          </p:cNvSpPr>
          <p:nvPr/>
        </p:nvSpPr>
        <p:spPr bwMode="auto">
          <a:xfrm>
            <a:off x="1007296" y="4445671"/>
            <a:ext cx="7434262"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defTabSz="914400" eaLnBrk="1" fontAlgn="base" latinLnBrk="0" hangingPunct="1">
              <a:lnSpc>
                <a:spcPct val="90000"/>
              </a:lnSpc>
              <a:spcBef>
                <a:spcPct val="20000"/>
              </a:spcBef>
              <a:spcAft>
                <a:spcPct val="0"/>
              </a:spcAft>
              <a:buClr>
                <a:srgbClr val="009530"/>
              </a:buClr>
              <a:buSzTx/>
              <a:buNone/>
              <a:tabLst/>
              <a:defRPr/>
            </a:pPr>
            <a:r>
              <a:rPr kumimoji="0" lang="en-US" altLang="en-US" sz="1800" b="0" i="0" u="none" strike="noStrike" kern="0" cap="none" spc="0" normalizeH="0" baseline="0">
                <a:ln>
                  <a:noFill/>
                </a:ln>
                <a:solidFill>
                  <a:srgbClr val="009530"/>
                </a:solidFill>
                <a:effectLst/>
                <a:uLnTx/>
                <a:uFillTx/>
                <a:latin typeface="Arial" panose="020B0604020202020204" pitchFamily="34" charset="0"/>
              </a:rPr>
              <a:t>Several functions can be assigned to one input signal</a:t>
            </a:r>
          </a:p>
        </p:txBody>
      </p:sp>
      <p:pic>
        <p:nvPicPr>
          <p:cNvPr id="34" name="Picture 15">
            <a:extLst>
              <a:ext uri="{FF2B5EF4-FFF2-40B4-BE49-F238E27FC236}">
                <a16:creationId xmlns:a16="http://schemas.microsoft.com/office/drawing/2014/main" id="{D5CD2A3B-DD35-47E4-B2BF-A3E9D8282A26}"/>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894837" y="1066707"/>
            <a:ext cx="27574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37" name="Rectangle 12">
            <a:extLst>
              <a:ext uri="{FF2B5EF4-FFF2-40B4-BE49-F238E27FC236}">
                <a16:creationId xmlns:a16="http://schemas.microsoft.com/office/drawing/2014/main" id="{FCD7BEDB-C591-4EEF-978F-8F66706479E6}"/>
              </a:ext>
            </a:extLst>
          </p:cNvPr>
          <p:cNvSpPr>
            <a:spLocks noChangeArrowheads="1"/>
          </p:cNvSpPr>
          <p:nvPr/>
        </p:nvSpPr>
        <p:spPr bwMode="auto">
          <a:xfrm>
            <a:off x="3652324" y="3393614"/>
            <a:ext cx="430688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An Output signal (internal)</a:t>
            </a:r>
          </a:p>
        </p:txBody>
      </p:sp>
      <p:sp>
        <p:nvSpPr>
          <p:cNvPr id="38" name="Rectangle 13">
            <a:extLst>
              <a:ext uri="{FF2B5EF4-FFF2-40B4-BE49-F238E27FC236}">
                <a16:creationId xmlns:a16="http://schemas.microsoft.com/office/drawing/2014/main" id="{839CCB62-469A-42AF-827E-C257A947A383}"/>
              </a:ext>
            </a:extLst>
          </p:cNvPr>
          <p:cNvSpPr>
            <a:spLocks noChangeArrowheads="1"/>
          </p:cNvSpPr>
          <p:nvPr/>
        </p:nvSpPr>
        <p:spPr bwMode="auto">
          <a:xfrm>
            <a:off x="3652324" y="3936539"/>
            <a:ext cx="430688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A GOOSE Output (IEC 61850)</a:t>
            </a:r>
          </a:p>
        </p:txBody>
      </p:sp>
      <p:pic>
        <p:nvPicPr>
          <p:cNvPr id="2" name="Picture 1">
            <a:extLst>
              <a:ext uri="{FF2B5EF4-FFF2-40B4-BE49-F238E27FC236}">
                <a16:creationId xmlns:a16="http://schemas.microsoft.com/office/drawing/2014/main" id="{3E85FBB3-762B-4245-877F-2F1174538DFF}"/>
              </a:ext>
            </a:extLst>
          </p:cNvPr>
          <p:cNvPicPr>
            <a:picLocks noChangeAspect="1"/>
          </p:cNvPicPr>
          <p:nvPr/>
        </p:nvPicPr>
        <p:blipFill>
          <a:blip r:embed="rId6"/>
          <a:stretch>
            <a:fillRect/>
          </a:stretch>
        </p:blipFill>
        <p:spPr>
          <a:xfrm>
            <a:off x="1316376" y="3689480"/>
            <a:ext cx="2317482" cy="619525"/>
          </a:xfrm>
          <a:prstGeom prst="rect">
            <a:avLst/>
          </a:prstGeom>
        </p:spPr>
      </p:pic>
      <p:pic>
        <p:nvPicPr>
          <p:cNvPr id="5" name="Picture 4">
            <a:extLst>
              <a:ext uri="{FF2B5EF4-FFF2-40B4-BE49-F238E27FC236}">
                <a16:creationId xmlns:a16="http://schemas.microsoft.com/office/drawing/2014/main" id="{A90CAF83-A63A-41F5-BBA8-E864AB81B597}"/>
              </a:ext>
            </a:extLst>
          </p:cNvPr>
          <p:cNvPicPr>
            <a:picLocks noChangeAspect="1"/>
          </p:cNvPicPr>
          <p:nvPr/>
        </p:nvPicPr>
        <p:blipFill>
          <a:blip r:embed="rId7"/>
          <a:stretch>
            <a:fillRect/>
          </a:stretch>
        </p:blipFill>
        <p:spPr>
          <a:xfrm>
            <a:off x="1359180" y="3216841"/>
            <a:ext cx="2190844" cy="661817"/>
          </a:xfrm>
          <a:prstGeom prst="rect">
            <a:avLst/>
          </a:prstGeom>
        </p:spPr>
      </p:pic>
      <p:pic>
        <p:nvPicPr>
          <p:cNvPr id="40" name="Picture 2">
            <a:extLst>
              <a:ext uri="{FF2B5EF4-FFF2-40B4-BE49-F238E27FC236}">
                <a16:creationId xmlns:a16="http://schemas.microsoft.com/office/drawing/2014/main" id="{5E38C486-B80C-419E-8042-8B222886C72A}"/>
              </a:ext>
            </a:extLst>
          </p:cNvPr>
          <p:cNvPicPr>
            <a:picLocks noChangeAspect="1" noChangeArrowheads="1"/>
          </p:cNvPicPr>
          <p:nvPr/>
        </p:nvPicPr>
        <p:blipFill>
          <a:blip r:embed="rId8" cstate="print"/>
          <a:srcRect/>
          <a:stretch>
            <a:fillRect/>
          </a:stretch>
        </p:blipFill>
        <p:spPr bwMode="auto">
          <a:xfrm>
            <a:off x="506867" y="4378095"/>
            <a:ext cx="391149" cy="363861"/>
          </a:xfrm>
          <a:prstGeom prst="rect">
            <a:avLst/>
          </a:prstGeom>
          <a:noFill/>
          <a:ln w="9525">
            <a:noFill/>
            <a:miter lim="800000"/>
            <a:headEnd/>
            <a:tailEnd/>
          </a:ln>
        </p:spPr>
      </p:pic>
    </p:spTree>
    <p:extLst>
      <p:ext uri="{BB962C8B-B14F-4D97-AF65-F5344CB8AC3E}">
        <p14:creationId xmlns:p14="http://schemas.microsoft.com/office/powerpoint/2010/main" val="3665017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20</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pic>
        <p:nvPicPr>
          <p:cNvPr id="5" name="Picture 2">
            <a:extLst>
              <a:ext uri="{FF2B5EF4-FFF2-40B4-BE49-F238E27FC236}">
                <a16:creationId xmlns:a16="http://schemas.microsoft.com/office/drawing/2014/main" id="{6D195761-7CD2-42CA-A104-84307D5553AE}"/>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243371" y="1660228"/>
            <a:ext cx="3728851" cy="2786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7" name="Picture 3">
            <a:extLst>
              <a:ext uri="{FF2B5EF4-FFF2-40B4-BE49-F238E27FC236}">
                <a16:creationId xmlns:a16="http://schemas.microsoft.com/office/drawing/2014/main" id="{66F3F909-BF74-4B90-AC4B-715A5D590E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8331" y="3729830"/>
            <a:ext cx="26797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8" name="Rectangle 6">
            <a:extLst>
              <a:ext uri="{FF2B5EF4-FFF2-40B4-BE49-F238E27FC236}">
                <a16:creationId xmlns:a16="http://schemas.microsoft.com/office/drawing/2014/main" id="{7689BF01-72DB-49B6-80D9-DEA889B9BCBE}"/>
              </a:ext>
            </a:extLst>
          </p:cNvPr>
          <p:cNvSpPr>
            <a:spLocks noChangeArrowheads="1"/>
          </p:cNvSpPr>
          <p:nvPr/>
        </p:nvSpPr>
        <p:spPr bwMode="auto">
          <a:xfrm>
            <a:off x="365966" y="743745"/>
            <a:ext cx="5103812"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80975" marR="0" lvl="0" indent="-180975" defTabSz="914400" eaLnBrk="1" fontAlgn="base" latinLnBrk="0" hangingPunct="1">
              <a:lnSpc>
                <a:spcPct val="9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a:ln>
                  <a:noFill/>
                </a:ln>
                <a:solidFill>
                  <a:srgbClr val="009530"/>
                </a:solidFill>
                <a:effectLst/>
                <a:uLnTx/>
                <a:uFillTx/>
                <a:latin typeface="Arial" panose="020B0604020202020204" pitchFamily="34" charset="0"/>
              </a:rPr>
              <a:t>Assigning output signals</a:t>
            </a:r>
          </a:p>
        </p:txBody>
      </p:sp>
      <p:sp>
        <p:nvSpPr>
          <p:cNvPr id="9" name="Rectangle 7">
            <a:extLst>
              <a:ext uri="{FF2B5EF4-FFF2-40B4-BE49-F238E27FC236}">
                <a16:creationId xmlns:a16="http://schemas.microsoft.com/office/drawing/2014/main" id="{2F542AFA-FAA8-4AEC-9B76-895C80439D34}"/>
              </a:ext>
            </a:extLst>
          </p:cNvPr>
          <p:cNvSpPr>
            <a:spLocks noChangeArrowheads="1"/>
          </p:cNvSpPr>
          <p:nvPr/>
        </p:nvSpPr>
        <p:spPr bwMode="auto">
          <a:xfrm>
            <a:off x="1648619" y="1289845"/>
            <a:ext cx="5103812"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Select « Ouput Signal » icon</a:t>
            </a:r>
          </a:p>
        </p:txBody>
      </p:sp>
      <p:sp>
        <p:nvSpPr>
          <p:cNvPr id="10" name="Rectangle 8">
            <a:extLst>
              <a:ext uri="{FF2B5EF4-FFF2-40B4-BE49-F238E27FC236}">
                <a16:creationId xmlns:a16="http://schemas.microsoft.com/office/drawing/2014/main" id="{30762439-C997-4669-B660-EDE2749994F9}"/>
              </a:ext>
            </a:extLst>
          </p:cNvPr>
          <p:cNvSpPr>
            <a:spLocks noChangeArrowheads="1"/>
          </p:cNvSpPr>
          <p:nvPr/>
        </p:nvSpPr>
        <p:spPr bwMode="auto">
          <a:xfrm>
            <a:off x="252413" y="2891012"/>
            <a:ext cx="6220478" cy="43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Place the signal on canvas and select output to be assigned</a:t>
            </a:r>
          </a:p>
        </p:txBody>
      </p:sp>
      <p:sp>
        <p:nvSpPr>
          <p:cNvPr id="11" name="Freeform 9">
            <a:extLst>
              <a:ext uri="{FF2B5EF4-FFF2-40B4-BE49-F238E27FC236}">
                <a16:creationId xmlns:a16="http://schemas.microsoft.com/office/drawing/2014/main" id="{EB23B4F4-F1A4-4FB1-8AA8-ABC6BBE95AB4}"/>
              </a:ext>
            </a:extLst>
          </p:cNvPr>
          <p:cNvSpPr>
            <a:spLocks/>
          </p:cNvSpPr>
          <p:nvPr/>
        </p:nvSpPr>
        <p:spPr bwMode="auto">
          <a:xfrm>
            <a:off x="1637534" y="1908971"/>
            <a:ext cx="2035175" cy="515937"/>
          </a:xfrm>
          <a:custGeom>
            <a:avLst/>
            <a:gdLst>
              <a:gd name="T0" fmla="*/ 0 w 1282"/>
              <a:gd name="T1" fmla="*/ 0 h 325"/>
              <a:gd name="T2" fmla="*/ 657761575 w 1282"/>
              <a:gd name="T3" fmla="*/ 725804297 h 325"/>
              <a:gd name="T4" fmla="*/ 2147483646 w 1282"/>
              <a:gd name="T5" fmla="*/ 561993505 h 325"/>
              <a:gd name="T6" fmla="*/ 0 60000 65536"/>
              <a:gd name="T7" fmla="*/ 0 60000 65536"/>
              <a:gd name="T8" fmla="*/ 0 60000 65536"/>
              <a:gd name="T9" fmla="*/ 0 w 1282"/>
              <a:gd name="T10" fmla="*/ 0 h 325"/>
              <a:gd name="T11" fmla="*/ 1282 w 1282"/>
              <a:gd name="T12" fmla="*/ 325 h 325"/>
            </a:gdLst>
            <a:ahLst/>
            <a:cxnLst>
              <a:cxn ang="T6">
                <a:pos x="T0" y="T1"/>
              </a:cxn>
              <a:cxn ang="T7">
                <a:pos x="T2" y="T3"/>
              </a:cxn>
              <a:cxn ang="T8">
                <a:pos x="T4" y="T5"/>
              </a:cxn>
            </a:cxnLst>
            <a:rect l="T9" t="T10" r="T11" b="T12"/>
            <a:pathLst>
              <a:path w="1282" h="325">
                <a:moveTo>
                  <a:pt x="0" y="0"/>
                </a:moveTo>
                <a:cubicBezTo>
                  <a:pt x="23" y="125"/>
                  <a:pt x="47" y="251"/>
                  <a:pt x="261" y="288"/>
                </a:cubicBezTo>
                <a:cubicBezTo>
                  <a:pt x="475" y="325"/>
                  <a:pt x="878" y="274"/>
                  <a:pt x="1282" y="223"/>
                </a:cubicBezTo>
              </a:path>
            </a:pathLst>
          </a:custGeom>
          <a:noFill/>
          <a:ln w="38100"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2" name="Freeform 10">
            <a:extLst>
              <a:ext uri="{FF2B5EF4-FFF2-40B4-BE49-F238E27FC236}">
                <a16:creationId xmlns:a16="http://schemas.microsoft.com/office/drawing/2014/main" id="{46EC1A55-8ED4-4DEE-B232-E0F79466422D}"/>
              </a:ext>
            </a:extLst>
          </p:cNvPr>
          <p:cNvSpPr>
            <a:spLocks/>
          </p:cNvSpPr>
          <p:nvPr/>
        </p:nvSpPr>
        <p:spPr bwMode="auto">
          <a:xfrm rot="20914892" flipV="1">
            <a:off x="3502677" y="3601966"/>
            <a:ext cx="3481388" cy="573324"/>
          </a:xfrm>
          <a:custGeom>
            <a:avLst/>
            <a:gdLst>
              <a:gd name="T0" fmla="*/ 2147483646 w 2193"/>
              <a:gd name="T1" fmla="*/ 1275198474 h 683"/>
              <a:gd name="T2" fmla="*/ 2147483646 w 2193"/>
              <a:gd name="T3" fmla="*/ 128527116 h 683"/>
              <a:gd name="T4" fmla="*/ 889616078 w 2193"/>
              <a:gd name="T5" fmla="*/ 504031018 h 683"/>
              <a:gd name="T6" fmla="*/ 0 w 2193"/>
              <a:gd name="T7" fmla="*/ 1721265131 h 683"/>
              <a:gd name="T8" fmla="*/ 0 60000 65536"/>
              <a:gd name="T9" fmla="*/ 0 60000 65536"/>
              <a:gd name="T10" fmla="*/ 0 60000 65536"/>
              <a:gd name="T11" fmla="*/ 0 60000 65536"/>
              <a:gd name="T12" fmla="*/ 0 w 2193"/>
              <a:gd name="T13" fmla="*/ 0 h 683"/>
              <a:gd name="T14" fmla="*/ 2193 w 2193"/>
              <a:gd name="T15" fmla="*/ 683 h 683"/>
            </a:gdLst>
            <a:ahLst/>
            <a:cxnLst>
              <a:cxn ang="T8">
                <a:pos x="T0" y="T1"/>
              </a:cxn>
              <a:cxn ang="T9">
                <a:pos x="T2" y="T3"/>
              </a:cxn>
              <a:cxn ang="T10">
                <a:pos x="T4" y="T5"/>
              </a:cxn>
              <a:cxn ang="T11">
                <a:pos x="T6" y="T7"/>
              </a:cxn>
            </a:cxnLst>
            <a:rect l="T12" t="T13" r="T14" b="T15"/>
            <a:pathLst>
              <a:path w="2193" h="683">
                <a:moveTo>
                  <a:pt x="2193" y="506"/>
                </a:moveTo>
                <a:cubicBezTo>
                  <a:pt x="1849" y="304"/>
                  <a:pt x="1506" y="102"/>
                  <a:pt x="1199" y="51"/>
                </a:cubicBezTo>
                <a:cubicBezTo>
                  <a:pt x="892" y="0"/>
                  <a:pt x="553" y="95"/>
                  <a:pt x="353" y="200"/>
                </a:cubicBezTo>
                <a:cubicBezTo>
                  <a:pt x="153" y="305"/>
                  <a:pt x="76" y="494"/>
                  <a:pt x="0" y="683"/>
                </a:cubicBezTo>
              </a:path>
            </a:pathLst>
          </a:custGeom>
          <a:noFill/>
          <a:ln w="38100"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pic>
        <p:nvPicPr>
          <p:cNvPr id="13" name="Picture 11">
            <a:extLst>
              <a:ext uri="{FF2B5EF4-FFF2-40B4-BE49-F238E27FC236}">
                <a16:creationId xmlns:a16="http://schemas.microsoft.com/office/drawing/2014/main" id="{4C1A80CF-2C79-4C9D-B57B-D630BB1830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9753" y="1198564"/>
            <a:ext cx="642937"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Tree>
    <p:extLst>
      <p:ext uri="{BB962C8B-B14F-4D97-AF65-F5344CB8AC3E}">
        <p14:creationId xmlns:p14="http://schemas.microsoft.com/office/powerpoint/2010/main" val="3915380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21</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sp>
        <p:nvSpPr>
          <p:cNvPr id="5" name="Rectangle 4">
            <a:extLst>
              <a:ext uri="{FF2B5EF4-FFF2-40B4-BE49-F238E27FC236}">
                <a16:creationId xmlns:a16="http://schemas.microsoft.com/office/drawing/2014/main" id="{2EB0DEAC-CF7B-4FA3-AD77-CE2A82720E19}"/>
              </a:ext>
            </a:extLst>
          </p:cNvPr>
          <p:cNvSpPr>
            <a:spLocks noChangeArrowheads="1"/>
          </p:cNvSpPr>
          <p:nvPr/>
        </p:nvSpPr>
        <p:spPr bwMode="auto">
          <a:xfrm>
            <a:off x="547547" y="803792"/>
            <a:ext cx="7966075"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80975" marR="0" lvl="0" indent="-180975" defTabSz="914400" eaLnBrk="1" fontAlgn="base" latinLnBrk="0" hangingPunct="1">
              <a:lnSpc>
                <a:spcPct val="9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Output signal interacts with the protection functions</a:t>
            </a:r>
          </a:p>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lang="en-US" altLang="en-US" sz="1600" kern="0">
                <a:solidFill>
                  <a:srgbClr val="626469"/>
                </a:solidFill>
              </a:rPr>
              <a:t>signals</a:t>
            </a: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 can be assigned in the PSL to:</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pic>
        <p:nvPicPr>
          <p:cNvPr id="7" name="Picture 5">
            <a:extLst>
              <a:ext uri="{FF2B5EF4-FFF2-40B4-BE49-F238E27FC236}">
                <a16:creationId xmlns:a16="http://schemas.microsoft.com/office/drawing/2014/main" id="{05870A4B-A886-4A70-A221-C43F435943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731" y="3218655"/>
            <a:ext cx="2428875"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8" name="Rectangle 6">
            <a:extLst>
              <a:ext uri="{FF2B5EF4-FFF2-40B4-BE49-F238E27FC236}">
                <a16:creationId xmlns:a16="http://schemas.microsoft.com/office/drawing/2014/main" id="{7D44A631-C799-4038-B0CA-79AEC07D00F0}"/>
              </a:ext>
            </a:extLst>
          </p:cNvPr>
          <p:cNvSpPr>
            <a:spLocks noChangeArrowheads="1"/>
          </p:cNvSpPr>
          <p:nvPr/>
        </p:nvSpPr>
        <p:spPr bwMode="auto">
          <a:xfrm>
            <a:off x="3610862" y="1568451"/>
            <a:ext cx="28178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logic Input</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pic>
        <p:nvPicPr>
          <p:cNvPr id="9" name="Picture 7">
            <a:extLst>
              <a:ext uri="{FF2B5EF4-FFF2-40B4-BE49-F238E27FC236}">
                <a16:creationId xmlns:a16="http://schemas.microsoft.com/office/drawing/2014/main" id="{D26EFAD4-F367-4BE5-885B-43FBE92E09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625" y="2571750"/>
            <a:ext cx="2800350" cy="81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0" name="Rectangle 8">
            <a:extLst>
              <a:ext uri="{FF2B5EF4-FFF2-40B4-BE49-F238E27FC236}">
                <a16:creationId xmlns:a16="http://schemas.microsoft.com/office/drawing/2014/main" id="{9A612C44-65E8-466E-8EDA-78C021DC4C8D}"/>
              </a:ext>
            </a:extLst>
          </p:cNvPr>
          <p:cNvSpPr>
            <a:spLocks noChangeArrowheads="1"/>
          </p:cNvSpPr>
          <p:nvPr/>
        </p:nvSpPr>
        <p:spPr bwMode="auto">
          <a:xfrm>
            <a:off x="3609975" y="3351212"/>
            <a:ext cx="430688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input signal (internal)</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
        <p:nvSpPr>
          <p:cNvPr id="11" name="Rectangle 9">
            <a:extLst>
              <a:ext uri="{FF2B5EF4-FFF2-40B4-BE49-F238E27FC236}">
                <a16:creationId xmlns:a16="http://schemas.microsoft.com/office/drawing/2014/main" id="{87DA6483-8C6D-469F-BD19-0C0CCC44D5C1}"/>
              </a:ext>
            </a:extLst>
          </p:cNvPr>
          <p:cNvSpPr>
            <a:spLocks noChangeArrowheads="1"/>
          </p:cNvSpPr>
          <p:nvPr/>
        </p:nvSpPr>
        <p:spPr bwMode="auto">
          <a:xfrm>
            <a:off x="3609975" y="3991953"/>
            <a:ext cx="430688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GOOSE Input (IEC 61850)</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
        <p:nvSpPr>
          <p:cNvPr id="12" name="Rectangle 10">
            <a:extLst>
              <a:ext uri="{FF2B5EF4-FFF2-40B4-BE49-F238E27FC236}">
                <a16:creationId xmlns:a16="http://schemas.microsoft.com/office/drawing/2014/main" id="{8C9C7DD8-3F8B-46B7-99ED-6CDF6671ABEA}"/>
              </a:ext>
            </a:extLst>
          </p:cNvPr>
          <p:cNvSpPr>
            <a:spLocks noChangeArrowheads="1"/>
          </p:cNvSpPr>
          <p:nvPr/>
        </p:nvSpPr>
        <p:spPr bwMode="auto">
          <a:xfrm>
            <a:off x="1117600" y="5673725"/>
            <a:ext cx="7434263"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80975" marR="0" lvl="0" indent="-180975" defTabSz="914400" eaLnBrk="1" fontAlgn="base" latinLnBrk="0" hangingPunct="1">
              <a:lnSpc>
                <a:spcPct val="90000"/>
              </a:lnSpc>
              <a:spcBef>
                <a:spcPct val="20000"/>
              </a:spcBef>
              <a:spcAft>
                <a:spcPct val="0"/>
              </a:spcAft>
              <a:buClr>
                <a:srgbClr val="009530"/>
              </a:buClr>
              <a:buSzTx/>
              <a:buFont typeface="Arial" panose="020B0604020202020204" pitchFamily="34" charset="0"/>
              <a:buChar char="●"/>
              <a:tabLst/>
              <a:defRPr/>
            </a:pPr>
            <a:r>
              <a:rPr kumimoji="0" lang="fr-FR" altLang="en-US" sz="1800" b="0" i="0" u="none" strike="noStrike" kern="0" cap="none" spc="0" normalizeH="0" baseline="0" noProof="0">
                <a:ln>
                  <a:noFill/>
                </a:ln>
                <a:solidFill>
                  <a:srgbClr val="009530"/>
                </a:solidFill>
                <a:effectLst/>
                <a:uLnTx/>
                <a:uFillTx/>
                <a:latin typeface="Arial" panose="020B0604020202020204" pitchFamily="34" charset="0"/>
              </a:rPr>
              <a:t>Only one function can be assigned to an output signal</a:t>
            </a:r>
          </a:p>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fr-FR" altLang="en-US" sz="1600" b="0" i="0" u="none" strike="noStrike" kern="0" cap="none" spc="0" normalizeH="0" baseline="0" noProof="0">
                <a:ln>
                  <a:noFill/>
                </a:ln>
                <a:solidFill>
                  <a:srgbClr val="626469"/>
                </a:solidFill>
                <a:effectLst/>
                <a:uLnTx/>
                <a:uFillTx/>
                <a:latin typeface="Arial" panose="020B0604020202020204" pitchFamily="34" charset="0"/>
              </a:rPr>
              <a:t>or logical equation result</a:t>
            </a:r>
          </a:p>
        </p:txBody>
      </p:sp>
      <p:pic>
        <p:nvPicPr>
          <p:cNvPr id="13" name="Picture 11">
            <a:extLst>
              <a:ext uri="{FF2B5EF4-FFF2-40B4-BE49-F238E27FC236}">
                <a16:creationId xmlns:a16="http://schemas.microsoft.com/office/drawing/2014/main" id="{3FB2ADE6-D6EA-4035-BD08-121FE4DEB1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248" y="1463180"/>
            <a:ext cx="24669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14" name="Picture 12">
            <a:extLst>
              <a:ext uri="{FF2B5EF4-FFF2-40B4-BE49-F238E27FC236}">
                <a16:creationId xmlns:a16="http://schemas.microsoft.com/office/drawing/2014/main" id="{E83B4613-013D-4738-BADF-5407C9D2B3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6511" y="2010273"/>
            <a:ext cx="2325687"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15" name="Picture 13">
            <a:extLst>
              <a:ext uri="{FF2B5EF4-FFF2-40B4-BE49-F238E27FC236}">
                <a16:creationId xmlns:a16="http://schemas.microsoft.com/office/drawing/2014/main" id="{7E1C75C0-C29F-4D86-907D-73B7AC28792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1006" y="3870541"/>
            <a:ext cx="23876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6" name="Rectangle 14">
            <a:extLst>
              <a:ext uri="{FF2B5EF4-FFF2-40B4-BE49-F238E27FC236}">
                <a16:creationId xmlns:a16="http://schemas.microsoft.com/office/drawing/2014/main" id="{C929C4B2-A69D-41FF-8734-EEED93684E38}"/>
              </a:ext>
            </a:extLst>
          </p:cNvPr>
          <p:cNvSpPr>
            <a:spLocks noChangeArrowheads="1"/>
          </p:cNvSpPr>
          <p:nvPr/>
        </p:nvSpPr>
        <p:spPr bwMode="auto">
          <a:xfrm>
            <a:off x="3610862" y="2065737"/>
            <a:ext cx="47498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lang="en-US" altLang="en-US" sz="1600" kern="0">
                <a:solidFill>
                  <a:srgbClr val="626469"/>
                </a:solidFill>
              </a:rPr>
              <a:t>h</a:t>
            </a: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otkey control (front panel)</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
        <p:nvSpPr>
          <p:cNvPr id="17" name="Rectangle 15">
            <a:extLst>
              <a:ext uri="{FF2B5EF4-FFF2-40B4-BE49-F238E27FC236}">
                <a16:creationId xmlns:a16="http://schemas.microsoft.com/office/drawing/2014/main" id="{04E4CDF9-4254-44C3-9849-FC4BDF8F63E2}"/>
              </a:ext>
            </a:extLst>
          </p:cNvPr>
          <p:cNvSpPr>
            <a:spLocks noChangeArrowheads="1"/>
          </p:cNvSpPr>
          <p:nvPr/>
        </p:nvSpPr>
        <p:spPr bwMode="auto">
          <a:xfrm>
            <a:off x="3609975" y="2670112"/>
            <a:ext cx="51625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lang="en-US" altLang="en-US" sz="1600" kern="0">
                <a:solidFill>
                  <a:srgbClr val="626469"/>
                </a:solidFill>
              </a:rPr>
              <a:t>l</a:t>
            </a: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ogic gate output</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Tree>
    <p:extLst>
      <p:ext uri="{BB962C8B-B14F-4D97-AF65-F5344CB8AC3E}">
        <p14:creationId xmlns:p14="http://schemas.microsoft.com/office/powerpoint/2010/main" val="4076473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22</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sp>
        <p:nvSpPr>
          <p:cNvPr id="7" name="Rectangle 4">
            <a:extLst>
              <a:ext uri="{FF2B5EF4-FFF2-40B4-BE49-F238E27FC236}">
                <a16:creationId xmlns:a16="http://schemas.microsoft.com/office/drawing/2014/main" id="{8CA7BA1C-45D6-4904-9D41-C8A3FC22874E}"/>
              </a:ext>
            </a:extLst>
          </p:cNvPr>
          <p:cNvSpPr>
            <a:spLocks noChangeArrowheads="1"/>
          </p:cNvSpPr>
          <p:nvPr/>
        </p:nvSpPr>
        <p:spPr bwMode="auto">
          <a:xfrm>
            <a:off x="461963" y="599520"/>
            <a:ext cx="8110537" cy="3905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901700" indent="-84138">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80975" marR="0" lvl="0" indent="-180975" defTabSz="914400" eaLnBrk="1" fontAlgn="base" latinLnBrk="0" hangingPunct="1">
              <a:lnSpc>
                <a:spcPct val="15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Fault record </a:t>
            </a:r>
            <a:r>
              <a:rPr lang="en-US" altLang="en-US" sz="1800" kern="0">
                <a:solidFill>
                  <a:srgbClr val="009530"/>
                </a:solidFill>
              </a:rPr>
              <a:t>t</a:t>
            </a: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rigger disturbance recording when a trip occurs :</a:t>
            </a:r>
          </a:p>
          <a:p>
            <a:pPr marL="541338" marR="0" lvl="1" indent="-180975" defTabSz="914400" eaLnBrk="1" fontAlgn="base" latinLnBrk="0" hangingPunct="1">
              <a:lnSpc>
                <a:spcPct val="15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If Fault Record Trigger is not correctly assigned, protection relay will not give any information in case of fault :</a:t>
            </a:r>
          </a:p>
          <a:p>
            <a:pPr marL="901700" marR="0" lvl="2" indent="-84138" defTabSz="914400" eaLnBrk="1" fontAlgn="base" latinLnBrk="0" hangingPunct="1">
              <a:lnSpc>
                <a:spcPct val="15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analogue values</a:t>
            </a:r>
          </a:p>
          <a:p>
            <a:pPr marL="901700" marR="0" lvl="2" indent="-84138" defTabSz="914400" eaLnBrk="1" fontAlgn="base" latinLnBrk="0" hangingPunct="1">
              <a:lnSpc>
                <a:spcPct val="15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events chronological recording</a:t>
            </a:r>
          </a:p>
          <a:p>
            <a:pPr marL="901700" marR="0" lvl="2" indent="-84138" defTabSz="914400" eaLnBrk="1" fontAlgn="base" latinLnBrk="0" hangingPunct="1">
              <a:lnSpc>
                <a:spcPct val="15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which functions have tripped</a:t>
            </a:r>
          </a:p>
          <a:p>
            <a:pPr marL="541338" marR="0" lvl="1" indent="-180975" defTabSz="914400" eaLnBrk="1" fontAlgn="base" latinLnBrk="0" hangingPunct="1">
              <a:lnSpc>
                <a:spcPct val="15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Trip LED will remain ON and it will not be possible to release, unless reset from the VIEW RECORDS menu</a:t>
            </a:r>
          </a:p>
          <a:p>
            <a:pPr marL="901700" marR="0" lvl="2" indent="-84138" defTabSz="914400" eaLnBrk="1" fontAlgn="base" latinLnBrk="0" hangingPunct="1">
              <a:lnSpc>
                <a:spcPct val="15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Key « C » on the front panel is working only after reading the fault report</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Tree>
    <p:extLst>
      <p:ext uri="{BB962C8B-B14F-4D97-AF65-F5344CB8AC3E}">
        <p14:creationId xmlns:p14="http://schemas.microsoft.com/office/powerpoint/2010/main" val="2569723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23</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pic>
        <p:nvPicPr>
          <p:cNvPr id="5" name="Picture 2">
            <a:extLst>
              <a:ext uri="{FF2B5EF4-FFF2-40B4-BE49-F238E27FC236}">
                <a16:creationId xmlns:a16="http://schemas.microsoft.com/office/drawing/2014/main" id="{0B2BF3F2-79B2-4F01-9C3B-3FB71D2246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579" y="3817752"/>
            <a:ext cx="247808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7" name="Picture 3">
            <a:extLst>
              <a:ext uri="{FF2B5EF4-FFF2-40B4-BE49-F238E27FC236}">
                <a16:creationId xmlns:a16="http://schemas.microsoft.com/office/drawing/2014/main" id="{925949C8-DF99-416A-9CD0-278EB705D040}"/>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524935" y="1697038"/>
            <a:ext cx="4157477" cy="3074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8" name="Picture 4">
            <a:extLst>
              <a:ext uri="{FF2B5EF4-FFF2-40B4-BE49-F238E27FC236}">
                <a16:creationId xmlns:a16="http://schemas.microsoft.com/office/drawing/2014/main" id="{1B5C08C8-4CE8-4696-88F6-FB32B28FCD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6424" y="1258263"/>
            <a:ext cx="6794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9" name="Rectangle 7">
            <a:extLst>
              <a:ext uri="{FF2B5EF4-FFF2-40B4-BE49-F238E27FC236}">
                <a16:creationId xmlns:a16="http://schemas.microsoft.com/office/drawing/2014/main" id="{5B0A3D48-462E-4580-B721-E006790933B7}"/>
              </a:ext>
            </a:extLst>
          </p:cNvPr>
          <p:cNvSpPr>
            <a:spLocks noChangeArrowheads="1"/>
          </p:cNvSpPr>
          <p:nvPr/>
        </p:nvSpPr>
        <p:spPr bwMode="auto">
          <a:xfrm>
            <a:off x="270997" y="758826"/>
            <a:ext cx="5103812"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80975" marR="0" lvl="0" indent="-180975" defTabSz="914400" eaLnBrk="1" fontAlgn="base" latinLnBrk="0" hangingPunct="1">
              <a:lnSpc>
                <a:spcPct val="9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a:ln>
                  <a:noFill/>
                </a:ln>
                <a:solidFill>
                  <a:srgbClr val="009530"/>
                </a:solidFill>
                <a:effectLst/>
                <a:uLnTx/>
                <a:uFillTx/>
                <a:latin typeface="Arial" panose="020B0604020202020204" pitchFamily="34" charset="0"/>
              </a:rPr>
              <a:t>Assigning Fault Record Trigger :</a:t>
            </a:r>
          </a:p>
        </p:txBody>
      </p:sp>
      <p:sp>
        <p:nvSpPr>
          <p:cNvPr id="10" name="Rectangle 8">
            <a:extLst>
              <a:ext uri="{FF2B5EF4-FFF2-40B4-BE49-F238E27FC236}">
                <a16:creationId xmlns:a16="http://schemas.microsoft.com/office/drawing/2014/main" id="{159CDF4A-F8EB-4E49-A031-8BF375A7A334}"/>
              </a:ext>
            </a:extLst>
          </p:cNvPr>
          <p:cNvSpPr>
            <a:spLocks noChangeArrowheads="1"/>
          </p:cNvSpPr>
          <p:nvPr/>
        </p:nvSpPr>
        <p:spPr bwMode="auto">
          <a:xfrm>
            <a:off x="1575874" y="1322558"/>
            <a:ext cx="5103812"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Select « Fault Record Trigger » icon</a:t>
            </a:r>
          </a:p>
        </p:txBody>
      </p:sp>
      <p:sp>
        <p:nvSpPr>
          <p:cNvPr id="11" name="Rectangle 9">
            <a:extLst>
              <a:ext uri="{FF2B5EF4-FFF2-40B4-BE49-F238E27FC236}">
                <a16:creationId xmlns:a16="http://schemas.microsoft.com/office/drawing/2014/main" id="{179C7B45-0642-470F-8E5A-EDEFAC8AC47C}"/>
              </a:ext>
            </a:extLst>
          </p:cNvPr>
          <p:cNvSpPr>
            <a:spLocks noChangeArrowheads="1"/>
          </p:cNvSpPr>
          <p:nvPr/>
        </p:nvSpPr>
        <p:spPr bwMode="auto">
          <a:xfrm>
            <a:off x="173598" y="2766827"/>
            <a:ext cx="5790173"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Place signal on canvas and select « Fault REC TRIG »</a:t>
            </a:r>
          </a:p>
        </p:txBody>
      </p:sp>
      <p:sp>
        <p:nvSpPr>
          <p:cNvPr id="12" name="Freeform 10">
            <a:extLst>
              <a:ext uri="{FF2B5EF4-FFF2-40B4-BE49-F238E27FC236}">
                <a16:creationId xmlns:a16="http://schemas.microsoft.com/office/drawing/2014/main" id="{679F3154-D26B-4ABC-B840-C48F5FBD064D}"/>
              </a:ext>
            </a:extLst>
          </p:cNvPr>
          <p:cNvSpPr>
            <a:spLocks/>
          </p:cNvSpPr>
          <p:nvPr/>
        </p:nvSpPr>
        <p:spPr bwMode="auto">
          <a:xfrm>
            <a:off x="2010736" y="1696953"/>
            <a:ext cx="2035175" cy="515937"/>
          </a:xfrm>
          <a:custGeom>
            <a:avLst/>
            <a:gdLst>
              <a:gd name="T0" fmla="*/ 0 w 1282"/>
              <a:gd name="T1" fmla="*/ 0 h 325"/>
              <a:gd name="T2" fmla="*/ 657761575 w 1282"/>
              <a:gd name="T3" fmla="*/ 725804297 h 325"/>
              <a:gd name="T4" fmla="*/ 2147483646 w 1282"/>
              <a:gd name="T5" fmla="*/ 561993505 h 325"/>
              <a:gd name="T6" fmla="*/ 0 60000 65536"/>
              <a:gd name="T7" fmla="*/ 0 60000 65536"/>
              <a:gd name="T8" fmla="*/ 0 60000 65536"/>
              <a:gd name="T9" fmla="*/ 0 w 1282"/>
              <a:gd name="T10" fmla="*/ 0 h 325"/>
              <a:gd name="T11" fmla="*/ 1282 w 1282"/>
              <a:gd name="T12" fmla="*/ 325 h 325"/>
            </a:gdLst>
            <a:ahLst/>
            <a:cxnLst>
              <a:cxn ang="T6">
                <a:pos x="T0" y="T1"/>
              </a:cxn>
              <a:cxn ang="T7">
                <a:pos x="T2" y="T3"/>
              </a:cxn>
              <a:cxn ang="T8">
                <a:pos x="T4" y="T5"/>
              </a:cxn>
            </a:cxnLst>
            <a:rect l="T9" t="T10" r="T11" b="T12"/>
            <a:pathLst>
              <a:path w="1282" h="325">
                <a:moveTo>
                  <a:pt x="0" y="0"/>
                </a:moveTo>
                <a:cubicBezTo>
                  <a:pt x="23" y="125"/>
                  <a:pt x="47" y="251"/>
                  <a:pt x="261" y="288"/>
                </a:cubicBezTo>
                <a:cubicBezTo>
                  <a:pt x="475" y="325"/>
                  <a:pt x="878" y="274"/>
                  <a:pt x="1282" y="223"/>
                </a:cubicBezTo>
              </a:path>
            </a:pathLst>
          </a:custGeom>
          <a:noFill/>
          <a:ln w="38100"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3" name="Freeform 11">
            <a:extLst>
              <a:ext uri="{FF2B5EF4-FFF2-40B4-BE49-F238E27FC236}">
                <a16:creationId xmlns:a16="http://schemas.microsoft.com/office/drawing/2014/main" id="{F83B9C11-0DE1-421B-9C8E-13CDCD4D6BBE}"/>
              </a:ext>
            </a:extLst>
          </p:cNvPr>
          <p:cNvSpPr>
            <a:spLocks/>
          </p:cNvSpPr>
          <p:nvPr/>
        </p:nvSpPr>
        <p:spPr bwMode="auto">
          <a:xfrm rot="20206888" flipV="1">
            <a:off x="3309004" y="3412189"/>
            <a:ext cx="3481388" cy="640828"/>
          </a:xfrm>
          <a:custGeom>
            <a:avLst/>
            <a:gdLst>
              <a:gd name="T0" fmla="*/ 2147483646 w 2193"/>
              <a:gd name="T1" fmla="*/ 1275199651 h 683"/>
              <a:gd name="T2" fmla="*/ 2147483646 w 2193"/>
              <a:gd name="T3" fmla="*/ 128528822 h 683"/>
              <a:gd name="T4" fmla="*/ 889616078 w 2193"/>
              <a:gd name="T5" fmla="*/ 504031482 h 683"/>
              <a:gd name="T6" fmla="*/ 0 w 2193"/>
              <a:gd name="T7" fmla="*/ 1721268306 h 683"/>
              <a:gd name="T8" fmla="*/ 0 60000 65536"/>
              <a:gd name="T9" fmla="*/ 0 60000 65536"/>
              <a:gd name="T10" fmla="*/ 0 60000 65536"/>
              <a:gd name="T11" fmla="*/ 0 60000 65536"/>
              <a:gd name="T12" fmla="*/ 0 w 2193"/>
              <a:gd name="T13" fmla="*/ 0 h 683"/>
              <a:gd name="T14" fmla="*/ 2193 w 2193"/>
              <a:gd name="T15" fmla="*/ 683 h 683"/>
            </a:gdLst>
            <a:ahLst/>
            <a:cxnLst>
              <a:cxn ang="T8">
                <a:pos x="T0" y="T1"/>
              </a:cxn>
              <a:cxn ang="T9">
                <a:pos x="T2" y="T3"/>
              </a:cxn>
              <a:cxn ang="T10">
                <a:pos x="T4" y="T5"/>
              </a:cxn>
              <a:cxn ang="T11">
                <a:pos x="T6" y="T7"/>
              </a:cxn>
            </a:cxnLst>
            <a:rect l="T12" t="T13" r="T14" b="T15"/>
            <a:pathLst>
              <a:path w="2193" h="683">
                <a:moveTo>
                  <a:pt x="2193" y="506"/>
                </a:moveTo>
                <a:cubicBezTo>
                  <a:pt x="1849" y="304"/>
                  <a:pt x="1506" y="102"/>
                  <a:pt x="1199" y="51"/>
                </a:cubicBezTo>
                <a:cubicBezTo>
                  <a:pt x="892" y="0"/>
                  <a:pt x="553" y="95"/>
                  <a:pt x="353" y="200"/>
                </a:cubicBezTo>
                <a:cubicBezTo>
                  <a:pt x="153" y="305"/>
                  <a:pt x="76" y="494"/>
                  <a:pt x="0" y="683"/>
                </a:cubicBezTo>
              </a:path>
            </a:pathLst>
          </a:custGeom>
          <a:noFill/>
          <a:ln w="38100"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Tree>
    <p:extLst>
      <p:ext uri="{BB962C8B-B14F-4D97-AF65-F5344CB8AC3E}">
        <p14:creationId xmlns:p14="http://schemas.microsoft.com/office/powerpoint/2010/main" val="637856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24</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pic>
        <p:nvPicPr>
          <p:cNvPr id="10" name="Picture 2">
            <a:extLst>
              <a:ext uri="{FF2B5EF4-FFF2-40B4-BE49-F238E27FC236}">
                <a16:creationId xmlns:a16="http://schemas.microsoft.com/office/drawing/2014/main" id="{ECEE151D-D026-451D-9B8B-65CC36FFD0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8245" y="3411200"/>
            <a:ext cx="421005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11" name="Picture 3">
            <a:extLst>
              <a:ext uri="{FF2B5EF4-FFF2-40B4-BE49-F238E27FC236}">
                <a16:creationId xmlns:a16="http://schemas.microsoft.com/office/drawing/2014/main" id="{320C60E2-4F38-444E-876D-0026ABEA824E}"/>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33376" y="1151373"/>
            <a:ext cx="806132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2" name="Rectangle 6">
            <a:extLst>
              <a:ext uri="{FF2B5EF4-FFF2-40B4-BE49-F238E27FC236}">
                <a16:creationId xmlns:a16="http://schemas.microsoft.com/office/drawing/2014/main" id="{F62A5E49-D7A2-40AE-BECF-3AE02B641953}"/>
              </a:ext>
            </a:extLst>
          </p:cNvPr>
          <p:cNvSpPr>
            <a:spLocks noChangeArrowheads="1"/>
          </p:cNvSpPr>
          <p:nvPr/>
        </p:nvSpPr>
        <p:spPr bwMode="auto">
          <a:xfrm>
            <a:off x="333376" y="721976"/>
            <a:ext cx="8774112" cy="172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80975" marR="0" lvl="0" indent="-180975" defTabSz="914400" eaLnBrk="1" fontAlgn="base" latinLnBrk="0" hangingPunct="1">
              <a:lnSpc>
                <a:spcPct val="125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Typically </a:t>
            </a:r>
            <a:r>
              <a:rPr lang="en-US" altLang="en-US" sz="1800" kern="0">
                <a:solidFill>
                  <a:srgbClr val="009530"/>
                </a:solidFill>
              </a:rPr>
              <a:t>f</a:t>
            </a: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ault record </a:t>
            </a:r>
            <a:r>
              <a:rPr lang="en-US" altLang="en-US" sz="1800" kern="0">
                <a:solidFill>
                  <a:srgbClr val="009530"/>
                </a:solidFill>
              </a:rPr>
              <a:t>t</a:t>
            </a: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rigger will be assigned to trip contact signal (R3) :</a:t>
            </a:r>
            <a:endParaRPr kumimoji="0" lang="en-US" altLang="en-US" sz="1800" b="0" i="0" u="none" strike="noStrike" kern="0" cap="none" spc="0" normalizeH="0" baseline="0" noProof="0" dirty="0">
              <a:ln>
                <a:noFill/>
              </a:ln>
              <a:solidFill>
                <a:srgbClr val="009530"/>
              </a:solidFill>
              <a:effectLst/>
              <a:uLnTx/>
              <a:uFillTx/>
              <a:latin typeface="Arial" panose="020B0604020202020204" pitchFamily="34" charset="0"/>
            </a:endParaRPr>
          </a:p>
        </p:txBody>
      </p:sp>
      <p:sp>
        <p:nvSpPr>
          <p:cNvPr id="13" name="Rectangle 7">
            <a:extLst>
              <a:ext uri="{FF2B5EF4-FFF2-40B4-BE49-F238E27FC236}">
                <a16:creationId xmlns:a16="http://schemas.microsoft.com/office/drawing/2014/main" id="{844890D5-21AA-4D77-AB0C-01184E82BF09}"/>
              </a:ext>
            </a:extLst>
          </p:cNvPr>
          <p:cNvSpPr>
            <a:spLocks noChangeArrowheads="1"/>
          </p:cNvSpPr>
          <p:nvPr/>
        </p:nvSpPr>
        <p:spPr bwMode="auto">
          <a:xfrm>
            <a:off x="333376" y="2038271"/>
            <a:ext cx="8567738"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80975" marR="0" lvl="0" indent="-180975" defTabSz="914400" eaLnBrk="1" fontAlgn="base" latinLnBrk="0" hangingPunct="1">
              <a:lnSpc>
                <a:spcPct val="9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In case trip contact is </a:t>
            </a:r>
            <a:r>
              <a:rPr lang="en-US" altLang="en-US" sz="1800" kern="0">
                <a:solidFill>
                  <a:srgbClr val="009530"/>
                </a:solidFill>
              </a:rPr>
              <a:t>l</a:t>
            </a: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atched :</a:t>
            </a:r>
          </a:p>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Fault Record will operate continously as soon as first trip occur</a:t>
            </a:r>
          </a:p>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Its not possible to view fault records and reset contact R3</a:t>
            </a:r>
          </a:p>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In this case, fault record trigger must be assigned in an other way, for example :</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Tree>
    <p:extLst>
      <p:ext uri="{BB962C8B-B14F-4D97-AF65-F5344CB8AC3E}">
        <p14:creationId xmlns:p14="http://schemas.microsoft.com/office/powerpoint/2010/main" val="1832619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25</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pic>
        <p:nvPicPr>
          <p:cNvPr id="5" name="Picture 2">
            <a:extLst>
              <a:ext uri="{FF2B5EF4-FFF2-40B4-BE49-F238E27FC236}">
                <a16:creationId xmlns:a16="http://schemas.microsoft.com/office/drawing/2014/main" id="{E950075B-E946-4612-B53E-02A096E5A0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4152" y="1540868"/>
            <a:ext cx="2436813" cy="188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8" name="Rectangle 5">
            <a:extLst>
              <a:ext uri="{FF2B5EF4-FFF2-40B4-BE49-F238E27FC236}">
                <a16:creationId xmlns:a16="http://schemas.microsoft.com/office/drawing/2014/main" id="{87941C53-DEEF-418B-B41F-9CE6C781250A}"/>
              </a:ext>
            </a:extLst>
          </p:cNvPr>
          <p:cNvSpPr>
            <a:spLocks noChangeArrowheads="1"/>
          </p:cNvSpPr>
          <p:nvPr/>
        </p:nvSpPr>
        <p:spPr bwMode="auto">
          <a:xfrm>
            <a:off x="320768" y="713780"/>
            <a:ext cx="8339137"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80975" marR="0" lvl="0" indent="-180975" defTabSz="914400" eaLnBrk="1" fontAlgn="base" latinLnBrk="0" hangingPunct="1">
              <a:lnSpc>
                <a:spcPct val="125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a:ln>
                  <a:noFill/>
                </a:ln>
                <a:solidFill>
                  <a:srgbClr val="009530"/>
                </a:solidFill>
                <a:effectLst/>
                <a:uLnTx/>
                <a:uFillTx/>
                <a:latin typeface="Arial" panose="020B0604020202020204" pitchFamily="34" charset="0"/>
              </a:rPr>
              <a:t>To set up a logical gate, select the corresponding icon and put the gate on the canvas :</a:t>
            </a:r>
          </a:p>
        </p:txBody>
      </p:sp>
      <p:sp>
        <p:nvSpPr>
          <p:cNvPr id="9" name="Rectangle 6">
            <a:extLst>
              <a:ext uri="{FF2B5EF4-FFF2-40B4-BE49-F238E27FC236}">
                <a16:creationId xmlns:a16="http://schemas.microsoft.com/office/drawing/2014/main" id="{469E57AA-9373-4490-8E8A-A5E2F4068D78}"/>
              </a:ext>
            </a:extLst>
          </p:cNvPr>
          <p:cNvSpPr>
            <a:spLocks noChangeArrowheads="1"/>
          </p:cNvSpPr>
          <p:nvPr/>
        </p:nvSpPr>
        <p:spPr bwMode="auto">
          <a:xfrm>
            <a:off x="1161302" y="1796455"/>
            <a:ext cx="5103813"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 AND » gate</a:t>
            </a:r>
          </a:p>
        </p:txBody>
      </p:sp>
      <p:pic>
        <p:nvPicPr>
          <p:cNvPr id="10" name="Picture 7">
            <a:extLst>
              <a:ext uri="{FF2B5EF4-FFF2-40B4-BE49-F238E27FC236}">
                <a16:creationId xmlns:a16="http://schemas.microsoft.com/office/drawing/2014/main" id="{3EB8A6DC-C44F-4013-BD96-F4A566AA2DD0}"/>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53315" y="1594843"/>
            <a:ext cx="752475" cy="247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1" name="Rectangle 8">
            <a:extLst>
              <a:ext uri="{FF2B5EF4-FFF2-40B4-BE49-F238E27FC236}">
                <a16:creationId xmlns:a16="http://schemas.microsoft.com/office/drawing/2014/main" id="{F0AF59C2-45E4-439F-9815-FA795A6525AF}"/>
              </a:ext>
            </a:extLst>
          </p:cNvPr>
          <p:cNvSpPr>
            <a:spLocks noChangeArrowheads="1"/>
          </p:cNvSpPr>
          <p:nvPr/>
        </p:nvSpPr>
        <p:spPr bwMode="auto">
          <a:xfrm>
            <a:off x="1143840" y="2634655"/>
            <a:ext cx="5103812"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 OR » gate</a:t>
            </a:r>
          </a:p>
        </p:txBody>
      </p:sp>
      <p:sp>
        <p:nvSpPr>
          <p:cNvPr id="12" name="Rectangle 9">
            <a:extLst>
              <a:ext uri="{FF2B5EF4-FFF2-40B4-BE49-F238E27FC236}">
                <a16:creationId xmlns:a16="http://schemas.microsoft.com/office/drawing/2014/main" id="{95C8D0BE-7147-46C7-B44E-25F17B109A6F}"/>
              </a:ext>
            </a:extLst>
          </p:cNvPr>
          <p:cNvSpPr>
            <a:spLocks noChangeArrowheads="1"/>
          </p:cNvSpPr>
          <p:nvPr/>
        </p:nvSpPr>
        <p:spPr bwMode="auto">
          <a:xfrm>
            <a:off x="1268459" y="3523480"/>
            <a:ext cx="7110412"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901700" indent="-84138">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Programmable« OR » gate</a:t>
            </a:r>
          </a:p>
          <a:p>
            <a:pPr marL="901700" marR="0" lvl="2" indent="-84138"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in this example, at least 3 input signals should be present to activate gate output</a:t>
            </a:r>
          </a:p>
        </p:txBody>
      </p:sp>
      <p:sp>
        <p:nvSpPr>
          <p:cNvPr id="13" name="Line 10">
            <a:extLst>
              <a:ext uri="{FF2B5EF4-FFF2-40B4-BE49-F238E27FC236}">
                <a16:creationId xmlns:a16="http://schemas.microsoft.com/office/drawing/2014/main" id="{F77ACB40-EABF-47DC-9A31-A255EB9D9F9C}"/>
              </a:ext>
            </a:extLst>
          </p:cNvPr>
          <p:cNvSpPr>
            <a:spLocks noChangeShapeType="1"/>
          </p:cNvSpPr>
          <p:nvPr/>
        </p:nvSpPr>
        <p:spPr bwMode="auto">
          <a:xfrm flipV="1">
            <a:off x="3217115" y="1783755"/>
            <a:ext cx="2049462" cy="16192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4" name="Line 11">
            <a:extLst>
              <a:ext uri="{FF2B5EF4-FFF2-40B4-BE49-F238E27FC236}">
                <a16:creationId xmlns:a16="http://schemas.microsoft.com/office/drawing/2014/main" id="{5A49163A-78BD-4473-86E6-71E5D0D3A091}"/>
              </a:ext>
            </a:extLst>
          </p:cNvPr>
          <p:cNvSpPr>
            <a:spLocks noChangeShapeType="1"/>
          </p:cNvSpPr>
          <p:nvPr/>
        </p:nvSpPr>
        <p:spPr bwMode="auto">
          <a:xfrm flipV="1">
            <a:off x="3186952" y="2121893"/>
            <a:ext cx="2079625" cy="6794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5" name="Line 12">
            <a:extLst>
              <a:ext uri="{FF2B5EF4-FFF2-40B4-BE49-F238E27FC236}">
                <a16:creationId xmlns:a16="http://schemas.microsoft.com/office/drawing/2014/main" id="{B53C6D8B-68F8-4413-A550-159618384214}"/>
              </a:ext>
            </a:extLst>
          </p:cNvPr>
          <p:cNvSpPr>
            <a:spLocks noChangeShapeType="1"/>
          </p:cNvSpPr>
          <p:nvPr/>
        </p:nvSpPr>
        <p:spPr bwMode="auto">
          <a:xfrm flipV="1">
            <a:off x="4439490" y="2594968"/>
            <a:ext cx="768350" cy="98742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6" name="Oval 13">
            <a:extLst>
              <a:ext uri="{FF2B5EF4-FFF2-40B4-BE49-F238E27FC236}">
                <a16:creationId xmlns:a16="http://schemas.microsoft.com/office/drawing/2014/main" id="{2DF94730-1499-4A20-9043-6E0CC6898BB0}"/>
              </a:ext>
            </a:extLst>
          </p:cNvPr>
          <p:cNvSpPr>
            <a:spLocks noChangeArrowheads="1"/>
          </p:cNvSpPr>
          <p:nvPr/>
        </p:nvSpPr>
        <p:spPr bwMode="auto">
          <a:xfrm>
            <a:off x="4457698" y="3833218"/>
            <a:ext cx="168088" cy="212549"/>
          </a:xfrm>
          <a:prstGeom prst="ellipse">
            <a:avLst/>
          </a:prstGeom>
          <a:noFill/>
          <a:ln w="1905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626469"/>
              </a:solidFill>
              <a:effectLst/>
              <a:uLnTx/>
              <a:uFillTx/>
              <a:latin typeface="Arial" panose="020B0604020202020204" pitchFamily="34" charset="0"/>
            </a:endParaRPr>
          </a:p>
        </p:txBody>
      </p:sp>
      <p:sp>
        <p:nvSpPr>
          <p:cNvPr id="17" name="Freeform 14">
            <a:extLst>
              <a:ext uri="{FF2B5EF4-FFF2-40B4-BE49-F238E27FC236}">
                <a16:creationId xmlns:a16="http://schemas.microsoft.com/office/drawing/2014/main" id="{50818C58-59FC-4889-8BA8-72BAF5A18D43}"/>
              </a:ext>
            </a:extLst>
          </p:cNvPr>
          <p:cNvSpPr>
            <a:spLocks/>
          </p:cNvSpPr>
          <p:nvPr/>
        </p:nvSpPr>
        <p:spPr bwMode="auto">
          <a:xfrm>
            <a:off x="4542677" y="3022005"/>
            <a:ext cx="2154238" cy="811213"/>
          </a:xfrm>
          <a:custGeom>
            <a:avLst/>
            <a:gdLst>
              <a:gd name="T0" fmla="*/ 0 w 1384"/>
              <a:gd name="T1" fmla="*/ 1362456587 h 483"/>
              <a:gd name="T2" fmla="*/ 675957547 w 1384"/>
              <a:gd name="T3" fmla="*/ 626222845 h 483"/>
              <a:gd name="T4" fmla="*/ 1734715715 w 1384"/>
              <a:gd name="T5" fmla="*/ 1046525233 h 483"/>
              <a:gd name="T6" fmla="*/ 2147483646 w 1384"/>
              <a:gd name="T7" fmla="*/ 1046525233 h 483"/>
              <a:gd name="T8" fmla="*/ 2147483646 w 1384"/>
              <a:gd name="T9" fmla="*/ 0 h 483"/>
              <a:gd name="T10" fmla="*/ 0 60000 65536"/>
              <a:gd name="T11" fmla="*/ 0 60000 65536"/>
              <a:gd name="T12" fmla="*/ 0 60000 65536"/>
              <a:gd name="T13" fmla="*/ 0 60000 65536"/>
              <a:gd name="T14" fmla="*/ 0 60000 65536"/>
              <a:gd name="T15" fmla="*/ 0 w 1384"/>
              <a:gd name="T16" fmla="*/ 0 h 483"/>
              <a:gd name="T17" fmla="*/ 1384 w 1384"/>
              <a:gd name="T18" fmla="*/ 483 h 483"/>
            </a:gdLst>
            <a:ahLst/>
            <a:cxnLst>
              <a:cxn ang="T10">
                <a:pos x="T0" y="T1"/>
              </a:cxn>
              <a:cxn ang="T11">
                <a:pos x="T2" y="T3"/>
              </a:cxn>
              <a:cxn ang="T12">
                <a:pos x="T4" y="T5"/>
              </a:cxn>
              <a:cxn ang="T13">
                <a:pos x="T6" y="T7"/>
              </a:cxn>
              <a:cxn ang="T14">
                <a:pos x="T8" y="T9"/>
              </a:cxn>
            </a:cxnLst>
            <a:rect l="T15" t="T16" r="T17" b="T18"/>
            <a:pathLst>
              <a:path w="1384" h="483">
                <a:moveTo>
                  <a:pt x="0" y="483"/>
                </a:moveTo>
                <a:cubicBezTo>
                  <a:pt x="80" y="362"/>
                  <a:pt x="160" y="241"/>
                  <a:pt x="279" y="222"/>
                </a:cubicBezTo>
                <a:cubicBezTo>
                  <a:pt x="398" y="203"/>
                  <a:pt x="574" y="346"/>
                  <a:pt x="716" y="371"/>
                </a:cubicBezTo>
                <a:cubicBezTo>
                  <a:pt x="858" y="396"/>
                  <a:pt x="1023" y="433"/>
                  <a:pt x="1134" y="371"/>
                </a:cubicBezTo>
                <a:cubicBezTo>
                  <a:pt x="1245" y="309"/>
                  <a:pt x="1314" y="154"/>
                  <a:pt x="1384" y="0"/>
                </a:cubicBezTo>
              </a:path>
            </a:pathLst>
          </a:custGeom>
          <a:noFill/>
          <a:ln w="19050"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Tree>
    <p:extLst>
      <p:ext uri="{BB962C8B-B14F-4D97-AF65-F5344CB8AC3E}">
        <p14:creationId xmlns:p14="http://schemas.microsoft.com/office/powerpoint/2010/main" val="21643062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26</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sp>
        <p:nvSpPr>
          <p:cNvPr id="5" name="Rectangle 5">
            <a:extLst>
              <a:ext uri="{FF2B5EF4-FFF2-40B4-BE49-F238E27FC236}">
                <a16:creationId xmlns:a16="http://schemas.microsoft.com/office/drawing/2014/main" id="{961852D4-F6BB-4B1C-A2CA-0361794D58E3}"/>
              </a:ext>
            </a:extLst>
          </p:cNvPr>
          <p:cNvSpPr>
            <a:spLocks noChangeArrowheads="1"/>
          </p:cNvSpPr>
          <p:nvPr/>
        </p:nvSpPr>
        <p:spPr bwMode="auto">
          <a:xfrm>
            <a:off x="252413" y="660916"/>
            <a:ext cx="8339137"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80975" marR="0" lvl="0" indent="-180975" defTabSz="914400" eaLnBrk="1" fontAlgn="base" latinLnBrk="0" hangingPunct="1">
              <a:lnSpc>
                <a:spcPct val="125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Set-Reset </a:t>
            </a:r>
            <a:r>
              <a:rPr lang="en-US" altLang="en-US" sz="1800" kern="0">
                <a:solidFill>
                  <a:srgbClr val="009530"/>
                </a:solidFill>
              </a:rPr>
              <a:t>g</a:t>
            </a: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ate:</a:t>
            </a:r>
            <a:endParaRPr kumimoji="0" lang="en-US" altLang="en-US" sz="1800" b="0" i="0" u="none" strike="noStrike" kern="0" cap="none" spc="0" normalizeH="0" baseline="0" noProof="0" dirty="0">
              <a:ln>
                <a:noFill/>
              </a:ln>
              <a:solidFill>
                <a:srgbClr val="009530"/>
              </a:solidFill>
              <a:effectLst/>
              <a:uLnTx/>
              <a:uFillTx/>
              <a:latin typeface="Arial" panose="020B0604020202020204" pitchFamily="34" charset="0"/>
            </a:endParaRPr>
          </a:p>
        </p:txBody>
      </p:sp>
      <p:pic>
        <p:nvPicPr>
          <p:cNvPr id="7" name="Picture 15">
            <a:extLst>
              <a:ext uri="{FF2B5EF4-FFF2-40B4-BE49-F238E27FC236}">
                <a16:creationId xmlns:a16="http://schemas.microsoft.com/office/drawing/2014/main" id="{D149B105-9412-40A3-8D51-E73753D60C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575" y="1075253"/>
            <a:ext cx="885825"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6">
            <a:extLst>
              <a:ext uri="{FF2B5EF4-FFF2-40B4-BE49-F238E27FC236}">
                <a16:creationId xmlns:a16="http://schemas.microsoft.com/office/drawing/2014/main" id="{1F661836-2DFD-447A-9CFF-8E09B229AD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1271" y="599519"/>
            <a:ext cx="3362325" cy="303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4B90D44F-4E67-4052-B6ED-354F17B7E723}"/>
              </a:ext>
            </a:extLst>
          </p:cNvPr>
          <p:cNvPicPr>
            <a:picLocks noChangeAspect="1"/>
          </p:cNvPicPr>
          <p:nvPr/>
        </p:nvPicPr>
        <p:blipFill>
          <a:blip r:embed="rId5"/>
          <a:stretch>
            <a:fillRect/>
          </a:stretch>
        </p:blipFill>
        <p:spPr>
          <a:xfrm>
            <a:off x="467575" y="1929580"/>
            <a:ext cx="4328535" cy="2658086"/>
          </a:xfrm>
          <a:prstGeom prst="rect">
            <a:avLst/>
          </a:prstGeom>
        </p:spPr>
      </p:pic>
    </p:spTree>
    <p:extLst>
      <p:ext uri="{BB962C8B-B14F-4D97-AF65-F5344CB8AC3E}">
        <p14:creationId xmlns:p14="http://schemas.microsoft.com/office/powerpoint/2010/main" val="554005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27</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grpSp>
        <p:nvGrpSpPr>
          <p:cNvPr id="2" name="Group 1">
            <a:extLst>
              <a:ext uri="{FF2B5EF4-FFF2-40B4-BE49-F238E27FC236}">
                <a16:creationId xmlns:a16="http://schemas.microsoft.com/office/drawing/2014/main" id="{BBD2E607-0314-437A-9EFC-2C6379EC8B9D}"/>
              </a:ext>
            </a:extLst>
          </p:cNvPr>
          <p:cNvGrpSpPr/>
          <p:nvPr/>
        </p:nvGrpSpPr>
        <p:grpSpPr>
          <a:xfrm>
            <a:off x="368030" y="1273599"/>
            <a:ext cx="6639532" cy="1722545"/>
            <a:chOff x="252413" y="851931"/>
            <a:chExt cx="7558088" cy="2578100"/>
          </a:xfrm>
        </p:grpSpPr>
        <p:pic>
          <p:nvPicPr>
            <p:cNvPr id="8" name="Picture 4">
              <a:extLst>
                <a:ext uri="{FF2B5EF4-FFF2-40B4-BE49-F238E27FC236}">
                  <a16:creationId xmlns:a16="http://schemas.microsoft.com/office/drawing/2014/main" id="{C258040B-02FA-40B1-91EB-DD4411E9C2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0551" y="2336243"/>
              <a:ext cx="200977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9" name="Picture 5">
              <a:extLst>
                <a:ext uri="{FF2B5EF4-FFF2-40B4-BE49-F238E27FC236}">
                  <a16:creationId xmlns:a16="http://schemas.microsoft.com/office/drawing/2014/main" id="{640713B8-65B7-41FD-BD1E-105488F89A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8288" y="963056"/>
              <a:ext cx="2322513"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10" name="Picture 9">
              <a:extLst>
                <a:ext uri="{FF2B5EF4-FFF2-40B4-BE49-F238E27FC236}">
                  <a16:creationId xmlns:a16="http://schemas.microsoft.com/office/drawing/2014/main" id="{DA1C2A70-B30F-4D26-B0C9-749471B2AE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413" y="851931"/>
              <a:ext cx="644525"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11" name="Picture 10">
              <a:extLst>
                <a:ext uri="{FF2B5EF4-FFF2-40B4-BE49-F238E27FC236}">
                  <a16:creationId xmlns:a16="http://schemas.microsoft.com/office/drawing/2014/main" id="{820B93C0-D503-4493-B4C9-DADD790184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02476" y="2529918"/>
              <a:ext cx="708025"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2" name="Freeform 11">
              <a:extLst>
                <a:ext uri="{FF2B5EF4-FFF2-40B4-BE49-F238E27FC236}">
                  <a16:creationId xmlns:a16="http://schemas.microsoft.com/office/drawing/2014/main" id="{8E68C824-38B8-458F-A222-0BE682EA960D}"/>
                </a:ext>
              </a:extLst>
            </p:cNvPr>
            <p:cNvSpPr>
              <a:spLocks/>
            </p:cNvSpPr>
            <p:nvPr/>
          </p:nvSpPr>
          <p:spPr bwMode="auto">
            <a:xfrm>
              <a:off x="560388" y="1440893"/>
              <a:ext cx="1076325" cy="722313"/>
            </a:xfrm>
            <a:custGeom>
              <a:avLst/>
              <a:gdLst>
                <a:gd name="T0" fmla="*/ 0 w 678"/>
                <a:gd name="T1" fmla="*/ 0 h 455"/>
                <a:gd name="T2" fmla="*/ 138607800 w 678"/>
                <a:gd name="T3" fmla="*/ 514112231 h 455"/>
                <a:gd name="T4" fmla="*/ 819051575 w 678"/>
                <a:gd name="T5" fmla="*/ 1028224462 h 455"/>
                <a:gd name="T6" fmla="*/ 1708665938 w 678"/>
                <a:gd name="T7" fmla="*/ 1146672681 h 455"/>
                <a:gd name="T8" fmla="*/ 0 60000 65536"/>
                <a:gd name="T9" fmla="*/ 0 60000 65536"/>
                <a:gd name="T10" fmla="*/ 0 60000 65536"/>
                <a:gd name="T11" fmla="*/ 0 60000 65536"/>
                <a:gd name="T12" fmla="*/ 0 w 678"/>
                <a:gd name="T13" fmla="*/ 0 h 455"/>
                <a:gd name="T14" fmla="*/ 678 w 678"/>
                <a:gd name="T15" fmla="*/ 455 h 455"/>
              </a:gdLst>
              <a:ahLst/>
              <a:cxnLst>
                <a:cxn ang="T8">
                  <a:pos x="T0" y="T1"/>
                </a:cxn>
                <a:cxn ang="T9">
                  <a:pos x="T2" y="T3"/>
                </a:cxn>
                <a:cxn ang="T10">
                  <a:pos x="T4" y="T5"/>
                </a:cxn>
                <a:cxn ang="T11">
                  <a:pos x="T6" y="T7"/>
                </a:cxn>
              </a:cxnLst>
              <a:rect l="T12" t="T13" r="T14" b="T15"/>
              <a:pathLst>
                <a:path w="678" h="455">
                  <a:moveTo>
                    <a:pt x="0" y="0"/>
                  </a:moveTo>
                  <a:cubicBezTo>
                    <a:pt x="0" y="68"/>
                    <a:pt x="1" y="136"/>
                    <a:pt x="55" y="204"/>
                  </a:cubicBezTo>
                  <a:cubicBezTo>
                    <a:pt x="109" y="272"/>
                    <a:pt x="221" y="366"/>
                    <a:pt x="325" y="408"/>
                  </a:cubicBezTo>
                  <a:cubicBezTo>
                    <a:pt x="429" y="450"/>
                    <a:pt x="553" y="452"/>
                    <a:pt x="678" y="455"/>
                  </a:cubicBezTo>
                </a:path>
              </a:pathLst>
            </a:custGeom>
            <a:noFill/>
            <a:ln w="28575" cap="flat" cmpd="sng">
              <a:solidFill>
                <a:schemeClr val="tx2"/>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 name="Freeform 12">
              <a:extLst>
                <a:ext uri="{FF2B5EF4-FFF2-40B4-BE49-F238E27FC236}">
                  <a16:creationId xmlns:a16="http://schemas.microsoft.com/office/drawing/2014/main" id="{48CF8FA3-8BDE-4E56-B757-066B09EE2325}"/>
                </a:ext>
              </a:extLst>
            </p:cNvPr>
            <p:cNvSpPr>
              <a:spLocks/>
            </p:cNvSpPr>
            <p:nvPr/>
          </p:nvSpPr>
          <p:spPr bwMode="auto">
            <a:xfrm>
              <a:off x="3494088" y="2494993"/>
              <a:ext cx="957263" cy="220663"/>
            </a:xfrm>
            <a:custGeom>
              <a:avLst/>
              <a:gdLst>
                <a:gd name="T0" fmla="*/ 0 w 678"/>
                <a:gd name="T1" fmla="*/ 0 h 455"/>
                <a:gd name="T2" fmla="*/ 109639087 w 678"/>
                <a:gd name="T3" fmla="*/ 47980866 h 455"/>
                <a:gd name="T4" fmla="*/ 647867974 w 678"/>
                <a:gd name="T5" fmla="*/ 95961246 h 455"/>
                <a:gd name="T6" fmla="*/ 1351552288 w 678"/>
                <a:gd name="T7" fmla="*/ 107015735 h 455"/>
                <a:gd name="T8" fmla="*/ 0 60000 65536"/>
                <a:gd name="T9" fmla="*/ 0 60000 65536"/>
                <a:gd name="T10" fmla="*/ 0 60000 65536"/>
                <a:gd name="T11" fmla="*/ 0 60000 65536"/>
                <a:gd name="T12" fmla="*/ 0 w 678"/>
                <a:gd name="T13" fmla="*/ 0 h 455"/>
                <a:gd name="T14" fmla="*/ 678 w 678"/>
                <a:gd name="T15" fmla="*/ 455 h 455"/>
              </a:gdLst>
              <a:ahLst/>
              <a:cxnLst>
                <a:cxn ang="T8">
                  <a:pos x="T0" y="T1"/>
                </a:cxn>
                <a:cxn ang="T9">
                  <a:pos x="T2" y="T3"/>
                </a:cxn>
                <a:cxn ang="T10">
                  <a:pos x="T4" y="T5"/>
                </a:cxn>
                <a:cxn ang="T11">
                  <a:pos x="T6" y="T7"/>
                </a:cxn>
              </a:cxnLst>
              <a:rect l="T12" t="T13" r="T14" b="T15"/>
              <a:pathLst>
                <a:path w="678" h="455">
                  <a:moveTo>
                    <a:pt x="0" y="0"/>
                  </a:moveTo>
                  <a:cubicBezTo>
                    <a:pt x="0" y="68"/>
                    <a:pt x="1" y="136"/>
                    <a:pt x="55" y="204"/>
                  </a:cubicBezTo>
                  <a:cubicBezTo>
                    <a:pt x="109" y="272"/>
                    <a:pt x="221" y="366"/>
                    <a:pt x="325" y="408"/>
                  </a:cubicBezTo>
                  <a:cubicBezTo>
                    <a:pt x="429" y="450"/>
                    <a:pt x="553" y="452"/>
                    <a:pt x="678" y="455"/>
                  </a:cubicBezTo>
                </a:path>
              </a:pathLst>
            </a:custGeom>
            <a:noFill/>
            <a:ln w="28575" cap="flat" cmpd="sng">
              <a:solidFill>
                <a:schemeClr val="tx2"/>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Freeform 13">
              <a:extLst>
                <a:ext uri="{FF2B5EF4-FFF2-40B4-BE49-F238E27FC236}">
                  <a16:creationId xmlns:a16="http://schemas.microsoft.com/office/drawing/2014/main" id="{E357D48C-320A-4847-A30E-AB7D6AA5E280}"/>
                </a:ext>
              </a:extLst>
            </p:cNvPr>
            <p:cNvSpPr>
              <a:spLocks/>
            </p:cNvSpPr>
            <p:nvPr/>
          </p:nvSpPr>
          <p:spPr bwMode="auto">
            <a:xfrm>
              <a:off x="6208713" y="2768043"/>
              <a:ext cx="957263" cy="220663"/>
            </a:xfrm>
            <a:custGeom>
              <a:avLst/>
              <a:gdLst>
                <a:gd name="T0" fmla="*/ 0 w 678"/>
                <a:gd name="T1" fmla="*/ 0 h 455"/>
                <a:gd name="T2" fmla="*/ 109639087 w 678"/>
                <a:gd name="T3" fmla="*/ 47980866 h 455"/>
                <a:gd name="T4" fmla="*/ 647867974 w 678"/>
                <a:gd name="T5" fmla="*/ 95961246 h 455"/>
                <a:gd name="T6" fmla="*/ 1351552288 w 678"/>
                <a:gd name="T7" fmla="*/ 107015735 h 455"/>
                <a:gd name="T8" fmla="*/ 0 60000 65536"/>
                <a:gd name="T9" fmla="*/ 0 60000 65536"/>
                <a:gd name="T10" fmla="*/ 0 60000 65536"/>
                <a:gd name="T11" fmla="*/ 0 60000 65536"/>
                <a:gd name="T12" fmla="*/ 0 w 678"/>
                <a:gd name="T13" fmla="*/ 0 h 455"/>
                <a:gd name="T14" fmla="*/ 678 w 678"/>
                <a:gd name="T15" fmla="*/ 455 h 455"/>
              </a:gdLst>
              <a:ahLst/>
              <a:cxnLst>
                <a:cxn ang="T8">
                  <a:pos x="T0" y="T1"/>
                </a:cxn>
                <a:cxn ang="T9">
                  <a:pos x="T2" y="T3"/>
                </a:cxn>
                <a:cxn ang="T10">
                  <a:pos x="T4" y="T5"/>
                </a:cxn>
                <a:cxn ang="T11">
                  <a:pos x="T6" y="T7"/>
                </a:cxn>
              </a:cxnLst>
              <a:rect l="T12" t="T13" r="T14" b="T15"/>
              <a:pathLst>
                <a:path w="678" h="455">
                  <a:moveTo>
                    <a:pt x="0" y="0"/>
                  </a:moveTo>
                  <a:cubicBezTo>
                    <a:pt x="0" y="68"/>
                    <a:pt x="1" y="136"/>
                    <a:pt x="55" y="204"/>
                  </a:cubicBezTo>
                  <a:cubicBezTo>
                    <a:pt x="109" y="272"/>
                    <a:pt x="221" y="366"/>
                    <a:pt x="325" y="408"/>
                  </a:cubicBezTo>
                  <a:cubicBezTo>
                    <a:pt x="429" y="450"/>
                    <a:pt x="553" y="452"/>
                    <a:pt x="678" y="455"/>
                  </a:cubicBezTo>
                </a:path>
              </a:pathLst>
            </a:custGeom>
            <a:noFill/>
            <a:ln w="28575" cap="flat" cmpd="sng">
              <a:solidFill>
                <a:schemeClr val="tx2"/>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1" name="Group 20">
            <a:extLst>
              <a:ext uri="{FF2B5EF4-FFF2-40B4-BE49-F238E27FC236}">
                <a16:creationId xmlns:a16="http://schemas.microsoft.com/office/drawing/2014/main" id="{FEA3C89C-7832-4C9F-8D41-5AA4F66DD5D7}"/>
              </a:ext>
            </a:extLst>
          </p:cNvPr>
          <p:cNvGrpSpPr/>
          <p:nvPr/>
        </p:nvGrpSpPr>
        <p:grpSpPr>
          <a:xfrm>
            <a:off x="368030" y="2983605"/>
            <a:ext cx="7745506" cy="1663863"/>
            <a:chOff x="804863" y="4040188"/>
            <a:chExt cx="8339137" cy="2492375"/>
          </a:xfrm>
        </p:grpSpPr>
        <p:pic>
          <p:nvPicPr>
            <p:cNvPr id="5" name="Picture 2">
              <a:extLst>
                <a:ext uri="{FF2B5EF4-FFF2-40B4-BE49-F238E27FC236}">
                  <a16:creationId xmlns:a16="http://schemas.microsoft.com/office/drawing/2014/main" id="{5FC42A33-1174-4C5D-9B01-C0957B87B16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57875" y="5583238"/>
              <a:ext cx="1730375"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7" name="Picture 3">
              <a:extLst>
                <a:ext uri="{FF2B5EF4-FFF2-40B4-BE49-F238E27FC236}">
                  <a16:creationId xmlns:a16="http://schemas.microsoft.com/office/drawing/2014/main" id="{5BC3EB86-3DB4-4920-9FFC-1075BD7550E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05050" y="4675188"/>
              <a:ext cx="2876550"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5" name="Rectangle 14">
              <a:extLst>
                <a:ext uri="{FF2B5EF4-FFF2-40B4-BE49-F238E27FC236}">
                  <a16:creationId xmlns:a16="http://schemas.microsoft.com/office/drawing/2014/main" id="{4157B796-31E4-45CA-81F7-8E2F981795C9}"/>
                </a:ext>
              </a:extLst>
            </p:cNvPr>
            <p:cNvSpPr>
              <a:spLocks noChangeArrowheads="1"/>
            </p:cNvSpPr>
            <p:nvPr/>
          </p:nvSpPr>
          <p:spPr bwMode="auto">
            <a:xfrm>
              <a:off x="804863" y="4040188"/>
              <a:ext cx="8339137"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25000"/>
                </a:lnSpc>
              </a:pPr>
              <a:r>
                <a:rPr lang="en-US" altLang="en-US" sz="1800"/>
                <a:t>Input can be inverted by rightclicking on the </a:t>
              </a:r>
              <a:r>
                <a:rPr lang="en-US" altLang="en-US" sz="1800" u="sng"/>
                <a:t>link</a:t>
              </a:r>
              <a:r>
                <a:rPr lang="en-US" altLang="en-US" sz="1800"/>
                <a:t> :</a:t>
              </a:r>
            </a:p>
          </p:txBody>
        </p:sp>
        <p:pic>
          <p:nvPicPr>
            <p:cNvPr id="16" name="Picture 15">
              <a:extLst>
                <a:ext uri="{FF2B5EF4-FFF2-40B4-BE49-F238E27FC236}">
                  <a16:creationId xmlns:a16="http://schemas.microsoft.com/office/drawing/2014/main" id="{F357001A-DB31-4CF7-937C-2E408116FC22}"/>
                </a:ext>
              </a:extLst>
            </p:cNvPr>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a:off x="1185863" y="4848225"/>
              <a:ext cx="10191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17" name="Picture 16">
              <a:extLst>
                <a:ext uri="{FF2B5EF4-FFF2-40B4-BE49-F238E27FC236}">
                  <a16:creationId xmlns:a16="http://schemas.microsoft.com/office/drawing/2014/main" id="{A09E7861-B9B4-441C-87A0-B9F4F6AC135D}"/>
                </a:ext>
              </a:extLst>
            </p:cNvPr>
            <p:cNvPicPr>
              <a:picLocks noChangeAspect="1" noChangeArrowheads="1"/>
            </p:cNvPicPr>
            <p:nvPr/>
          </p:nvPicPr>
          <p:blipFill>
            <a:blip r:embed="rId10" cstate="email">
              <a:extLst>
                <a:ext uri="{28A0092B-C50C-407E-A947-70E740481C1C}">
                  <a14:useLocalDpi xmlns:a14="http://schemas.microsoft.com/office/drawing/2010/main" val="0"/>
                </a:ext>
              </a:extLst>
            </a:blip>
            <a:srcRect/>
            <a:stretch>
              <a:fillRect/>
            </a:stretch>
          </p:blipFill>
          <p:spPr bwMode="auto">
            <a:xfrm>
              <a:off x="8296904" y="5751513"/>
              <a:ext cx="7620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8" name="Freeform 17">
              <a:extLst>
                <a:ext uri="{FF2B5EF4-FFF2-40B4-BE49-F238E27FC236}">
                  <a16:creationId xmlns:a16="http://schemas.microsoft.com/office/drawing/2014/main" id="{94176090-2785-471E-8F15-44CDC078FF14}"/>
                </a:ext>
              </a:extLst>
            </p:cNvPr>
            <p:cNvSpPr>
              <a:spLocks/>
            </p:cNvSpPr>
            <p:nvPr/>
          </p:nvSpPr>
          <p:spPr bwMode="auto">
            <a:xfrm>
              <a:off x="1853572" y="5635625"/>
              <a:ext cx="1268412" cy="352425"/>
            </a:xfrm>
            <a:custGeom>
              <a:avLst/>
              <a:gdLst>
                <a:gd name="T0" fmla="*/ 0 w 678"/>
                <a:gd name="T1" fmla="*/ 0 h 455"/>
                <a:gd name="T2" fmla="*/ 192497423 w 678"/>
                <a:gd name="T3" fmla="*/ 122388295 h 455"/>
                <a:gd name="T4" fmla="*/ 1137483071 w 678"/>
                <a:gd name="T5" fmla="*/ 244777365 h 455"/>
                <a:gd name="T6" fmla="*/ 2147483646 w 678"/>
                <a:gd name="T7" fmla="*/ 272974463 h 455"/>
                <a:gd name="T8" fmla="*/ 0 60000 65536"/>
                <a:gd name="T9" fmla="*/ 0 60000 65536"/>
                <a:gd name="T10" fmla="*/ 0 60000 65536"/>
                <a:gd name="T11" fmla="*/ 0 60000 65536"/>
                <a:gd name="T12" fmla="*/ 0 w 678"/>
                <a:gd name="T13" fmla="*/ 0 h 455"/>
                <a:gd name="T14" fmla="*/ 678 w 678"/>
                <a:gd name="T15" fmla="*/ 455 h 455"/>
              </a:gdLst>
              <a:ahLst/>
              <a:cxnLst>
                <a:cxn ang="T8">
                  <a:pos x="T0" y="T1"/>
                </a:cxn>
                <a:cxn ang="T9">
                  <a:pos x="T2" y="T3"/>
                </a:cxn>
                <a:cxn ang="T10">
                  <a:pos x="T4" y="T5"/>
                </a:cxn>
                <a:cxn ang="T11">
                  <a:pos x="T6" y="T7"/>
                </a:cxn>
              </a:cxnLst>
              <a:rect l="T12" t="T13" r="T14" b="T15"/>
              <a:pathLst>
                <a:path w="678" h="455">
                  <a:moveTo>
                    <a:pt x="0" y="0"/>
                  </a:moveTo>
                  <a:cubicBezTo>
                    <a:pt x="0" y="68"/>
                    <a:pt x="1" y="136"/>
                    <a:pt x="55" y="204"/>
                  </a:cubicBezTo>
                  <a:cubicBezTo>
                    <a:pt x="109" y="272"/>
                    <a:pt x="221" y="366"/>
                    <a:pt x="325" y="408"/>
                  </a:cubicBezTo>
                  <a:cubicBezTo>
                    <a:pt x="429" y="450"/>
                    <a:pt x="553" y="452"/>
                    <a:pt x="678" y="455"/>
                  </a:cubicBezTo>
                </a:path>
              </a:pathLst>
            </a:custGeom>
            <a:noFill/>
            <a:ln w="28575" cap="flat" cmpd="sng">
              <a:solidFill>
                <a:schemeClr val="tx2"/>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Freeform 18">
              <a:extLst>
                <a:ext uri="{FF2B5EF4-FFF2-40B4-BE49-F238E27FC236}">
                  <a16:creationId xmlns:a16="http://schemas.microsoft.com/office/drawing/2014/main" id="{E367AD0B-8852-4709-9917-2A39D91A6A17}"/>
                </a:ext>
              </a:extLst>
            </p:cNvPr>
            <p:cNvSpPr>
              <a:spLocks/>
            </p:cNvSpPr>
            <p:nvPr/>
          </p:nvSpPr>
          <p:spPr bwMode="auto">
            <a:xfrm>
              <a:off x="4890459" y="5935663"/>
              <a:ext cx="957263" cy="220662"/>
            </a:xfrm>
            <a:custGeom>
              <a:avLst/>
              <a:gdLst>
                <a:gd name="T0" fmla="*/ 0 w 678"/>
                <a:gd name="T1" fmla="*/ 0 h 455"/>
                <a:gd name="T2" fmla="*/ 109639087 w 678"/>
                <a:gd name="T3" fmla="*/ 47980163 h 455"/>
                <a:gd name="T4" fmla="*/ 647867974 w 678"/>
                <a:gd name="T5" fmla="*/ 95960327 h 455"/>
                <a:gd name="T6" fmla="*/ 1351552288 w 678"/>
                <a:gd name="T7" fmla="*/ 107014765 h 455"/>
                <a:gd name="T8" fmla="*/ 0 60000 65536"/>
                <a:gd name="T9" fmla="*/ 0 60000 65536"/>
                <a:gd name="T10" fmla="*/ 0 60000 65536"/>
                <a:gd name="T11" fmla="*/ 0 60000 65536"/>
                <a:gd name="T12" fmla="*/ 0 w 678"/>
                <a:gd name="T13" fmla="*/ 0 h 455"/>
                <a:gd name="T14" fmla="*/ 678 w 678"/>
                <a:gd name="T15" fmla="*/ 455 h 455"/>
              </a:gdLst>
              <a:ahLst/>
              <a:cxnLst>
                <a:cxn ang="T8">
                  <a:pos x="T0" y="T1"/>
                </a:cxn>
                <a:cxn ang="T9">
                  <a:pos x="T2" y="T3"/>
                </a:cxn>
                <a:cxn ang="T10">
                  <a:pos x="T4" y="T5"/>
                </a:cxn>
                <a:cxn ang="T11">
                  <a:pos x="T6" y="T7"/>
                </a:cxn>
              </a:cxnLst>
              <a:rect l="T12" t="T13" r="T14" b="T15"/>
              <a:pathLst>
                <a:path w="678" h="455">
                  <a:moveTo>
                    <a:pt x="0" y="0"/>
                  </a:moveTo>
                  <a:cubicBezTo>
                    <a:pt x="0" y="68"/>
                    <a:pt x="1" y="136"/>
                    <a:pt x="55" y="204"/>
                  </a:cubicBezTo>
                  <a:cubicBezTo>
                    <a:pt x="109" y="272"/>
                    <a:pt x="221" y="366"/>
                    <a:pt x="325" y="408"/>
                  </a:cubicBezTo>
                  <a:cubicBezTo>
                    <a:pt x="429" y="450"/>
                    <a:pt x="553" y="452"/>
                    <a:pt x="678" y="455"/>
                  </a:cubicBezTo>
                </a:path>
              </a:pathLst>
            </a:custGeom>
            <a:noFill/>
            <a:ln w="28575" cap="flat" cmpd="sng">
              <a:solidFill>
                <a:schemeClr val="tx2"/>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 name="Freeform 19">
              <a:extLst>
                <a:ext uri="{FF2B5EF4-FFF2-40B4-BE49-F238E27FC236}">
                  <a16:creationId xmlns:a16="http://schemas.microsoft.com/office/drawing/2014/main" id="{F1D77BE9-500F-4656-BE3C-974E1F920626}"/>
                </a:ext>
              </a:extLst>
            </p:cNvPr>
            <p:cNvSpPr>
              <a:spLocks/>
            </p:cNvSpPr>
            <p:nvPr/>
          </p:nvSpPr>
          <p:spPr bwMode="auto">
            <a:xfrm>
              <a:off x="7373938" y="6003925"/>
              <a:ext cx="957262" cy="220663"/>
            </a:xfrm>
            <a:custGeom>
              <a:avLst/>
              <a:gdLst>
                <a:gd name="T0" fmla="*/ 0 w 678"/>
                <a:gd name="T1" fmla="*/ 0 h 455"/>
                <a:gd name="T2" fmla="*/ 109638972 w 678"/>
                <a:gd name="T3" fmla="*/ 47980866 h 455"/>
                <a:gd name="T4" fmla="*/ 647867297 w 678"/>
                <a:gd name="T5" fmla="*/ 95961246 h 455"/>
                <a:gd name="T6" fmla="*/ 1351549464 w 678"/>
                <a:gd name="T7" fmla="*/ 107015735 h 455"/>
                <a:gd name="T8" fmla="*/ 0 60000 65536"/>
                <a:gd name="T9" fmla="*/ 0 60000 65536"/>
                <a:gd name="T10" fmla="*/ 0 60000 65536"/>
                <a:gd name="T11" fmla="*/ 0 60000 65536"/>
                <a:gd name="T12" fmla="*/ 0 w 678"/>
                <a:gd name="T13" fmla="*/ 0 h 455"/>
                <a:gd name="T14" fmla="*/ 678 w 678"/>
                <a:gd name="T15" fmla="*/ 455 h 455"/>
              </a:gdLst>
              <a:ahLst/>
              <a:cxnLst>
                <a:cxn ang="T8">
                  <a:pos x="T0" y="T1"/>
                </a:cxn>
                <a:cxn ang="T9">
                  <a:pos x="T2" y="T3"/>
                </a:cxn>
                <a:cxn ang="T10">
                  <a:pos x="T4" y="T5"/>
                </a:cxn>
                <a:cxn ang="T11">
                  <a:pos x="T6" y="T7"/>
                </a:cxn>
              </a:cxnLst>
              <a:rect l="T12" t="T13" r="T14" b="T15"/>
              <a:pathLst>
                <a:path w="678" h="455">
                  <a:moveTo>
                    <a:pt x="0" y="0"/>
                  </a:moveTo>
                  <a:cubicBezTo>
                    <a:pt x="0" y="68"/>
                    <a:pt x="1" y="136"/>
                    <a:pt x="55" y="204"/>
                  </a:cubicBezTo>
                  <a:cubicBezTo>
                    <a:pt x="109" y="272"/>
                    <a:pt x="221" y="366"/>
                    <a:pt x="325" y="408"/>
                  </a:cubicBezTo>
                  <a:cubicBezTo>
                    <a:pt x="429" y="450"/>
                    <a:pt x="553" y="452"/>
                    <a:pt x="678" y="455"/>
                  </a:cubicBezTo>
                </a:path>
              </a:pathLst>
            </a:custGeom>
            <a:noFill/>
            <a:ln w="28575" cap="flat" cmpd="sng">
              <a:solidFill>
                <a:schemeClr val="tx2"/>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2" name="Rectangle 8">
            <a:extLst>
              <a:ext uri="{FF2B5EF4-FFF2-40B4-BE49-F238E27FC236}">
                <a16:creationId xmlns:a16="http://schemas.microsoft.com/office/drawing/2014/main" id="{AEBEBB6A-7214-43AB-B736-B463C4AC4415}"/>
              </a:ext>
            </a:extLst>
          </p:cNvPr>
          <p:cNvSpPr>
            <a:spLocks noChangeArrowheads="1"/>
          </p:cNvSpPr>
          <p:nvPr/>
        </p:nvSpPr>
        <p:spPr bwMode="auto">
          <a:xfrm>
            <a:off x="263635" y="729565"/>
            <a:ext cx="8339137"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25000"/>
              </a:lnSpc>
            </a:pPr>
            <a:r>
              <a:rPr lang="en-US" altLang="en-US" sz="1800"/>
              <a:t>logical gate output can be inverted by rightclicking on the </a:t>
            </a:r>
            <a:r>
              <a:rPr lang="en-US" altLang="en-US" sz="1800" u="sng"/>
              <a:t>gate</a:t>
            </a:r>
            <a:r>
              <a:rPr lang="en-US" altLang="en-US" sz="1800"/>
              <a:t> :</a:t>
            </a:r>
          </a:p>
        </p:txBody>
      </p:sp>
    </p:spTree>
    <p:extLst>
      <p:ext uri="{BB962C8B-B14F-4D97-AF65-F5344CB8AC3E}">
        <p14:creationId xmlns:p14="http://schemas.microsoft.com/office/powerpoint/2010/main" val="2087122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28</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pic>
        <p:nvPicPr>
          <p:cNvPr id="5" name="Picture 2">
            <a:extLst>
              <a:ext uri="{FF2B5EF4-FFF2-40B4-BE49-F238E27FC236}">
                <a16:creationId xmlns:a16="http://schemas.microsoft.com/office/drawing/2014/main" id="{71B010D8-6DAC-46DD-96DD-D302E01398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7143" y="1076532"/>
            <a:ext cx="4276986" cy="2800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7" name="Picture 3">
            <a:extLst>
              <a:ext uri="{FF2B5EF4-FFF2-40B4-BE49-F238E27FC236}">
                <a16:creationId xmlns:a16="http://schemas.microsoft.com/office/drawing/2014/main" id="{FC1568E2-9612-40DD-BA17-ACCDBBCF8E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8664" y="3874287"/>
            <a:ext cx="11049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8" name="Rectangle 6">
            <a:extLst>
              <a:ext uri="{FF2B5EF4-FFF2-40B4-BE49-F238E27FC236}">
                <a16:creationId xmlns:a16="http://schemas.microsoft.com/office/drawing/2014/main" id="{E05FAB58-9719-407C-B345-FCFDCE8AA69A}"/>
              </a:ext>
            </a:extLst>
          </p:cNvPr>
          <p:cNvSpPr>
            <a:spLocks noChangeArrowheads="1"/>
          </p:cNvSpPr>
          <p:nvPr/>
        </p:nvSpPr>
        <p:spPr bwMode="auto">
          <a:xfrm>
            <a:off x="252413" y="701973"/>
            <a:ext cx="8559800"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80975" marR="0" lvl="0" indent="-180975" defTabSz="914400" eaLnBrk="1" fontAlgn="base" latinLnBrk="0" hangingPunct="1">
              <a:lnSpc>
                <a:spcPct val="125000"/>
              </a:lnSpc>
              <a:spcBef>
                <a:spcPct val="20000"/>
              </a:spcBef>
              <a:spcAft>
                <a:spcPct val="0"/>
              </a:spcAft>
              <a:buClr>
                <a:srgbClr val="009530"/>
              </a:buClr>
              <a:buSzTx/>
              <a:buFont typeface="Arial" panose="020B0604020202020204" pitchFamily="34" charset="0"/>
              <a:buChar char="●"/>
              <a:tabLst/>
              <a:defRPr/>
            </a:pPr>
            <a:r>
              <a:rPr lang="en-US" altLang="en-US" sz="1800" kern="0">
                <a:solidFill>
                  <a:srgbClr val="009530"/>
                </a:solidFill>
              </a:rPr>
              <a:t>T</a:t>
            </a: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imers can be added to logical equations :</a:t>
            </a:r>
            <a:endParaRPr kumimoji="0" lang="en-US" altLang="en-US" sz="1800" b="0" i="0" u="none" strike="noStrike" kern="0" cap="none" spc="0" normalizeH="0" baseline="0" noProof="0" dirty="0">
              <a:ln>
                <a:noFill/>
              </a:ln>
              <a:solidFill>
                <a:srgbClr val="009530"/>
              </a:solidFill>
              <a:effectLst/>
              <a:uLnTx/>
              <a:uFillTx/>
              <a:latin typeface="Arial" panose="020B0604020202020204" pitchFamily="34" charset="0"/>
            </a:endParaRPr>
          </a:p>
        </p:txBody>
      </p:sp>
      <p:sp>
        <p:nvSpPr>
          <p:cNvPr id="9" name="Rectangle 7">
            <a:extLst>
              <a:ext uri="{FF2B5EF4-FFF2-40B4-BE49-F238E27FC236}">
                <a16:creationId xmlns:a16="http://schemas.microsoft.com/office/drawing/2014/main" id="{BC5EDFFC-7B7A-4CA8-B6FA-DB439AC250DD}"/>
              </a:ext>
            </a:extLst>
          </p:cNvPr>
          <p:cNvSpPr>
            <a:spLocks noChangeArrowheads="1"/>
          </p:cNvSpPr>
          <p:nvPr/>
        </p:nvSpPr>
        <p:spPr bwMode="auto">
          <a:xfrm>
            <a:off x="1120309" y="1368052"/>
            <a:ext cx="4810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fr-FR" altLang="en-US" sz="1600" b="0" i="0" u="none" strike="noStrike" kern="0" cap="none" spc="0" normalizeH="0" baseline="0" noProof="0" dirty="0">
                <a:ln>
                  <a:noFill/>
                </a:ln>
                <a:solidFill>
                  <a:srgbClr val="626469"/>
                </a:solidFill>
                <a:effectLst/>
                <a:uLnTx/>
                <a:uFillTx/>
                <a:latin typeface="Arial" panose="020B0604020202020204" pitchFamily="34" charset="0"/>
              </a:rPr>
              <a:t>Select « </a:t>
            </a:r>
            <a:r>
              <a:rPr kumimoji="0" lang="fr-FR" altLang="en-US" sz="1600" b="0" i="0" u="none" strike="noStrike" kern="0" cap="none" spc="0" normalizeH="0" baseline="0" noProof="0" dirty="0" err="1">
                <a:ln>
                  <a:noFill/>
                </a:ln>
                <a:solidFill>
                  <a:srgbClr val="626469"/>
                </a:solidFill>
                <a:effectLst/>
                <a:uLnTx/>
                <a:uFillTx/>
                <a:latin typeface="Arial" panose="020B0604020202020204" pitchFamily="34" charset="0"/>
              </a:rPr>
              <a:t>timre</a:t>
            </a:r>
            <a:r>
              <a:rPr kumimoji="0" lang="fr-FR" altLang="en-US" sz="1600" b="0" i="0" u="none" strike="noStrike" kern="0" cap="none" spc="0" normalizeH="0" baseline="0" noProof="0" dirty="0">
                <a:ln>
                  <a:noFill/>
                </a:ln>
                <a:solidFill>
                  <a:srgbClr val="626469"/>
                </a:solidFill>
                <a:effectLst/>
                <a:uLnTx/>
                <a:uFillTx/>
                <a:latin typeface="Arial" panose="020B0604020202020204" pitchFamily="34" charset="0"/>
              </a:rPr>
              <a:t> » </a:t>
            </a:r>
            <a:r>
              <a:rPr kumimoji="0" lang="fr-FR" altLang="en-US" sz="1600" b="0" i="0" u="none" strike="noStrike" kern="0" cap="none" spc="0" normalizeH="0" baseline="0" noProof="0" dirty="0" err="1">
                <a:ln>
                  <a:noFill/>
                </a:ln>
                <a:solidFill>
                  <a:srgbClr val="626469"/>
                </a:solidFill>
                <a:effectLst/>
                <a:uLnTx/>
                <a:uFillTx/>
                <a:latin typeface="Arial" panose="020B0604020202020204" pitchFamily="34" charset="0"/>
              </a:rPr>
              <a:t>icon</a:t>
            </a:r>
            <a:endParaRPr kumimoji="0" lang="fr-FR"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pic>
        <p:nvPicPr>
          <p:cNvPr id="10" name="Picture 8">
            <a:extLst>
              <a:ext uri="{FF2B5EF4-FFF2-40B4-BE49-F238E27FC236}">
                <a16:creationId xmlns:a16="http://schemas.microsoft.com/office/drawing/2014/main" id="{2468910F-793D-4772-854A-BB3D294B1E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464" y="1109587"/>
            <a:ext cx="8556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1" name="Freeform 9">
            <a:extLst>
              <a:ext uri="{FF2B5EF4-FFF2-40B4-BE49-F238E27FC236}">
                <a16:creationId xmlns:a16="http://schemas.microsoft.com/office/drawing/2014/main" id="{BECFDF32-6F61-475C-A9DB-C9EB70E7D949}"/>
              </a:ext>
            </a:extLst>
          </p:cNvPr>
          <p:cNvSpPr>
            <a:spLocks/>
          </p:cNvSpPr>
          <p:nvPr/>
        </p:nvSpPr>
        <p:spPr bwMode="auto">
          <a:xfrm>
            <a:off x="1292225" y="1793100"/>
            <a:ext cx="2035175" cy="515937"/>
          </a:xfrm>
          <a:custGeom>
            <a:avLst/>
            <a:gdLst>
              <a:gd name="T0" fmla="*/ 0 w 1282"/>
              <a:gd name="T1" fmla="*/ 0 h 325"/>
              <a:gd name="T2" fmla="*/ 657761575 w 1282"/>
              <a:gd name="T3" fmla="*/ 725804297 h 325"/>
              <a:gd name="T4" fmla="*/ 2147483646 w 1282"/>
              <a:gd name="T5" fmla="*/ 561993505 h 325"/>
              <a:gd name="T6" fmla="*/ 0 60000 65536"/>
              <a:gd name="T7" fmla="*/ 0 60000 65536"/>
              <a:gd name="T8" fmla="*/ 0 60000 65536"/>
              <a:gd name="T9" fmla="*/ 0 w 1282"/>
              <a:gd name="T10" fmla="*/ 0 h 325"/>
              <a:gd name="T11" fmla="*/ 1282 w 1282"/>
              <a:gd name="T12" fmla="*/ 325 h 325"/>
            </a:gdLst>
            <a:ahLst/>
            <a:cxnLst>
              <a:cxn ang="T6">
                <a:pos x="T0" y="T1"/>
              </a:cxn>
              <a:cxn ang="T7">
                <a:pos x="T2" y="T3"/>
              </a:cxn>
              <a:cxn ang="T8">
                <a:pos x="T4" y="T5"/>
              </a:cxn>
            </a:cxnLst>
            <a:rect l="T9" t="T10" r="T11" b="T12"/>
            <a:pathLst>
              <a:path w="1282" h="325">
                <a:moveTo>
                  <a:pt x="0" y="0"/>
                </a:moveTo>
                <a:cubicBezTo>
                  <a:pt x="23" y="125"/>
                  <a:pt x="47" y="251"/>
                  <a:pt x="261" y="288"/>
                </a:cubicBezTo>
                <a:cubicBezTo>
                  <a:pt x="475" y="325"/>
                  <a:pt x="878" y="274"/>
                  <a:pt x="1282" y="223"/>
                </a:cubicBezTo>
              </a:path>
            </a:pathLst>
          </a:custGeom>
          <a:noFill/>
          <a:ln w="38100"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2" name="Rectangle 10">
            <a:extLst>
              <a:ext uri="{FF2B5EF4-FFF2-40B4-BE49-F238E27FC236}">
                <a16:creationId xmlns:a16="http://schemas.microsoft.com/office/drawing/2014/main" id="{217CBFA5-0739-45EF-A8CF-35C7407C7CC2}"/>
              </a:ext>
            </a:extLst>
          </p:cNvPr>
          <p:cNvSpPr>
            <a:spLocks noChangeArrowheads="1"/>
          </p:cNvSpPr>
          <p:nvPr/>
        </p:nvSpPr>
        <p:spPr bwMode="auto">
          <a:xfrm>
            <a:off x="25222" y="2520760"/>
            <a:ext cx="5079917"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11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Place timer on the canvas and select timer type and duration</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
        <p:nvSpPr>
          <p:cNvPr id="13" name="Freeform 11">
            <a:extLst>
              <a:ext uri="{FF2B5EF4-FFF2-40B4-BE49-F238E27FC236}">
                <a16:creationId xmlns:a16="http://schemas.microsoft.com/office/drawing/2014/main" id="{1D4158EA-C8BA-41EC-8379-747656125EC5}"/>
              </a:ext>
            </a:extLst>
          </p:cNvPr>
          <p:cNvSpPr>
            <a:spLocks/>
          </p:cNvSpPr>
          <p:nvPr/>
        </p:nvSpPr>
        <p:spPr bwMode="auto">
          <a:xfrm rot="19429890" flipV="1">
            <a:off x="2924941" y="3162276"/>
            <a:ext cx="3481387" cy="456653"/>
          </a:xfrm>
          <a:custGeom>
            <a:avLst/>
            <a:gdLst>
              <a:gd name="T0" fmla="*/ 2147483646 w 2193"/>
              <a:gd name="T1" fmla="*/ 531636372 h 683"/>
              <a:gd name="T2" fmla="*/ 2147483646 w 2193"/>
              <a:gd name="T3" fmla="*/ 53583895 h 683"/>
              <a:gd name="T4" fmla="*/ 889614235 w 2193"/>
              <a:gd name="T5" fmla="*/ 210133002 h 683"/>
              <a:gd name="T6" fmla="*/ 0 w 2193"/>
              <a:gd name="T7" fmla="*/ 717603525 h 683"/>
              <a:gd name="T8" fmla="*/ 0 60000 65536"/>
              <a:gd name="T9" fmla="*/ 0 60000 65536"/>
              <a:gd name="T10" fmla="*/ 0 60000 65536"/>
              <a:gd name="T11" fmla="*/ 0 60000 65536"/>
              <a:gd name="T12" fmla="*/ 0 w 2193"/>
              <a:gd name="T13" fmla="*/ 0 h 683"/>
              <a:gd name="T14" fmla="*/ 2193 w 2193"/>
              <a:gd name="T15" fmla="*/ 683 h 683"/>
            </a:gdLst>
            <a:ahLst/>
            <a:cxnLst>
              <a:cxn ang="T8">
                <a:pos x="T0" y="T1"/>
              </a:cxn>
              <a:cxn ang="T9">
                <a:pos x="T2" y="T3"/>
              </a:cxn>
              <a:cxn ang="T10">
                <a:pos x="T4" y="T5"/>
              </a:cxn>
              <a:cxn ang="T11">
                <a:pos x="T6" y="T7"/>
              </a:cxn>
            </a:cxnLst>
            <a:rect l="T12" t="T13" r="T14" b="T15"/>
            <a:pathLst>
              <a:path w="2193" h="683">
                <a:moveTo>
                  <a:pt x="2193" y="506"/>
                </a:moveTo>
                <a:cubicBezTo>
                  <a:pt x="1849" y="304"/>
                  <a:pt x="1506" y="102"/>
                  <a:pt x="1199" y="51"/>
                </a:cubicBezTo>
                <a:cubicBezTo>
                  <a:pt x="892" y="0"/>
                  <a:pt x="553" y="95"/>
                  <a:pt x="353" y="200"/>
                </a:cubicBezTo>
                <a:cubicBezTo>
                  <a:pt x="153" y="305"/>
                  <a:pt x="76" y="494"/>
                  <a:pt x="0" y="683"/>
                </a:cubicBezTo>
              </a:path>
            </a:pathLst>
          </a:custGeom>
          <a:noFill/>
          <a:ln w="38100"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Tree>
    <p:extLst>
      <p:ext uri="{BB962C8B-B14F-4D97-AF65-F5344CB8AC3E}">
        <p14:creationId xmlns:p14="http://schemas.microsoft.com/office/powerpoint/2010/main" val="34657414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29</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sp>
        <p:nvSpPr>
          <p:cNvPr id="5" name="Rectangle 4">
            <a:extLst>
              <a:ext uri="{FF2B5EF4-FFF2-40B4-BE49-F238E27FC236}">
                <a16:creationId xmlns:a16="http://schemas.microsoft.com/office/drawing/2014/main" id="{53B10F87-82D6-4B47-B0CD-33AC7FE46C0E}"/>
              </a:ext>
            </a:extLst>
          </p:cNvPr>
          <p:cNvSpPr>
            <a:spLocks noChangeArrowheads="1"/>
          </p:cNvSpPr>
          <p:nvPr/>
        </p:nvSpPr>
        <p:spPr bwMode="auto">
          <a:xfrm>
            <a:off x="292100" y="700088"/>
            <a:ext cx="8559800"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25000"/>
              </a:lnSpc>
            </a:pPr>
            <a:r>
              <a:rPr lang="en-US" altLang="en-US" sz="1800"/>
              <a:t>Available timers:</a:t>
            </a:r>
          </a:p>
        </p:txBody>
      </p:sp>
      <p:grpSp>
        <p:nvGrpSpPr>
          <p:cNvPr id="7" name="Group 5">
            <a:extLst>
              <a:ext uri="{FF2B5EF4-FFF2-40B4-BE49-F238E27FC236}">
                <a16:creationId xmlns:a16="http://schemas.microsoft.com/office/drawing/2014/main" id="{15781DA1-9BC9-4DBF-95E1-55C425AB3502}"/>
              </a:ext>
            </a:extLst>
          </p:cNvPr>
          <p:cNvGrpSpPr>
            <a:grpSpLocks/>
          </p:cNvGrpSpPr>
          <p:nvPr/>
        </p:nvGrpSpPr>
        <p:grpSpPr bwMode="auto">
          <a:xfrm>
            <a:off x="565616" y="1261826"/>
            <a:ext cx="3514725" cy="1179512"/>
            <a:chOff x="2589" y="982"/>
            <a:chExt cx="2214" cy="743"/>
          </a:xfrm>
        </p:grpSpPr>
        <p:sp>
          <p:nvSpPr>
            <p:cNvPr id="8" name="Line 6">
              <a:extLst>
                <a:ext uri="{FF2B5EF4-FFF2-40B4-BE49-F238E27FC236}">
                  <a16:creationId xmlns:a16="http://schemas.microsoft.com/office/drawing/2014/main" id="{C03A73EE-6D54-4ED2-9A58-15A2ABB54B57}"/>
                </a:ext>
              </a:extLst>
            </p:cNvPr>
            <p:cNvSpPr>
              <a:spLocks noChangeShapeType="1"/>
            </p:cNvSpPr>
            <p:nvPr/>
          </p:nvSpPr>
          <p:spPr bwMode="auto">
            <a:xfrm>
              <a:off x="3064" y="1531"/>
              <a:ext cx="0" cy="1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9" name="Line 7">
              <a:extLst>
                <a:ext uri="{FF2B5EF4-FFF2-40B4-BE49-F238E27FC236}">
                  <a16:creationId xmlns:a16="http://schemas.microsoft.com/office/drawing/2014/main" id="{9A5790AC-3DD5-4A29-8D29-281F7836DEEC}"/>
                </a:ext>
              </a:extLst>
            </p:cNvPr>
            <p:cNvSpPr>
              <a:spLocks noChangeShapeType="1"/>
            </p:cNvSpPr>
            <p:nvPr/>
          </p:nvSpPr>
          <p:spPr bwMode="auto">
            <a:xfrm>
              <a:off x="2885" y="1375"/>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0" name="Line 8">
              <a:extLst>
                <a:ext uri="{FF2B5EF4-FFF2-40B4-BE49-F238E27FC236}">
                  <a16:creationId xmlns:a16="http://schemas.microsoft.com/office/drawing/2014/main" id="{425475F9-9BA4-4244-9A6F-7EDA9E7614D8}"/>
                </a:ext>
              </a:extLst>
            </p:cNvPr>
            <p:cNvSpPr>
              <a:spLocks noChangeShapeType="1"/>
            </p:cNvSpPr>
            <p:nvPr/>
          </p:nvSpPr>
          <p:spPr bwMode="auto">
            <a:xfrm>
              <a:off x="2683" y="1367"/>
              <a:ext cx="211"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1" name="Line 9">
              <a:extLst>
                <a:ext uri="{FF2B5EF4-FFF2-40B4-BE49-F238E27FC236}">
                  <a16:creationId xmlns:a16="http://schemas.microsoft.com/office/drawing/2014/main" id="{1A8626FF-4FB5-40BE-A42D-66AF05FE61F1}"/>
                </a:ext>
              </a:extLst>
            </p:cNvPr>
            <p:cNvSpPr>
              <a:spLocks noChangeShapeType="1"/>
            </p:cNvSpPr>
            <p:nvPr/>
          </p:nvSpPr>
          <p:spPr bwMode="auto">
            <a:xfrm flipV="1">
              <a:off x="2894" y="1305"/>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2" name="Line 10">
              <a:extLst>
                <a:ext uri="{FF2B5EF4-FFF2-40B4-BE49-F238E27FC236}">
                  <a16:creationId xmlns:a16="http://schemas.microsoft.com/office/drawing/2014/main" id="{7525FA6F-F601-452F-AC98-53387C544865}"/>
                </a:ext>
              </a:extLst>
            </p:cNvPr>
            <p:cNvSpPr>
              <a:spLocks noChangeShapeType="1"/>
            </p:cNvSpPr>
            <p:nvPr/>
          </p:nvSpPr>
          <p:spPr bwMode="auto">
            <a:xfrm>
              <a:off x="2894" y="1305"/>
              <a:ext cx="513" cy="4"/>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3" name="Line 11">
              <a:extLst>
                <a:ext uri="{FF2B5EF4-FFF2-40B4-BE49-F238E27FC236}">
                  <a16:creationId xmlns:a16="http://schemas.microsoft.com/office/drawing/2014/main" id="{F7C085E6-C8D9-4CD1-90FE-470E5BC11C45}"/>
                </a:ext>
              </a:extLst>
            </p:cNvPr>
            <p:cNvSpPr>
              <a:spLocks noChangeShapeType="1"/>
            </p:cNvSpPr>
            <p:nvPr/>
          </p:nvSpPr>
          <p:spPr bwMode="auto">
            <a:xfrm flipV="1">
              <a:off x="3408" y="1305"/>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4" name="Line 12">
              <a:extLst>
                <a:ext uri="{FF2B5EF4-FFF2-40B4-BE49-F238E27FC236}">
                  <a16:creationId xmlns:a16="http://schemas.microsoft.com/office/drawing/2014/main" id="{F79528D2-02F2-4AF2-9E14-C98AB4B391A3}"/>
                </a:ext>
              </a:extLst>
            </p:cNvPr>
            <p:cNvSpPr>
              <a:spLocks noChangeShapeType="1"/>
            </p:cNvSpPr>
            <p:nvPr/>
          </p:nvSpPr>
          <p:spPr bwMode="auto">
            <a:xfrm>
              <a:off x="3411" y="1367"/>
              <a:ext cx="43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5" name="Line 13">
              <a:extLst>
                <a:ext uri="{FF2B5EF4-FFF2-40B4-BE49-F238E27FC236}">
                  <a16:creationId xmlns:a16="http://schemas.microsoft.com/office/drawing/2014/main" id="{AF8A7292-1E3B-43C9-B38D-4632703686B2}"/>
                </a:ext>
              </a:extLst>
            </p:cNvPr>
            <p:cNvSpPr>
              <a:spLocks noChangeShapeType="1"/>
            </p:cNvSpPr>
            <p:nvPr/>
          </p:nvSpPr>
          <p:spPr bwMode="auto">
            <a:xfrm>
              <a:off x="2664" y="1530"/>
              <a:ext cx="406"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6" name="Line 14">
              <a:extLst>
                <a:ext uri="{FF2B5EF4-FFF2-40B4-BE49-F238E27FC236}">
                  <a16:creationId xmlns:a16="http://schemas.microsoft.com/office/drawing/2014/main" id="{7420F415-BAC5-4A8C-8C66-4B022E5BEEBB}"/>
                </a:ext>
              </a:extLst>
            </p:cNvPr>
            <p:cNvSpPr>
              <a:spLocks noChangeShapeType="1"/>
            </p:cNvSpPr>
            <p:nvPr/>
          </p:nvSpPr>
          <p:spPr bwMode="auto">
            <a:xfrm flipV="1">
              <a:off x="3070" y="1468"/>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7" name="Line 15">
              <a:extLst>
                <a:ext uri="{FF2B5EF4-FFF2-40B4-BE49-F238E27FC236}">
                  <a16:creationId xmlns:a16="http://schemas.microsoft.com/office/drawing/2014/main" id="{C1A8E7FB-7E56-4EBB-81F0-A9E8672C155A}"/>
                </a:ext>
              </a:extLst>
            </p:cNvPr>
            <p:cNvSpPr>
              <a:spLocks noChangeShapeType="1"/>
            </p:cNvSpPr>
            <p:nvPr/>
          </p:nvSpPr>
          <p:spPr bwMode="auto">
            <a:xfrm>
              <a:off x="3073" y="1468"/>
              <a:ext cx="33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8" name="Line 16">
              <a:extLst>
                <a:ext uri="{FF2B5EF4-FFF2-40B4-BE49-F238E27FC236}">
                  <a16:creationId xmlns:a16="http://schemas.microsoft.com/office/drawing/2014/main" id="{B045CE97-59F6-4A64-A35A-C0F188F498F9}"/>
                </a:ext>
              </a:extLst>
            </p:cNvPr>
            <p:cNvSpPr>
              <a:spLocks noChangeShapeType="1"/>
            </p:cNvSpPr>
            <p:nvPr/>
          </p:nvSpPr>
          <p:spPr bwMode="auto">
            <a:xfrm flipV="1">
              <a:off x="3408" y="1468"/>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9" name="Line 17">
              <a:extLst>
                <a:ext uri="{FF2B5EF4-FFF2-40B4-BE49-F238E27FC236}">
                  <a16:creationId xmlns:a16="http://schemas.microsoft.com/office/drawing/2014/main" id="{7C13BF36-7E51-42BB-9E17-1326773BDA43}"/>
                </a:ext>
              </a:extLst>
            </p:cNvPr>
            <p:cNvSpPr>
              <a:spLocks noChangeShapeType="1"/>
            </p:cNvSpPr>
            <p:nvPr/>
          </p:nvSpPr>
          <p:spPr bwMode="auto">
            <a:xfrm>
              <a:off x="3411" y="1530"/>
              <a:ext cx="434"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20" name="Line 18">
              <a:extLst>
                <a:ext uri="{FF2B5EF4-FFF2-40B4-BE49-F238E27FC236}">
                  <a16:creationId xmlns:a16="http://schemas.microsoft.com/office/drawing/2014/main" id="{0961A1E2-9CE7-4FC0-8E93-9B3D428B63B6}"/>
                </a:ext>
              </a:extLst>
            </p:cNvPr>
            <p:cNvSpPr>
              <a:spLocks noChangeShapeType="1"/>
            </p:cNvSpPr>
            <p:nvPr/>
          </p:nvSpPr>
          <p:spPr bwMode="auto">
            <a:xfrm>
              <a:off x="2882" y="1679"/>
              <a:ext cx="194" cy="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21" name="Rectangle 19">
              <a:extLst>
                <a:ext uri="{FF2B5EF4-FFF2-40B4-BE49-F238E27FC236}">
                  <a16:creationId xmlns:a16="http://schemas.microsoft.com/office/drawing/2014/main" id="{ECC89C94-36EE-4D7E-AF37-2D75F05C30B3}"/>
                </a:ext>
              </a:extLst>
            </p:cNvPr>
            <p:cNvSpPr>
              <a:spLocks noChangeArrowheads="1"/>
            </p:cNvSpPr>
            <p:nvPr/>
          </p:nvSpPr>
          <p:spPr bwMode="auto">
            <a:xfrm>
              <a:off x="2590" y="1194"/>
              <a:ext cx="2213" cy="531"/>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solidFill>
                  <a:schemeClr val="bg2"/>
                </a:solidFill>
              </a:endParaRPr>
            </a:p>
          </p:txBody>
        </p:sp>
        <p:sp>
          <p:nvSpPr>
            <p:cNvPr id="22" name="Text Box 20">
              <a:extLst>
                <a:ext uri="{FF2B5EF4-FFF2-40B4-BE49-F238E27FC236}">
                  <a16:creationId xmlns:a16="http://schemas.microsoft.com/office/drawing/2014/main" id="{E3C76933-3E1B-4203-9B37-3416BC4C6423}"/>
                </a:ext>
              </a:extLst>
            </p:cNvPr>
            <p:cNvSpPr txBox="1">
              <a:spLocks noChangeArrowheads="1"/>
            </p:cNvSpPr>
            <p:nvPr/>
          </p:nvSpPr>
          <p:spPr bwMode="auto">
            <a:xfrm>
              <a:off x="2944" y="1575"/>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80000"/>
                </a:lnSpc>
                <a:spcBef>
                  <a:spcPct val="0"/>
                </a:spcBef>
                <a:buClrTx/>
                <a:buFontTx/>
                <a:buNone/>
              </a:pPr>
              <a:r>
                <a:rPr lang="fr-FR" altLang="en-US" sz="1000" b="1">
                  <a:solidFill>
                    <a:schemeClr val="accent2"/>
                  </a:solidFill>
                  <a:latin typeface="FuturaA Md BT" pitchFamily="34" charset="0"/>
                </a:rPr>
                <a:t>1</a:t>
              </a:r>
            </a:p>
          </p:txBody>
        </p:sp>
        <p:sp>
          <p:nvSpPr>
            <p:cNvPr id="23" name="Line 21">
              <a:extLst>
                <a:ext uri="{FF2B5EF4-FFF2-40B4-BE49-F238E27FC236}">
                  <a16:creationId xmlns:a16="http://schemas.microsoft.com/office/drawing/2014/main" id="{32453A62-5080-4D82-B3CD-9A2DBD386679}"/>
                </a:ext>
              </a:extLst>
            </p:cNvPr>
            <p:cNvSpPr>
              <a:spLocks noChangeShapeType="1"/>
            </p:cNvSpPr>
            <p:nvPr/>
          </p:nvSpPr>
          <p:spPr bwMode="auto">
            <a:xfrm>
              <a:off x="3917" y="1363"/>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24" name="Line 22">
              <a:extLst>
                <a:ext uri="{FF2B5EF4-FFF2-40B4-BE49-F238E27FC236}">
                  <a16:creationId xmlns:a16="http://schemas.microsoft.com/office/drawing/2014/main" id="{312972B9-075E-4362-9955-E95656EEE34A}"/>
                </a:ext>
              </a:extLst>
            </p:cNvPr>
            <p:cNvSpPr>
              <a:spLocks noChangeShapeType="1"/>
            </p:cNvSpPr>
            <p:nvPr/>
          </p:nvSpPr>
          <p:spPr bwMode="auto">
            <a:xfrm>
              <a:off x="3803" y="1367"/>
              <a:ext cx="111"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25" name="Line 23">
              <a:extLst>
                <a:ext uri="{FF2B5EF4-FFF2-40B4-BE49-F238E27FC236}">
                  <a16:creationId xmlns:a16="http://schemas.microsoft.com/office/drawing/2014/main" id="{9F66472B-7320-4D15-BD79-7AD6D5C868AC}"/>
                </a:ext>
              </a:extLst>
            </p:cNvPr>
            <p:cNvSpPr>
              <a:spLocks noChangeShapeType="1"/>
            </p:cNvSpPr>
            <p:nvPr/>
          </p:nvSpPr>
          <p:spPr bwMode="auto">
            <a:xfrm flipV="1">
              <a:off x="3918" y="1305"/>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26" name="Line 24">
              <a:extLst>
                <a:ext uri="{FF2B5EF4-FFF2-40B4-BE49-F238E27FC236}">
                  <a16:creationId xmlns:a16="http://schemas.microsoft.com/office/drawing/2014/main" id="{C7606D59-9D8F-4808-9B9E-462D5E8DC4CA}"/>
                </a:ext>
              </a:extLst>
            </p:cNvPr>
            <p:cNvSpPr>
              <a:spLocks noChangeShapeType="1"/>
            </p:cNvSpPr>
            <p:nvPr/>
          </p:nvSpPr>
          <p:spPr bwMode="auto">
            <a:xfrm>
              <a:off x="3914" y="1305"/>
              <a:ext cx="113" cy="1"/>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27" name="Line 25">
              <a:extLst>
                <a:ext uri="{FF2B5EF4-FFF2-40B4-BE49-F238E27FC236}">
                  <a16:creationId xmlns:a16="http://schemas.microsoft.com/office/drawing/2014/main" id="{E6B768D8-4409-440E-AB74-DC918252C04E}"/>
                </a:ext>
              </a:extLst>
            </p:cNvPr>
            <p:cNvSpPr>
              <a:spLocks noChangeShapeType="1"/>
            </p:cNvSpPr>
            <p:nvPr/>
          </p:nvSpPr>
          <p:spPr bwMode="auto">
            <a:xfrm>
              <a:off x="4487" y="1367"/>
              <a:ext cx="222"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28" name="Line 26">
              <a:extLst>
                <a:ext uri="{FF2B5EF4-FFF2-40B4-BE49-F238E27FC236}">
                  <a16:creationId xmlns:a16="http://schemas.microsoft.com/office/drawing/2014/main" id="{2C85AA55-5BDF-4DC2-A743-0EECB7646D47}"/>
                </a:ext>
              </a:extLst>
            </p:cNvPr>
            <p:cNvSpPr>
              <a:spLocks noChangeShapeType="1"/>
            </p:cNvSpPr>
            <p:nvPr/>
          </p:nvSpPr>
          <p:spPr bwMode="auto">
            <a:xfrm>
              <a:off x="3808" y="1530"/>
              <a:ext cx="642"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29" name="Line 27">
              <a:extLst>
                <a:ext uri="{FF2B5EF4-FFF2-40B4-BE49-F238E27FC236}">
                  <a16:creationId xmlns:a16="http://schemas.microsoft.com/office/drawing/2014/main" id="{274F8458-BF6C-4B2D-BE01-EBE0CB835854}"/>
                </a:ext>
              </a:extLst>
            </p:cNvPr>
            <p:cNvSpPr>
              <a:spLocks noChangeShapeType="1"/>
            </p:cNvSpPr>
            <p:nvPr/>
          </p:nvSpPr>
          <p:spPr bwMode="auto">
            <a:xfrm flipV="1">
              <a:off x="4446" y="1468"/>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30" name="Line 28">
              <a:extLst>
                <a:ext uri="{FF2B5EF4-FFF2-40B4-BE49-F238E27FC236}">
                  <a16:creationId xmlns:a16="http://schemas.microsoft.com/office/drawing/2014/main" id="{1E1E54DE-93E8-478D-96D7-1C56CF505266}"/>
                </a:ext>
              </a:extLst>
            </p:cNvPr>
            <p:cNvSpPr>
              <a:spLocks noChangeShapeType="1"/>
            </p:cNvSpPr>
            <p:nvPr/>
          </p:nvSpPr>
          <p:spPr bwMode="auto">
            <a:xfrm>
              <a:off x="4453" y="1468"/>
              <a:ext cx="3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31" name="Line 29">
              <a:extLst>
                <a:ext uri="{FF2B5EF4-FFF2-40B4-BE49-F238E27FC236}">
                  <a16:creationId xmlns:a16="http://schemas.microsoft.com/office/drawing/2014/main" id="{80523BB5-DADA-45AB-B246-B143DD9AE17D}"/>
                </a:ext>
              </a:extLst>
            </p:cNvPr>
            <p:cNvSpPr>
              <a:spLocks noChangeShapeType="1"/>
            </p:cNvSpPr>
            <p:nvPr/>
          </p:nvSpPr>
          <p:spPr bwMode="auto">
            <a:xfrm>
              <a:off x="4487" y="1530"/>
              <a:ext cx="21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32" name="Line 30">
              <a:extLst>
                <a:ext uri="{FF2B5EF4-FFF2-40B4-BE49-F238E27FC236}">
                  <a16:creationId xmlns:a16="http://schemas.microsoft.com/office/drawing/2014/main" id="{5CEACD82-A2EC-4067-926F-A74DAA92267D}"/>
                </a:ext>
              </a:extLst>
            </p:cNvPr>
            <p:cNvSpPr>
              <a:spLocks noChangeShapeType="1"/>
            </p:cNvSpPr>
            <p:nvPr/>
          </p:nvSpPr>
          <p:spPr bwMode="auto">
            <a:xfrm>
              <a:off x="3922" y="1679"/>
              <a:ext cx="194" cy="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33" name="Text Box 31">
              <a:extLst>
                <a:ext uri="{FF2B5EF4-FFF2-40B4-BE49-F238E27FC236}">
                  <a16:creationId xmlns:a16="http://schemas.microsoft.com/office/drawing/2014/main" id="{6E721638-562E-4BD2-A994-1A9AB1E20B4E}"/>
                </a:ext>
              </a:extLst>
            </p:cNvPr>
            <p:cNvSpPr txBox="1">
              <a:spLocks noChangeArrowheads="1"/>
            </p:cNvSpPr>
            <p:nvPr/>
          </p:nvSpPr>
          <p:spPr bwMode="auto">
            <a:xfrm>
              <a:off x="3984" y="1575"/>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80000"/>
                </a:lnSpc>
                <a:spcBef>
                  <a:spcPct val="0"/>
                </a:spcBef>
                <a:buClrTx/>
                <a:buFontTx/>
                <a:buNone/>
              </a:pPr>
              <a:r>
                <a:rPr lang="fr-FR" altLang="en-US" sz="1000" b="1">
                  <a:solidFill>
                    <a:schemeClr val="accent2"/>
                  </a:solidFill>
                  <a:latin typeface="FuturaA Md BT" pitchFamily="34" charset="0"/>
                </a:rPr>
                <a:t>1</a:t>
              </a:r>
            </a:p>
          </p:txBody>
        </p:sp>
        <p:sp>
          <p:nvSpPr>
            <p:cNvPr id="34" name="Line 32">
              <a:extLst>
                <a:ext uri="{FF2B5EF4-FFF2-40B4-BE49-F238E27FC236}">
                  <a16:creationId xmlns:a16="http://schemas.microsoft.com/office/drawing/2014/main" id="{772C1481-65CE-4AFE-BED5-A8CF60855ABE}"/>
                </a:ext>
              </a:extLst>
            </p:cNvPr>
            <p:cNvSpPr>
              <a:spLocks noChangeShapeType="1"/>
            </p:cNvSpPr>
            <p:nvPr/>
          </p:nvSpPr>
          <p:spPr bwMode="auto">
            <a:xfrm flipV="1">
              <a:off x="4026" y="1305"/>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35" name="Line 33">
              <a:extLst>
                <a:ext uri="{FF2B5EF4-FFF2-40B4-BE49-F238E27FC236}">
                  <a16:creationId xmlns:a16="http://schemas.microsoft.com/office/drawing/2014/main" id="{58FD094B-51CD-44E4-8FB8-18DB5E1BB151}"/>
                </a:ext>
              </a:extLst>
            </p:cNvPr>
            <p:cNvSpPr>
              <a:spLocks noChangeShapeType="1"/>
            </p:cNvSpPr>
            <p:nvPr/>
          </p:nvSpPr>
          <p:spPr bwMode="auto">
            <a:xfrm>
              <a:off x="4105" y="1375"/>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36" name="Line 34">
              <a:extLst>
                <a:ext uri="{FF2B5EF4-FFF2-40B4-BE49-F238E27FC236}">
                  <a16:creationId xmlns:a16="http://schemas.microsoft.com/office/drawing/2014/main" id="{0F1D75F5-6C00-4ECE-ACCA-E9893C13628A}"/>
                </a:ext>
              </a:extLst>
            </p:cNvPr>
            <p:cNvSpPr>
              <a:spLocks noChangeShapeType="1"/>
            </p:cNvSpPr>
            <p:nvPr/>
          </p:nvSpPr>
          <p:spPr bwMode="auto">
            <a:xfrm>
              <a:off x="4023" y="1369"/>
              <a:ext cx="243"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37" name="Line 35">
              <a:extLst>
                <a:ext uri="{FF2B5EF4-FFF2-40B4-BE49-F238E27FC236}">
                  <a16:creationId xmlns:a16="http://schemas.microsoft.com/office/drawing/2014/main" id="{00D0AAFA-E1B7-4513-87BA-10F300E3EF89}"/>
                </a:ext>
              </a:extLst>
            </p:cNvPr>
            <p:cNvSpPr>
              <a:spLocks noChangeShapeType="1"/>
            </p:cNvSpPr>
            <p:nvPr/>
          </p:nvSpPr>
          <p:spPr bwMode="auto">
            <a:xfrm flipV="1">
              <a:off x="4262" y="1305"/>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38" name="Line 36">
              <a:extLst>
                <a:ext uri="{FF2B5EF4-FFF2-40B4-BE49-F238E27FC236}">
                  <a16:creationId xmlns:a16="http://schemas.microsoft.com/office/drawing/2014/main" id="{269253A2-7DB4-43A7-B57E-3EA9A17461DD}"/>
                </a:ext>
              </a:extLst>
            </p:cNvPr>
            <p:cNvSpPr>
              <a:spLocks noChangeShapeType="1"/>
            </p:cNvSpPr>
            <p:nvPr/>
          </p:nvSpPr>
          <p:spPr bwMode="auto">
            <a:xfrm>
              <a:off x="4254" y="1305"/>
              <a:ext cx="241" cy="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39" name="Line 37">
              <a:extLst>
                <a:ext uri="{FF2B5EF4-FFF2-40B4-BE49-F238E27FC236}">
                  <a16:creationId xmlns:a16="http://schemas.microsoft.com/office/drawing/2014/main" id="{13761FBF-2F64-4370-BA93-50F2DF82EE4C}"/>
                </a:ext>
              </a:extLst>
            </p:cNvPr>
            <p:cNvSpPr>
              <a:spLocks noChangeShapeType="1"/>
            </p:cNvSpPr>
            <p:nvPr/>
          </p:nvSpPr>
          <p:spPr bwMode="auto">
            <a:xfrm flipV="1">
              <a:off x="4490" y="1305"/>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40" name="Line 38">
              <a:extLst>
                <a:ext uri="{FF2B5EF4-FFF2-40B4-BE49-F238E27FC236}">
                  <a16:creationId xmlns:a16="http://schemas.microsoft.com/office/drawing/2014/main" id="{65C1DA85-BBF1-4E0C-91EC-695267990564}"/>
                </a:ext>
              </a:extLst>
            </p:cNvPr>
            <p:cNvSpPr>
              <a:spLocks noChangeShapeType="1"/>
            </p:cNvSpPr>
            <p:nvPr/>
          </p:nvSpPr>
          <p:spPr bwMode="auto">
            <a:xfrm>
              <a:off x="4261" y="1363"/>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41" name="Line 39">
              <a:extLst>
                <a:ext uri="{FF2B5EF4-FFF2-40B4-BE49-F238E27FC236}">
                  <a16:creationId xmlns:a16="http://schemas.microsoft.com/office/drawing/2014/main" id="{DE5E7628-A213-4E67-9BE8-8913B79809D2}"/>
                </a:ext>
              </a:extLst>
            </p:cNvPr>
            <p:cNvSpPr>
              <a:spLocks noChangeShapeType="1"/>
            </p:cNvSpPr>
            <p:nvPr/>
          </p:nvSpPr>
          <p:spPr bwMode="auto">
            <a:xfrm>
              <a:off x="4266" y="1679"/>
              <a:ext cx="194" cy="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42" name="Text Box 40">
              <a:extLst>
                <a:ext uri="{FF2B5EF4-FFF2-40B4-BE49-F238E27FC236}">
                  <a16:creationId xmlns:a16="http://schemas.microsoft.com/office/drawing/2014/main" id="{D142EE75-8B48-42CB-8657-0DE297B8C317}"/>
                </a:ext>
              </a:extLst>
            </p:cNvPr>
            <p:cNvSpPr txBox="1">
              <a:spLocks noChangeArrowheads="1"/>
            </p:cNvSpPr>
            <p:nvPr/>
          </p:nvSpPr>
          <p:spPr bwMode="auto">
            <a:xfrm>
              <a:off x="4328" y="1575"/>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80000"/>
                </a:lnSpc>
                <a:spcBef>
                  <a:spcPct val="0"/>
                </a:spcBef>
                <a:buClrTx/>
                <a:buFontTx/>
                <a:buNone/>
              </a:pPr>
              <a:r>
                <a:rPr lang="fr-FR" altLang="en-US" sz="1000" b="1">
                  <a:solidFill>
                    <a:schemeClr val="accent2"/>
                  </a:solidFill>
                  <a:latin typeface="FuturaA Md BT" pitchFamily="34" charset="0"/>
                </a:rPr>
                <a:t>1</a:t>
              </a:r>
            </a:p>
          </p:txBody>
        </p:sp>
        <p:sp>
          <p:nvSpPr>
            <p:cNvPr id="43" name="Line 41">
              <a:extLst>
                <a:ext uri="{FF2B5EF4-FFF2-40B4-BE49-F238E27FC236}">
                  <a16:creationId xmlns:a16="http://schemas.microsoft.com/office/drawing/2014/main" id="{7F025ED0-AB0A-4B59-A3A0-CB83729666DD}"/>
                </a:ext>
              </a:extLst>
            </p:cNvPr>
            <p:cNvSpPr>
              <a:spLocks noChangeShapeType="1"/>
            </p:cNvSpPr>
            <p:nvPr/>
          </p:nvSpPr>
          <p:spPr bwMode="auto">
            <a:xfrm>
              <a:off x="4445" y="1467"/>
              <a:ext cx="0" cy="2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44" name="Line 42">
              <a:extLst>
                <a:ext uri="{FF2B5EF4-FFF2-40B4-BE49-F238E27FC236}">
                  <a16:creationId xmlns:a16="http://schemas.microsoft.com/office/drawing/2014/main" id="{29D6EFED-9B0E-4BF1-81CF-366105DDEB37}"/>
                </a:ext>
              </a:extLst>
            </p:cNvPr>
            <p:cNvSpPr>
              <a:spLocks noChangeShapeType="1"/>
            </p:cNvSpPr>
            <p:nvPr/>
          </p:nvSpPr>
          <p:spPr bwMode="auto">
            <a:xfrm flipV="1">
              <a:off x="4490" y="1469"/>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45" name="Text Box 43">
              <a:extLst>
                <a:ext uri="{FF2B5EF4-FFF2-40B4-BE49-F238E27FC236}">
                  <a16:creationId xmlns:a16="http://schemas.microsoft.com/office/drawing/2014/main" id="{C77FD8C4-A5E0-47C7-BDB0-77C46CC7D52F}"/>
                </a:ext>
              </a:extLst>
            </p:cNvPr>
            <p:cNvSpPr txBox="1">
              <a:spLocks noChangeArrowheads="1"/>
            </p:cNvSpPr>
            <p:nvPr/>
          </p:nvSpPr>
          <p:spPr bwMode="auto">
            <a:xfrm>
              <a:off x="2589" y="982"/>
              <a:ext cx="1292"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80000"/>
                </a:lnSpc>
                <a:spcBef>
                  <a:spcPct val="0"/>
                </a:spcBef>
                <a:buClrTx/>
                <a:buFontTx/>
                <a:buNone/>
              </a:pPr>
              <a:r>
                <a:rPr lang="en-GB" altLang="en-US" sz="1600" dirty="0">
                  <a:solidFill>
                    <a:schemeClr val="tx1"/>
                  </a:solidFill>
                </a:rPr>
                <a:t>Pick up</a:t>
              </a:r>
            </a:p>
          </p:txBody>
        </p:sp>
      </p:grpSp>
      <p:grpSp>
        <p:nvGrpSpPr>
          <p:cNvPr id="46" name="Group 44">
            <a:extLst>
              <a:ext uri="{FF2B5EF4-FFF2-40B4-BE49-F238E27FC236}">
                <a16:creationId xmlns:a16="http://schemas.microsoft.com/office/drawing/2014/main" id="{04E9DBDB-27FC-42D6-AF5C-F1061AE9097A}"/>
              </a:ext>
            </a:extLst>
          </p:cNvPr>
          <p:cNvGrpSpPr>
            <a:grpSpLocks/>
          </p:cNvGrpSpPr>
          <p:nvPr/>
        </p:nvGrpSpPr>
        <p:grpSpPr bwMode="auto">
          <a:xfrm>
            <a:off x="4788366" y="1299926"/>
            <a:ext cx="3514725" cy="1139825"/>
            <a:chOff x="796" y="1563"/>
            <a:chExt cx="2214" cy="718"/>
          </a:xfrm>
        </p:grpSpPr>
        <p:sp>
          <p:nvSpPr>
            <p:cNvPr id="47" name="Rectangle 45">
              <a:extLst>
                <a:ext uri="{FF2B5EF4-FFF2-40B4-BE49-F238E27FC236}">
                  <a16:creationId xmlns:a16="http://schemas.microsoft.com/office/drawing/2014/main" id="{2549F5F4-1C4F-4E99-AED2-3457ED5A7800}"/>
                </a:ext>
              </a:extLst>
            </p:cNvPr>
            <p:cNvSpPr>
              <a:spLocks noChangeArrowheads="1"/>
            </p:cNvSpPr>
            <p:nvPr/>
          </p:nvSpPr>
          <p:spPr bwMode="auto">
            <a:xfrm>
              <a:off x="797" y="1750"/>
              <a:ext cx="2213" cy="531"/>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solidFill>
                  <a:schemeClr val="bg2"/>
                </a:solidFill>
              </a:endParaRPr>
            </a:p>
          </p:txBody>
        </p:sp>
        <p:sp>
          <p:nvSpPr>
            <p:cNvPr id="48" name="Line 46">
              <a:extLst>
                <a:ext uri="{FF2B5EF4-FFF2-40B4-BE49-F238E27FC236}">
                  <a16:creationId xmlns:a16="http://schemas.microsoft.com/office/drawing/2014/main" id="{F3D5E792-0FDB-473A-973F-EB181FB40B5B}"/>
                </a:ext>
              </a:extLst>
            </p:cNvPr>
            <p:cNvSpPr>
              <a:spLocks noChangeShapeType="1"/>
            </p:cNvSpPr>
            <p:nvPr/>
          </p:nvSpPr>
          <p:spPr bwMode="auto">
            <a:xfrm>
              <a:off x="1271" y="2052"/>
              <a:ext cx="0" cy="1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49" name="Line 47">
              <a:extLst>
                <a:ext uri="{FF2B5EF4-FFF2-40B4-BE49-F238E27FC236}">
                  <a16:creationId xmlns:a16="http://schemas.microsoft.com/office/drawing/2014/main" id="{6C8CDA18-B11A-400D-9699-E4A3ECDEAE1A}"/>
                </a:ext>
              </a:extLst>
            </p:cNvPr>
            <p:cNvSpPr>
              <a:spLocks noChangeShapeType="1"/>
            </p:cNvSpPr>
            <p:nvPr/>
          </p:nvSpPr>
          <p:spPr bwMode="auto">
            <a:xfrm>
              <a:off x="1092" y="1896"/>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50" name="Line 48">
              <a:extLst>
                <a:ext uri="{FF2B5EF4-FFF2-40B4-BE49-F238E27FC236}">
                  <a16:creationId xmlns:a16="http://schemas.microsoft.com/office/drawing/2014/main" id="{098E5239-C3C5-42AC-AE23-F3394AA07830}"/>
                </a:ext>
              </a:extLst>
            </p:cNvPr>
            <p:cNvSpPr>
              <a:spLocks noChangeShapeType="1"/>
            </p:cNvSpPr>
            <p:nvPr/>
          </p:nvSpPr>
          <p:spPr bwMode="auto">
            <a:xfrm flipV="1">
              <a:off x="867" y="1997"/>
              <a:ext cx="406"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51" name="Line 49">
              <a:extLst>
                <a:ext uri="{FF2B5EF4-FFF2-40B4-BE49-F238E27FC236}">
                  <a16:creationId xmlns:a16="http://schemas.microsoft.com/office/drawing/2014/main" id="{63E27657-105B-4985-AA1F-FF6370D19A39}"/>
                </a:ext>
              </a:extLst>
            </p:cNvPr>
            <p:cNvSpPr>
              <a:spLocks noChangeShapeType="1"/>
            </p:cNvSpPr>
            <p:nvPr/>
          </p:nvSpPr>
          <p:spPr bwMode="auto">
            <a:xfrm>
              <a:off x="1273" y="1989"/>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52" name="Line 50">
              <a:extLst>
                <a:ext uri="{FF2B5EF4-FFF2-40B4-BE49-F238E27FC236}">
                  <a16:creationId xmlns:a16="http://schemas.microsoft.com/office/drawing/2014/main" id="{7242BF3A-D818-4E23-ACC4-5EAD8FD54B83}"/>
                </a:ext>
              </a:extLst>
            </p:cNvPr>
            <p:cNvSpPr>
              <a:spLocks noChangeShapeType="1"/>
            </p:cNvSpPr>
            <p:nvPr/>
          </p:nvSpPr>
          <p:spPr bwMode="auto">
            <a:xfrm flipV="1">
              <a:off x="1276" y="2059"/>
              <a:ext cx="33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53" name="Line 51">
              <a:extLst>
                <a:ext uri="{FF2B5EF4-FFF2-40B4-BE49-F238E27FC236}">
                  <a16:creationId xmlns:a16="http://schemas.microsoft.com/office/drawing/2014/main" id="{CE515386-7D33-4D14-A7AD-E094981879E6}"/>
                </a:ext>
              </a:extLst>
            </p:cNvPr>
            <p:cNvSpPr>
              <a:spLocks noChangeShapeType="1"/>
            </p:cNvSpPr>
            <p:nvPr/>
          </p:nvSpPr>
          <p:spPr bwMode="auto">
            <a:xfrm>
              <a:off x="1611" y="1989"/>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54" name="Line 52">
              <a:extLst>
                <a:ext uri="{FF2B5EF4-FFF2-40B4-BE49-F238E27FC236}">
                  <a16:creationId xmlns:a16="http://schemas.microsoft.com/office/drawing/2014/main" id="{F8FB0E15-CED7-4B41-98AC-D163C666490E}"/>
                </a:ext>
              </a:extLst>
            </p:cNvPr>
            <p:cNvSpPr>
              <a:spLocks noChangeShapeType="1"/>
            </p:cNvSpPr>
            <p:nvPr/>
          </p:nvSpPr>
          <p:spPr bwMode="auto">
            <a:xfrm flipV="1">
              <a:off x="1614" y="1997"/>
              <a:ext cx="41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55" name="Line 53">
              <a:extLst>
                <a:ext uri="{FF2B5EF4-FFF2-40B4-BE49-F238E27FC236}">
                  <a16:creationId xmlns:a16="http://schemas.microsoft.com/office/drawing/2014/main" id="{D504257E-42CB-404A-9853-70B05837D671}"/>
                </a:ext>
              </a:extLst>
            </p:cNvPr>
            <p:cNvSpPr>
              <a:spLocks noChangeShapeType="1"/>
            </p:cNvSpPr>
            <p:nvPr/>
          </p:nvSpPr>
          <p:spPr bwMode="auto">
            <a:xfrm>
              <a:off x="1089" y="2200"/>
              <a:ext cx="194" cy="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56" name="Text Box 54">
              <a:extLst>
                <a:ext uri="{FF2B5EF4-FFF2-40B4-BE49-F238E27FC236}">
                  <a16:creationId xmlns:a16="http://schemas.microsoft.com/office/drawing/2014/main" id="{BA5AEEAC-7255-42BF-9907-27ADF3BD01DE}"/>
                </a:ext>
              </a:extLst>
            </p:cNvPr>
            <p:cNvSpPr txBox="1">
              <a:spLocks noChangeArrowheads="1"/>
            </p:cNvSpPr>
            <p:nvPr/>
          </p:nvSpPr>
          <p:spPr bwMode="auto">
            <a:xfrm>
              <a:off x="1151" y="2096"/>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80000"/>
                </a:lnSpc>
                <a:spcBef>
                  <a:spcPct val="0"/>
                </a:spcBef>
                <a:buClrTx/>
                <a:buFontTx/>
                <a:buNone/>
              </a:pPr>
              <a:r>
                <a:rPr lang="fr-FR" altLang="en-US" sz="1000" b="1">
                  <a:solidFill>
                    <a:schemeClr val="accent2"/>
                  </a:solidFill>
                  <a:latin typeface="FuturaA Md BT" pitchFamily="34" charset="0"/>
                </a:rPr>
                <a:t>2</a:t>
              </a:r>
            </a:p>
          </p:txBody>
        </p:sp>
        <p:sp>
          <p:nvSpPr>
            <p:cNvPr id="57" name="Line 55">
              <a:extLst>
                <a:ext uri="{FF2B5EF4-FFF2-40B4-BE49-F238E27FC236}">
                  <a16:creationId xmlns:a16="http://schemas.microsoft.com/office/drawing/2014/main" id="{357475B2-A602-4A11-AFBF-9A150604ECD1}"/>
                </a:ext>
              </a:extLst>
            </p:cNvPr>
            <p:cNvSpPr>
              <a:spLocks noChangeShapeType="1"/>
            </p:cNvSpPr>
            <p:nvPr/>
          </p:nvSpPr>
          <p:spPr bwMode="auto">
            <a:xfrm>
              <a:off x="2124" y="1896"/>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58" name="Line 56">
              <a:extLst>
                <a:ext uri="{FF2B5EF4-FFF2-40B4-BE49-F238E27FC236}">
                  <a16:creationId xmlns:a16="http://schemas.microsoft.com/office/drawing/2014/main" id="{4AC12949-6BAF-4839-A31A-CB3418DC9A7D}"/>
                </a:ext>
              </a:extLst>
            </p:cNvPr>
            <p:cNvSpPr>
              <a:spLocks noChangeShapeType="1"/>
            </p:cNvSpPr>
            <p:nvPr/>
          </p:nvSpPr>
          <p:spPr bwMode="auto">
            <a:xfrm>
              <a:off x="2125" y="2214"/>
              <a:ext cx="194" cy="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59" name="Text Box 57">
              <a:extLst>
                <a:ext uri="{FF2B5EF4-FFF2-40B4-BE49-F238E27FC236}">
                  <a16:creationId xmlns:a16="http://schemas.microsoft.com/office/drawing/2014/main" id="{DF47477F-7FAA-4CFC-9055-331CCC2963DF}"/>
                </a:ext>
              </a:extLst>
            </p:cNvPr>
            <p:cNvSpPr txBox="1">
              <a:spLocks noChangeArrowheads="1"/>
            </p:cNvSpPr>
            <p:nvPr/>
          </p:nvSpPr>
          <p:spPr bwMode="auto">
            <a:xfrm>
              <a:off x="2191" y="2096"/>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80000"/>
                </a:lnSpc>
                <a:spcBef>
                  <a:spcPct val="0"/>
                </a:spcBef>
                <a:buClrTx/>
                <a:buFontTx/>
                <a:buNone/>
              </a:pPr>
              <a:r>
                <a:rPr lang="fr-FR" altLang="en-US" sz="1000" b="1">
                  <a:solidFill>
                    <a:schemeClr val="accent2"/>
                  </a:solidFill>
                  <a:latin typeface="FuturaA Md BT" pitchFamily="34" charset="0"/>
                </a:rPr>
                <a:t>2</a:t>
              </a:r>
            </a:p>
          </p:txBody>
        </p:sp>
        <p:sp>
          <p:nvSpPr>
            <p:cNvPr id="60" name="Line 58">
              <a:extLst>
                <a:ext uri="{FF2B5EF4-FFF2-40B4-BE49-F238E27FC236}">
                  <a16:creationId xmlns:a16="http://schemas.microsoft.com/office/drawing/2014/main" id="{30D6F69E-4182-4259-8871-312FBDDF5532}"/>
                </a:ext>
              </a:extLst>
            </p:cNvPr>
            <p:cNvSpPr>
              <a:spLocks noChangeShapeType="1"/>
            </p:cNvSpPr>
            <p:nvPr/>
          </p:nvSpPr>
          <p:spPr bwMode="auto">
            <a:xfrm>
              <a:off x="2312" y="1896"/>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61" name="Line 59">
              <a:extLst>
                <a:ext uri="{FF2B5EF4-FFF2-40B4-BE49-F238E27FC236}">
                  <a16:creationId xmlns:a16="http://schemas.microsoft.com/office/drawing/2014/main" id="{AF1FB1B1-6D71-4580-8C9B-0A10E0A2AEB6}"/>
                </a:ext>
              </a:extLst>
            </p:cNvPr>
            <p:cNvSpPr>
              <a:spLocks noChangeShapeType="1"/>
            </p:cNvSpPr>
            <p:nvPr/>
          </p:nvSpPr>
          <p:spPr bwMode="auto">
            <a:xfrm flipV="1">
              <a:off x="890" y="1834"/>
              <a:ext cx="211"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62" name="Line 60">
              <a:extLst>
                <a:ext uri="{FF2B5EF4-FFF2-40B4-BE49-F238E27FC236}">
                  <a16:creationId xmlns:a16="http://schemas.microsoft.com/office/drawing/2014/main" id="{DB1D36C5-BBBC-4415-8C15-328E4301CB22}"/>
                </a:ext>
              </a:extLst>
            </p:cNvPr>
            <p:cNvSpPr>
              <a:spLocks noChangeShapeType="1"/>
            </p:cNvSpPr>
            <p:nvPr/>
          </p:nvSpPr>
          <p:spPr bwMode="auto">
            <a:xfrm>
              <a:off x="1101" y="1826"/>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63" name="Line 61">
              <a:extLst>
                <a:ext uri="{FF2B5EF4-FFF2-40B4-BE49-F238E27FC236}">
                  <a16:creationId xmlns:a16="http://schemas.microsoft.com/office/drawing/2014/main" id="{5108052A-4BBE-4B0E-80A9-49AD798538CF}"/>
                </a:ext>
              </a:extLst>
            </p:cNvPr>
            <p:cNvSpPr>
              <a:spLocks noChangeShapeType="1"/>
            </p:cNvSpPr>
            <p:nvPr/>
          </p:nvSpPr>
          <p:spPr bwMode="auto">
            <a:xfrm flipV="1">
              <a:off x="1101" y="1892"/>
              <a:ext cx="513" cy="4"/>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64" name="Line 62">
              <a:extLst>
                <a:ext uri="{FF2B5EF4-FFF2-40B4-BE49-F238E27FC236}">
                  <a16:creationId xmlns:a16="http://schemas.microsoft.com/office/drawing/2014/main" id="{4B727288-83A3-4150-8F9A-524BC4375F88}"/>
                </a:ext>
              </a:extLst>
            </p:cNvPr>
            <p:cNvSpPr>
              <a:spLocks noChangeShapeType="1"/>
            </p:cNvSpPr>
            <p:nvPr/>
          </p:nvSpPr>
          <p:spPr bwMode="auto">
            <a:xfrm>
              <a:off x="1615" y="1826"/>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65" name="Line 63">
              <a:extLst>
                <a:ext uri="{FF2B5EF4-FFF2-40B4-BE49-F238E27FC236}">
                  <a16:creationId xmlns:a16="http://schemas.microsoft.com/office/drawing/2014/main" id="{B9E1514E-202C-47EF-998F-2312712390A7}"/>
                </a:ext>
              </a:extLst>
            </p:cNvPr>
            <p:cNvSpPr>
              <a:spLocks noChangeShapeType="1"/>
            </p:cNvSpPr>
            <p:nvPr/>
          </p:nvSpPr>
          <p:spPr bwMode="auto">
            <a:xfrm flipV="1">
              <a:off x="1618" y="1834"/>
              <a:ext cx="47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66" name="Line 64">
              <a:extLst>
                <a:ext uri="{FF2B5EF4-FFF2-40B4-BE49-F238E27FC236}">
                  <a16:creationId xmlns:a16="http://schemas.microsoft.com/office/drawing/2014/main" id="{2830AEE1-718B-429E-BC52-23607B504D37}"/>
                </a:ext>
              </a:extLst>
            </p:cNvPr>
            <p:cNvSpPr>
              <a:spLocks noChangeShapeType="1"/>
            </p:cNvSpPr>
            <p:nvPr/>
          </p:nvSpPr>
          <p:spPr bwMode="auto">
            <a:xfrm flipV="1">
              <a:off x="2010" y="1834"/>
              <a:ext cx="111"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67" name="Line 65">
              <a:extLst>
                <a:ext uri="{FF2B5EF4-FFF2-40B4-BE49-F238E27FC236}">
                  <a16:creationId xmlns:a16="http://schemas.microsoft.com/office/drawing/2014/main" id="{86DD8DF5-5E57-4277-BD20-AB3223180F05}"/>
                </a:ext>
              </a:extLst>
            </p:cNvPr>
            <p:cNvSpPr>
              <a:spLocks noChangeShapeType="1"/>
            </p:cNvSpPr>
            <p:nvPr/>
          </p:nvSpPr>
          <p:spPr bwMode="auto">
            <a:xfrm>
              <a:off x="2125" y="1830"/>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68" name="Line 66">
              <a:extLst>
                <a:ext uri="{FF2B5EF4-FFF2-40B4-BE49-F238E27FC236}">
                  <a16:creationId xmlns:a16="http://schemas.microsoft.com/office/drawing/2014/main" id="{BB66B8BE-E1D4-4A46-99D7-1819305D5143}"/>
                </a:ext>
              </a:extLst>
            </p:cNvPr>
            <p:cNvSpPr>
              <a:spLocks noChangeShapeType="1"/>
            </p:cNvSpPr>
            <p:nvPr/>
          </p:nvSpPr>
          <p:spPr bwMode="auto">
            <a:xfrm flipV="1">
              <a:off x="2133" y="1895"/>
              <a:ext cx="101" cy="1"/>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69" name="Line 67">
              <a:extLst>
                <a:ext uri="{FF2B5EF4-FFF2-40B4-BE49-F238E27FC236}">
                  <a16:creationId xmlns:a16="http://schemas.microsoft.com/office/drawing/2014/main" id="{D37827F5-EE28-44B7-850C-F3ACBCA5E5EA}"/>
                </a:ext>
              </a:extLst>
            </p:cNvPr>
            <p:cNvSpPr>
              <a:spLocks noChangeShapeType="1"/>
            </p:cNvSpPr>
            <p:nvPr/>
          </p:nvSpPr>
          <p:spPr bwMode="auto">
            <a:xfrm flipV="1">
              <a:off x="2694" y="1832"/>
              <a:ext cx="222"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70" name="Line 68">
              <a:extLst>
                <a:ext uri="{FF2B5EF4-FFF2-40B4-BE49-F238E27FC236}">
                  <a16:creationId xmlns:a16="http://schemas.microsoft.com/office/drawing/2014/main" id="{40A0010B-8B6F-433B-9E9C-E27EB3AAD91B}"/>
                </a:ext>
              </a:extLst>
            </p:cNvPr>
            <p:cNvSpPr>
              <a:spLocks noChangeShapeType="1"/>
            </p:cNvSpPr>
            <p:nvPr/>
          </p:nvSpPr>
          <p:spPr bwMode="auto">
            <a:xfrm>
              <a:off x="2235" y="1830"/>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71" name="Line 69">
              <a:extLst>
                <a:ext uri="{FF2B5EF4-FFF2-40B4-BE49-F238E27FC236}">
                  <a16:creationId xmlns:a16="http://schemas.microsoft.com/office/drawing/2014/main" id="{73E8DFD3-64A9-4B3A-8862-DA7DB92527C1}"/>
                </a:ext>
              </a:extLst>
            </p:cNvPr>
            <p:cNvSpPr>
              <a:spLocks noChangeShapeType="1"/>
            </p:cNvSpPr>
            <p:nvPr/>
          </p:nvSpPr>
          <p:spPr bwMode="auto">
            <a:xfrm flipV="1">
              <a:off x="2230" y="1834"/>
              <a:ext cx="243"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72" name="Line 70">
              <a:extLst>
                <a:ext uri="{FF2B5EF4-FFF2-40B4-BE49-F238E27FC236}">
                  <a16:creationId xmlns:a16="http://schemas.microsoft.com/office/drawing/2014/main" id="{50CBEDDA-D7CA-49B7-8A9E-A8A17EB8BD9E}"/>
                </a:ext>
              </a:extLst>
            </p:cNvPr>
            <p:cNvSpPr>
              <a:spLocks noChangeShapeType="1"/>
            </p:cNvSpPr>
            <p:nvPr/>
          </p:nvSpPr>
          <p:spPr bwMode="auto">
            <a:xfrm>
              <a:off x="2469" y="1830"/>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73" name="Line 71">
              <a:extLst>
                <a:ext uri="{FF2B5EF4-FFF2-40B4-BE49-F238E27FC236}">
                  <a16:creationId xmlns:a16="http://schemas.microsoft.com/office/drawing/2014/main" id="{4C64C588-254C-43DC-8E23-C55FAFCBBE7F}"/>
                </a:ext>
              </a:extLst>
            </p:cNvPr>
            <p:cNvSpPr>
              <a:spLocks noChangeShapeType="1"/>
            </p:cNvSpPr>
            <p:nvPr/>
          </p:nvSpPr>
          <p:spPr bwMode="auto">
            <a:xfrm flipV="1">
              <a:off x="2473" y="1894"/>
              <a:ext cx="225" cy="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74" name="Line 72">
              <a:extLst>
                <a:ext uri="{FF2B5EF4-FFF2-40B4-BE49-F238E27FC236}">
                  <a16:creationId xmlns:a16="http://schemas.microsoft.com/office/drawing/2014/main" id="{C95B75C0-AFDE-4F80-BA73-97C3CE8734B8}"/>
                </a:ext>
              </a:extLst>
            </p:cNvPr>
            <p:cNvSpPr>
              <a:spLocks noChangeShapeType="1"/>
            </p:cNvSpPr>
            <p:nvPr/>
          </p:nvSpPr>
          <p:spPr bwMode="auto">
            <a:xfrm>
              <a:off x="2697" y="1828"/>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75" name="Line 73">
              <a:extLst>
                <a:ext uri="{FF2B5EF4-FFF2-40B4-BE49-F238E27FC236}">
                  <a16:creationId xmlns:a16="http://schemas.microsoft.com/office/drawing/2014/main" id="{049272E1-5AE0-44B5-AE8A-7594BA12DE7C}"/>
                </a:ext>
              </a:extLst>
            </p:cNvPr>
            <p:cNvSpPr>
              <a:spLocks noChangeShapeType="1"/>
            </p:cNvSpPr>
            <p:nvPr/>
          </p:nvSpPr>
          <p:spPr bwMode="auto">
            <a:xfrm>
              <a:off x="2468" y="1896"/>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76" name="Line 74">
              <a:extLst>
                <a:ext uri="{FF2B5EF4-FFF2-40B4-BE49-F238E27FC236}">
                  <a16:creationId xmlns:a16="http://schemas.microsoft.com/office/drawing/2014/main" id="{06D7F32D-5CA8-4F71-8E73-6A9D4E65D2C6}"/>
                </a:ext>
              </a:extLst>
            </p:cNvPr>
            <p:cNvSpPr>
              <a:spLocks noChangeShapeType="1"/>
            </p:cNvSpPr>
            <p:nvPr/>
          </p:nvSpPr>
          <p:spPr bwMode="auto">
            <a:xfrm>
              <a:off x="2469" y="2214"/>
              <a:ext cx="194" cy="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77" name="Text Box 75">
              <a:extLst>
                <a:ext uri="{FF2B5EF4-FFF2-40B4-BE49-F238E27FC236}">
                  <a16:creationId xmlns:a16="http://schemas.microsoft.com/office/drawing/2014/main" id="{DF6881E2-DBEB-44C3-BAC9-157296620A44}"/>
                </a:ext>
              </a:extLst>
            </p:cNvPr>
            <p:cNvSpPr txBox="1">
              <a:spLocks noChangeArrowheads="1"/>
            </p:cNvSpPr>
            <p:nvPr/>
          </p:nvSpPr>
          <p:spPr bwMode="auto">
            <a:xfrm>
              <a:off x="2535" y="2096"/>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80000"/>
                </a:lnSpc>
                <a:spcBef>
                  <a:spcPct val="0"/>
                </a:spcBef>
                <a:buClrTx/>
                <a:buFontTx/>
                <a:buNone/>
              </a:pPr>
              <a:r>
                <a:rPr lang="fr-FR" altLang="en-US" sz="1000" b="1">
                  <a:solidFill>
                    <a:schemeClr val="accent2"/>
                  </a:solidFill>
                  <a:latin typeface="FuturaA Md BT" pitchFamily="34" charset="0"/>
                </a:rPr>
                <a:t>2</a:t>
              </a:r>
            </a:p>
          </p:txBody>
        </p:sp>
        <p:sp>
          <p:nvSpPr>
            <p:cNvPr id="78" name="Line 76">
              <a:extLst>
                <a:ext uri="{FF2B5EF4-FFF2-40B4-BE49-F238E27FC236}">
                  <a16:creationId xmlns:a16="http://schemas.microsoft.com/office/drawing/2014/main" id="{707603A6-5410-470F-A3E9-A97B2335AFC1}"/>
                </a:ext>
              </a:extLst>
            </p:cNvPr>
            <p:cNvSpPr>
              <a:spLocks noChangeShapeType="1"/>
            </p:cNvSpPr>
            <p:nvPr/>
          </p:nvSpPr>
          <p:spPr bwMode="auto">
            <a:xfrm>
              <a:off x="2652" y="1988"/>
              <a:ext cx="0" cy="2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grpSp>
          <p:nvGrpSpPr>
            <p:cNvPr id="79" name="Group 77">
              <a:extLst>
                <a:ext uri="{FF2B5EF4-FFF2-40B4-BE49-F238E27FC236}">
                  <a16:creationId xmlns:a16="http://schemas.microsoft.com/office/drawing/2014/main" id="{C596AD3E-BDB0-4776-8C7C-01ACAE020CB2}"/>
                </a:ext>
              </a:extLst>
            </p:cNvPr>
            <p:cNvGrpSpPr>
              <a:grpSpLocks/>
            </p:cNvGrpSpPr>
            <p:nvPr/>
          </p:nvGrpSpPr>
          <p:grpSpPr bwMode="auto">
            <a:xfrm flipV="1">
              <a:off x="2015" y="1989"/>
              <a:ext cx="897" cy="71"/>
              <a:chOff x="2031" y="1925"/>
              <a:chExt cx="897" cy="71"/>
            </a:xfrm>
          </p:grpSpPr>
          <p:sp>
            <p:nvSpPr>
              <p:cNvPr id="81" name="Line 78">
                <a:extLst>
                  <a:ext uri="{FF2B5EF4-FFF2-40B4-BE49-F238E27FC236}">
                    <a16:creationId xmlns:a16="http://schemas.microsoft.com/office/drawing/2014/main" id="{CF394E6D-971B-4DA2-99D7-9B9690DF357D}"/>
                  </a:ext>
                </a:extLst>
              </p:cNvPr>
              <p:cNvSpPr>
                <a:spLocks noChangeShapeType="1"/>
              </p:cNvSpPr>
              <p:nvPr/>
            </p:nvSpPr>
            <p:spPr bwMode="auto">
              <a:xfrm>
                <a:off x="2031" y="1987"/>
                <a:ext cx="642"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82" name="Line 79">
                <a:extLst>
                  <a:ext uri="{FF2B5EF4-FFF2-40B4-BE49-F238E27FC236}">
                    <a16:creationId xmlns:a16="http://schemas.microsoft.com/office/drawing/2014/main" id="{7C830EC6-897A-41FD-B995-5BD13735A8D9}"/>
                  </a:ext>
                </a:extLst>
              </p:cNvPr>
              <p:cNvSpPr>
                <a:spLocks noChangeShapeType="1"/>
              </p:cNvSpPr>
              <p:nvPr/>
            </p:nvSpPr>
            <p:spPr bwMode="auto">
              <a:xfrm flipV="1">
                <a:off x="2669" y="1925"/>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83" name="Line 80">
                <a:extLst>
                  <a:ext uri="{FF2B5EF4-FFF2-40B4-BE49-F238E27FC236}">
                    <a16:creationId xmlns:a16="http://schemas.microsoft.com/office/drawing/2014/main" id="{3198E58B-3429-491A-B352-E6675E2CB66A}"/>
                  </a:ext>
                </a:extLst>
              </p:cNvPr>
              <p:cNvSpPr>
                <a:spLocks noChangeShapeType="1"/>
              </p:cNvSpPr>
              <p:nvPr/>
            </p:nvSpPr>
            <p:spPr bwMode="auto">
              <a:xfrm>
                <a:off x="2676" y="1925"/>
                <a:ext cx="3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84" name="Line 81">
                <a:extLst>
                  <a:ext uri="{FF2B5EF4-FFF2-40B4-BE49-F238E27FC236}">
                    <a16:creationId xmlns:a16="http://schemas.microsoft.com/office/drawing/2014/main" id="{B642B52A-9A39-4B1C-9C98-0B0A25AB2DA8}"/>
                  </a:ext>
                </a:extLst>
              </p:cNvPr>
              <p:cNvSpPr>
                <a:spLocks noChangeShapeType="1"/>
              </p:cNvSpPr>
              <p:nvPr/>
            </p:nvSpPr>
            <p:spPr bwMode="auto">
              <a:xfrm>
                <a:off x="2710" y="1987"/>
                <a:ext cx="21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85" name="Line 82">
                <a:extLst>
                  <a:ext uri="{FF2B5EF4-FFF2-40B4-BE49-F238E27FC236}">
                    <a16:creationId xmlns:a16="http://schemas.microsoft.com/office/drawing/2014/main" id="{68DEF425-0B81-4C02-9702-8F6E36967A21}"/>
                  </a:ext>
                </a:extLst>
              </p:cNvPr>
              <p:cNvSpPr>
                <a:spLocks noChangeShapeType="1"/>
              </p:cNvSpPr>
              <p:nvPr/>
            </p:nvSpPr>
            <p:spPr bwMode="auto">
              <a:xfrm flipV="1">
                <a:off x="2713" y="1926"/>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grpSp>
        <p:sp>
          <p:nvSpPr>
            <p:cNvPr id="80" name="Text Box 83">
              <a:extLst>
                <a:ext uri="{FF2B5EF4-FFF2-40B4-BE49-F238E27FC236}">
                  <a16:creationId xmlns:a16="http://schemas.microsoft.com/office/drawing/2014/main" id="{30480E74-8E34-401E-992A-C09C2DB56EA4}"/>
                </a:ext>
              </a:extLst>
            </p:cNvPr>
            <p:cNvSpPr txBox="1">
              <a:spLocks noChangeArrowheads="1"/>
            </p:cNvSpPr>
            <p:nvPr/>
          </p:nvSpPr>
          <p:spPr bwMode="auto">
            <a:xfrm>
              <a:off x="796" y="1563"/>
              <a:ext cx="1292"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80000"/>
                </a:lnSpc>
                <a:spcBef>
                  <a:spcPct val="0"/>
                </a:spcBef>
                <a:buClrTx/>
                <a:buFontTx/>
                <a:buNone/>
              </a:pPr>
              <a:r>
                <a:rPr lang="en-GB" altLang="en-US" sz="1600">
                  <a:solidFill>
                    <a:schemeClr val="tx1"/>
                  </a:solidFill>
                </a:rPr>
                <a:t>Drop off</a:t>
              </a:r>
            </a:p>
          </p:txBody>
        </p:sp>
      </p:grpSp>
      <p:grpSp>
        <p:nvGrpSpPr>
          <p:cNvPr id="86" name="Group 84">
            <a:extLst>
              <a:ext uri="{FF2B5EF4-FFF2-40B4-BE49-F238E27FC236}">
                <a16:creationId xmlns:a16="http://schemas.microsoft.com/office/drawing/2014/main" id="{60A4D2A7-67C4-49DB-A9D8-B54FA2F8BB7A}"/>
              </a:ext>
            </a:extLst>
          </p:cNvPr>
          <p:cNvGrpSpPr>
            <a:grpSpLocks/>
          </p:cNvGrpSpPr>
          <p:nvPr/>
        </p:nvGrpSpPr>
        <p:grpSpPr bwMode="auto">
          <a:xfrm>
            <a:off x="552916" y="2893776"/>
            <a:ext cx="3514725" cy="1139825"/>
            <a:chOff x="796" y="2427"/>
            <a:chExt cx="2214" cy="718"/>
          </a:xfrm>
        </p:grpSpPr>
        <p:sp>
          <p:nvSpPr>
            <p:cNvPr id="87" name="Line 85">
              <a:extLst>
                <a:ext uri="{FF2B5EF4-FFF2-40B4-BE49-F238E27FC236}">
                  <a16:creationId xmlns:a16="http://schemas.microsoft.com/office/drawing/2014/main" id="{DD68D7C9-0AC4-4414-9042-2C2951ADE396}"/>
                </a:ext>
              </a:extLst>
            </p:cNvPr>
            <p:cNvSpPr>
              <a:spLocks noChangeShapeType="1"/>
            </p:cNvSpPr>
            <p:nvPr/>
          </p:nvSpPr>
          <p:spPr bwMode="auto">
            <a:xfrm>
              <a:off x="892" y="2786"/>
              <a:ext cx="211"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88" name="Line 86">
              <a:extLst>
                <a:ext uri="{FF2B5EF4-FFF2-40B4-BE49-F238E27FC236}">
                  <a16:creationId xmlns:a16="http://schemas.microsoft.com/office/drawing/2014/main" id="{598C467D-BAFA-47B5-80E5-AC1E2BC0D1B5}"/>
                </a:ext>
              </a:extLst>
            </p:cNvPr>
            <p:cNvSpPr>
              <a:spLocks noChangeShapeType="1"/>
            </p:cNvSpPr>
            <p:nvPr/>
          </p:nvSpPr>
          <p:spPr bwMode="auto">
            <a:xfrm flipV="1">
              <a:off x="1101" y="2716"/>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89" name="Line 87">
              <a:extLst>
                <a:ext uri="{FF2B5EF4-FFF2-40B4-BE49-F238E27FC236}">
                  <a16:creationId xmlns:a16="http://schemas.microsoft.com/office/drawing/2014/main" id="{9749BC25-D6F6-4195-B17E-E666472737EA}"/>
                </a:ext>
              </a:extLst>
            </p:cNvPr>
            <p:cNvSpPr>
              <a:spLocks noChangeShapeType="1"/>
            </p:cNvSpPr>
            <p:nvPr/>
          </p:nvSpPr>
          <p:spPr bwMode="auto">
            <a:xfrm>
              <a:off x="1101" y="2716"/>
              <a:ext cx="111"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90" name="Line 88">
              <a:extLst>
                <a:ext uri="{FF2B5EF4-FFF2-40B4-BE49-F238E27FC236}">
                  <a16:creationId xmlns:a16="http://schemas.microsoft.com/office/drawing/2014/main" id="{42DF2080-A7FB-41A7-8ED0-B72D335C304C}"/>
                </a:ext>
              </a:extLst>
            </p:cNvPr>
            <p:cNvSpPr>
              <a:spLocks noChangeShapeType="1"/>
            </p:cNvSpPr>
            <p:nvPr/>
          </p:nvSpPr>
          <p:spPr bwMode="auto">
            <a:xfrm flipV="1">
              <a:off x="1207" y="2716"/>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91" name="Line 89">
              <a:extLst>
                <a:ext uri="{FF2B5EF4-FFF2-40B4-BE49-F238E27FC236}">
                  <a16:creationId xmlns:a16="http://schemas.microsoft.com/office/drawing/2014/main" id="{B06945A8-635F-4203-B859-D52164E8563E}"/>
                </a:ext>
              </a:extLst>
            </p:cNvPr>
            <p:cNvSpPr>
              <a:spLocks noChangeShapeType="1"/>
            </p:cNvSpPr>
            <p:nvPr/>
          </p:nvSpPr>
          <p:spPr bwMode="auto">
            <a:xfrm>
              <a:off x="1209" y="2786"/>
              <a:ext cx="73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92" name="Line 90">
              <a:extLst>
                <a:ext uri="{FF2B5EF4-FFF2-40B4-BE49-F238E27FC236}">
                  <a16:creationId xmlns:a16="http://schemas.microsoft.com/office/drawing/2014/main" id="{8CFC045E-2139-4BBB-AD5F-46230D1A321F}"/>
                </a:ext>
              </a:extLst>
            </p:cNvPr>
            <p:cNvSpPr>
              <a:spLocks noChangeShapeType="1"/>
            </p:cNvSpPr>
            <p:nvPr/>
          </p:nvSpPr>
          <p:spPr bwMode="auto">
            <a:xfrm>
              <a:off x="881" y="2949"/>
              <a:ext cx="22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93" name="Line 91">
              <a:extLst>
                <a:ext uri="{FF2B5EF4-FFF2-40B4-BE49-F238E27FC236}">
                  <a16:creationId xmlns:a16="http://schemas.microsoft.com/office/drawing/2014/main" id="{DB155B5B-16F2-405E-82A4-6CD8446ABA39}"/>
                </a:ext>
              </a:extLst>
            </p:cNvPr>
            <p:cNvSpPr>
              <a:spLocks noChangeShapeType="1"/>
            </p:cNvSpPr>
            <p:nvPr/>
          </p:nvSpPr>
          <p:spPr bwMode="auto">
            <a:xfrm flipV="1">
              <a:off x="1105" y="2879"/>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94" name="Line 92">
              <a:extLst>
                <a:ext uri="{FF2B5EF4-FFF2-40B4-BE49-F238E27FC236}">
                  <a16:creationId xmlns:a16="http://schemas.microsoft.com/office/drawing/2014/main" id="{8BBD3536-0ED7-4FDE-BDA1-9330CE7788E6}"/>
                </a:ext>
              </a:extLst>
            </p:cNvPr>
            <p:cNvSpPr>
              <a:spLocks noChangeShapeType="1"/>
            </p:cNvSpPr>
            <p:nvPr/>
          </p:nvSpPr>
          <p:spPr bwMode="auto">
            <a:xfrm>
              <a:off x="1101" y="2879"/>
              <a:ext cx="185"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95" name="Line 93">
              <a:extLst>
                <a:ext uri="{FF2B5EF4-FFF2-40B4-BE49-F238E27FC236}">
                  <a16:creationId xmlns:a16="http://schemas.microsoft.com/office/drawing/2014/main" id="{4229236E-2CCD-457D-9D68-9195EE8339CD}"/>
                </a:ext>
              </a:extLst>
            </p:cNvPr>
            <p:cNvSpPr>
              <a:spLocks noChangeShapeType="1"/>
            </p:cNvSpPr>
            <p:nvPr/>
          </p:nvSpPr>
          <p:spPr bwMode="auto">
            <a:xfrm flipV="1">
              <a:off x="1285" y="2879"/>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96" name="Line 94">
              <a:extLst>
                <a:ext uri="{FF2B5EF4-FFF2-40B4-BE49-F238E27FC236}">
                  <a16:creationId xmlns:a16="http://schemas.microsoft.com/office/drawing/2014/main" id="{595C0E19-526B-4C93-95DE-4A2878F23C3E}"/>
                </a:ext>
              </a:extLst>
            </p:cNvPr>
            <p:cNvSpPr>
              <a:spLocks noChangeShapeType="1"/>
            </p:cNvSpPr>
            <p:nvPr/>
          </p:nvSpPr>
          <p:spPr bwMode="auto">
            <a:xfrm>
              <a:off x="1278" y="2949"/>
              <a:ext cx="74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97" name="Line 95">
              <a:extLst>
                <a:ext uri="{FF2B5EF4-FFF2-40B4-BE49-F238E27FC236}">
                  <a16:creationId xmlns:a16="http://schemas.microsoft.com/office/drawing/2014/main" id="{6BF951CF-C58C-416D-950D-4EF4B4B9F89B}"/>
                </a:ext>
              </a:extLst>
            </p:cNvPr>
            <p:cNvSpPr>
              <a:spLocks noChangeShapeType="1"/>
            </p:cNvSpPr>
            <p:nvPr/>
          </p:nvSpPr>
          <p:spPr bwMode="auto">
            <a:xfrm>
              <a:off x="1287" y="2910"/>
              <a:ext cx="0" cy="1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98" name="Line 96">
              <a:extLst>
                <a:ext uri="{FF2B5EF4-FFF2-40B4-BE49-F238E27FC236}">
                  <a16:creationId xmlns:a16="http://schemas.microsoft.com/office/drawing/2014/main" id="{97C0C416-D151-462B-B432-2B52D45D3AAF}"/>
                </a:ext>
              </a:extLst>
            </p:cNvPr>
            <p:cNvSpPr>
              <a:spLocks noChangeShapeType="1"/>
            </p:cNvSpPr>
            <p:nvPr/>
          </p:nvSpPr>
          <p:spPr bwMode="auto">
            <a:xfrm>
              <a:off x="1105" y="3088"/>
              <a:ext cx="194" cy="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99" name="Line 97">
              <a:extLst>
                <a:ext uri="{FF2B5EF4-FFF2-40B4-BE49-F238E27FC236}">
                  <a16:creationId xmlns:a16="http://schemas.microsoft.com/office/drawing/2014/main" id="{CC4412B6-CC48-470C-B694-D76C6769E1F2}"/>
                </a:ext>
              </a:extLst>
            </p:cNvPr>
            <p:cNvSpPr>
              <a:spLocks noChangeShapeType="1"/>
            </p:cNvSpPr>
            <p:nvPr/>
          </p:nvSpPr>
          <p:spPr bwMode="auto">
            <a:xfrm>
              <a:off x="1102" y="2786"/>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00" name="Rectangle 98">
              <a:extLst>
                <a:ext uri="{FF2B5EF4-FFF2-40B4-BE49-F238E27FC236}">
                  <a16:creationId xmlns:a16="http://schemas.microsoft.com/office/drawing/2014/main" id="{3992D897-D534-4F5B-8E4A-512C12E63938}"/>
                </a:ext>
              </a:extLst>
            </p:cNvPr>
            <p:cNvSpPr>
              <a:spLocks noChangeArrowheads="1"/>
            </p:cNvSpPr>
            <p:nvPr/>
          </p:nvSpPr>
          <p:spPr bwMode="auto">
            <a:xfrm>
              <a:off x="797" y="2614"/>
              <a:ext cx="2213" cy="531"/>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solidFill>
                  <a:schemeClr val="bg2"/>
                </a:solidFill>
              </a:endParaRPr>
            </a:p>
          </p:txBody>
        </p:sp>
        <p:sp>
          <p:nvSpPr>
            <p:cNvPr id="101" name="Line 99">
              <a:extLst>
                <a:ext uri="{FF2B5EF4-FFF2-40B4-BE49-F238E27FC236}">
                  <a16:creationId xmlns:a16="http://schemas.microsoft.com/office/drawing/2014/main" id="{BE90E9B9-8B35-49F6-ABF3-E053DDD4F24A}"/>
                </a:ext>
              </a:extLst>
            </p:cNvPr>
            <p:cNvSpPr>
              <a:spLocks noChangeShapeType="1"/>
            </p:cNvSpPr>
            <p:nvPr/>
          </p:nvSpPr>
          <p:spPr bwMode="auto">
            <a:xfrm>
              <a:off x="1929" y="2786"/>
              <a:ext cx="211"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02" name="Line 100">
              <a:extLst>
                <a:ext uri="{FF2B5EF4-FFF2-40B4-BE49-F238E27FC236}">
                  <a16:creationId xmlns:a16="http://schemas.microsoft.com/office/drawing/2014/main" id="{3F528AAA-7292-4594-809F-0E925B0C41F0}"/>
                </a:ext>
              </a:extLst>
            </p:cNvPr>
            <p:cNvSpPr>
              <a:spLocks noChangeShapeType="1"/>
            </p:cNvSpPr>
            <p:nvPr/>
          </p:nvSpPr>
          <p:spPr bwMode="auto">
            <a:xfrm flipV="1">
              <a:off x="2138" y="2716"/>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03" name="Line 101">
              <a:extLst>
                <a:ext uri="{FF2B5EF4-FFF2-40B4-BE49-F238E27FC236}">
                  <a16:creationId xmlns:a16="http://schemas.microsoft.com/office/drawing/2014/main" id="{F6E656C0-4BC7-4AB0-936E-D095AB864C49}"/>
                </a:ext>
              </a:extLst>
            </p:cNvPr>
            <p:cNvSpPr>
              <a:spLocks noChangeShapeType="1"/>
            </p:cNvSpPr>
            <p:nvPr/>
          </p:nvSpPr>
          <p:spPr bwMode="auto">
            <a:xfrm>
              <a:off x="2136" y="2720"/>
              <a:ext cx="297"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04" name="Line 102">
              <a:extLst>
                <a:ext uri="{FF2B5EF4-FFF2-40B4-BE49-F238E27FC236}">
                  <a16:creationId xmlns:a16="http://schemas.microsoft.com/office/drawing/2014/main" id="{1716159F-9868-49F6-BABE-3A0ABB4657ED}"/>
                </a:ext>
              </a:extLst>
            </p:cNvPr>
            <p:cNvSpPr>
              <a:spLocks noChangeShapeType="1"/>
            </p:cNvSpPr>
            <p:nvPr/>
          </p:nvSpPr>
          <p:spPr bwMode="auto">
            <a:xfrm flipV="1">
              <a:off x="2433" y="2883"/>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05" name="Line 103">
              <a:extLst>
                <a:ext uri="{FF2B5EF4-FFF2-40B4-BE49-F238E27FC236}">
                  <a16:creationId xmlns:a16="http://schemas.microsoft.com/office/drawing/2014/main" id="{0E4FF841-96BE-454B-A966-391F57C3FEB6}"/>
                </a:ext>
              </a:extLst>
            </p:cNvPr>
            <p:cNvSpPr>
              <a:spLocks noChangeShapeType="1"/>
            </p:cNvSpPr>
            <p:nvPr/>
          </p:nvSpPr>
          <p:spPr bwMode="auto">
            <a:xfrm>
              <a:off x="2427" y="2786"/>
              <a:ext cx="371"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06" name="Line 104">
              <a:extLst>
                <a:ext uri="{FF2B5EF4-FFF2-40B4-BE49-F238E27FC236}">
                  <a16:creationId xmlns:a16="http://schemas.microsoft.com/office/drawing/2014/main" id="{29866FBC-D269-4B0E-B3C5-3136352F5540}"/>
                </a:ext>
              </a:extLst>
            </p:cNvPr>
            <p:cNvSpPr>
              <a:spLocks noChangeShapeType="1"/>
            </p:cNvSpPr>
            <p:nvPr/>
          </p:nvSpPr>
          <p:spPr bwMode="auto">
            <a:xfrm>
              <a:off x="1918" y="2949"/>
              <a:ext cx="22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07" name="Line 105">
              <a:extLst>
                <a:ext uri="{FF2B5EF4-FFF2-40B4-BE49-F238E27FC236}">
                  <a16:creationId xmlns:a16="http://schemas.microsoft.com/office/drawing/2014/main" id="{B6629CFF-CCA7-4A27-A7BD-374562EF0882}"/>
                </a:ext>
              </a:extLst>
            </p:cNvPr>
            <p:cNvSpPr>
              <a:spLocks noChangeShapeType="1"/>
            </p:cNvSpPr>
            <p:nvPr/>
          </p:nvSpPr>
          <p:spPr bwMode="auto">
            <a:xfrm flipV="1">
              <a:off x="2142" y="2879"/>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08" name="Line 106">
              <a:extLst>
                <a:ext uri="{FF2B5EF4-FFF2-40B4-BE49-F238E27FC236}">
                  <a16:creationId xmlns:a16="http://schemas.microsoft.com/office/drawing/2014/main" id="{340015C7-C284-4F60-A675-EB3BFDF37428}"/>
                </a:ext>
              </a:extLst>
            </p:cNvPr>
            <p:cNvSpPr>
              <a:spLocks noChangeShapeType="1"/>
            </p:cNvSpPr>
            <p:nvPr/>
          </p:nvSpPr>
          <p:spPr bwMode="auto">
            <a:xfrm>
              <a:off x="2324" y="2964"/>
              <a:ext cx="0" cy="1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09" name="Line 107">
              <a:extLst>
                <a:ext uri="{FF2B5EF4-FFF2-40B4-BE49-F238E27FC236}">
                  <a16:creationId xmlns:a16="http://schemas.microsoft.com/office/drawing/2014/main" id="{1B31F7FD-F322-4DC4-AEAD-F0D073D409B8}"/>
                </a:ext>
              </a:extLst>
            </p:cNvPr>
            <p:cNvSpPr>
              <a:spLocks noChangeShapeType="1"/>
            </p:cNvSpPr>
            <p:nvPr/>
          </p:nvSpPr>
          <p:spPr bwMode="auto">
            <a:xfrm>
              <a:off x="2142" y="3098"/>
              <a:ext cx="194" cy="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10" name="Line 108">
              <a:extLst>
                <a:ext uri="{FF2B5EF4-FFF2-40B4-BE49-F238E27FC236}">
                  <a16:creationId xmlns:a16="http://schemas.microsoft.com/office/drawing/2014/main" id="{AFF7D1E3-A5F7-48FF-A5D7-DD348B21466A}"/>
                </a:ext>
              </a:extLst>
            </p:cNvPr>
            <p:cNvSpPr>
              <a:spLocks noChangeShapeType="1"/>
            </p:cNvSpPr>
            <p:nvPr/>
          </p:nvSpPr>
          <p:spPr bwMode="auto">
            <a:xfrm>
              <a:off x="2139" y="2786"/>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11" name="Line 109">
              <a:extLst>
                <a:ext uri="{FF2B5EF4-FFF2-40B4-BE49-F238E27FC236}">
                  <a16:creationId xmlns:a16="http://schemas.microsoft.com/office/drawing/2014/main" id="{AEA2DDCD-372C-4F08-B4B4-1D4EB0CB054E}"/>
                </a:ext>
              </a:extLst>
            </p:cNvPr>
            <p:cNvSpPr>
              <a:spLocks noChangeShapeType="1"/>
            </p:cNvSpPr>
            <p:nvPr/>
          </p:nvSpPr>
          <p:spPr bwMode="auto">
            <a:xfrm>
              <a:off x="2136" y="2884"/>
              <a:ext cx="297"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12" name="Line 110">
              <a:extLst>
                <a:ext uri="{FF2B5EF4-FFF2-40B4-BE49-F238E27FC236}">
                  <a16:creationId xmlns:a16="http://schemas.microsoft.com/office/drawing/2014/main" id="{9E7B0427-7370-41C1-BC7E-23C154FD468D}"/>
                </a:ext>
              </a:extLst>
            </p:cNvPr>
            <p:cNvSpPr>
              <a:spLocks noChangeShapeType="1"/>
            </p:cNvSpPr>
            <p:nvPr/>
          </p:nvSpPr>
          <p:spPr bwMode="auto">
            <a:xfrm>
              <a:off x="2427" y="2950"/>
              <a:ext cx="371"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13" name="Line 111">
              <a:extLst>
                <a:ext uri="{FF2B5EF4-FFF2-40B4-BE49-F238E27FC236}">
                  <a16:creationId xmlns:a16="http://schemas.microsoft.com/office/drawing/2014/main" id="{4D3F961D-A5EA-46AF-9275-9855DACB6E30}"/>
                </a:ext>
              </a:extLst>
            </p:cNvPr>
            <p:cNvSpPr>
              <a:spLocks noChangeShapeType="1"/>
            </p:cNvSpPr>
            <p:nvPr/>
          </p:nvSpPr>
          <p:spPr bwMode="auto">
            <a:xfrm flipV="1">
              <a:off x="2433" y="2720"/>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14" name="Text Box 112">
              <a:extLst>
                <a:ext uri="{FF2B5EF4-FFF2-40B4-BE49-F238E27FC236}">
                  <a16:creationId xmlns:a16="http://schemas.microsoft.com/office/drawing/2014/main" id="{78BE28A1-1E74-456E-8825-C29996C9B609}"/>
                </a:ext>
              </a:extLst>
            </p:cNvPr>
            <p:cNvSpPr txBox="1">
              <a:spLocks noChangeArrowheads="1"/>
            </p:cNvSpPr>
            <p:nvPr/>
          </p:nvSpPr>
          <p:spPr bwMode="auto">
            <a:xfrm>
              <a:off x="1158" y="2967"/>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80000"/>
                </a:lnSpc>
                <a:spcBef>
                  <a:spcPct val="0"/>
                </a:spcBef>
                <a:buClrTx/>
                <a:buFontTx/>
                <a:buNone/>
              </a:pPr>
              <a:r>
                <a:rPr lang="fr-FR" altLang="en-US" sz="1000" b="1">
                  <a:solidFill>
                    <a:schemeClr val="accent2"/>
                  </a:solidFill>
                  <a:latin typeface="FuturaA Md BT" pitchFamily="34" charset="0"/>
                </a:rPr>
                <a:t>1</a:t>
              </a:r>
            </a:p>
          </p:txBody>
        </p:sp>
        <p:sp>
          <p:nvSpPr>
            <p:cNvPr id="115" name="Text Box 113">
              <a:extLst>
                <a:ext uri="{FF2B5EF4-FFF2-40B4-BE49-F238E27FC236}">
                  <a16:creationId xmlns:a16="http://schemas.microsoft.com/office/drawing/2014/main" id="{03853D7B-0D0A-43F8-AC12-CEE9016DDA83}"/>
                </a:ext>
              </a:extLst>
            </p:cNvPr>
            <p:cNvSpPr txBox="1">
              <a:spLocks noChangeArrowheads="1"/>
            </p:cNvSpPr>
            <p:nvPr/>
          </p:nvSpPr>
          <p:spPr bwMode="auto">
            <a:xfrm>
              <a:off x="2188" y="2967"/>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80000"/>
                </a:lnSpc>
                <a:spcBef>
                  <a:spcPct val="0"/>
                </a:spcBef>
                <a:buClrTx/>
                <a:buFontTx/>
                <a:buNone/>
              </a:pPr>
              <a:r>
                <a:rPr lang="fr-FR" altLang="en-US" sz="1000" b="1">
                  <a:solidFill>
                    <a:schemeClr val="accent2"/>
                  </a:solidFill>
                  <a:latin typeface="FuturaA Md BT" pitchFamily="34" charset="0"/>
                </a:rPr>
                <a:t>1</a:t>
              </a:r>
            </a:p>
          </p:txBody>
        </p:sp>
        <p:sp>
          <p:nvSpPr>
            <p:cNvPr id="116" name="Text Box 114">
              <a:extLst>
                <a:ext uri="{FF2B5EF4-FFF2-40B4-BE49-F238E27FC236}">
                  <a16:creationId xmlns:a16="http://schemas.microsoft.com/office/drawing/2014/main" id="{37D1DAEA-1283-48AD-A9D9-588AF2300029}"/>
                </a:ext>
              </a:extLst>
            </p:cNvPr>
            <p:cNvSpPr txBox="1">
              <a:spLocks noChangeArrowheads="1"/>
            </p:cNvSpPr>
            <p:nvPr/>
          </p:nvSpPr>
          <p:spPr bwMode="auto">
            <a:xfrm>
              <a:off x="796" y="2427"/>
              <a:ext cx="1292"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80000"/>
                </a:lnSpc>
                <a:spcBef>
                  <a:spcPct val="0"/>
                </a:spcBef>
                <a:buClrTx/>
                <a:buFontTx/>
                <a:buNone/>
              </a:pPr>
              <a:r>
                <a:rPr lang="en-GB" altLang="en-US" sz="1600">
                  <a:solidFill>
                    <a:schemeClr val="tx1"/>
                  </a:solidFill>
                </a:rPr>
                <a:t>Dwell</a:t>
              </a:r>
            </a:p>
          </p:txBody>
        </p:sp>
      </p:grpSp>
      <p:grpSp>
        <p:nvGrpSpPr>
          <p:cNvPr id="117" name="Group 115">
            <a:extLst>
              <a:ext uri="{FF2B5EF4-FFF2-40B4-BE49-F238E27FC236}">
                <a16:creationId xmlns:a16="http://schemas.microsoft.com/office/drawing/2014/main" id="{5B77D66D-8B8E-49EC-B28C-EF9EB0FA4C79}"/>
              </a:ext>
            </a:extLst>
          </p:cNvPr>
          <p:cNvGrpSpPr>
            <a:grpSpLocks/>
          </p:cNvGrpSpPr>
          <p:nvPr/>
        </p:nvGrpSpPr>
        <p:grpSpPr bwMode="auto">
          <a:xfrm>
            <a:off x="4786779" y="2898539"/>
            <a:ext cx="3514725" cy="1150938"/>
            <a:chOff x="796" y="3283"/>
            <a:chExt cx="2214" cy="725"/>
          </a:xfrm>
        </p:grpSpPr>
        <p:sp>
          <p:nvSpPr>
            <p:cNvPr id="118" name="Rectangle 116">
              <a:extLst>
                <a:ext uri="{FF2B5EF4-FFF2-40B4-BE49-F238E27FC236}">
                  <a16:creationId xmlns:a16="http://schemas.microsoft.com/office/drawing/2014/main" id="{A2E26D85-416B-4D93-85B0-78E0FE4A1F60}"/>
                </a:ext>
              </a:extLst>
            </p:cNvPr>
            <p:cNvSpPr>
              <a:spLocks noChangeArrowheads="1"/>
            </p:cNvSpPr>
            <p:nvPr/>
          </p:nvSpPr>
          <p:spPr bwMode="auto">
            <a:xfrm>
              <a:off x="797" y="3477"/>
              <a:ext cx="2213" cy="531"/>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solidFill>
                  <a:schemeClr val="bg2"/>
                </a:solidFill>
              </a:endParaRPr>
            </a:p>
          </p:txBody>
        </p:sp>
        <p:sp>
          <p:nvSpPr>
            <p:cNvPr id="119" name="Line 117">
              <a:extLst>
                <a:ext uri="{FF2B5EF4-FFF2-40B4-BE49-F238E27FC236}">
                  <a16:creationId xmlns:a16="http://schemas.microsoft.com/office/drawing/2014/main" id="{26214108-4B1B-4B93-A1A3-2C1FAA5E12E0}"/>
                </a:ext>
              </a:extLst>
            </p:cNvPr>
            <p:cNvSpPr>
              <a:spLocks noChangeShapeType="1"/>
            </p:cNvSpPr>
            <p:nvPr/>
          </p:nvSpPr>
          <p:spPr bwMode="auto">
            <a:xfrm>
              <a:off x="892" y="3633"/>
              <a:ext cx="211"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20" name="Line 118">
              <a:extLst>
                <a:ext uri="{FF2B5EF4-FFF2-40B4-BE49-F238E27FC236}">
                  <a16:creationId xmlns:a16="http://schemas.microsoft.com/office/drawing/2014/main" id="{D317F683-9279-4A35-BFDD-505F1F9747BB}"/>
                </a:ext>
              </a:extLst>
            </p:cNvPr>
            <p:cNvSpPr>
              <a:spLocks noChangeShapeType="1"/>
            </p:cNvSpPr>
            <p:nvPr/>
          </p:nvSpPr>
          <p:spPr bwMode="auto">
            <a:xfrm flipV="1">
              <a:off x="1101" y="3563"/>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21" name="Line 119">
              <a:extLst>
                <a:ext uri="{FF2B5EF4-FFF2-40B4-BE49-F238E27FC236}">
                  <a16:creationId xmlns:a16="http://schemas.microsoft.com/office/drawing/2014/main" id="{7C73DE0F-0576-495F-B778-6861D4F64602}"/>
                </a:ext>
              </a:extLst>
            </p:cNvPr>
            <p:cNvSpPr>
              <a:spLocks noChangeShapeType="1"/>
            </p:cNvSpPr>
            <p:nvPr/>
          </p:nvSpPr>
          <p:spPr bwMode="auto">
            <a:xfrm>
              <a:off x="1101" y="3563"/>
              <a:ext cx="111"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22" name="Line 120">
              <a:extLst>
                <a:ext uri="{FF2B5EF4-FFF2-40B4-BE49-F238E27FC236}">
                  <a16:creationId xmlns:a16="http://schemas.microsoft.com/office/drawing/2014/main" id="{8DF858DA-4D6C-477A-A4A7-ECA1E6B888FD}"/>
                </a:ext>
              </a:extLst>
            </p:cNvPr>
            <p:cNvSpPr>
              <a:spLocks noChangeShapeType="1"/>
            </p:cNvSpPr>
            <p:nvPr/>
          </p:nvSpPr>
          <p:spPr bwMode="auto">
            <a:xfrm flipV="1">
              <a:off x="1207" y="3563"/>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23" name="Line 121">
              <a:extLst>
                <a:ext uri="{FF2B5EF4-FFF2-40B4-BE49-F238E27FC236}">
                  <a16:creationId xmlns:a16="http://schemas.microsoft.com/office/drawing/2014/main" id="{71D1F4D8-3AB5-4003-B2F6-A23601244EDE}"/>
                </a:ext>
              </a:extLst>
            </p:cNvPr>
            <p:cNvSpPr>
              <a:spLocks noChangeShapeType="1"/>
            </p:cNvSpPr>
            <p:nvPr/>
          </p:nvSpPr>
          <p:spPr bwMode="auto">
            <a:xfrm>
              <a:off x="1209" y="3633"/>
              <a:ext cx="795"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24" name="Line 122">
              <a:extLst>
                <a:ext uri="{FF2B5EF4-FFF2-40B4-BE49-F238E27FC236}">
                  <a16:creationId xmlns:a16="http://schemas.microsoft.com/office/drawing/2014/main" id="{8C466A90-D638-4AE6-B4D4-44A058DE882E}"/>
                </a:ext>
              </a:extLst>
            </p:cNvPr>
            <p:cNvSpPr>
              <a:spLocks noChangeShapeType="1"/>
            </p:cNvSpPr>
            <p:nvPr/>
          </p:nvSpPr>
          <p:spPr bwMode="auto">
            <a:xfrm>
              <a:off x="881" y="3796"/>
              <a:ext cx="22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25" name="Line 123">
              <a:extLst>
                <a:ext uri="{FF2B5EF4-FFF2-40B4-BE49-F238E27FC236}">
                  <a16:creationId xmlns:a16="http://schemas.microsoft.com/office/drawing/2014/main" id="{8A514AD0-1A2C-4EF4-8027-B4FAC02D6370}"/>
                </a:ext>
              </a:extLst>
            </p:cNvPr>
            <p:cNvSpPr>
              <a:spLocks noChangeShapeType="1"/>
            </p:cNvSpPr>
            <p:nvPr/>
          </p:nvSpPr>
          <p:spPr bwMode="auto">
            <a:xfrm flipV="1">
              <a:off x="1105" y="3726"/>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26" name="Line 124">
              <a:extLst>
                <a:ext uri="{FF2B5EF4-FFF2-40B4-BE49-F238E27FC236}">
                  <a16:creationId xmlns:a16="http://schemas.microsoft.com/office/drawing/2014/main" id="{8438ECA1-B356-4EC3-BEB9-49D5BEF5A3F3}"/>
                </a:ext>
              </a:extLst>
            </p:cNvPr>
            <p:cNvSpPr>
              <a:spLocks noChangeShapeType="1"/>
            </p:cNvSpPr>
            <p:nvPr/>
          </p:nvSpPr>
          <p:spPr bwMode="auto">
            <a:xfrm>
              <a:off x="1101" y="3726"/>
              <a:ext cx="185"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27" name="Line 125">
              <a:extLst>
                <a:ext uri="{FF2B5EF4-FFF2-40B4-BE49-F238E27FC236}">
                  <a16:creationId xmlns:a16="http://schemas.microsoft.com/office/drawing/2014/main" id="{D134D018-A52F-46DA-A68E-F5039505EA90}"/>
                </a:ext>
              </a:extLst>
            </p:cNvPr>
            <p:cNvSpPr>
              <a:spLocks noChangeShapeType="1"/>
            </p:cNvSpPr>
            <p:nvPr/>
          </p:nvSpPr>
          <p:spPr bwMode="auto">
            <a:xfrm flipV="1">
              <a:off x="1285" y="3726"/>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28" name="Line 126">
              <a:extLst>
                <a:ext uri="{FF2B5EF4-FFF2-40B4-BE49-F238E27FC236}">
                  <a16:creationId xmlns:a16="http://schemas.microsoft.com/office/drawing/2014/main" id="{39243C5D-4538-4C93-BDBD-0258AA3ABD5D}"/>
                </a:ext>
              </a:extLst>
            </p:cNvPr>
            <p:cNvSpPr>
              <a:spLocks noChangeShapeType="1"/>
            </p:cNvSpPr>
            <p:nvPr/>
          </p:nvSpPr>
          <p:spPr bwMode="auto">
            <a:xfrm>
              <a:off x="1278" y="3796"/>
              <a:ext cx="692"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29" name="Line 127">
              <a:extLst>
                <a:ext uri="{FF2B5EF4-FFF2-40B4-BE49-F238E27FC236}">
                  <a16:creationId xmlns:a16="http://schemas.microsoft.com/office/drawing/2014/main" id="{FFDA3049-6608-4284-9443-3647902D7336}"/>
                </a:ext>
              </a:extLst>
            </p:cNvPr>
            <p:cNvSpPr>
              <a:spLocks noChangeShapeType="1"/>
            </p:cNvSpPr>
            <p:nvPr/>
          </p:nvSpPr>
          <p:spPr bwMode="auto">
            <a:xfrm>
              <a:off x="1287" y="3757"/>
              <a:ext cx="0" cy="1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30" name="Line 128">
              <a:extLst>
                <a:ext uri="{FF2B5EF4-FFF2-40B4-BE49-F238E27FC236}">
                  <a16:creationId xmlns:a16="http://schemas.microsoft.com/office/drawing/2014/main" id="{9F3A6847-58A3-4B48-81D1-B78044C16CE6}"/>
                </a:ext>
              </a:extLst>
            </p:cNvPr>
            <p:cNvSpPr>
              <a:spLocks noChangeShapeType="1"/>
            </p:cNvSpPr>
            <p:nvPr/>
          </p:nvSpPr>
          <p:spPr bwMode="auto">
            <a:xfrm>
              <a:off x="1105" y="3929"/>
              <a:ext cx="194" cy="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31" name="Line 129">
              <a:extLst>
                <a:ext uri="{FF2B5EF4-FFF2-40B4-BE49-F238E27FC236}">
                  <a16:creationId xmlns:a16="http://schemas.microsoft.com/office/drawing/2014/main" id="{DA5B52F6-E031-474F-8304-8BEC05BCE8CD}"/>
                </a:ext>
              </a:extLst>
            </p:cNvPr>
            <p:cNvSpPr>
              <a:spLocks noChangeShapeType="1"/>
            </p:cNvSpPr>
            <p:nvPr/>
          </p:nvSpPr>
          <p:spPr bwMode="auto">
            <a:xfrm>
              <a:off x="1102" y="3633"/>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32" name="Line 130">
              <a:extLst>
                <a:ext uri="{FF2B5EF4-FFF2-40B4-BE49-F238E27FC236}">
                  <a16:creationId xmlns:a16="http://schemas.microsoft.com/office/drawing/2014/main" id="{C21FA420-19C3-4EE3-8376-BA9D4DE1F389}"/>
                </a:ext>
              </a:extLst>
            </p:cNvPr>
            <p:cNvSpPr>
              <a:spLocks noChangeShapeType="1"/>
            </p:cNvSpPr>
            <p:nvPr/>
          </p:nvSpPr>
          <p:spPr bwMode="auto">
            <a:xfrm>
              <a:off x="1929" y="3633"/>
              <a:ext cx="211"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33" name="Line 131">
              <a:extLst>
                <a:ext uri="{FF2B5EF4-FFF2-40B4-BE49-F238E27FC236}">
                  <a16:creationId xmlns:a16="http://schemas.microsoft.com/office/drawing/2014/main" id="{DCF041F1-CA9E-4F8A-BCDA-8AD9B55E71BF}"/>
                </a:ext>
              </a:extLst>
            </p:cNvPr>
            <p:cNvSpPr>
              <a:spLocks noChangeShapeType="1"/>
            </p:cNvSpPr>
            <p:nvPr/>
          </p:nvSpPr>
          <p:spPr bwMode="auto">
            <a:xfrm flipV="1">
              <a:off x="2138" y="3563"/>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34" name="Line 132">
              <a:extLst>
                <a:ext uri="{FF2B5EF4-FFF2-40B4-BE49-F238E27FC236}">
                  <a16:creationId xmlns:a16="http://schemas.microsoft.com/office/drawing/2014/main" id="{40AB9F95-B245-4C0F-9588-E213A0181B94}"/>
                </a:ext>
              </a:extLst>
            </p:cNvPr>
            <p:cNvSpPr>
              <a:spLocks noChangeShapeType="1"/>
            </p:cNvSpPr>
            <p:nvPr/>
          </p:nvSpPr>
          <p:spPr bwMode="auto">
            <a:xfrm>
              <a:off x="2136" y="3567"/>
              <a:ext cx="297"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35" name="Line 133">
              <a:extLst>
                <a:ext uri="{FF2B5EF4-FFF2-40B4-BE49-F238E27FC236}">
                  <a16:creationId xmlns:a16="http://schemas.microsoft.com/office/drawing/2014/main" id="{9D2C121D-1BF8-4FF5-9873-879CF28EBECC}"/>
                </a:ext>
              </a:extLst>
            </p:cNvPr>
            <p:cNvSpPr>
              <a:spLocks noChangeShapeType="1"/>
            </p:cNvSpPr>
            <p:nvPr/>
          </p:nvSpPr>
          <p:spPr bwMode="auto">
            <a:xfrm flipV="1">
              <a:off x="2327" y="3730"/>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36" name="Line 134">
              <a:extLst>
                <a:ext uri="{FF2B5EF4-FFF2-40B4-BE49-F238E27FC236}">
                  <a16:creationId xmlns:a16="http://schemas.microsoft.com/office/drawing/2014/main" id="{E82CE22C-1163-4CD7-B23F-51B5F9E31375}"/>
                </a:ext>
              </a:extLst>
            </p:cNvPr>
            <p:cNvSpPr>
              <a:spLocks noChangeShapeType="1"/>
            </p:cNvSpPr>
            <p:nvPr/>
          </p:nvSpPr>
          <p:spPr bwMode="auto">
            <a:xfrm>
              <a:off x="2427" y="3633"/>
              <a:ext cx="371"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37" name="Line 135">
              <a:extLst>
                <a:ext uri="{FF2B5EF4-FFF2-40B4-BE49-F238E27FC236}">
                  <a16:creationId xmlns:a16="http://schemas.microsoft.com/office/drawing/2014/main" id="{3420E05A-0EE5-4DAB-88CB-DBD7152944A5}"/>
                </a:ext>
              </a:extLst>
            </p:cNvPr>
            <p:cNvSpPr>
              <a:spLocks noChangeShapeType="1"/>
            </p:cNvSpPr>
            <p:nvPr/>
          </p:nvSpPr>
          <p:spPr bwMode="auto">
            <a:xfrm>
              <a:off x="1918" y="3796"/>
              <a:ext cx="22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38" name="Line 136">
              <a:extLst>
                <a:ext uri="{FF2B5EF4-FFF2-40B4-BE49-F238E27FC236}">
                  <a16:creationId xmlns:a16="http://schemas.microsoft.com/office/drawing/2014/main" id="{F66BE8B5-C8A0-4DB8-AA83-543EBBF6AFDA}"/>
                </a:ext>
              </a:extLst>
            </p:cNvPr>
            <p:cNvSpPr>
              <a:spLocks noChangeShapeType="1"/>
            </p:cNvSpPr>
            <p:nvPr/>
          </p:nvSpPr>
          <p:spPr bwMode="auto">
            <a:xfrm flipV="1">
              <a:off x="2142" y="3726"/>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39" name="Line 137">
              <a:extLst>
                <a:ext uri="{FF2B5EF4-FFF2-40B4-BE49-F238E27FC236}">
                  <a16:creationId xmlns:a16="http://schemas.microsoft.com/office/drawing/2014/main" id="{EFE8E384-FDFE-4407-BE6A-C8329ABCD8B9}"/>
                </a:ext>
              </a:extLst>
            </p:cNvPr>
            <p:cNvSpPr>
              <a:spLocks noChangeShapeType="1"/>
            </p:cNvSpPr>
            <p:nvPr/>
          </p:nvSpPr>
          <p:spPr bwMode="auto">
            <a:xfrm>
              <a:off x="2324" y="3811"/>
              <a:ext cx="0" cy="1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40" name="Line 138">
              <a:extLst>
                <a:ext uri="{FF2B5EF4-FFF2-40B4-BE49-F238E27FC236}">
                  <a16:creationId xmlns:a16="http://schemas.microsoft.com/office/drawing/2014/main" id="{0CA563DD-28A3-4A88-B39C-725F1D171C27}"/>
                </a:ext>
              </a:extLst>
            </p:cNvPr>
            <p:cNvSpPr>
              <a:spLocks noChangeShapeType="1"/>
            </p:cNvSpPr>
            <p:nvPr/>
          </p:nvSpPr>
          <p:spPr bwMode="auto">
            <a:xfrm>
              <a:off x="2142" y="3955"/>
              <a:ext cx="194" cy="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41" name="Line 139">
              <a:extLst>
                <a:ext uri="{FF2B5EF4-FFF2-40B4-BE49-F238E27FC236}">
                  <a16:creationId xmlns:a16="http://schemas.microsoft.com/office/drawing/2014/main" id="{2C7B2F43-C164-465A-88DE-CFCE6E4F553E}"/>
                </a:ext>
              </a:extLst>
            </p:cNvPr>
            <p:cNvSpPr>
              <a:spLocks noChangeShapeType="1"/>
            </p:cNvSpPr>
            <p:nvPr/>
          </p:nvSpPr>
          <p:spPr bwMode="auto">
            <a:xfrm>
              <a:off x="2139" y="3633"/>
              <a:ext cx="0" cy="31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42" name="Line 140">
              <a:extLst>
                <a:ext uri="{FF2B5EF4-FFF2-40B4-BE49-F238E27FC236}">
                  <a16:creationId xmlns:a16="http://schemas.microsoft.com/office/drawing/2014/main" id="{685A5688-7943-415E-8CB1-5922A365AC64}"/>
                </a:ext>
              </a:extLst>
            </p:cNvPr>
            <p:cNvSpPr>
              <a:spLocks noChangeShapeType="1"/>
            </p:cNvSpPr>
            <p:nvPr/>
          </p:nvSpPr>
          <p:spPr bwMode="auto">
            <a:xfrm>
              <a:off x="2136" y="3731"/>
              <a:ext cx="193"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43" name="Line 141">
              <a:extLst>
                <a:ext uri="{FF2B5EF4-FFF2-40B4-BE49-F238E27FC236}">
                  <a16:creationId xmlns:a16="http://schemas.microsoft.com/office/drawing/2014/main" id="{5A3BEF70-97EA-495C-BFB3-E261CECA694D}"/>
                </a:ext>
              </a:extLst>
            </p:cNvPr>
            <p:cNvSpPr>
              <a:spLocks noChangeShapeType="1"/>
            </p:cNvSpPr>
            <p:nvPr/>
          </p:nvSpPr>
          <p:spPr bwMode="auto">
            <a:xfrm>
              <a:off x="2319" y="3797"/>
              <a:ext cx="479"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44" name="Line 142">
              <a:extLst>
                <a:ext uri="{FF2B5EF4-FFF2-40B4-BE49-F238E27FC236}">
                  <a16:creationId xmlns:a16="http://schemas.microsoft.com/office/drawing/2014/main" id="{86FBCA01-9369-4317-97F1-9F2CD7BC99BC}"/>
                </a:ext>
              </a:extLst>
            </p:cNvPr>
            <p:cNvSpPr>
              <a:spLocks noChangeShapeType="1"/>
            </p:cNvSpPr>
            <p:nvPr/>
          </p:nvSpPr>
          <p:spPr bwMode="auto">
            <a:xfrm flipV="1">
              <a:off x="2433" y="3567"/>
              <a:ext cx="0" cy="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45" name="Text Box 143">
              <a:extLst>
                <a:ext uri="{FF2B5EF4-FFF2-40B4-BE49-F238E27FC236}">
                  <a16:creationId xmlns:a16="http://schemas.microsoft.com/office/drawing/2014/main" id="{D965005F-C931-4623-BAFF-BAA5F0F05048}"/>
                </a:ext>
              </a:extLst>
            </p:cNvPr>
            <p:cNvSpPr txBox="1">
              <a:spLocks noChangeArrowheads="1"/>
            </p:cNvSpPr>
            <p:nvPr/>
          </p:nvSpPr>
          <p:spPr bwMode="auto">
            <a:xfrm>
              <a:off x="1158" y="3827"/>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80000"/>
                </a:lnSpc>
                <a:spcBef>
                  <a:spcPct val="0"/>
                </a:spcBef>
                <a:buClrTx/>
                <a:buFontTx/>
                <a:buNone/>
              </a:pPr>
              <a:r>
                <a:rPr lang="fr-FR" altLang="en-US" sz="1000" b="1">
                  <a:solidFill>
                    <a:schemeClr val="accent2"/>
                  </a:solidFill>
                  <a:latin typeface="FuturaA Md BT" pitchFamily="34" charset="0"/>
                </a:rPr>
                <a:t>1</a:t>
              </a:r>
            </a:p>
          </p:txBody>
        </p:sp>
        <p:sp>
          <p:nvSpPr>
            <p:cNvPr id="146" name="Text Box 144">
              <a:extLst>
                <a:ext uri="{FF2B5EF4-FFF2-40B4-BE49-F238E27FC236}">
                  <a16:creationId xmlns:a16="http://schemas.microsoft.com/office/drawing/2014/main" id="{B2CF86BD-2402-46FC-B3B4-1F886E8FEFF2}"/>
                </a:ext>
              </a:extLst>
            </p:cNvPr>
            <p:cNvSpPr txBox="1">
              <a:spLocks noChangeArrowheads="1"/>
            </p:cNvSpPr>
            <p:nvPr/>
          </p:nvSpPr>
          <p:spPr bwMode="auto">
            <a:xfrm>
              <a:off x="2188" y="3803"/>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80000"/>
                </a:lnSpc>
                <a:spcBef>
                  <a:spcPct val="0"/>
                </a:spcBef>
                <a:buClrTx/>
                <a:buFontTx/>
                <a:buNone/>
              </a:pPr>
              <a:r>
                <a:rPr lang="fr-FR" altLang="en-US" sz="1000" b="1">
                  <a:solidFill>
                    <a:schemeClr val="accent2"/>
                  </a:solidFill>
                  <a:latin typeface="FuturaA Md BT" pitchFamily="34" charset="0"/>
                </a:rPr>
                <a:t>1</a:t>
              </a:r>
            </a:p>
          </p:txBody>
        </p:sp>
        <p:sp>
          <p:nvSpPr>
            <p:cNvPr id="147" name="Text Box 145">
              <a:extLst>
                <a:ext uri="{FF2B5EF4-FFF2-40B4-BE49-F238E27FC236}">
                  <a16:creationId xmlns:a16="http://schemas.microsoft.com/office/drawing/2014/main" id="{D3760E97-832E-480C-9D2C-25743655E3A6}"/>
                </a:ext>
              </a:extLst>
            </p:cNvPr>
            <p:cNvSpPr txBox="1">
              <a:spLocks noChangeArrowheads="1"/>
            </p:cNvSpPr>
            <p:nvPr/>
          </p:nvSpPr>
          <p:spPr bwMode="auto">
            <a:xfrm>
              <a:off x="796" y="3283"/>
              <a:ext cx="1820"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80000"/>
                </a:lnSpc>
                <a:spcBef>
                  <a:spcPct val="0"/>
                </a:spcBef>
                <a:buClrTx/>
                <a:buFontTx/>
                <a:buNone/>
              </a:pPr>
              <a:r>
                <a:rPr lang="en-GB" altLang="en-US" sz="1600">
                  <a:solidFill>
                    <a:schemeClr val="tx1"/>
                  </a:solidFill>
                </a:rPr>
                <a:t>Pulse</a:t>
              </a:r>
            </a:p>
          </p:txBody>
        </p:sp>
      </p:grpSp>
      <p:sp>
        <p:nvSpPr>
          <p:cNvPr id="148" name="Rectangle 146">
            <a:extLst>
              <a:ext uri="{FF2B5EF4-FFF2-40B4-BE49-F238E27FC236}">
                <a16:creationId xmlns:a16="http://schemas.microsoft.com/office/drawing/2014/main" id="{182D7596-55A0-412E-A2DA-622E981741BF}"/>
              </a:ext>
            </a:extLst>
          </p:cNvPr>
          <p:cNvSpPr>
            <a:spLocks noChangeArrowheads="1"/>
          </p:cNvSpPr>
          <p:nvPr/>
        </p:nvSpPr>
        <p:spPr bwMode="auto">
          <a:xfrm>
            <a:off x="0" y="4319588"/>
            <a:ext cx="527367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eaLnBrk="1" hangingPunct="1">
              <a:lnSpc>
                <a:spcPct val="110000"/>
              </a:lnSpc>
            </a:pPr>
            <a:r>
              <a:rPr lang="en-US" altLang="en-US" sz="1600"/>
              <a:t>Pickup/Dropoff = both pickup and dropoff timers</a:t>
            </a:r>
          </a:p>
        </p:txBody>
      </p:sp>
    </p:spTree>
    <p:extLst>
      <p:ext uri="{BB962C8B-B14F-4D97-AF65-F5344CB8AC3E}">
        <p14:creationId xmlns:p14="http://schemas.microsoft.com/office/powerpoint/2010/main" val="14535951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30</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pic>
        <p:nvPicPr>
          <p:cNvPr id="5" name="Picture 2">
            <a:extLst>
              <a:ext uri="{FF2B5EF4-FFF2-40B4-BE49-F238E27FC236}">
                <a16:creationId xmlns:a16="http://schemas.microsoft.com/office/drawing/2014/main" id="{CB460E95-8C6A-41EF-AC00-19F0BE883B38}"/>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683186" y="1462419"/>
            <a:ext cx="4024366" cy="2989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7" name="Picture 3">
            <a:extLst>
              <a:ext uri="{FF2B5EF4-FFF2-40B4-BE49-F238E27FC236}">
                <a16:creationId xmlns:a16="http://schemas.microsoft.com/office/drawing/2014/main" id="{6D7388D4-B7D8-42B1-9D3A-C8766E6153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371" y="1353507"/>
            <a:ext cx="577850"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8" name="Rectangle 6">
            <a:extLst>
              <a:ext uri="{FF2B5EF4-FFF2-40B4-BE49-F238E27FC236}">
                <a16:creationId xmlns:a16="http://schemas.microsoft.com/office/drawing/2014/main" id="{CBFF8C96-B39A-4EF4-B8E3-7C1049706C51}"/>
              </a:ext>
            </a:extLst>
          </p:cNvPr>
          <p:cNvSpPr>
            <a:spLocks noChangeArrowheads="1"/>
          </p:cNvSpPr>
          <p:nvPr/>
        </p:nvSpPr>
        <p:spPr bwMode="auto">
          <a:xfrm>
            <a:off x="252413" y="752471"/>
            <a:ext cx="8559800" cy="433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80975" marR="0" lvl="0" indent="-180975" defTabSz="914400" eaLnBrk="1" fontAlgn="base" latinLnBrk="0" hangingPunct="1">
              <a:lnSpc>
                <a:spcPct val="125000"/>
              </a:lnSpc>
              <a:spcBef>
                <a:spcPct val="20000"/>
              </a:spcBef>
              <a:spcAft>
                <a:spcPct val="0"/>
              </a:spcAft>
              <a:buClr>
                <a:srgbClr val="009530"/>
              </a:buClr>
              <a:buSzTx/>
              <a:buFont typeface="Arial" panose="020B0604020202020204" pitchFamily="34" charset="0"/>
              <a:buChar char="●"/>
              <a:tabLst/>
              <a:defRPr/>
            </a:pPr>
            <a:r>
              <a:rPr lang="en-US" altLang="en-US" sz="1800" kern="0">
                <a:solidFill>
                  <a:srgbClr val="009530"/>
                </a:solidFill>
              </a:rPr>
              <a:t>O</a:t>
            </a: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perator can interact with PSL using front panel « Hotkey » :</a:t>
            </a:r>
            <a:endParaRPr kumimoji="0" lang="en-US" altLang="en-US" sz="1800" b="0" i="0" u="none" strike="noStrike" kern="0" cap="none" spc="0" normalizeH="0" baseline="0" noProof="0" dirty="0">
              <a:ln>
                <a:noFill/>
              </a:ln>
              <a:solidFill>
                <a:srgbClr val="009530"/>
              </a:solidFill>
              <a:effectLst/>
              <a:uLnTx/>
              <a:uFillTx/>
              <a:latin typeface="Arial" panose="020B0604020202020204" pitchFamily="34" charset="0"/>
            </a:endParaRPr>
          </a:p>
        </p:txBody>
      </p:sp>
      <p:sp>
        <p:nvSpPr>
          <p:cNvPr id="9" name="Rectangle 7">
            <a:extLst>
              <a:ext uri="{FF2B5EF4-FFF2-40B4-BE49-F238E27FC236}">
                <a16:creationId xmlns:a16="http://schemas.microsoft.com/office/drawing/2014/main" id="{2DC61DCD-C366-40F8-8306-9291FDF8500E}"/>
              </a:ext>
            </a:extLst>
          </p:cNvPr>
          <p:cNvSpPr>
            <a:spLocks noChangeArrowheads="1"/>
          </p:cNvSpPr>
          <p:nvPr/>
        </p:nvSpPr>
        <p:spPr bwMode="auto">
          <a:xfrm>
            <a:off x="1543050" y="1422288"/>
            <a:ext cx="4810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Select « Hotkey » icon</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
        <p:nvSpPr>
          <p:cNvPr id="10" name="Freeform 8">
            <a:extLst>
              <a:ext uri="{FF2B5EF4-FFF2-40B4-BE49-F238E27FC236}">
                <a16:creationId xmlns:a16="http://schemas.microsoft.com/office/drawing/2014/main" id="{1D2BF176-AE31-4E39-AD72-3AC463AF0D36}"/>
              </a:ext>
            </a:extLst>
          </p:cNvPr>
          <p:cNvSpPr>
            <a:spLocks/>
          </p:cNvSpPr>
          <p:nvPr/>
        </p:nvSpPr>
        <p:spPr bwMode="auto">
          <a:xfrm rot="21091060">
            <a:off x="1368957" y="1684230"/>
            <a:ext cx="3045890" cy="517525"/>
          </a:xfrm>
          <a:custGeom>
            <a:avLst/>
            <a:gdLst>
              <a:gd name="T0" fmla="*/ 0 w 1282"/>
              <a:gd name="T1" fmla="*/ 0 h 325"/>
              <a:gd name="T2" fmla="*/ 640431511 w 1282"/>
              <a:gd name="T3" fmla="*/ 730278731 h 325"/>
              <a:gd name="T4" fmla="*/ 2147483646 w 1282"/>
              <a:gd name="T5" fmla="*/ 565458962 h 325"/>
              <a:gd name="T6" fmla="*/ 0 60000 65536"/>
              <a:gd name="T7" fmla="*/ 0 60000 65536"/>
              <a:gd name="T8" fmla="*/ 0 60000 65536"/>
              <a:gd name="T9" fmla="*/ 0 w 1282"/>
              <a:gd name="T10" fmla="*/ 0 h 325"/>
              <a:gd name="T11" fmla="*/ 1282 w 1282"/>
              <a:gd name="T12" fmla="*/ 325 h 325"/>
            </a:gdLst>
            <a:ahLst/>
            <a:cxnLst>
              <a:cxn ang="T6">
                <a:pos x="T0" y="T1"/>
              </a:cxn>
              <a:cxn ang="T7">
                <a:pos x="T2" y="T3"/>
              </a:cxn>
              <a:cxn ang="T8">
                <a:pos x="T4" y="T5"/>
              </a:cxn>
            </a:cxnLst>
            <a:rect l="T9" t="T10" r="T11" b="T12"/>
            <a:pathLst>
              <a:path w="1282" h="325">
                <a:moveTo>
                  <a:pt x="0" y="0"/>
                </a:moveTo>
                <a:cubicBezTo>
                  <a:pt x="23" y="125"/>
                  <a:pt x="47" y="251"/>
                  <a:pt x="261" y="288"/>
                </a:cubicBezTo>
                <a:cubicBezTo>
                  <a:pt x="475" y="325"/>
                  <a:pt x="878" y="274"/>
                  <a:pt x="1282" y="223"/>
                </a:cubicBezTo>
              </a:path>
            </a:pathLst>
          </a:custGeom>
          <a:noFill/>
          <a:ln w="38100"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1" name="Rectangle 9">
            <a:extLst>
              <a:ext uri="{FF2B5EF4-FFF2-40B4-BE49-F238E27FC236}">
                <a16:creationId xmlns:a16="http://schemas.microsoft.com/office/drawing/2014/main" id="{6CFC5CFA-029E-4B67-9F87-5796B7B5BE97}"/>
              </a:ext>
            </a:extLst>
          </p:cNvPr>
          <p:cNvSpPr>
            <a:spLocks noChangeArrowheads="1"/>
          </p:cNvSpPr>
          <p:nvPr/>
        </p:nvSpPr>
        <p:spPr bwMode="auto">
          <a:xfrm>
            <a:off x="97912" y="2631865"/>
            <a:ext cx="5381764"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11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Place signal on the canvas and select virtual control input number</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pic>
        <p:nvPicPr>
          <p:cNvPr id="12" name="Picture 10">
            <a:extLst>
              <a:ext uri="{FF2B5EF4-FFF2-40B4-BE49-F238E27FC236}">
                <a16:creationId xmlns:a16="http://schemas.microsoft.com/office/drawing/2014/main" id="{C9E08DED-3A8B-4DFF-A515-21FCD96DB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0381" y="4057131"/>
            <a:ext cx="256222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3" name="Freeform 11">
            <a:extLst>
              <a:ext uri="{FF2B5EF4-FFF2-40B4-BE49-F238E27FC236}">
                <a16:creationId xmlns:a16="http://schemas.microsoft.com/office/drawing/2014/main" id="{E5E31F91-A851-4A16-99F6-4161B3AFD371}"/>
              </a:ext>
            </a:extLst>
          </p:cNvPr>
          <p:cNvSpPr>
            <a:spLocks/>
          </p:cNvSpPr>
          <p:nvPr/>
        </p:nvSpPr>
        <p:spPr bwMode="auto">
          <a:xfrm rot="19933983" flipV="1">
            <a:off x="3041446" y="3278636"/>
            <a:ext cx="3405041" cy="454406"/>
          </a:xfrm>
          <a:custGeom>
            <a:avLst/>
            <a:gdLst>
              <a:gd name="T0" fmla="*/ 2147483646 w 2295"/>
              <a:gd name="T1" fmla="*/ 1625502369 h 645"/>
              <a:gd name="T2" fmla="*/ 2147483646 w 2295"/>
              <a:gd name="T3" fmla="*/ 221773858 h 645"/>
              <a:gd name="T4" fmla="*/ 1265118264 w 2295"/>
              <a:gd name="T5" fmla="*/ 292338268 h 645"/>
              <a:gd name="T6" fmla="*/ 0 w 2295"/>
              <a:gd name="T7" fmla="*/ 877014803 h 645"/>
              <a:gd name="T8" fmla="*/ 0 60000 65536"/>
              <a:gd name="T9" fmla="*/ 0 60000 65536"/>
              <a:gd name="T10" fmla="*/ 0 60000 65536"/>
              <a:gd name="T11" fmla="*/ 0 60000 65536"/>
              <a:gd name="T12" fmla="*/ 0 w 2295"/>
              <a:gd name="T13" fmla="*/ 0 h 645"/>
              <a:gd name="T14" fmla="*/ 2295 w 2295"/>
              <a:gd name="T15" fmla="*/ 645 h 645"/>
            </a:gdLst>
            <a:ahLst/>
            <a:cxnLst>
              <a:cxn ang="T8">
                <a:pos x="T0" y="T1"/>
              </a:cxn>
              <a:cxn ang="T9">
                <a:pos x="T2" y="T3"/>
              </a:cxn>
              <a:cxn ang="T10">
                <a:pos x="T4" y="T5"/>
              </a:cxn>
              <a:cxn ang="T11">
                <a:pos x="T6" y="T7"/>
              </a:cxn>
            </a:cxnLst>
            <a:rect l="T12" t="T13" r="T14" b="T15"/>
            <a:pathLst>
              <a:path w="2295" h="645">
                <a:moveTo>
                  <a:pt x="2295" y="645"/>
                </a:moveTo>
                <a:cubicBezTo>
                  <a:pt x="2063" y="410"/>
                  <a:pt x="1832" y="176"/>
                  <a:pt x="1533" y="88"/>
                </a:cubicBezTo>
                <a:cubicBezTo>
                  <a:pt x="1234" y="0"/>
                  <a:pt x="757" y="73"/>
                  <a:pt x="502" y="116"/>
                </a:cubicBezTo>
                <a:cubicBezTo>
                  <a:pt x="247" y="159"/>
                  <a:pt x="123" y="253"/>
                  <a:pt x="0" y="348"/>
                </a:cubicBezTo>
              </a:path>
            </a:pathLst>
          </a:custGeom>
          <a:noFill/>
          <a:ln w="28575"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Tree>
    <p:extLst>
      <p:ext uri="{BB962C8B-B14F-4D97-AF65-F5344CB8AC3E}">
        <p14:creationId xmlns:p14="http://schemas.microsoft.com/office/powerpoint/2010/main" val="7633404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31</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sp>
        <p:nvSpPr>
          <p:cNvPr id="5" name="Rectangle 4">
            <a:extLst>
              <a:ext uri="{FF2B5EF4-FFF2-40B4-BE49-F238E27FC236}">
                <a16:creationId xmlns:a16="http://schemas.microsoft.com/office/drawing/2014/main" id="{A27B7A94-A8AB-4C8F-B8A4-967E920E5E25}"/>
              </a:ext>
            </a:extLst>
          </p:cNvPr>
          <p:cNvSpPr>
            <a:spLocks noChangeArrowheads="1"/>
          </p:cNvSpPr>
          <p:nvPr/>
        </p:nvSpPr>
        <p:spPr bwMode="auto">
          <a:xfrm>
            <a:off x="252413" y="695325"/>
            <a:ext cx="81422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80975" marR="0" lvl="0" indent="-180975" defTabSz="914400" eaLnBrk="1" fontAlgn="base" latinLnBrk="0" hangingPunct="1">
              <a:lnSpc>
                <a:spcPct val="90000"/>
              </a:lnSpc>
              <a:spcBef>
                <a:spcPct val="20000"/>
              </a:spcBef>
              <a:spcAft>
                <a:spcPct val="0"/>
              </a:spcAft>
              <a:buClr>
                <a:srgbClr val="009530"/>
              </a:buClr>
              <a:buSzTx/>
              <a:buFont typeface="Arial" panose="020B0604020202020204" pitchFamily="34" charset="0"/>
              <a:buChar char="●"/>
              <a:tabLst/>
              <a:defRPr/>
            </a:pP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 Hotkey » Control Inputs can be assigned to :</a:t>
            </a:r>
            <a:endParaRPr kumimoji="0" lang="en-US" altLang="en-US" sz="1800" b="0" i="0" u="none" strike="noStrike" kern="0" cap="none" spc="0" normalizeH="0" baseline="0" noProof="0" dirty="0">
              <a:ln>
                <a:noFill/>
              </a:ln>
              <a:solidFill>
                <a:srgbClr val="009530"/>
              </a:solidFill>
              <a:effectLst/>
              <a:uLnTx/>
              <a:uFillTx/>
              <a:latin typeface="Arial" panose="020B0604020202020204" pitchFamily="34" charset="0"/>
            </a:endParaRPr>
          </a:p>
        </p:txBody>
      </p:sp>
      <p:sp>
        <p:nvSpPr>
          <p:cNvPr id="7" name="Rectangle 5">
            <a:extLst>
              <a:ext uri="{FF2B5EF4-FFF2-40B4-BE49-F238E27FC236}">
                <a16:creationId xmlns:a16="http://schemas.microsoft.com/office/drawing/2014/main" id="{B11EF461-5F16-427C-A786-4BD851CA48D9}"/>
              </a:ext>
            </a:extLst>
          </p:cNvPr>
          <p:cNvSpPr>
            <a:spLocks noChangeArrowheads="1"/>
          </p:cNvSpPr>
          <p:nvPr/>
        </p:nvSpPr>
        <p:spPr bwMode="auto">
          <a:xfrm>
            <a:off x="3166930" y="1521284"/>
            <a:ext cx="281781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LED</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pic>
        <p:nvPicPr>
          <p:cNvPr id="8" name="Picture 6">
            <a:extLst>
              <a:ext uri="{FF2B5EF4-FFF2-40B4-BE49-F238E27FC236}">
                <a16:creationId xmlns:a16="http://schemas.microsoft.com/office/drawing/2014/main" id="{D3114F4E-A5E3-48D5-9A97-5D1450EDE7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096" y="1916782"/>
            <a:ext cx="2805113"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9" name="Picture 7">
            <a:extLst>
              <a:ext uri="{FF2B5EF4-FFF2-40B4-BE49-F238E27FC236}">
                <a16:creationId xmlns:a16="http://schemas.microsoft.com/office/drawing/2014/main" id="{CD5795F5-0AC9-46C1-B9B5-7425285638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7624" y="2687069"/>
            <a:ext cx="2800350" cy="81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2" name="Rectangle 10">
            <a:extLst>
              <a:ext uri="{FF2B5EF4-FFF2-40B4-BE49-F238E27FC236}">
                <a16:creationId xmlns:a16="http://schemas.microsoft.com/office/drawing/2014/main" id="{925C3DD4-222B-4778-9311-5C585B2696C1}"/>
              </a:ext>
            </a:extLst>
          </p:cNvPr>
          <p:cNvSpPr>
            <a:spLocks noChangeArrowheads="1"/>
          </p:cNvSpPr>
          <p:nvPr/>
        </p:nvSpPr>
        <p:spPr bwMode="auto">
          <a:xfrm>
            <a:off x="3109928" y="2092994"/>
            <a:ext cx="281781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Output Contact</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
        <p:nvSpPr>
          <p:cNvPr id="13" name="Rectangle 11">
            <a:extLst>
              <a:ext uri="{FF2B5EF4-FFF2-40B4-BE49-F238E27FC236}">
                <a16:creationId xmlns:a16="http://schemas.microsoft.com/office/drawing/2014/main" id="{1502BB59-6E88-40E3-9850-045387B0FF9C}"/>
              </a:ext>
            </a:extLst>
          </p:cNvPr>
          <p:cNvSpPr>
            <a:spLocks noChangeArrowheads="1"/>
          </p:cNvSpPr>
          <p:nvPr/>
        </p:nvSpPr>
        <p:spPr bwMode="auto">
          <a:xfrm>
            <a:off x="3051603" y="2877569"/>
            <a:ext cx="28178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Logical Gate</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
        <p:nvSpPr>
          <p:cNvPr id="14" name="Rectangle 12">
            <a:extLst>
              <a:ext uri="{FF2B5EF4-FFF2-40B4-BE49-F238E27FC236}">
                <a16:creationId xmlns:a16="http://schemas.microsoft.com/office/drawing/2014/main" id="{B1BE7A59-7956-4936-A62C-C0755422D86C}"/>
              </a:ext>
            </a:extLst>
          </p:cNvPr>
          <p:cNvSpPr>
            <a:spLocks noChangeArrowheads="1"/>
          </p:cNvSpPr>
          <p:nvPr/>
        </p:nvSpPr>
        <p:spPr bwMode="auto">
          <a:xfrm>
            <a:off x="3051603" y="3437332"/>
            <a:ext cx="430688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Output signal (internal)</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
        <p:nvSpPr>
          <p:cNvPr id="15" name="Rectangle 13">
            <a:extLst>
              <a:ext uri="{FF2B5EF4-FFF2-40B4-BE49-F238E27FC236}">
                <a16:creationId xmlns:a16="http://schemas.microsoft.com/office/drawing/2014/main" id="{9819C214-58E3-44BB-AB38-669708A9B6B8}"/>
              </a:ext>
            </a:extLst>
          </p:cNvPr>
          <p:cNvSpPr>
            <a:spLocks noChangeArrowheads="1"/>
          </p:cNvSpPr>
          <p:nvPr/>
        </p:nvSpPr>
        <p:spPr bwMode="auto">
          <a:xfrm>
            <a:off x="3002351" y="3953549"/>
            <a:ext cx="430688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GOOSE Output (IEC 61850)</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
        <p:nvSpPr>
          <p:cNvPr id="16" name="Rectangle 14">
            <a:extLst>
              <a:ext uri="{FF2B5EF4-FFF2-40B4-BE49-F238E27FC236}">
                <a16:creationId xmlns:a16="http://schemas.microsoft.com/office/drawing/2014/main" id="{0C96C9C8-9382-40C7-9337-0FAF3753D6D6}"/>
              </a:ext>
            </a:extLst>
          </p:cNvPr>
          <p:cNvSpPr>
            <a:spLocks noChangeArrowheads="1"/>
          </p:cNvSpPr>
          <p:nvPr/>
        </p:nvSpPr>
        <p:spPr bwMode="auto">
          <a:xfrm>
            <a:off x="854869" y="4448175"/>
            <a:ext cx="7434262"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lvl="0" indent="0" defTabSz="914400" fontAlgn="base">
              <a:lnSpc>
                <a:spcPct val="90000"/>
              </a:lnSpc>
              <a:spcAft>
                <a:spcPct val="0"/>
              </a:spcAft>
              <a:buClr>
                <a:srgbClr val="009530"/>
              </a:buClr>
              <a:buNone/>
            </a:pPr>
            <a:r>
              <a:rPr lang="en-US" altLang="en-US" sz="1800" kern="0">
                <a:solidFill>
                  <a:srgbClr val="009530"/>
                </a:solidFill>
              </a:rPr>
              <a:t>several functions </a:t>
            </a: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can assign to one control input signal</a:t>
            </a:r>
            <a:endParaRPr kumimoji="0" lang="en-US" altLang="en-US" sz="1800" b="0" i="0" u="none" strike="noStrike" kern="0" cap="none" spc="0" normalizeH="0" baseline="0" noProof="0" dirty="0">
              <a:ln>
                <a:noFill/>
              </a:ln>
              <a:solidFill>
                <a:srgbClr val="009530"/>
              </a:solidFill>
              <a:effectLst/>
              <a:uLnTx/>
              <a:uFillTx/>
              <a:latin typeface="Arial" panose="020B0604020202020204" pitchFamily="34" charset="0"/>
            </a:endParaRPr>
          </a:p>
        </p:txBody>
      </p:sp>
      <p:pic>
        <p:nvPicPr>
          <p:cNvPr id="17" name="Picture 15">
            <a:extLst>
              <a:ext uri="{FF2B5EF4-FFF2-40B4-BE49-F238E27FC236}">
                <a16:creationId xmlns:a16="http://schemas.microsoft.com/office/drawing/2014/main" id="{7E7C1DDE-0616-42BD-ADB0-C93B21CFEF61}"/>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655505" y="1146634"/>
            <a:ext cx="27574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18" name="Picture 2">
            <a:extLst>
              <a:ext uri="{FF2B5EF4-FFF2-40B4-BE49-F238E27FC236}">
                <a16:creationId xmlns:a16="http://schemas.microsoft.com/office/drawing/2014/main" id="{87C05048-76FA-4683-B411-764D3D9260E5}"/>
              </a:ext>
            </a:extLst>
          </p:cNvPr>
          <p:cNvPicPr>
            <a:picLocks noChangeAspect="1" noChangeArrowheads="1"/>
          </p:cNvPicPr>
          <p:nvPr/>
        </p:nvPicPr>
        <p:blipFill>
          <a:blip r:embed="rId6" cstate="print"/>
          <a:srcRect/>
          <a:stretch>
            <a:fillRect/>
          </a:stretch>
        </p:blipFill>
        <p:spPr bwMode="auto">
          <a:xfrm>
            <a:off x="310985" y="4407620"/>
            <a:ext cx="391149" cy="363861"/>
          </a:xfrm>
          <a:prstGeom prst="rect">
            <a:avLst/>
          </a:prstGeom>
          <a:noFill/>
          <a:ln w="9525">
            <a:noFill/>
            <a:miter lim="800000"/>
            <a:headEnd/>
            <a:tailEnd/>
          </a:ln>
        </p:spPr>
      </p:pic>
      <p:pic>
        <p:nvPicPr>
          <p:cNvPr id="19" name="Picture 18">
            <a:extLst>
              <a:ext uri="{FF2B5EF4-FFF2-40B4-BE49-F238E27FC236}">
                <a16:creationId xmlns:a16="http://schemas.microsoft.com/office/drawing/2014/main" id="{F3B57446-D8D8-4B3F-969C-4CB99F5E9E33}"/>
              </a:ext>
            </a:extLst>
          </p:cNvPr>
          <p:cNvPicPr>
            <a:picLocks noChangeAspect="1"/>
          </p:cNvPicPr>
          <p:nvPr/>
        </p:nvPicPr>
        <p:blipFill>
          <a:blip r:embed="rId7"/>
          <a:stretch>
            <a:fillRect/>
          </a:stretch>
        </p:blipFill>
        <p:spPr>
          <a:xfrm>
            <a:off x="991234" y="3716962"/>
            <a:ext cx="2317482" cy="619525"/>
          </a:xfrm>
          <a:prstGeom prst="rect">
            <a:avLst/>
          </a:prstGeom>
        </p:spPr>
      </p:pic>
      <p:pic>
        <p:nvPicPr>
          <p:cNvPr id="20" name="Picture 19">
            <a:extLst>
              <a:ext uri="{FF2B5EF4-FFF2-40B4-BE49-F238E27FC236}">
                <a16:creationId xmlns:a16="http://schemas.microsoft.com/office/drawing/2014/main" id="{7E341463-CA86-474E-8985-69E6CB19811D}"/>
              </a:ext>
            </a:extLst>
          </p:cNvPr>
          <p:cNvPicPr>
            <a:picLocks noChangeAspect="1"/>
          </p:cNvPicPr>
          <p:nvPr/>
        </p:nvPicPr>
        <p:blipFill>
          <a:blip r:embed="rId8"/>
          <a:stretch>
            <a:fillRect/>
          </a:stretch>
        </p:blipFill>
        <p:spPr>
          <a:xfrm>
            <a:off x="1034038" y="3244323"/>
            <a:ext cx="2190844" cy="661817"/>
          </a:xfrm>
          <a:prstGeom prst="rect">
            <a:avLst/>
          </a:prstGeom>
        </p:spPr>
      </p:pic>
    </p:spTree>
    <p:extLst>
      <p:ext uri="{BB962C8B-B14F-4D97-AF65-F5344CB8AC3E}">
        <p14:creationId xmlns:p14="http://schemas.microsoft.com/office/powerpoint/2010/main" val="461307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32</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sp>
        <p:nvSpPr>
          <p:cNvPr id="5" name="Rectangle 5">
            <a:extLst>
              <a:ext uri="{FF2B5EF4-FFF2-40B4-BE49-F238E27FC236}">
                <a16:creationId xmlns:a16="http://schemas.microsoft.com/office/drawing/2014/main" id="{2111E6DD-2046-4474-A989-86DD495097B7}"/>
              </a:ext>
            </a:extLst>
          </p:cNvPr>
          <p:cNvSpPr>
            <a:spLocks noChangeArrowheads="1"/>
          </p:cNvSpPr>
          <p:nvPr/>
        </p:nvSpPr>
        <p:spPr bwMode="auto">
          <a:xfrm>
            <a:off x="0" y="1895475"/>
            <a:ext cx="4572000"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11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Place signal on the canvas and select virtual control input number</a:t>
            </a:r>
          </a:p>
        </p:txBody>
      </p:sp>
      <p:pic>
        <p:nvPicPr>
          <p:cNvPr id="7" name="Picture 6">
            <a:extLst>
              <a:ext uri="{FF2B5EF4-FFF2-40B4-BE49-F238E27FC236}">
                <a16:creationId xmlns:a16="http://schemas.microsoft.com/office/drawing/2014/main" id="{00CA3E6D-9A92-4D8B-8866-86B5230CE2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837" y="900146"/>
            <a:ext cx="5588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8" name="Picture 7">
            <a:extLst>
              <a:ext uri="{FF2B5EF4-FFF2-40B4-BE49-F238E27FC236}">
                <a16:creationId xmlns:a16="http://schemas.microsoft.com/office/drawing/2014/main" id="{A3E33AF8-EAED-4E72-8590-DA1F8682419E}"/>
              </a:ext>
            </a:extLst>
          </p:cNvPr>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067" y="3666501"/>
            <a:ext cx="2562225"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9" name="Picture 8">
            <a:extLst>
              <a:ext uri="{FF2B5EF4-FFF2-40B4-BE49-F238E27FC236}">
                <a16:creationId xmlns:a16="http://schemas.microsoft.com/office/drawing/2014/main" id="{033D5422-8090-4861-80C0-2DDA35D30CD5}"/>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3455894" y="1314917"/>
            <a:ext cx="2167133" cy="535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10" name="Picture 9">
            <a:extLst>
              <a:ext uri="{FF2B5EF4-FFF2-40B4-BE49-F238E27FC236}">
                <a16:creationId xmlns:a16="http://schemas.microsoft.com/office/drawing/2014/main" id="{C88183FC-0F2C-4603-B4D5-0D03AAA468A9}"/>
              </a:ext>
            </a:extLst>
          </p:cNvPr>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5623027" y="1310087"/>
            <a:ext cx="2530843" cy="2693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1" name="Freeform 10">
            <a:extLst>
              <a:ext uri="{FF2B5EF4-FFF2-40B4-BE49-F238E27FC236}">
                <a16:creationId xmlns:a16="http://schemas.microsoft.com/office/drawing/2014/main" id="{750ABEDF-9EB9-4B10-8909-3C3067727242}"/>
              </a:ext>
            </a:extLst>
          </p:cNvPr>
          <p:cNvSpPr>
            <a:spLocks/>
          </p:cNvSpPr>
          <p:nvPr/>
        </p:nvSpPr>
        <p:spPr bwMode="auto">
          <a:xfrm rot="20234361" flipV="1">
            <a:off x="3013884" y="2939020"/>
            <a:ext cx="3502698" cy="552990"/>
          </a:xfrm>
          <a:custGeom>
            <a:avLst/>
            <a:gdLst>
              <a:gd name="T0" fmla="*/ 2147483646 w 2295"/>
              <a:gd name="T1" fmla="*/ 1118342439 h 645"/>
              <a:gd name="T2" fmla="*/ 2147483646 w 2295"/>
              <a:gd name="T3" fmla="*/ 152579888 h 645"/>
              <a:gd name="T4" fmla="*/ 1764023090 w 2295"/>
              <a:gd name="T5" fmla="*/ 201127616 h 645"/>
              <a:gd name="T6" fmla="*/ 0 w 2295"/>
              <a:gd name="T7" fmla="*/ 603384164 h 645"/>
              <a:gd name="T8" fmla="*/ 0 60000 65536"/>
              <a:gd name="T9" fmla="*/ 0 60000 65536"/>
              <a:gd name="T10" fmla="*/ 0 60000 65536"/>
              <a:gd name="T11" fmla="*/ 0 60000 65536"/>
              <a:gd name="T12" fmla="*/ 0 w 2295"/>
              <a:gd name="T13" fmla="*/ 0 h 645"/>
              <a:gd name="T14" fmla="*/ 2295 w 2295"/>
              <a:gd name="T15" fmla="*/ 645 h 645"/>
            </a:gdLst>
            <a:ahLst/>
            <a:cxnLst>
              <a:cxn ang="T8">
                <a:pos x="T0" y="T1"/>
              </a:cxn>
              <a:cxn ang="T9">
                <a:pos x="T2" y="T3"/>
              </a:cxn>
              <a:cxn ang="T10">
                <a:pos x="T4" y="T5"/>
              </a:cxn>
              <a:cxn ang="T11">
                <a:pos x="T6" y="T7"/>
              </a:cxn>
            </a:cxnLst>
            <a:rect l="T12" t="T13" r="T14" b="T15"/>
            <a:pathLst>
              <a:path w="2295" h="645">
                <a:moveTo>
                  <a:pt x="2295" y="645"/>
                </a:moveTo>
                <a:cubicBezTo>
                  <a:pt x="2063" y="410"/>
                  <a:pt x="1832" y="176"/>
                  <a:pt x="1533" y="88"/>
                </a:cubicBezTo>
                <a:cubicBezTo>
                  <a:pt x="1234" y="0"/>
                  <a:pt x="757" y="73"/>
                  <a:pt x="502" y="116"/>
                </a:cubicBezTo>
                <a:cubicBezTo>
                  <a:pt x="247" y="159"/>
                  <a:pt x="123" y="253"/>
                  <a:pt x="0" y="348"/>
                </a:cubicBezTo>
              </a:path>
            </a:pathLst>
          </a:custGeom>
          <a:noFill/>
          <a:ln w="28575"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2" name="Freeform 11">
            <a:extLst>
              <a:ext uri="{FF2B5EF4-FFF2-40B4-BE49-F238E27FC236}">
                <a16:creationId xmlns:a16="http://schemas.microsoft.com/office/drawing/2014/main" id="{6B441869-99C4-40DF-8113-D20C93966603}"/>
              </a:ext>
            </a:extLst>
          </p:cNvPr>
          <p:cNvSpPr>
            <a:spLocks/>
          </p:cNvSpPr>
          <p:nvPr/>
        </p:nvSpPr>
        <p:spPr bwMode="auto">
          <a:xfrm rot="21091060">
            <a:off x="1484313" y="1083623"/>
            <a:ext cx="1382712" cy="517525"/>
          </a:xfrm>
          <a:custGeom>
            <a:avLst/>
            <a:gdLst>
              <a:gd name="T0" fmla="*/ 0 w 1282"/>
              <a:gd name="T1" fmla="*/ 0 h 325"/>
              <a:gd name="T2" fmla="*/ 303618533 w 1282"/>
              <a:gd name="T3" fmla="*/ 730278731 h 325"/>
              <a:gd name="T4" fmla="*/ 1491335784 w 1282"/>
              <a:gd name="T5" fmla="*/ 565458962 h 325"/>
              <a:gd name="T6" fmla="*/ 0 60000 65536"/>
              <a:gd name="T7" fmla="*/ 0 60000 65536"/>
              <a:gd name="T8" fmla="*/ 0 60000 65536"/>
              <a:gd name="T9" fmla="*/ 0 w 1282"/>
              <a:gd name="T10" fmla="*/ 0 h 325"/>
              <a:gd name="T11" fmla="*/ 1282 w 1282"/>
              <a:gd name="T12" fmla="*/ 325 h 325"/>
            </a:gdLst>
            <a:ahLst/>
            <a:cxnLst>
              <a:cxn ang="T6">
                <a:pos x="T0" y="T1"/>
              </a:cxn>
              <a:cxn ang="T7">
                <a:pos x="T2" y="T3"/>
              </a:cxn>
              <a:cxn ang="T8">
                <a:pos x="T4" y="T5"/>
              </a:cxn>
            </a:cxnLst>
            <a:rect l="T9" t="T10" r="T11" b="T12"/>
            <a:pathLst>
              <a:path w="1282" h="325">
                <a:moveTo>
                  <a:pt x="0" y="0"/>
                </a:moveTo>
                <a:cubicBezTo>
                  <a:pt x="23" y="125"/>
                  <a:pt x="47" y="251"/>
                  <a:pt x="261" y="288"/>
                </a:cubicBezTo>
                <a:cubicBezTo>
                  <a:pt x="475" y="325"/>
                  <a:pt x="878" y="274"/>
                  <a:pt x="1282" y="223"/>
                </a:cubicBezTo>
              </a:path>
            </a:pathLst>
          </a:custGeom>
          <a:noFill/>
          <a:ln w="38100"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sp>
        <p:nvSpPr>
          <p:cNvPr id="13" name="Rectangle 12">
            <a:extLst>
              <a:ext uri="{FF2B5EF4-FFF2-40B4-BE49-F238E27FC236}">
                <a16:creationId xmlns:a16="http://schemas.microsoft.com/office/drawing/2014/main" id="{25C3D269-57EF-4FD1-A144-5CC20E63368F}"/>
              </a:ext>
            </a:extLst>
          </p:cNvPr>
          <p:cNvSpPr>
            <a:spLocks noChangeArrowheads="1"/>
          </p:cNvSpPr>
          <p:nvPr/>
        </p:nvSpPr>
        <p:spPr bwMode="auto">
          <a:xfrm>
            <a:off x="1290637" y="811413"/>
            <a:ext cx="4810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a:ln>
                  <a:noFill/>
                </a:ln>
                <a:solidFill>
                  <a:srgbClr val="626469"/>
                </a:solidFill>
                <a:effectLst/>
                <a:uLnTx/>
                <a:uFillTx/>
                <a:latin typeface="Arial" panose="020B0604020202020204" pitchFamily="34" charset="0"/>
              </a:rPr>
              <a:t>Select « F Key » icon</a:t>
            </a:r>
          </a:p>
        </p:txBody>
      </p:sp>
    </p:spTree>
    <p:extLst>
      <p:ext uri="{BB962C8B-B14F-4D97-AF65-F5344CB8AC3E}">
        <p14:creationId xmlns:p14="http://schemas.microsoft.com/office/powerpoint/2010/main" val="1581191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33</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sp>
        <p:nvSpPr>
          <p:cNvPr id="5" name="Rectangle 5">
            <a:extLst>
              <a:ext uri="{FF2B5EF4-FFF2-40B4-BE49-F238E27FC236}">
                <a16:creationId xmlns:a16="http://schemas.microsoft.com/office/drawing/2014/main" id="{25F09866-70A0-4123-956C-AD202F4BD24D}"/>
              </a:ext>
            </a:extLst>
          </p:cNvPr>
          <p:cNvSpPr>
            <a:spLocks noChangeArrowheads="1"/>
          </p:cNvSpPr>
          <p:nvPr/>
        </p:nvSpPr>
        <p:spPr bwMode="auto">
          <a:xfrm>
            <a:off x="3219597" y="1521284"/>
            <a:ext cx="281781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LED</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pic>
        <p:nvPicPr>
          <p:cNvPr id="7" name="Picture 6">
            <a:extLst>
              <a:ext uri="{FF2B5EF4-FFF2-40B4-BE49-F238E27FC236}">
                <a16:creationId xmlns:a16="http://schemas.microsoft.com/office/drawing/2014/main" id="{6A2DD7E2-2BC7-4782-8442-314D76AB51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096" y="1916782"/>
            <a:ext cx="2805113"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8" name="Picture 7">
            <a:extLst>
              <a:ext uri="{FF2B5EF4-FFF2-40B4-BE49-F238E27FC236}">
                <a16:creationId xmlns:a16="http://schemas.microsoft.com/office/drawing/2014/main" id="{930577E2-1D2A-4D75-9BDA-783CD1EDD8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7624" y="2687069"/>
            <a:ext cx="2800350" cy="81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9" name="Rectangle 10">
            <a:extLst>
              <a:ext uri="{FF2B5EF4-FFF2-40B4-BE49-F238E27FC236}">
                <a16:creationId xmlns:a16="http://schemas.microsoft.com/office/drawing/2014/main" id="{C5A707FC-7295-4782-A74D-6B74A7F21F28}"/>
              </a:ext>
            </a:extLst>
          </p:cNvPr>
          <p:cNvSpPr>
            <a:spLocks noChangeArrowheads="1"/>
          </p:cNvSpPr>
          <p:nvPr/>
        </p:nvSpPr>
        <p:spPr bwMode="auto">
          <a:xfrm>
            <a:off x="3162595" y="2092994"/>
            <a:ext cx="281781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Output Contact</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
        <p:nvSpPr>
          <p:cNvPr id="10" name="Rectangle 11">
            <a:extLst>
              <a:ext uri="{FF2B5EF4-FFF2-40B4-BE49-F238E27FC236}">
                <a16:creationId xmlns:a16="http://schemas.microsoft.com/office/drawing/2014/main" id="{B4C5CFAD-2B46-4160-88E9-E7B2412E044B}"/>
              </a:ext>
            </a:extLst>
          </p:cNvPr>
          <p:cNvSpPr>
            <a:spLocks noChangeArrowheads="1"/>
          </p:cNvSpPr>
          <p:nvPr/>
        </p:nvSpPr>
        <p:spPr bwMode="auto">
          <a:xfrm>
            <a:off x="3104270" y="2877569"/>
            <a:ext cx="28178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Logical Gate</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
        <p:nvSpPr>
          <p:cNvPr id="11" name="Rectangle 12">
            <a:extLst>
              <a:ext uri="{FF2B5EF4-FFF2-40B4-BE49-F238E27FC236}">
                <a16:creationId xmlns:a16="http://schemas.microsoft.com/office/drawing/2014/main" id="{DEF577D0-706A-4151-B54E-F796DE262BB7}"/>
              </a:ext>
            </a:extLst>
          </p:cNvPr>
          <p:cNvSpPr>
            <a:spLocks noChangeArrowheads="1"/>
          </p:cNvSpPr>
          <p:nvPr/>
        </p:nvSpPr>
        <p:spPr bwMode="auto">
          <a:xfrm>
            <a:off x="3104270" y="3437332"/>
            <a:ext cx="430688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Output signal (internal)</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
        <p:nvSpPr>
          <p:cNvPr id="12" name="Rectangle 13">
            <a:extLst>
              <a:ext uri="{FF2B5EF4-FFF2-40B4-BE49-F238E27FC236}">
                <a16:creationId xmlns:a16="http://schemas.microsoft.com/office/drawing/2014/main" id="{C3F7C26F-2480-4A85-A5C7-8CFA75A4C71B}"/>
              </a:ext>
            </a:extLst>
          </p:cNvPr>
          <p:cNvSpPr>
            <a:spLocks noChangeArrowheads="1"/>
          </p:cNvSpPr>
          <p:nvPr/>
        </p:nvSpPr>
        <p:spPr bwMode="auto">
          <a:xfrm>
            <a:off x="3055018" y="3953549"/>
            <a:ext cx="430688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41338" marR="0" lvl="1" indent="-180975" defTabSz="914400" eaLnBrk="1" fontAlgn="base" latinLnBrk="0" hangingPunct="1">
              <a:lnSpc>
                <a:spcPct val="9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a:ln>
                  <a:noFill/>
                </a:ln>
                <a:solidFill>
                  <a:srgbClr val="626469"/>
                </a:solidFill>
                <a:effectLst/>
                <a:uLnTx/>
                <a:uFillTx/>
                <a:latin typeface="Arial" panose="020B0604020202020204" pitchFamily="34" charset="0"/>
              </a:rPr>
              <a:t>GOOSE Output (IEC 61850)</a:t>
            </a:r>
            <a:endPar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endParaRPr>
          </a:p>
        </p:txBody>
      </p:sp>
      <p:sp>
        <p:nvSpPr>
          <p:cNvPr id="13" name="Rectangle 14">
            <a:extLst>
              <a:ext uri="{FF2B5EF4-FFF2-40B4-BE49-F238E27FC236}">
                <a16:creationId xmlns:a16="http://schemas.microsoft.com/office/drawing/2014/main" id="{312FC12A-CFA4-4502-8632-FE7AC2CFDCEC}"/>
              </a:ext>
            </a:extLst>
          </p:cNvPr>
          <p:cNvSpPr>
            <a:spLocks noChangeArrowheads="1"/>
          </p:cNvSpPr>
          <p:nvPr/>
        </p:nvSpPr>
        <p:spPr bwMode="auto">
          <a:xfrm>
            <a:off x="907536" y="4448175"/>
            <a:ext cx="7434262"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lvl="0" indent="0" defTabSz="914400" fontAlgn="base">
              <a:lnSpc>
                <a:spcPct val="90000"/>
              </a:lnSpc>
              <a:spcAft>
                <a:spcPct val="0"/>
              </a:spcAft>
              <a:buClr>
                <a:srgbClr val="009530"/>
              </a:buClr>
              <a:buNone/>
            </a:pPr>
            <a:r>
              <a:rPr lang="en-US" altLang="en-US" sz="1800" kern="0">
                <a:solidFill>
                  <a:srgbClr val="009530"/>
                </a:solidFill>
              </a:rPr>
              <a:t>several functions </a:t>
            </a:r>
            <a:r>
              <a:rPr kumimoji="0" lang="en-US" altLang="en-US" sz="1800" b="0" i="0" u="none" strike="noStrike" kern="0" cap="none" spc="0" normalizeH="0" baseline="0" noProof="0">
                <a:ln>
                  <a:noFill/>
                </a:ln>
                <a:solidFill>
                  <a:srgbClr val="009530"/>
                </a:solidFill>
                <a:effectLst/>
                <a:uLnTx/>
                <a:uFillTx/>
                <a:latin typeface="Arial" panose="020B0604020202020204" pitchFamily="34" charset="0"/>
              </a:rPr>
              <a:t>can assign to </a:t>
            </a:r>
            <a:r>
              <a:rPr lang="en-US" altLang="en-US" sz="1800" kern="0">
                <a:solidFill>
                  <a:srgbClr val="009530"/>
                </a:solidFill>
              </a:rPr>
              <a:t>one « F Key »</a:t>
            </a:r>
            <a:endParaRPr lang="en-US" altLang="en-US" sz="1800" kern="0" dirty="0">
              <a:solidFill>
                <a:srgbClr val="009530"/>
              </a:solidFill>
            </a:endParaRPr>
          </a:p>
        </p:txBody>
      </p:sp>
      <p:pic>
        <p:nvPicPr>
          <p:cNvPr id="14" name="Picture 15">
            <a:extLst>
              <a:ext uri="{FF2B5EF4-FFF2-40B4-BE49-F238E27FC236}">
                <a16:creationId xmlns:a16="http://schemas.microsoft.com/office/drawing/2014/main" id="{E93F37E4-3341-46D1-B624-D5338BCF16EA}"/>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655505" y="1146634"/>
            <a:ext cx="27574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15" name="Picture 2">
            <a:extLst>
              <a:ext uri="{FF2B5EF4-FFF2-40B4-BE49-F238E27FC236}">
                <a16:creationId xmlns:a16="http://schemas.microsoft.com/office/drawing/2014/main" id="{BE9A1409-173E-483B-8DEA-C57D93A83054}"/>
              </a:ext>
            </a:extLst>
          </p:cNvPr>
          <p:cNvPicPr>
            <a:picLocks noChangeAspect="1" noChangeArrowheads="1"/>
          </p:cNvPicPr>
          <p:nvPr/>
        </p:nvPicPr>
        <p:blipFill>
          <a:blip r:embed="rId6" cstate="print"/>
          <a:srcRect/>
          <a:stretch>
            <a:fillRect/>
          </a:stretch>
        </p:blipFill>
        <p:spPr bwMode="auto">
          <a:xfrm>
            <a:off x="310985" y="4407620"/>
            <a:ext cx="391149" cy="363861"/>
          </a:xfrm>
          <a:prstGeom prst="rect">
            <a:avLst/>
          </a:prstGeom>
          <a:noFill/>
          <a:ln w="9525">
            <a:noFill/>
            <a:miter lim="800000"/>
            <a:headEnd/>
            <a:tailEnd/>
          </a:ln>
        </p:spPr>
      </p:pic>
      <p:pic>
        <p:nvPicPr>
          <p:cNvPr id="16" name="Picture 15">
            <a:extLst>
              <a:ext uri="{FF2B5EF4-FFF2-40B4-BE49-F238E27FC236}">
                <a16:creationId xmlns:a16="http://schemas.microsoft.com/office/drawing/2014/main" id="{17D4C316-C04D-47FB-9BF6-E98B47B22ACF}"/>
              </a:ext>
            </a:extLst>
          </p:cNvPr>
          <p:cNvPicPr>
            <a:picLocks noChangeAspect="1"/>
          </p:cNvPicPr>
          <p:nvPr/>
        </p:nvPicPr>
        <p:blipFill>
          <a:blip r:embed="rId7"/>
          <a:stretch>
            <a:fillRect/>
          </a:stretch>
        </p:blipFill>
        <p:spPr>
          <a:xfrm>
            <a:off x="991234" y="3716962"/>
            <a:ext cx="2317482" cy="619525"/>
          </a:xfrm>
          <a:prstGeom prst="rect">
            <a:avLst/>
          </a:prstGeom>
        </p:spPr>
      </p:pic>
      <p:pic>
        <p:nvPicPr>
          <p:cNvPr id="17" name="Picture 16">
            <a:extLst>
              <a:ext uri="{FF2B5EF4-FFF2-40B4-BE49-F238E27FC236}">
                <a16:creationId xmlns:a16="http://schemas.microsoft.com/office/drawing/2014/main" id="{BA23C38D-4EBC-41CC-AF62-118C30219F13}"/>
              </a:ext>
            </a:extLst>
          </p:cNvPr>
          <p:cNvPicPr>
            <a:picLocks noChangeAspect="1"/>
          </p:cNvPicPr>
          <p:nvPr/>
        </p:nvPicPr>
        <p:blipFill>
          <a:blip r:embed="rId8"/>
          <a:stretch>
            <a:fillRect/>
          </a:stretch>
        </p:blipFill>
        <p:spPr>
          <a:xfrm>
            <a:off x="1034038" y="3244323"/>
            <a:ext cx="2190844" cy="661817"/>
          </a:xfrm>
          <a:prstGeom prst="rect">
            <a:avLst/>
          </a:prstGeom>
        </p:spPr>
      </p:pic>
      <p:sp>
        <p:nvSpPr>
          <p:cNvPr id="18" name="Rectangle 4">
            <a:extLst>
              <a:ext uri="{FF2B5EF4-FFF2-40B4-BE49-F238E27FC236}">
                <a16:creationId xmlns:a16="http://schemas.microsoft.com/office/drawing/2014/main" id="{18F0B20E-8CC4-4869-A7C9-42C75A6B80B6}"/>
              </a:ext>
            </a:extLst>
          </p:cNvPr>
          <p:cNvSpPr>
            <a:spLocks noChangeArrowheads="1"/>
          </p:cNvSpPr>
          <p:nvPr/>
        </p:nvSpPr>
        <p:spPr bwMode="auto">
          <a:xfrm>
            <a:off x="252413" y="685193"/>
            <a:ext cx="81422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90000"/>
              </a:lnSpc>
            </a:pPr>
            <a:r>
              <a:rPr lang="en-US" altLang="en-US" sz="1800"/>
              <a:t>« Function Key » can be assigned to :</a:t>
            </a:r>
            <a:endParaRPr lang="en-US" altLang="en-US" sz="1800" dirty="0"/>
          </a:p>
        </p:txBody>
      </p:sp>
    </p:spTree>
    <p:extLst>
      <p:ext uri="{BB962C8B-B14F-4D97-AF65-F5344CB8AC3E}">
        <p14:creationId xmlns:p14="http://schemas.microsoft.com/office/powerpoint/2010/main" val="21332846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Page </a:t>
            </a:r>
            <a:fld id="{5A9C12DC-491F-9444-86A2-13AC5C62A2FC}" type="slidenum">
              <a:rPr lang="en-US" smtClean="0"/>
              <a:pPr/>
              <a:t>34</a:t>
            </a:fld>
            <a:endParaRPr lang="en-US" dirty="0"/>
          </a:p>
        </p:txBody>
      </p:sp>
      <p:sp>
        <p:nvSpPr>
          <p:cNvPr id="4" name="Footer Placeholder 3"/>
          <p:cNvSpPr>
            <a:spLocks noGrp="1"/>
          </p:cNvSpPr>
          <p:nvPr>
            <p:ph type="ftr" sz="quarter" idx="3"/>
          </p:nvPr>
        </p:nvSpPr>
        <p:spPr/>
        <p:txBody>
          <a:bodyPr/>
          <a:lstStyle/>
          <a:p>
            <a:r>
              <a:rPr lang="en-US"/>
              <a:t>Confidential Property of Schneider Electric |</a:t>
            </a:r>
            <a:endParaRPr lang="en-US" dirty="0"/>
          </a:p>
        </p:txBody>
      </p:sp>
      <p:sp>
        <p:nvSpPr>
          <p:cNvPr id="6" name="Text Placeholder 5"/>
          <p:cNvSpPr>
            <a:spLocks noGrp="1"/>
          </p:cNvSpPr>
          <p:nvPr>
            <p:ph type="body" sz="quarter" idx="32"/>
          </p:nvPr>
        </p:nvSpPr>
        <p:spPr/>
        <p:txBody>
          <a:bodyPr/>
          <a:lstStyle/>
          <a:p>
            <a:r>
              <a:rPr lang="fi-FI" dirty="0"/>
              <a:t>PSL Configuration</a:t>
            </a:r>
            <a:endParaRPr lang="en-US" dirty="0"/>
          </a:p>
        </p:txBody>
      </p:sp>
      <p:pic>
        <p:nvPicPr>
          <p:cNvPr id="7" name="Picture 2">
            <a:extLst>
              <a:ext uri="{FF2B5EF4-FFF2-40B4-BE49-F238E27FC236}">
                <a16:creationId xmlns:a16="http://schemas.microsoft.com/office/drawing/2014/main" id="{F4488B65-3D6F-4C17-A086-02D2C28227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534" y="1179606"/>
            <a:ext cx="2162175"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8" name="Rectangle 5">
            <a:extLst>
              <a:ext uri="{FF2B5EF4-FFF2-40B4-BE49-F238E27FC236}">
                <a16:creationId xmlns:a16="http://schemas.microsoft.com/office/drawing/2014/main" id="{C491650E-F35D-459A-B640-13F338967EFC}"/>
              </a:ext>
            </a:extLst>
          </p:cNvPr>
          <p:cNvSpPr>
            <a:spLocks noChangeArrowheads="1"/>
          </p:cNvSpPr>
          <p:nvPr/>
        </p:nvSpPr>
        <p:spPr bwMode="auto">
          <a:xfrm>
            <a:off x="421622" y="717644"/>
            <a:ext cx="81422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pPr>
            <a:r>
              <a:rPr lang="en-US" altLang="en-US" sz="1800"/>
              <a:t>In « View » menu, if « Drawing » toolbar is enabled</a:t>
            </a:r>
          </a:p>
        </p:txBody>
      </p:sp>
      <p:pic>
        <p:nvPicPr>
          <p:cNvPr id="9" name="Picture 6">
            <a:extLst>
              <a:ext uri="{FF2B5EF4-FFF2-40B4-BE49-F238E27FC236}">
                <a16:creationId xmlns:a16="http://schemas.microsoft.com/office/drawing/2014/main" id="{69FFE122-39ED-48FA-9051-8E15657B59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8859" y="1916206"/>
            <a:ext cx="36845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0" name="Rectangle 7">
            <a:extLst>
              <a:ext uri="{FF2B5EF4-FFF2-40B4-BE49-F238E27FC236}">
                <a16:creationId xmlns:a16="http://schemas.microsoft.com/office/drawing/2014/main" id="{98D27294-9EBF-4E77-BA15-4D67545BD1F9}"/>
              </a:ext>
            </a:extLst>
          </p:cNvPr>
          <p:cNvSpPr>
            <a:spLocks noChangeArrowheads="1"/>
          </p:cNvSpPr>
          <p:nvPr/>
        </p:nvSpPr>
        <p:spPr bwMode="auto">
          <a:xfrm>
            <a:off x="515143" y="3110106"/>
            <a:ext cx="8113713" cy="123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10000"/>
              </a:lnSpc>
            </a:pPr>
            <a:r>
              <a:rPr lang="en-US" altLang="en-US" sz="1800" dirty="0"/>
              <a:t>Text and symbols can be added to the PSL logic</a:t>
            </a:r>
          </a:p>
          <a:p>
            <a:pPr eaLnBrk="1" hangingPunct="1">
              <a:lnSpc>
                <a:spcPct val="110000"/>
              </a:lnSpc>
            </a:pPr>
            <a:r>
              <a:rPr lang="en-US" altLang="en-US" sz="1600" dirty="0"/>
              <a:t>Other toolbars can be displayed in the View menu (check help for complete toolbar description)</a:t>
            </a:r>
          </a:p>
        </p:txBody>
      </p:sp>
    </p:spTree>
    <p:extLst>
      <p:ext uri="{BB962C8B-B14F-4D97-AF65-F5344CB8AC3E}">
        <p14:creationId xmlns:p14="http://schemas.microsoft.com/office/powerpoint/2010/main" val="32482797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dirty="0"/>
              <a:t>Page </a:t>
            </a:r>
            <a:fld id="{5A9C12DC-491F-9444-86A2-13AC5C62A2FC}" type="slidenum">
              <a:rPr lang="en-US" smtClean="0"/>
              <a:pPr/>
              <a:t>35</a:t>
            </a:fld>
            <a:endParaRPr lang="en-US" dirty="0"/>
          </a:p>
        </p:txBody>
      </p:sp>
      <p:sp>
        <p:nvSpPr>
          <p:cNvPr id="4" name="Footer Placeholder 3"/>
          <p:cNvSpPr>
            <a:spLocks noGrp="1"/>
          </p:cNvSpPr>
          <p:nvPr>
            <p:ph type="ftr" sz="quarter" idx="3"/>
          </p:nvPr>
        </p:nvSpPr>
        <p:spPr/>
        <p:txBody>
          <a:bodyPr/>
          <a:lstStyle/>
          <a:p>
            <a:r>
              <a:rPr lang="en-US" dirty="0"/>
              <a:t>Confidential Property of Schneider Electric |</a:t>
            </a:r>
          </a:p>
        </p:txBody>
      </p:sp>
      <p:sp>
        <p:nvSpPr>
          <p:cNvPr id="6" name="Text Placeholder 5"/>
          <p:cNvSpPr>
            <a:spLocks noGrp="1"/>
          </p:cNvSpPr>
          <p:nvPr>
            <p:ph type="body" sz="quarter" idx="32"/>
          </p:nvPr>
        </p:nvSpPr>
        <p:spPr/>
        <p:txBody>
          <a:bodyPr/>
          <a:lstStyle/>
          <a:p>
            <a:r>
              <a:rPr lang="fi-FI" dirty="0"/>
              <a:t>PSL Configuration</a:t>
            </a:r>
            <a:endParaRPr lang="en-US" dirty="0"/>
          </a:p>
        </p:txBody>
      </p:sp>
      <p:sp>
        <p:nvSpPr>
          <p:cNvPr id="5" name="Rectangle 4">
            <a:extLst>
              <a:ext uri="{FF2B5EF4-FFF2-40B4-BE49-F238E27FC236}">
                <a16:creationId xmlns:a16="http://schemas.microsoft.com/office/drawing/2014/main" id="{1502B8A3-BE43-4FE9-A71E-490D0EAEA1A1}"/>
              </a:ext>
            </a:extLst>
          </p:cNvPr>
          <p:cNvSpPr>
            <a:spLocks noChangeArrowheads="1"/>
          </p:cNvSpPr>
          <p:nvPr/>
        </p:nvSpPr>
        <p:spPr bwMode="auto">
          <a:xfrm>
            <a:off x="118970" y="675423"/>
            <a:ext cx="82629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742950" indent="-28575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0" defTabSz="914400" fontAlgn="base">
              <a:lnSpc>
                <a:spcPct val="90000"/>
              </a:lnSpc>
              <a:spcAft>
                <a:spcPct val="0"/>
              </a:spcAft>
              <a:buClr>
                <a:srgbClr val="009530"/>
              </a:buClr>
            </a:pPr>
            <a:r>
              <a:rPr lang="en-US" altLang="en-US" sz="1800" kern="0">
                <a:solidFill>
                  <a:schemeClr val="tx1"/>
                </a:solidFill>
              </a:rPr>
              <a:t>labels defined in the setting file .set can be </a:t>
            </a:r>
            <a:r>
              <a:rPr kumimoji="0" lang="en-US" altLang="en-US" sz="1800" b="0" i="0" u="none" strike="noStrike" kern="0" cap="none" spc="0" normalizeH="0" baseline="0" noProof="0">
                <a:ln>
                  <a:noFill/>
                </a:ln>
                <a:solidFill>
                  <a:schemeClr val="tx1"/>
                </a:solidFill>
                <a:effectLst/>
                <a:uLnTx/>
                <a:uFillTx/>
                <a:latin typeface="Arial" panose="020B0604020202020204" pitchFamily="34" charset="0"/>
              </a:rPr>
              <a:t>imported </a:t>
            </a:r>
            <a:r>
              <a:rPr lang="en-US" altLang="en-US" sz="1800" kern="0">
                <a:solidFill>
                  <a:schemeClr val="tx1"/>
                </a:solidFill>
              </a:rPr>
              <a:t>to </a:t>
            </a:r>
            <a:r>
              <a:rPr kumimoji="0" lang="en-US" altLang="en-US" sz="1800" b="0" i="0" u="none" strike="noStrike" kern="0" cap="none" spc="0" normalizeH="0" baseline="0" noProof="0">
                <a:ln>
                  <a:noFill/>
                </a:ln>
                <a:solidFill>
                  <a:schemeClr val="tx1"/>
                </a:solidFill>
                <a:effectLst/>
                <a:uLnTx/>
                <a:uFillTx/>
                <a:latin typeface="Arial" panose="020B0604020202020204" pitchFamily="34" charset="0"/>
              </a:rPr>
              <a:t>PSL:</a:t>
            </a:r>
            <a:endParaRPr kumimoji="0" lang="en-US" altLang="en-US" sz="1800" b="0" i="0" u="none" strike="noStrike" kern="0" cap="none" spc="0" normalizeH="0" baseline="0" noProof="0" dirty="0">
              <a:ln>
                <a:noFill/>
              </a:ln>
              <a:solidFill>
                <a:schemeClr val="tx1"/>
              </a:solidFill>
              <a:effectLst/>
              <a:uLnTx/>
              <a:uFillTx/>
              <a:latin typeface="Arial" panose="020B0604020202020204" pitchFamily="34" charset="0"/>
            </a:endParaRPr>
          </a:p>
        </p:txBody>
      </p:sp>
      <p:sp>
        <p:nvSpPr>
          <p:cNvPr id="7" name="Rectangle 5">
            <a:extLst>
              <a:ext uri="{FF2B5EF4-FFF2-40B4-BE49-F238E27FC236}">
                <a16:creationId xmlns:a16="http://schemas.microsoft.com/office/drawing/2014/main" id="{3DBE1E6A-890F-4E54-8181-845D8E2290FE}"/>
              </a:ext>
            </a:extLst>
          </p:cNvPr>
          <p:cNvSpPr>
            <a:spLocks noChangeArrowheads="1"/>
          </p:cNvSpPr>
          <p:nvPr/>
        </p:nvSpPr>
        <p:spPr bwMode="auto">
          <a:xfrm>
            <a:off x="120072" y="1952821"/>
            <a:ext cx="7860694" cy="664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a:spcBef>
                <a:spcPct val="20000"/>
              </a:spcBef>
              <a:buClr>
                <a:schemeClr val="accent1"/>
              </a:buClr>
              <a:buFont typeface="Arial" panose="020B0604020202020204" pitchFamily="34" charset="0"/>
              <a:buChar char="●"/>
              <a:defRPr sz="2000">
                <a:solidFill>
                  <a:schemeClr val="accent1"/>
                </a:solidFill>
                <a:latin typeface="Arial" panose="020B0604020202020204" pitchFamily="34" charset="0"/>
              </a:defRPr>
            </a:lvl1pPr>
            <a:lvl2pPr marL="541338" indent="-180975">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2pPr>
            <a:lvl3pPr marL="1143000" indent="-228600">
              <a:spcBef>
                <a:spcPct val="20000"/>
              </a:spcBef>
              <a:buClr>
                <a:schemeClr val="bg2"/>
              </a:buClr>
              <a:buFont typeface="Arial" panose="020B0604020202020204" pitchFamily="34" charset="0"/>
              <a:buChar char="●"/>
              <a:defRPr>
                <a:solidFill>
                  <a:schemeClr val="bg2"/>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80975" marR="0" lvl="1" defTabSz="914400" eaLnBrk="1" fontAlgn="base" latinLnBrk="0" hangingPunct="1">
              <a:lnSpc>
                <a:spcPct val="110000"/>
              </a:lnSpc>
              <a:spcBef>
                <a:spcPct val="20000"/>
              </a:spcBef>
              <a:spcAft>
                <a:spcPct val="0"/>
              </a:spcAft>
              <a:buClr>
                <a:srgbClr val="626469"/>
              </a:buClr>
              <a:buSzTx/>
              <a:buFont typeface="Arial" panose="020B0604020202020204" pitchFamily="34" charset="0"/>
              <a:buChar char="●"/>
              <a:tabLst/>
              <a:defRPr/>
            </a:pPr>
            <a:r>
              <a:rPr kumimoji="0" lang="en-US" altLang="en-US" sz="1600" b="0" i="0" u="none" strike="noStrike" kern="0" cap="none" spc="0" normalizeH="0" baseline="0" noProof="0" dirty="0">
                <a:ln>
                  <a:noFill/>
                </a:ln>
                <a:solidFill>
                  <a:srgbClr val="626469"/>
                </a:solidFill>
                <a:effectLst/>
                <a:uLnTx/>
                <a:uFillTx/>
                <a:latin typeface="Arial" panose="020B0604020202020204" pitchFamily="34" charset="0"/>
              </a:rPr>
              <a:t>Select the setting file and the setting group where the labels are defined and inputs/outputs/control inputs are renamed</a:t>
            </a:r>
          </a:p>
          <a:p>
            <a:pPr marL="180975" marR="0" lvl="0" indent="-180975" defTabSz="914400" eaLnBrk="1" fontAlgn="base" latinLnBrk="0" hangingPunct="1">
              <a:lnSpc>
                <a:spcPct val="110000"/>
              </a:lnSpc>
              <a:spcBef>
                <a:spcPct val="20000"/>
              </a:spcBef>
              <a:spcAft>
                <a:spcPct val="0"/>
              </a:spcAft>
              <a:buClr>
                <a:srgbClr val="009530"/>
              </a:buClr>
              <a:buSzTx/>
              <a:buFont typeface="Arial" panose="020B0604020202020204" pitchFamily="34" charset="0"/>
              <a:buChar char="●"/>
              <a:tabLst/>
              <a:defRPr/>
            </a:pPr>
            <a:endParaRPr kumimoji="0" lang="en-US" altLang="en-US" sz="1800" b="0" i="0" u="none" strike="noStrike" kern="0" cap="none" spc="0" normalizeH="0" baseline="0" noProof="0" dirty="0">
              <a:ln>
                <a:noFill/>
              </a:ln>
              <a:solidFill>
                <a:srgbClr val="009530"/>
              </a:solidFill>
              <a:effectLst/>
              <a:uLnTx/>
              <a:uFillTx/>
              <a:latin typeface="Arial" panose="020B0604020202020204" pitchFamily="34" charset="0"/>
            </a:endParaRPr>
          </a:p>
          <a:p>
            <a:pPr marL="180975" marR="0" lvl="0" indent="-180975" defTabSz="914400" eaLnBrk="1" fontAlgn="base" latinLnBrk="0" hangingPunct="1">
              <a:lnSpc>
                <a:spcPct val="110000"/>
              </a:lnSpc>
              <a:spcBef>
                <a:spcPct val="20000"/>
              </a:spcBef>
              <a:spcAft>
                <a:spcPct val="0"/>
              </a:spcAft>
              <a:buClr>
                <a:srgbClr val="009530"/>
              </a:buClr>
              <a:buSzTx/>
              <a:buFont typeface="Arial" panose="020B0604020202020204" pitchFamily="34" charset="0"/>
              <a:buChar char="●"/>
              <a:tabLst/>
              <a:defRPr/>
            </a:pPr>
            <a:endParaRPr kumimoji="0" lang="en-US" altLang="en-US" sz="1800" b="0" i="0" u="none" strike="noStrike" kern="0" cap="none" spc="0" normalizeH="0" baseline="0" noProof="0" dirty="0">
              <a:ln>
                <a:noFill/>
              </a:ln>
              <a:solidFill>
                <a:srgbClr val="009530"/>
              </a:solidFill>
              <a:effectLst/>
              <a:uLnTx/>
              <a:uFillTx/>
              <a:latin typeface="Arial" panose="020B0604020202020204" pitchFamily="34" charset="0"/>
            </a:endParaRPr>
          </a:p>
          <a:p>
            <a:pPr marL="180975" marR="0" lvl="0" indent="-180975" defTabSz="914400" eaLnBrk="1" fontAlgn="base" latinLnBrk="0" hangingPunct="1">
              <a:lnSpc>
                <a:spcPct val="110000"/>
              </a:lnSpc>
              <a:spcBef>
                <a:spcPct val="20000"/>
              </a:spcBef>
              <a:spcAft>
                <a:spcPct val="0"/>
              </a:spcAft>
              <a:buClr>
                <a:srgbClr val="009530"/>
              </a:buClr>
              <a:buSzTx/>
              <a:buFont typeface="Arial" panose="020B0604020202020204" pitchFamily="34" charset="0"/>
              <a:buChar char="●"/>
              <a:tabLst/>
              <a:defRPr/>
            </a:pPr>
            <a:endParaRPr kumimoji="0" lang="en-US" altLang="en-US" sz="1800" b="0" i="0" u="none" strike="noStrike" kern="0" cap="none" spc="0" normalizeH="0" baseline="0" noProof="0" dirty="0">
              <a:ln>
                <a:noFill/>
              </a:ln>
              <a:solidFill>
                <a:srgbClr val="009530"/>
              </a:solidFill>
              <a:effectLst/>
              <a:uLnTx/>
              <a:uFillTx/>
              <a:latin typeface="Arial" panose="020B0604020202020204" pitchFamily="34" charset="0"/>
            </a:endParaRPr>
          </a:p>
          <a:p>
            <a:pPr marL="180975" marR="0" lvl="0" indent="-180975" defTabSz="914400" eaLnBrk="1" fontAlgn="base" latinLnBrk="0" hangingPunct="1">
              <a:lnSpc>
                <a:spcPct val="110000"/>
              </a:lnSpc>
              <a:spcBef>
                <a:spcPct val="20000"/>
              </a:spcBef>
              <a:spcAft>
                <a:spcPct val="0"/>
              </a:spcAft>
              <a:buClr>
                <a:srgbClr val="009530"/>
              </a:buClr>
              <a:buSzTx/>
              <a:buFont typeface="Arial" panose="020B0604020202020204" pitchFamily="34" charset="0"/>
              <a:buChar char="●"/>
              <a:tabLst/>
              <a:defRPr/>
            </a:pPr>
            <a:endParaRPr kumimoji="0" lang="en-US" altLang="en-US" sz="1800" b="0" i="0" u="none" strike="noStrike" kern="0" cap="none" spc="0" normalizeH="0" baseline="0" noProof="0" dirty="0">
              <a:ln>
                <a:noFill/>
              </a:ln>
              <a:solidFill>
                <a:srgbClr val="009530"/>
              </a:solidFill>
              <a:effectLst/>
              <a:uLnTx/>
              <a:uFillTx/>
              <a:latin typeface="Arial" panose="020B0604020202020204" pitchFamily="34" charset="0"/>
            </a:endParaRPr>
          </a:p>
        </p:txBody>
      </p:sp>
      <p:pic>
        <p:nvPicPr>
          <p:cNvPr id="8" name="Picture 6">
            <a:extLst>
              <a:ext uri="{FF2B5EF4-FFF2-40B4-BE49-F238E27FC236}">
                <a16:creationId xmlns:a16="http://schemas.microsoft.com/office/drawing/2014/main" id="{4579978C-F854-444A-A0E3-64F80F009A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9635" y="2587778"/>
            <a:ext cx="723247" cy="463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4" name="Line 12">
            <a:extLst>
              <a:ext uri="{FF2B5EF4-FFF2-40B4-BE49-F238E27FC236}">
                <a16:creationId xmlns:a16="http://schemas.microsoft.com/office/drawing/2014/main" id="{3D0E00CF-CF01-41AF-9B56-85A2E9A9C0E9}"/>
              </a:ext>
            </a:extLst>
          </p:cNvPr>
          <p:cNvSpPr>
            <a:spLocks noChangeShapeType="1"/>
          </p:cNvSpPr>
          <p:nvPr/>
        </p:nvSpPr>
        <p:spPr bwMode="auto">
          <a:xfrm>
            <a:off x="5560267" y="4193408"/>
            <a:ext cx="417512"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626469"/>
              </a:solidFill>
              <a:effectLst/>
              <a:uLnTx/>
              <a:uFillTx/>
            </a:endParaRPr>
          </a:p>
        </p:txBody>
      </p:sp>
      <p:pic>
        <p:nvPicPr>
          <p:cNvPr id="15" name="Picture 13">
            <a:extLst>
              <a:ext uri="{FF2B5EF4-FFF2-40B4-BE49-F238E27FC236}">
                <a16:creationId xmlns:a16="http://schemas.microsoft.com/office/drawing/2014/main" id="{F8D41AB4-60BF-461D-8898-5634ACA45AF0}"/>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444080" y="1002596"/>
            <a:ext cx="1898977" cy="892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16" name="Picture 14">
            <a:extLst>
              <a:ext uri="{FF2B5EF4-FFF2-40B4-BE49-F238E27FC236}">
                <a16:creationId xmlns:a16="http://schemas.microsoft.com/office/drawing/2014/main" id="{05971E08-659E-4D99-A32E-74814118591C}"/>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5288219" y="2251988"/>
            <a:ext cx="2138035" cy="947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pic>
        <p:nvPicPr>
          <p:cNvPr id="17" name="Picture 16">
            <a:extLst>
              <a:ext uri="{FF2B5EF4-FFF2-40B4-BE49-F238E27FC236}">
                <a16:creationId xmlns:a16="http://schemas.microsoft.com/office/drawing/2014/main" id="{BDED3522-F5CF-4991-B35C-75F494DA0316}"/>
              </a:ext>
            </a:extLst>
          </p:cNvPr>
          <p:cNvPicPr>
            <a:picLocks noChangeAspect="1"/>
          </p:cNvPicPr>
          <p:nvPr/>
        </p:nvPicPr>
        <p:blipFill>
          <a:blip r:embed="rId6"/>
          <a:stretch>
            <a:fillRect/>
          </a:stretch>
        </p:blipFill>
        <p:spPr>
          <a:xfrm>
            <a:off x="263186" y="3705462"/>
            <a:ext cx="2647950" cy="238125"/>
          </a:xfrm>
          <a:prstGeom prst="rect">
            <a:avLst/>
          </a:prstGeom>
        </p:spPr>
      </p:pic>
      <p:pic>
        <p:nvPicPr>
          <p:cNvPr id="18" name="Picture 17">
            <a:extLst>
              <a:ext uri="{FF2B5EF4-FFF2-40B4-BE49-F238E27FC236}">
                <a16:creationId xmlns:a16="http://schemas.microsoft.com/office/drawing/2014/main" id="{180D0E45-3E82-41AD-A27B-6B72521727D2}"/>
              </a:ext>
            </a:extLst>
          </p:cNvPr>
          <p:cNvPicPr>
            <a:picLocks noChangeAspect="1"/>
          </p:cNvPicPr>
          <p:nvPr/>
        </p:nvPicPr>
        <p:blipFill>
          <a:blip r:embed="rId7"/>
          <a:stretch>
            <a:fillRect/>
          </a:stretch>
        </p:blipFill>
        <p:spPr>
          <a:xfrm>
            <a:off x="210953" y="4022039"/>
            <a:ext cx="2800350" cy="381000"/>
          </a:xfrm>
          <a:prstGeom prst="rect">
            <a:avLst/>
          </a:prstGeom>
        </p:spPr>
      </p:pic>
      <p:pic>
        <p:nvPicPr>
          <p:cNvPr id="19" name="Picture 18">
            <a:extLst>
              <a:ext uri="{FF2B5EF4-FFF2-40B4-BE49-F238E27FC236}">
                <a16:creationId xmlns:a16="http://schemas.microsoft.com/office/drawing/2014/main" id="{96672D82-5623-4093-8A5A-FDD169FFFC84}"/>
              </a:ext>
            </a:extLst>
          </p:cNvPr>
          <p:cNvPicPr>
            <a:picLocks noChangeAspect="1"/>
          </p:cNvPicPr>
          <p:nvPr/>
        </p:nvPicPr>
        <p:blipFill>
          <a:blip r:embed="rId8"/>
          <a:stretch>
            <a:fillRect/>
          </a:stretch>
        </p:blipFill>
        <p:spPr>
          <a:xfrm>
            <a:off x="303343" y="3271103"/>
            <a:ext cx="2943225" cy="180975"/>
          </a:xfrm>
          <a:prstGeom prst="rect">
            <a:avLst/>
          </a:prstGeom>
        </p:spPr>
      </p:pic>
      <p:pic>
        <p:nvPicPr>
          <p:cNvPr id="20" name="Picture 19">
            <a:extLst>
              <a:ext uri="{FF2B5EF4-FFF2-40B4-BE49-F238E27FC236}">
                <a16:creationId xmlns:a16="http://schemas.microsoft.com/office/drawing/2014/main" id="{DE1AABB3-D9DE-4282-8920-BEECC739071F}"/>
              </a:ext>
            </a:extLst>
          </p:cNvPr>
          <p:cNvPicPr>
            <a:picLocks noChangeAspect="1"/>
          </p:cNvPicPr>
          <p:nvPr/>
        </p:nvPicPr>
        <p:blipFill>
          <a:blip r:embed="rId9"/>
          <a:stretch>
            <a:fillRect/>
          </a:stretch>
        </p:blipFill>
        <p:spPr>
          <a:xfrm>
            <a:off x="2397440" y="1219551"/>
            <a:ext cx="1781175" cy="419100"/>
          </a:xfrm>
          <a:prstGeom prst="rect">
            <a:avLst/>
          </a:prstGeom>
        </p:spPr>
      </p:pic>
      <p:pic>
        <p:nvPicPr>
          <p:cNvPr id="21" name="Picture 20">
            <a:extLst>
              <a:ext uri="{FF2B5EF4-FFF2-40B4-BE49-F238E27FC236}">
                <a16:creationId xmlns:a16="http://schemas.microsoft.com/office/drawing/2014/main" id="{ED06A96D-8D62-4674-937D-21DC51BDA99C}"/>
              </a:ext>
            </a:extLst>
          </p:cNvPr>
          <p:cNvPicPr>
            <a:picLocks noChangeAspect="1"/>
          </p:cNvPicPr>
          <p:nvPr/>
        </p:nvPicPr>
        <p:blipFill>
          <a:blip r:embed="rId10"/>
          <a:stretch>
            <a:fillRect/>
          </a:stretch>
        </p:blipFill>
        <p:spPr>
          <a:xfrm>
            <a:off x="3309233" y="3109157"/>
            <a:ext cx="1776785" cy="508975"/>
          </a:xfrm>
          <a:prstGeom prst="rect">
            <a:avLst/>
          </a:prstGeom>
        </p:spPr>
      </p:pic>
      <p:pic>
        <p:nvPicPr>
          <p:cNvPr id="22" name="Picture 21">
            <a:extLst>
              <a:ext uri="{FF2B5EF4-FFF2-40B4-BE49-F238E27FC236}">
                <a16:creationId xmlns:a16="http://schemas.microsoft.com/office/drawing/2014/main" id="{BAA210EA-2FC0-41C1-A714-2D3CEC50FEFC}"/>
              </a:ext>
            </a:extLst>
          </p:cNvPr>
          <p:cNvPicPr>
            <a:picLocks noChangeAspect="1"/>
          </p:cNvPicPr>
          <p:nvPr/>
        </p:nvPicPr>
        <p:blipFill>
          <a:blip r:embed="rId11"/>
          <a:stretch>
            <a:fillRect/>
          </a:stretch>
        </p:blipFill>
        <p:spPr>
          <a:xfrm>
            <a:off x="3422830" y="3626855"/>
            <a:ext cx="1724025" cy="304800"/>
          </a:xfrm>
          <a:prstGeom prst="rect">
            <a:avLst/>
          </a:prstGeom>
        </p:spPr>
      </p:pic>
      <p:pic>
        <p:nvPicPr>
          <p:cNvPr id="23" name="Picture 22">
            <a:extLst>
              <a:ext uri="{FF2B5EF4-FFF2-40B4-BE49-F238E27FC236}">
                <a16:creationId xmlns:a16="http://schemas.microsoft.com/office/drawing/2014/main" id="{06821235-8812-4CE6-97ED-E10EC9D648D2}"/>
              </a:ext>
            </a:extLst>
          </p:cNvPr>
          <p:cNvPicPr>
            <a:picLocks noChangeAspect="1"/>
          </p:cNvPicPr>
          <p:nvPr/>
        </p:nvPicPr>
        <p:blipFill>
          <a:blip r:embed="rId12"/>
          <a:stretch>
            <a:fillRect/>
          </a:stretch>
        </p:blipFill>
        <p:spPr>
          <a:xfrm>
            <a:off x="3270617" y="3940378"/>
            <a:ext cx="2138035" cy="555735"/>
          </a:xfrm>
          <a:prstGeom prst="rect">
            <a:avLst/>
          </a:prstGeom>
        </p:spPr>
      </p:pic>
      <p:pic>
        <p:nvPicPr>
          <p:cNvPr id="24" name="Picture 23">
            <a:extLst>
              <a:ext uri="{FF2B5EF4-FFF2-40B4-BE49-F238E27FC236}">
                <a16:creationId xmlns:a16="http://schemas.microsoft.com/office/drawing/2014/main" id="{3AED68F6-7864-47D4-A609-7CCAC8F6E50C}"/>
              </a:ext>
            </a:extLst>
          </p:cNvPr>
          <p:cNvPicPr>
            <a:picLocks noChangeAspect="1"/>
          </p:cNvPicPr>
          <p:nvPr/>
        </p:nvPicPr>
        <p:blipFill>
          <a:blip r:embed="rId13"/>
          <a:stretch>
            <a:fillRect/>
          </a:stretch>
        </p:blipFill>
        <p:spPr>
          <a:xfrm>
            <a:off x="6068941" y="3857022"/>
            <a:ext cx="2484025" cy="705793"/>
          </a:xfrm>
          <a:prstGeom prst="rect">
            <a:avLst/>
          </a:prstGeom>
        </p:spPr>
      </p:pic>
      <p:pic>
        <p:nvPicPr>
          <p:cNvPr id="25" name="Picture 24">
            <a:extLst>
              <a:ext uri="{FF2B5EF4-FFF2-40B4-BE49-F238E27FC236}">
                <a16:creationId xmlns:a16="http://schemas.microsoft.com/office/drawing/2014/main" id="{B1BB3946-1BB0-4FCC-985E-5EA18ED80AFD}"/>
              </a:ext>
            </a:extLst>
          </p:cNvPr>
          <p:cNvPicPr>
            <a:picLocks noChangeAspect="1"/>
          </p:cNvPicPr>
          <p:nvPr/>
        </p:nvPicPr>
        <p:blipFill>
          <a:blip r:embed="rId14"/>
          <a:stretch>
            <a:fillRect/>
          </a:stretch>
        </p:blipFill>
        <p:spPr>
          <a:xfrm>
            <a:off x="6068941" y="3228002"/>
            <a:ext cx="1743075" cy="381000"/>
          </a:xfrm>
          <a:prstGeom prst="rect">
            <a:avLst/>
          </a:prstGeom>
        </p:spPr>
      </p:pic>
      <p:pic>
        <p:nvPicPr>
          <p:cNvPr id="26" name="Picture 25">
            <a:extLst>
              <a:ext uri="{FF2B5EF4-FFF2-40B4-BE49-F238E27FC236}">
                <a16:creationId xmlns:a16="http://schemas.microsoft.com/office/drawing/2014/main" id="{3C0AB303-96B8-4DCD-B7E5-0C7ED244BA3E}"/>
              </a:ext>
            </a:extLst>
          </p:cNvPr>
          <p:cNvPicPr>
            <a:picLocks noChangeAspect="1"/>
          </p:cNvPicPr>
          <p:nvPr/>
        </p:nvPicPr>
        <p:blipFill>
          <a:blip r:embed="rId15"/>
          <a:stretch>
            <a:fillRect/>
          </a:stretch>
        </p:blipFill>
        <p:spPr>
          <a:xfrm>
            <a:off x="6021315" y="3609002"/>
            <a:ext cx="1838325" cy="314325"/>
          </a:xfrm>
          <a:prstGeom prst="rect">
            <a:avLst/>
          </a:prstGeom>
        </p:spPr>
      </p:pic>
    </p:spTree>
    <p:extLst>
      <p:ext uri="{BB962C8B-B14F-4D97-AF65-F5344CB8AC3E}">
        <p14:creationId xmlns:p14="http://schemas.microsoft.com/office/powerpoint/2010/main" val="32806679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E15_LIO_TextOnly V3">
  <a:themeElements>
    <a:clrScheme name="SE Life Green MS Office">
      <a:dk1>
        <a:sysClr val="windowText" lastClr="000000"/>
      </a:dk1>
      <a:lt1>
        <a:sysClr val="window" lastClr="FFFFFF"/>
      </a:lt1>
      <a:dk2>
        <a:srgbClr val="3DCD58"/>
      </a:dk2>
      <a:lt2>
        <a:srgbClr val="3DCD58"/>
      </a:lt2>
      <a:accent1>
        <a:srgbClr val="626469"/>
      </a:accent1>
      <a:accent2>
        <a:srgbClr val="9FA0A4"/>
      </a:accent2>
      <a:accent3>
        <a:srgbClr val="FFD100"/>
      </a:accent3>
      <a:accent4>
        <a:srgbClr val="E47F00"/>
      </a:accent4>
      <a:accent5>
        <a:srgbClr val="B10043"/>
      </a:accent5>
      <a:accent6>
        <a:srgbClr val="42B4E6"/>
      </a:accent6>
      <a:hlink>
        <a:srgbClr val="B10043"/>
      </a:hlink>
      <a:folHlink>
        <a:srgbClr val="42B4E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chneider Text Slides">
  <a:themeElements>
    <a:clrScheme name="SE Life Green MS Office">
      <a:dk1>
        <a:sysClr val="windowText" lastClr="000000"/>
      </a:dk1>
      <a:lt1>
        <a:sysClr val="window" lastClr="FFFFFF"/>
      </a:lt1>
      <a:dk2>
        <a:srgbClr val="3DCD58"/>
      </a:dk2>
      <a:lt2>
        <a:srgbClr val="3DCD58"/>
      </a:lt2>
      <a:accent1>
        <a:srgbClr val="626469"/>
      </a:accent1>
      <a:accent2>
        <a:srgbClr val="9FA0A4"/>
      </a:accent2>
      <a:accent3>
        <a:srgbClr val="FFD100"/>
      </a:accent3>
      <a:accent4>
        <a:srgbClr val="E47F00"/>
      </a:accent4>
      <a:accent5>
        <a:srgbClr val="B10043"/>
      </a:accent5>
      <a:accent6>
        <a:srgbClr val="42B4E6"/>
      </a:accent6>
      <a:hlink>
        <a:srgbClr val="B10043"/>
      </a:hlink>
      <a:folHlink>
        <a:srgbClr val="42B4E6"/>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blank</Template>
  <TotalTime>3469</TotalTime>
  <Words>3570</Words>
  <Application>Microsoft Office PowerPoint</Application>
  <PresentationFormat>On-screen Show (16:9)</PresentationFormat>
  <Paragraphs>361</Paragraphs>
  <Slides>36</Slides>
  <Notes>36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36</vt:i4>
      </vt:variant>
    </vt:vector>
  </HeadingPairs>
  <TitlesOfParts>
    <vt:vector size="42" baseType="lpstr">
      <vt:lpstr>FuturaA Md BT</vt:lpstr>
      <vt:lpstr>Lucida Grande</vt:lpstr>
      <vt:lpstr>Arial</vt:lpstr>
      <vt:lpstr>Calibri</vt:lpstr>
      <vt:lpstr>SE15_LIO_TextOnly V3</vt:lpstr>
      <vt:lpstr>Schneider Text Slides</vt:lpstr>
      <vt:lpstr>MiCOM P40 Techncial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Schneider Electric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MiCOM P40 Techncial Training</dc:title>
  <dc:creator>Risto Lehto</dc:creator>
  <cp:lastModifiedBy>Baohua WANG</cp:lastModifiedBy>
  <cp:revision>80</cp:revision>
  <dcterms:created xsi:type="dcterms:W3CDTF">2019-06-13T08:20:46Z</dcterms:created>
  <dcterms:modified xsi:type="dcterms:W3CDTF">2020-06-03T00:47:12Z</dcterms:modified>
</cp:coreProperties>
</file>